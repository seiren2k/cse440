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notesSlides/notesSlide1.xml" ContentType="application/vnd.openxmlformats-officedocument.presentationml.notesSlide+xml"/>
  <Override PartName="/ppt/ink/ink62.xml" ContentType="application/inkml+xml"/>
  <Override PartName="/ppt/ink/ink63.xml" ContentType="application/inkml+xml"/>
  <Override PartName="/ppt/ink/ink6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86.xml" ContentType="application/inkml+xml"/>
  <Override PartName="/ppt/ink/ink87.xml" ContentType="application/inkml+xml"/>
  <Override PartName="/ppt/notesSlides/notesSlide8.xml" ContentType="application/vnd.openxmlformats-officedocument.presentationml.notesSlide+xml"/>
  <Override PartName="/ppt/ink/ink88.xml" ContentType="application/inkml+xml"/>
  <Override PartName="/ppt/ink/ink89.xml" ContentType="application/inkml+xml"/>
  <Override PartName="/ppt/notesSlides/notesSlide9.xml" ContentType="application/vnd.openxmlformats-officedocument.presentationml.notesSlide+xml"/>
  <Override PartName="/ppt/ink/ink90.xml" ContentType="application/inkml+xml"/>
  <Override PartName="/ppt/ink/ink9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58"/>
  </p:notesMasterIdLst>
  <p:sldIdLst>
    <p:sldId id="256" r:id="rId2"/>
    <p:sldId id="260" r:id="rId3"/>
    <p:sldId id="257" r:id="rId4"/>
    <p:sldId id="453" r:id="rId5"/>
    <p:sldId id="269" r:id="rId6"/>
    <p:sldId id="270" r:id="rId7"/>
    <p:sldId id="258" r:id="rId8"/>
    <p:sldId id="271" r:id="rId9"/>
    <p:sldId id="259" r:id="rId10"/>
    <p:sldId id="465" r:id="rId11"/>
    <p:sldId id="466" r:id="rId12"/>
    <p:sldId id="467" r:id="rId13"/>
    <p:sldId id="468" r:id="rId14"/>
    <p:sldId id="471" r:id="rId15"/>
    <p:sldId id="615" r:id="rId16"/>
    <p:sldId id="319" r:id="rId17"/>
    <p:sldId id="320" r:id="rId18"/>
    <p:sldId id="401" r:id="rId19"/>
    <p:sldId id="321" r:id="rId20"/>
    <p:sldId id="322" r:id="rId21"/>
    <p:sldId id="323" r:id="rId22"/>
    <p:sldId id="324" r:id="rId23"/>
    <p:sldId id="325" r:id="rId24"/>
    <p:sldId id="326" r:id="rId25"/>
    <p:sldId id="262" r:id="rId26"/>
    <p:sldId id="616" r:id="rId27"/>
    <p:sldId id="263" r:id="rId28"/>
    <p:sldId id="433"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72" r:id="rId42"/>
    <p:sldId id="435" r:id="rId43"/>
    <p:sldId id="283" r:id="rId44"/>
    <p:sldId id="284" r:id="rId45"/>
    <p:sldId id="285" r:id="rId46"/>
    <p:sldId id="308" r:id="rId47"/>
    <p:sldId id="617" r:id="rId48"/>
    <p:sldId id="618" r:id="rId49"/>
    <p:sldId id="619" r:id="rId50"/>
    <p:sldId id="620" r:id="rId51"/>
    <p:sldId id="621" r:id="rId52"/>
    <p:sldId id="622" r:id="rId53"/>
    <p:sldId id="304" r:id="rId54"/>
    <p:sldId id="351" r:id="rId55"/>
    <p:sldId id="352" r:id="rId56"/>
    <p:sldId id="613"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a:srgbClr val="00FFCC"/>
    <a:srgbClr val="0099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8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18:49.818"/>
    </inkml:context>
    <inkml:brush xml:id="br0">
      <inkml:brushProperty name="width" value="0.05" units="cm"/>
      <inkml:brushProperty name="height" value="0.05" units="cm"/>
      <inkml:brushProperty name="color" value="#E71224"/>
    </inkml:brush>
  </inkml:definitions>
  <inkml:trace contextRef="#ctx0" brushRef="#br0">1 1411 24575,'0'3'0,"0"1"0,0 0 0,0-1 0,1 1 0,0 0 0,-1-1 0,1 1 0,1 0 0,-1-1 0,0 0 0,1 1 0,0-1 0,-1 0 0,2 0 0,-1 0 0,0 0 0,0 0 0,1 0 0,-1-1 0,1 1 0,0-1 0,0 1 0,0-1 0,5 2 0,-3-2 0,0 0 0,1 0 0,0 0 0,0-1 0,-1 0 0,1 0 0,0 0 0,0-1 0,0 0 0,0 0 0,0-1 0,0 1 0,-1-1 0,1-1 0,8-2 0,29-13 0,-1-1 0,-1-3 0,-1-1 0,-1-2 0,55-44 0,-46 34 0,604-483-239,-32-39-1088,-508 453 858,13-12-5687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18:50.285"/>
    </inkml:context>
    <inkml:brush xml:id="br0">
      <inkml:brushProperty name="width" value="0.05" units="cm"/>
      <inkml:brushProperty name="height" value="0.05" units="cm"/>
      <inkml:brushProperty name="color" value="#E71224"/>
    </inkml:brush>
  </inkml:definitions>
  <inkml:trace contextRef="#ctx0" brushRef="#br0">0 1177 24575,'13'28'0,"-7"-14"0,1 0 0,1 0 0,0-1 0,19 25 0,-25-35 0,0-1 0,0 0 0,1 0 0,-1 1 0,1-1 0,0-1 0,-1 1 0,1 0 0,0-1 0,0 1 0,0-1 0,0 0 0,0 0 0,0 0 0,0-1 0,1 1 0,-1-1 0,0 1 0,0-1 0,1 0 0,-1 0 0,0-1 0,0 1 0,1-1 0,-1 1 0,0-1 0,0 0 0,0 0 0,5-3 0,19-11 0,0-1 0,-1-2 0,-1-1 0,27-25 0,-40 35 0,395-358 0,53-45 0,-2 56-1365,-370 295-5461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2:08.004"/>
    </inkml:context>
    <inkml:brush xml:id="br0">
      <inkml:brushProperty name="width" value="0.05" units="cm"/>
      <inkml:brushProperty name="height" value="0.05" units="cm"/>
      <inkml:brushProperty name="color" value="#E71224"/>
    </inkml:brush>
  </inkml:definitions>
  <inkml:trace contextRef="#ctx0" brushRef="#br0">0 1104 24575,'3'35'0,"0"1"0,3-1 0,0 0 0,3 0 0,0-1 0,3-1 0,0 1 0,20 34 0,-31-65 0,0 0 0,0-1 0,1 1 0,-1 0 0,1-1 0,-1 1 0,1 0 0,0-1 0,0 0 0,0 0 0,1 1 0,-1-1 0,0-1 0,1 1 0,-1 0 0,1 0 0,0-1 0,-1 0 0,6 2 0,-5-3 0,0 0 0,0-1 0,0 0 0,0 0 0,0 0 0,0 0 0,0 0 0,-1 0 0,1-1 0,0 1 0,-1-1 0,1 0 0,-1 0 0,0 0 0,1 0 0,-1 0 0,0 0 0,0-1 0,-1 1 0,1-1 0,1-2 0,49-71 0,75-148 0,-42 66 0,11-3 0,6 5 0,7 4 0,160-172 0,-269 324 0,112-111 0,-95 96 0,0 2 0,1 0 0,0 1 0,1 1 0,21-9 0,-37 18 6,0 1-1,1-1 0,-1 1 1,1 0-1,-1 0 1,1 0-1,0 0 1,0 1-1,-1-1 0,1 1 1,0 0-1,0 0 1,-1 1-1,1-1 0,0 1 1,-1-1-1,1 1 1,0 1-1,-1-1 0,1 0 1,4 3-1,-3 0-111,-1 0 0,0-1 0,0 2 0,0-1 0,-1 0 0,1 1 0,-1-1 0,0 1 0,-1 0 0,1 0 0,-1 0 0,0 1 0,2 5 0,10 36-6720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2:09.809"/>
    </inkml:context>
    <inkml:brush xml:id="br0">
      <inkml:brushProperty name="width" value="0.05" units="cm"/>
      <inkml:brushProperty name="height" value="0.05" units="cm"/>
      <inkml:brushProperty name="color" value="#E71224"/>
    </inkml:brush>
  </inkml:definitions>
  <inkml:trace contextRef="#ctx0" brushRef="#br0">1 796 24575,'0'23'0,"2"0"0,1-1 0,6 28 0,-7-39 0,1 0 0,1 0 0,0 0 0,0-1 0,1 1 0,0-1 0,1-1 0,8 13 0,-13-21 0,0 0 0,1 1 0,-1-1 0,0 0 0,1 0 0,-1 0 0,0 1 0,1-1 0,-1-1 0,1 1 0,0 0 0,-1 0 0,1-1 0,0 1 0,0-1 0,-1 1 0,1-1 0,0 0 0,0 0 0,-1 1 0,1-1 0,0 0 0,0-1 0,0 1 0,-1 0 0,1-1 0,0 1 0,0-1 0,-1 1 0,1-1 0,0 0 0,-1 1 0,3-2 0,4-4 0,1 0 0,-1-1 0,-1 0 0,14-14 0,-16 16 0,170-186 0,225-219 0,-311 332 0,3 4 0,146-91 0,-219 154-341,0 1 0,1 1-1,39-12 1,-21 12-6485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2:11.462"/>
    </inkml:context>
    <inkml:brush xml:id="br0">
      <inkml:brushProperty name="width" value="0.05" units="cm"/>
      <inkml:brushProperty name="height" value="0.05" units="cm"/>
      <inkml:brushProperty name="color" value="#E71224"/>
    </inkml:brush>
  </inkml:definitions>
  <inkml:trace contextRef="#ctx0" brushRef="#br0">1 0 24575,'390'13'0,"-44"-1"0,1521 17 0,-1172-4 124,-29 0-1613,-596-24-5337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4:31.092"/>
    </inkml:context>
    <inkml:brush xml:id="br0">
      <inkml:brushProperty name="width" value="0.05" units="cm"/>
      <inkml:brushProperty name="height" value="0.05" units="cm"/>
      <inkml:brushProperty name="color" value="#E71224"/>
    </inkml:brush>
  </inkml:definitions>
  <inkml:trace contextRef="#ctx0" brushRef="#br0">1 419 24575,'0'4'0,"0"7"0,4 0 0,6-9 0,11-11 0,9-12 0,10-15 0,10-7 0,6-8 0,2-1 0,1 0 0,2 4 0,-4 7 0,-7 9 0,-4 7 0,-5 6 0,-5 8 0,-9 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4:31.673"/>
    </inkml:context>
    <inkml:brush xml:id="br0">
      <inkml:brushProperty name="width" value="0.05" units="cm"/>
      <inkml:brushProperty name="height" value="0.05" units="cm"/>
      <inkml:brushProperty name="color" value="#E71224"/>
    </inkml:brush>
  </inkml:definitions>
  <inkml:trace contextRef="#ctx0" brushRef="#br0">1 308 24575,'1'105'0,"5"-1"0,5 1 0,4-2 0,42 148 0,-56-245 0,3 9 0,1-1 0,0 0 0,0 0 0,10 16 0,-14-28 0,1 0 0,-1 1 0,1-1 0,-1 0 0,1 0 0,0 0 0,-1 0 0,1 0 0,0 0 0,0-1 0,1 1 0,-1-1 0,0 1 0,0-1 0,1 0 0,-1 0 0,1 0 0,-1 0 0,1 0 0,-1-1 0,1 1 0,-1-1 0,1 0 0,0 1 0,-1-1 0,1 0 0,0-1 0,-1 1 0,1 0 0,3-2 0,7-4 0,-1 0 0,0-1 0,0 0 0,-1-1 0,0 0 0,0-1 0,-1 0 0,0-1 0,0 0 0,11-17 0,-1 5 0,247-295 0,94-99 0,-152 211-1365,-171 171-5461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6:57.579"/>
    </inkml:context>
    <inkml:brush xml:id="br0">
      <inkml:brushProperty name="width" value="0.05" units="cm"/>
      <inkml:brushProperty name="height" value="0.05" units="cm"/>
      <inkml:brushProperty name="color" value="#E71224"/>
    </inkml:brush>
  </inkml:definitions>
  <inkml:trace contextRef="#ctx0" brushRef="#br0">1 501 24575,'2'0'0,"0"0"0,0 1 0,0-1 0,-1 1 0,1 0 0,0 0 0,0 0 0,0 0 0,-1 0 0,1 0 0,-1 0 0,1 0 0,-1 1 0,1-1 0,-1 0 0,0 1 0,1 0 0,-1-1 0,0 1 0,1 2 0,21 41 0,-16-30 0,22 66 0,-25-66 0,0 0 0,2-1 0,-1 0 0,2 1 0,15 24 0,-21-38 0,0 0 0,0 0 0,0 0 0,-1 0 0,1 0 0,0 0 0,0-1 0,0 1 0,0 0 0,1-1 0,-1 1 0,0-1 0,0 1 0,0-1 0,0 1 0,1-1 0,-1 0 0,0 0 0,0 1 0,0-1 0,1 0 0,-1 0 0,0 0 0,0-1 0,1 1 0,-1 0 0,0 0 0,0-1 0,1 1 0,-1 0 0,0-1 0,0 1 0,0-1 0,0 0 0,0 1 0,0-1 0,0 0 0,0 0 0,0 0 0,0 1 0,0-1 0,0-2 0,8-5 0,-1-1 0,-1 0 0,11-18 0,-10 15 0,232-363 133,-65 96-1631,-136 220-5328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6:58.145"/>
    </inkml:context>
    <inkml:brush xml:id="br0">
      <inkml:brushProperty name="width" value="0.05" units="cm"/>
      <inkml:brushProperty name="height" value="0.05" units="cm"/>
      <inkml:brushProperty name="color" value="#E71224"/>
    </inkml:brush>
  </inkml:definitions>
  <inkml:trace contextRef="#ctx0" brushRef="#br0">0 262 24575,'27'594'0,"-21"-564"0,0-22 0,3-18 0,-1-9 0,-1 0 0,5-27 0,7-17 0,18-36 60,87-163 0,81-79-1545,-183 306-5341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7:29.440"/>
    </inkml:context>
    <inkml:brush xml:id="br0">
      <inkml:brushProperty name="width" value="0.05" units="cm"/>
      <inkml:brushProperty name="height" value="0.05" units="cm"/>
      <inkml:brushProperty name="color" value="#E71224"/>
    </inkml:brush>
  </inkml:definitions>
  <inkml:trace contextRef="#ctx0" brushRef="#br0">1 990 24575,'14'17'0,"-1"2"0,-1 0 0,0 0 0,-1 1 0,-2 0 0,15 43 0,-9-26 0,85 251 0,-16-40 0,-83-244 0,0 0 0,1 0 0,0 0 0,0-1 0,0 1 0,0-1 0,0 1 0,0-1 0,4 4 0,-5-7 0,-1 1 0,1-1 0,-1 0 0,1 1 0,0-1 0,-1 0 0,1 0 0,0 1 0,-1-1 0,1 0 0,0 0 0,-1 0 0,1 0 0,0 0 0,-1 0 0,1 0 0,0 0 0,-1 0 0,1 0 0,0 0 0,-1 0 0,2-1 0,19-17 0,17-38 0,-2-2 0,45-98 0,-22 41 0,344-543 0,-311 533 0,6 3 0,215-206 0,-282 300 0,1 0 0,69-44 0,-60 56 99,-39 15-162,-1 1-1,1 0 0,0 0 1,-1 0-1,1 0 0,-1 0 1,1 0-1,-1 1 0,1-1 1,0 0-1,-1 1 0,1-1 1,-1 1-1,1 0 0,-1-1 1,0 1-1,1 0 0,-1 0 1,0 0-1,0 0 0,1 0 1,0 1-1,13 25-6762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7:29.908"/>
    </inkml:context>
    <inkml:brush xml:id="br0">
      <inkml:brushProperty name="width" value="0.05" units="cm"/>
      <inkml:brushProperty name="height" value="0.05" units="cm"/>
      <inkml:brushProperty name="color" value="#E71224"/>
    </inkml:brush>
  </inkml:definitions>
  <inkml:trace contextRef="#ctx0" brushRef="#br0">0 175 24575,'6'122'0,"37"209"0,-21-199 0,-9-34 0,-4-24 0,3 0 0,25 81 0,-35-147 0,1 0 0,0 0 0,0-1 0,1 1 0,6 9 0,-9-16 0,0 1 0,0-1 0,0 0 0,0 0 0,1 1 0,-1-1 0,0 0 0,0 0 0,1 0 0,-1 0 0,1-1 0,-1 1 0,1 0 0,-1-1 0,1 1 0,-1-1 0,1 1 0,-1-1 0,1 1 0,0-1 0,-1 0 0,1 0 0,0 0 0,-1 0 0,1 0 0,-1-1 0,1 1 0,0 0 0,-1-1 0,1 1 0,-1-1 0,1 1 0,1-2 0,7-5 0,0 0 0,-1-1 0,0 0 0,0-1 0,-1 0 0,0 0 0,-1 0 0,12-21 0,-15 24 0,190-320 0,-15 22 0,-14 73 0,-128 185 0,3 1 0,78-68 0,-116 111-34,61-44 192,-59 44-251,0 0 0,-1 0 0,1 1 0,0-1 0,0 1 0,0 0 0,0 0 0,0 0 0,0 1-1,0-1 1,0 1 0,0 0 0,0 0 0,0 0 0,7 2 0,14 9-6733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7:30.459"/>
    </inkml:context>
    <inkml:brush xml:id="br0">
      <inkml:brushProperty name="width" value="0.05" units="cm"/>
      <inkml:brushProperty name="height" value="0.05" units="cm"/>
      <inkml:brushProperty name="color" value="#E71224"/>
    </inkml:brush>
  </inkml:definitions>
  <inkml:trace contextRef="#ctx0" brushRef="#br0">0 743 24575,'8'19'0,"-1"1"0,-1 0 0,-1 0 0,-1 0 0,3 27 0,0 3 0,4 26 0,6 37 0,-14-101 0,0 0 0,1 0 0,0 0 0,0-1 0,2 0 0,9 18 0,-14-28 0,-1 0 0,1 0 0,0 0 0,0 0 0,-1 0 0,1 0 0,0 0 0,0 0 0,0 0 0,0 0 0,0 0 0,0 0 0,0-1 0,0 1 0,0 0 0,1-1 0,-1 1 0,0-1 0,0 1 0,1-1 0,-1 0 0,0 1 0,1-1 0,-1 0 0,0 0 0,1 0 0,-1 0 0,0 0 0,0 0 0,1-1 0,-1 1 0,0 0 0,1-1 0,-1 1 0,0-1 0,0 1 0,1-1 0,-1 1 0,1-2 0,4-2 0,-1-1 0,0 0 0,-1 0 0,1 0 0,-1 0 0,0-1 0,3-5 0,150-286 0,-42 72 0,-45 101-341,6 4 0,5 2-1,125-139 1,-156 206-6485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7:30.851"/>
    </inkml:context>
    <inkml:brush xml:id="br0">
      <inkml:brushProperty name="width" value="0.05" units="cm"/>
      <inkml:brushProperty name="height" value="0.05" units="cm"/>
      <inkml:brushProperty name="color" value="#E71224"/>
    </inkml:brush>
  </inkml:definitions>
  <inkml:trace contextRef="#ctx0" brushRef="#br0">1 435 24575,'0'55'0,"14"94"0,-11-127 0,2 0 0,0 0 0,2-1 0,0 0 0,2 0 0,0-1 0,13 20 0,-20-36 0,0 0 0,1-1 0,0 1 0,0-1 0,0 0 0,0 0 0,1 0 0,-1 0 0,1 0 0,-1-1 0,1 1 0,0-1 0,0 0 0,0 0 0,1-1 0,7 3 0,-5-3 0,0 0 0,1-1 0,-1 1 0,0-2 0,1 1 0,-1-1 0,0 0 0,1 0 0,9-4 0,12-6 0,-1-1 0,0-1 0,50-34 0,-66 40 0,414-302 0,-132 88 0,-209 163 0,141-72 0,-198 116-455,1 2 0,54-16 0,-41 19-6371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8:44.404"/>
    </inkml:context>
    <inkml:brush xml:id="br0">
      <inkml:brushProperty name="width" value="0.05" units="cm"/>
      <inkml:brushProperty name="height" value="0.05" units="cm"/>
      <inkml:brushProperty name="color" value="#E71224"/>
    </inkml:brush>
  </inkml:definitions>
  <inkml:trace contextRef="#ctx0" brushRef="#br0">1 54 24575,'21'0'0,"441"15"0,-30 12 0,99-19 0,-98-6 0,-297 10 0,49 2 0,76 6 0,-165-10 0,110 16 0,171 7 0,-220-24 0,463-2 0,-356-9 0,742 2 0,-816-13 0,4-1 0,50-1 0,-109 4 0,-17-1 0,49-1 0,196-15 0,-98 4 0,144-3 0,-21 1 0,-229 14 0,103-2 0,1166 15 0,-1241 13 0,-15-1 0,3-14 0,-87-3 0,-1 5 0,166 23 0,-159-9 0,160 6 0,101-23 0,-135 0 0,-154 1 0,105-14 0,37-3 0,-67 9 0,671-27 0,-537 23 0,-10 0 0,736 14-1365,-974-1-5461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8:49.727"/>
    </inkml:context>
    <inkml:brush xml:id="br0">
      <inkml:brushProperty name="width" value="0.05" units="cm"/>
      <inkml:brushProperty name="height" value="0.05" units="cm"/>
      <inkml:brushProperty name="color" value="#E71224"/>
    </inkml:brush>
  </inkml:definitions>
  <inkml:trace contextRef="#ctx0" brushRef="#br0">0 1 24575,'1358'0'0,"-1334"1"0,1 1 0,24 6 0,32 4 0,87 0 0,124 5 0,164 22 0,-17 0 0,-167-42 0,130 6 0,-270 8 0,89 4 0,-162-14-112,83 1-515,205-22 1,-313 16-6200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8:50.826"/>
    </inkml:context>
    <inkml:brush xml:id="br0">
      <inkml:brushProperty name="width" value="0.05" units="cm"/>
      <inkml:brushProperty name="height" value="0.05" units="cm"/>
      <inkml:brushProperty name="color" value="#E71224"/>
    </inkml:brush>
  </inkml:definitions>
  <inkml:trace contextRef="#ctx0" brushRef="#br0">1 1 24575,'4'0'0,"11"0"0,6 0 0,9 0 0,9 0 0,10 0 0,10 4 0,13 2 0,12 0 0,13 3 0,4 0 0,2-1 0,1-3 0,-4-1 0,-5-2 0,-10-1 0,-16-1 0,-19-1-8191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8:56.831"/>
    </inkml:context>
    <inkml:brush xml:id="br0">
      <inkml:brushProperty name="width" value="0.05" units="cm"/>
      <inkml:brushProperty name="height" value="0.05" units="cm"/>
      <inkml:brushProperty name="color" value="#E71224"/>
    </inkml:brush>
  </inkml:definitions>
  <inkml:trace contextRef="#ctx0" brushRef="#br0">1 1317 24575,'0'5'0,"9"-4"0,20-14 0,28-28 0,21-28 0,33-30 0,29-28 0,25-19 0,15-7 0,5 1 0,-4 8 0,-10 16 0,-22 25 0,-30 30 0,-28 27 0,-24 22 0,-24 19 0,-20 11-8191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9:10.230"/>
    </inkml:context>
    <inkml:brush xml:id="br0">
      <inkml:brushProperty name="width" value="0.05" units="cm"/>
      <inkml:brushProperty name="height" value="0.05" units="cm"/>
      <inkml:brushProperty name="color" value="#E71224"/>
    </inkml:brush>
  </inkml:definitions>
  <inkml:trace contextRef="#ctx0" brushRef="#br0">0 5 24575,'0'-5'0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9:10.55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9:11.029"/>
    </inkml:context>
    <inkml:brush xml:id="br0">
      <inkml:brushProperty name="width" value="0.05" units="cm"/>
      <inkml:brushProperty name="height" value="0.05" units="cm"/>
      <inkml:brushProperty name="color" value="#E71224"/>
    </inkml:brush>
  </inkml:definitions>
  <inkml:trace contextRef="#ctx0" brushRef="#br0">1 1446 24575,'12'-1'0,"0"-1"0,0 0 0,0 0 0,0-1 0,0-1 0,0 0 0,-1-1 0,0 0 0,0 0 0,0-1 0,-1-1 0,14-9 0,12-14 0,60-61 0,-89 84 0,493-559 100,79-79-1565,-531 600-5361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29:11.517"/>
    </inkml:context>
    <inkml:brush xml:id="br0">
      <inkml:brushProperty name="width" value="0.05" units="cm"/>
      <inkml:brushProperty name="height" value="0.05" units="cm"/>
      <inkml:brushProperty name="color" value="#E71224"/>
    </inkml:brush>
  </inkml:definitions>
  <inkml:trace contextRef="#ctx0" brushRef="#br0">53 320 24575,'-8'21'0,"1"-1"0,1 1 0,1 0 0,1 0 0,0 0 0,0 38 0,1-27 0,2-10 0,-7 51 0,5 133 0,3-204 0,0 1 0,1-1 0,-1 0 0,0 0 0,1 0 0,0 0 0,-1 0 0,1 1 0,0-1 0,0-1 0,0 1 0,1 2 0,-1-3 0,-1-1 0,1 1 0,0-1 0,-1 1 0,1-1 0,-1 1 0,1-1 0,0 0 0,-1 1 0,1-1 0,0 0 0,-1 0 0,1 0 0,0 1 0,0-1 0,-1 0 0,1 0 0,0 0 0,-1 0 0,1 0 0,0 0 0,0 0 0,-1-1 0,2 1 0,3-2 0,1-1 0,-1 0 0,0 0 0,0 0 0,0 0 0,-1-1 0,7-5 0,66-66 0,124-153 0,-68 71 0,-47 60 0,163-143 0,-242 235 0,0-1 0,0 1 0,1 0 0,0 1 0,0-1 0,16-5 0,-21 9 0,1 1 0,0-1 0,-1 0 0,1 1 0,-1 0 0,1 0 0,0 0 0,-1 0 0,1 1 0,0-1 0,-1 1 0,1 0 0,-1 0 0,1 0 0,-1 1 0,1-1 0,-1 1 0,0 0 0,4 2 0,34 35-1365,-3 9-5461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39:58.044"/>
    </inkml:context>
    <inkml:brush xml:id="br0">
      <inkml:brushProperty name="width" value="0.05" units="cm"/>
      <inkml:brushProperty name="height" value="0.05" units="cm"/>
      <inkml:brushProperty name="color" value="#E71224"/>
    </inkml:brush>
  </inkml:definitions>
  <inkml:trace contextRef="#ctx0" brushRef="#br0">215 66 24575,'-17'0'0,"0"0"0,1 0 0,-1 0 0,0 2 0,1 0 0,-24 7 0,35-8 0,1 1 0,0-1 0,1 1 0,-1 0 0,0 0 0,0 1 0,1-1 0,0 1 0,-1 0 0,1 0 0,0 0 0,0 0 0,1 0 0,-1 1 0,1-1 0,-1 1 0,1 0 0,0 0 0,0 0 0,1 0 0,-1 0 0,1 0 0,0 0 0,0 0 0,1 1 0,-1 5 0,-1 7 0,0 1 0,2 0 0,0 0 0,1-1 0,0 1 0,6 21 0,-6-34 0,0 0 0,1 0 0,0-1 0,-1 1 0,2-1 0,-1 1 0,0-1 0,1 0 0,0 0 0,0 0 0,0 0 0,1 0 0,-1-1 0,1 0 0,0 1 0,0-1 0,0-1 0,0 1 0,0 0 0,1-1 0,-1 0 0,1 0 0,-1 0 0,1-1 0,0 0 0,8 2 0,-9-3 0,1 1 0,0-1 0,0 1 0,0-1 0,0-1 0,0 1 0,-1-1 0,1 1 0,0-1 0,0-1 0,-1 1 0,1-1 0,0 0 0,-1 0 0,0 0 0,1-1 0,-1 1 0,7-6 0,-4 0 0,0 0 0,0 0 0,0-1 0,-1 0 0,0 0 0,-1 0 0,7-16 0,-4 6 0,-1 1 0,-1-1 0,7-37 0,-11 46 0,-1 0 0,0-1 0,0 1 0,-1-1 0,0 1 0,-1 0 0,0-1 0,-1 1 0,-3-12 0,4 19 3,0 0 0,-1 0-1,1 1 1,-1-1 0,1 0 0,-1 1-1,0-1 1,0 1 0,0 0-1,0-1 1,0 1 0,-1 0 0,1 0-1,-1 1 1,1-1 0,-5-2 0,-46-11-254,24 9-910,11 0-5665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0.998"/>
    </inkml:context>
    <inkml:brush xml:id="br0">
      <inkml:brushProperty name="width" value="0.05" units="cm"/>
      <inkml:brushProperty name="height" value="0.05" units="cm"/>
      <inkml:brushProperty name="color" value="#E71224"/>
    </inkml:brush>
  </inkml:definitions>
  <inkml:trace contextRef="#ctx0" brushRef="#br0">1547 0 24575,'-6'1'0,"0"0"0,0 0 0,0 1 0,0 0 0,1-1 0,-1 2 0,1-1 0,-1 1 0,1 0 0,0 0 0,-7 5 0,-54 47 0,56-45 0,-25 25 0,2 1 0,-38 54 0,-13 15 0,-105 89 0,98-94 0,-81 101 0,163-190 0,-71 107 0,58-85 0,-2-1 0,-38 42 0,26-33 0,-66 60 0,19-20 0,14-7-92,-154 180-1181,212-237-5553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2.714"/>
    </inkml:context>
    <inkml:brush xml:id="br0">
      <inkml:brushProperty name="width" value="0.05" units="cm"/>
      <inkml:brushProperty name="height" value="0.05" units="cm"/>
      <inkml:brushProperty name="color" value="#E71224"/>
    </inkml:brush>
  </inkml:definitions>
  <inkml:trace contextRef="#ctx0" brushRef="#br0">27 0 24575,'-4'0'0,"-2"5"0,0 5 0,2 10 0,1 6 0,1 12 0,1 9 0,0 0 0,1-4 0,1 1 0,-1-13 0,0-19 0,0-22 0,0-13 0,0-6 0,1-9 0,-1 4-8191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3.059"/>
    </inkml:context>
    <inkml:brush xml:id="br0">
      <inkml:brushProperty name="width" value="0.05" units="cm"/>
      <inkml:brushProperty name="height" value="0.05" units="cm"/>
      <inkml:brushProperty name="color" value="#E71224"/>
    </inkml:brush>
  </inkml:definitions>
  <inkml:trace contextRef="#ctx0" brushRef="#br0">130 0 24575,'-5'0'0,"-5"0"0,-6 0 0,-4 0 0,1 5 0,-1 0 0,-1 5 0,3 1-8191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3.543"/>
    </inkml:context>
    <inkml:brush xml:id="br0">
      <inkml:brushProperty name="width" value="0.05" units="cm"/>
      <inkml:brushProperty name="height" value="0.05" units="cm"/>
      <inkml:brushProperty name="color" value="#E71224"/>
    </inkml:brush>
  </inkml:definitions>
  <inkml:trace contextRef="#ctx0" brushRef="#br0">1 37 24575,'9'0'0,"7"0"0,5 0 0,4 0 0,7 0 0,1-4 0,0-2 0,-1 0 0,-2 1 0,-1-2 0,-6-1-8191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8.903"/>
    </inkml:context>
    <inkml:brush xml:id="br0">
      <inkml:brushProperty name="width" value="0.05" units="cm"/>
      <inkml:brushProperty name="height" value="0.05" units="cm"/>
      <inkml:brushProperty name="color" value="#E71224"/>
    </inkml:brush>
  </inkml:definitions>
  <inkml:trace contextRef="#ctx0" brushRef="#br0">1 0 24575,'922'0'0,"-880"2"0,54 9 0,-53-4 0,48 0 0,90-8-1365,-159 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09.762"/>
    </inkml:context>
    <inkml:brush xml:id="br0">
      <inkml:brushProperty name="width" value="0.05" units="cm"/>
      <inkml:brushProperty name="height" value="0.05" units="cm"/>
      <inkml:brushProperty name="color" value="#E71224"/>
    </inkml:brush>
  </inkml:definitions>
  <inkml:trace contextRef="#ctx0" brushRef="#br0">0 0 24575,'0'4'0,"0"7"0,0 13 0,0 13 0,0 8 0,0 10 0,0 4 0,0 1 0,0-1 0,0-1 0,0-7 0,0-7 0,0-11-8191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12.229"/>
    </inkml:context>
    <inkml:brush xml:id="br0">
      <inkml:brushProperty name="width" value="0.05" units="cm"/>
      <inkml:brushProperty name="height" value="0.05" units="cm"/>
      <inkml:brushProperty name="color" value="#E71224"/>
    </inkml:brush>
  </inkml:definitions>
  <inkml:trace contextRef="#ctx0" brushRef="#br0">110 59 24575,'-5'0'0,"1"0"0,-1 0 0,0 0 0,1 1 0,-1 0 0,1 0 0,-1 0 0,1 0 0,0 1 0,-1-1 0,1 1 0,0 0 0,0 1 0,0-1 0,-6 6 0,6-4 0,1 0 0,0 0 0,1 0 0,-1 0 0,1 0 0,-1 1 0,1-1 0,1 1 0,-1 0 0,1 0 0,-1-1 0,1 1 0,1 0 0,-1 9 0,-1 8 0,0-1 0,2 1 0,1 0 0,0 0 0,2-1 0,7 30 0,-9-45 0,1 0 0,0-1 0,0 1 0,1 0 0,0-1 0,-1 0 0,2 0 0,-1 0 0,1 0 0,0 0 0,0-1 0,0 1 0,0-1 0,1 0 0,-1-1 0,1 1 0,0-1 0,1 0 0,-1 0 0,0 0 0,1-1 0,0 0 0,-1 0 0,1 0 0,0-1 0,0 0 0,9 1 0,-9-2 0,0 0 0,1 0 0,-1-1 0,0 1 0,0-1 0,0-1 0,0 1 0,-1-1 0,1 0 0,0 0 0,-1-1 0,1 0 0,-1 0 0,0 0 0,0-1 0,0 1 0,0-1 0,-1 0 0,1-1 0,-1 1 0,0-1 0,-1 0 0,1 0 0,4-9 0,-1 1 0,0 0 0,-1 0 0,-1-1 0,0 0 0,-1 0 0,-1 0 0,0 0 0,-1 0 0,1-20 0,-3 21 0,0 0 0,0 0 0,-1 0 0,-1 1 0,0-1 0,-1 0 0,0 0 0,-9-19 0,9 26 0,1 1 0,-1 0 0,0 1 0,-1-1 0,1 1 0,-1-1 0,0 1 0,0 0 0,-1 0 0,1 1 0,-1-1 0,1 1 0,-1 0 0,0 1 0,0-1 0,-1 1 0,1 0 0,0 0 0,-1 0 0,1 1 0,-1 0 0,-6-1 0,7 1-76,0 0 1,0 0-1,0 1 0,0-1 0,0 1 0,0 0 0,0 1 0,0-1 1,0 1-1,0 0 0,0 0 0,1 1 0,-1-1 0,0 1 1,1 0-1,-1 0 0,-4 4 0,-2 6-6750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14.028"/>
    </inkml:context>
    <inkml:brush xml:id="br0">
      <inkml:brushProperty name="width" value="0.05" units="cm"/>
      <inkml:brushProperty name="height" value="0.05" units="cm"/>
      <inkml:brushProperty name="color" value="#E71224"/>
    </inkml:brush>
  </inkml:definitions>
  <inkml:trace contextRef="#ctx0" brushRef="#br0">1 130 24575,'81'-1'0,"1"-4"0,110-20 0,-10-4 0,198-7 0,189 28 0,-525 10 0,65-3 0,-109 1-39,1 0 0,0 0 0,0 0 0,-1 0 0,1 0 0,0 0 0,-1-1 0,1 1 0,0 0 0,0 0 0,-1 0 0,1-1 0,0 1 0,-1 0 0,1-1 0,0 1 0,-1-1 0,1 1 0,-1 0 0,1-1 0,-1 0 0,1 1 0,-1-1 0,1 1 0,-1-1 0,1 1 0,-1-1 0,0 0 0,1 1 0,-1-1 0,0 0 0,1 0 0,-1 1 0,0-2 0,-2-9-6787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14.842"/>
    </inkml:context>
    <inkml:brush xml:id="br0">
      <inkml:brushProperty name="width" value="0.05" units="cm"/>
      <inkml:brushProperty name="height" value="0.05" units="cm"/>
      <inkml:brushProperty name="color" value="#E71224"/>
    </inkml:brush>
  </inkml:definitions>
  <inkml:trace contextRef="#ctx0" brushRef="#br0">1 1 24575,'4'0'0,"2"9"0,-1 11 0,4 16 0,0 15 0,-1 12 0,-2 5 0,-3-2 0,4 2 0,-1 3 0,0-7 0,-2-14-8191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17.417"/>
    </inkml:context>
    <inkml:brush xml:id="br0">
      <inkml:brushProperty name="width" value="0.05" units="cm"/>
      <inkml:brushProperty name="height" value="0.05" units="cm"/>
      <inkml:brushProperty name="color" value="#E71224"/>
    </inkml:brush>
  </inkml:definitions>
  <inkml:trace contextRef="#ctx0" brushRef="#br0">1234 1 24575,'-6'1'0,"0"0"0,1 0 0,-1 1 0,1-1 0,-1 1 0,1 1 0,-1-1 0,1 1 0,0 0 0,0 0 0,-7 6 0,-49 45 0,-328 347 0,298-277 0,39-49 0,25-33 0,2 0 0,1 2 0,-30 81 0,-28 55 0,44-120 0,-59 73 0,87-120 0,-152 186 0,122-149-1365,30-36-5461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19.444"/>
    </inkml:context>
    <inkml:brush xml:id="br0">
      <inkml:brushProperty name="width" value="0.05" units="cm"/>
      <inkml:brushProperty name="height" value="0.05" units="cm"/>
      <inkml:brushProperty name="color" value="#E71224"/>
    </inkml:brush>
  </inkml:definitions>
  <inkml:trace contextRef="#ctx0" brushRef="#br0">1 0 24575,'0'5'0,"0"5"0,4 6 0,6 13 0,6 15 0,5 22 0,2 13 0,3 6 0,1-2 0,-5-7 0,-5-11 0,-6-13 0,-4-11 0,-4-8 0,-3-9-8191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50.466"/>
    </inkml:context>
    <inkml:brush xml:id="br0">
      <inkml:brushProperty name="width" value="0.05" units="cm"/>
      <inkml:brushProperty name="height" value="0.05" units="cm"/>
      <inkml:brushProperty name="color" value="#E71224"/>
    </inkml:brush>
  </inkml:definitions>
  <inkml:trace contextRef="#ctx0" brushRef="#br0">111 1 24575,'-4'0'0,"0"-1"0,0 1 0,0 0 0,0 1 0,-1-1 0,1 1 0,0 0 0,0 0 0,0 0 0,0 0 0,1 1 0,-1 0 0,0 0 0,0 0 0,1 0 0,0 0 0,-1 1 0,1-1 0,0 1 0,0 0 0,0 0 0,0 0 0,1 0 0,-1 1 0,1-1 0,0 1 0,0-1 0,0 1 0,1 0 0,-1 0 0,1 0 0,0 0 0,0 0 0,0 0 0,1 0 0,-1 0 0,1 0 0,0 5 0,-2 11 0,0-1 0,2 1 0,0-1 0,1 1 0,6 30 0,-6-46 0,0 1 0,0 0 0,1-1 0,0 1 0,0-1 0,0 1 0,1-1 0,-1 0 0,1 0 0,0 0 0,0 0 0,0-1 0,1 1 0,-1-1 0,1 0 0,0 0 0,0 0 0,0 0 0,0-1 0,1 0 0,-1 0 0,1 0 0,-1 0 0,1-1 0,0 1 0,-1-1 0,8 0 0,-7 0 0,1 0 0,0 0 0,0-1 0,0 0 0,0 0 0,-1 0 0,1-1 0,0 0 0,0 0 0,7-2 0,-10 1 0,-1 1 0,1-1 0,-1 1 0,1-1 0,-1 0 0,0 0 0,0 0 0,0 0 0,0 0 0,0-1 0,-1 1 0,1-1 0,-1 1 0,1-1 0,-1 1 0,0-1 0,0 0 0,0 0 0,0 1 0,-1-1 0,1 0 0,0-5 0,2-11 24,-1-1 0,-1 0 0,-1 0 0,-2-22 0,2 37-92,0 0 1,-1 0-1,0 1 1,0-1-1,0 0 1,0 1-1,-1-1 1,0 0-1,0 1 1,0 0-1,-1-1 1,1 1-1,-1 0 1,0 0-1,0 1 1,0-1-1,-1 1 1,1-1-1,-1 1 1,0 0-1,-8-5 1,-7 1-6759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0:51.405"/>
    </inkml:context>
    <inkml:brush xml:id="br0">
      <inkml:brushProperty name="width" value="0.05" units="cm"/>
      <inkml:brushProperty name="height" value="0.05" units="cm"/>
      <inkml:brushProperty name="color" value="#E71224"/>
    </inkml:brush>
  </inkml:definitions>
  <inkml:trace contextRef="#ctx0" brushRef="#br0">0 0 24575,'0'9'0,"0"11"0,5 12 0,0 9 0,5 6 0,1 4 0,2 7 0,4 6 0,3 2 0,-2-7 0,1-4 0,1-7 0,-2-7 0,-5-12-8191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09.094"/>
    </inkml:context>
    <inkml:brush xml:id="br0">
      <inkml:brushProperty name="width" value="0.05" units="cm"/>
      <inkml:brushProperty name="height" value="0.05" units="cm"/>
      <inkml:brushProperty name="color" value="#E71224"/>
    </inkml:brush>
  </inkml:definitions>
  <inkml:trace contextRef="#ctx0" brushRef="#br0">5 98 24575,'0'159'0,"-2"-223"0,0 35 0,1 1 0,2-1 0,1 1 0,5-30 0,-7 57 0,0 0 0,0 0 0,0 0 0,1 0 0,-1 0 0,0 0 0,1 0 0,-1 0 0,0 0 0,1 0 0,-1 0 0,1 0 0,0 0 0,-1 0 0,1 1 0,0-1 0,-1 0 0,1 0 0,0 1 0,0-1 0,0 0 0,1 0 0,-1 1 0,-1 0 0,1 1 0,0-1 0,0 0 0,0 0 0,-1 0 0,1 1 0,0-1 0,0 1 0,-1-1 0,1 0 0,0 1 0,-1-1 0,1 1 0,-1-1 0,1 1 0,0 0 0,-1-1 0,1 1 0,-1 0 0,1 0 0,24 48 0,-16-24 0,9 46 0,-15-54 0,1 0 0,0 1 0,2-1 0,0-1 0,1 1 0,10 16 0,-17-32 0,1 0 0,-1 0 0,1 0 0,-1 0 0,1 0 0,0 0 0,-1 0 0,1 0 0,0-1 0,0 1 0,-1 0 0,1-1 0,0 1 0,0-1 0,0 1 0,0-1 0,0 1 0,0-1 0,0 1 0,0-1 0,0 0 0,0 0 0,0 1 0,0-1 0,0 0 0,0 0 0,2 0 0,-2-1 0,1 0 0,0 1 0,-1-1 0,0 0 0,1 0 0,-1 0 0,1-1 0,-1 1 0,0 0 0,0 0 0,0-1 0,0 1 0,0-1 0,2-2 0,2-6 0,0 0 0,-1-1 0,6-20 0,-1-12 0,11-39 0,-19 76 0,1 0 0,1 0 0,-1 0 0,1 0 0,1 1 0,-1-1 0,0 1 0,1 0 0,0 0 0,6-5 0,-9 9 0,0 0 0,0 0 0,0 0 0,1 0 0,-1 1 0,0-1 0,0 0 0,1 1 0,-1-1 0,1 1 0,-1-1 0,1 1 0,-1 0 0,0-1 0,1 1 0,-1 0 0,1 0 0,-1 0 0,1 0 0,-1 0 0,1 0 0,-1 1 0,1-1 0,1 1 0,0 0 0,0 1 0,-1 0 0,1-1 0,0 1 0,-1 0 0,1 0 0,-1 1 0,0-1 0,0 0 0,4 6 0,1 3 0,0 0 0,-1 1 0,0-1 0,6 22 0,-8-17-341,0 0 0,-1 0-1,3 31 1,-5-22-6485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0.373"/>
    </inkml:context>
    <inkml:brush xml:id="br0">
      <inkml:brushProperty name="width" value="0.05" units="cm"/>
      <inkml:brushProperty name="height" value="0.05" units="cm"/>
      <inkml:brushProperty name="color" value="#E71224"/>
    </inkml:brush>
  </inkml:definitions>
  <inkml:trace contextRef="#ctx0" brushRef="#br0">240 282 24575,'-1'-2'0,"1"1"0,-1 0 0,1 0 0,-1 0 0,1 0 0,-1 0 0,0 0 0,1 0 0,-1 0 0,0 0 0,0 0 0,0 0 0,0 0 0,0 0 0,0 1 0,0-1 0,0 0 0,0 1 0,0-1 0,0 1 0,0-1 0,-1 1 0,1 0 0,0-1 0,0 1 0,-1 0 0,-1 0 0,-40-5 0,39 5 0,-3-1 0,0 0 0,0 1 0,0 0 0,0 1 0,0-1 0,0 1 0,0 1 0,0-1 0,1 1 0,-1 0 0,-9 5 0,12-4 0,-1 1 0,1-1 0,0 1 0,0 0 0,0 0 0,1 0 0,-1 0 0,1 1 0,0 0 0,0-1 0,1 1 0,-1 0 0,1 0 0,0 0 0,-1 6 0,-1 4 0,0-1 0,0 0 0,1 1 0,1 0 0,1 0 0,0 0 0,1 0 0,0 0 0,2 0 0,4 26 0,-5-39 0,-1-1 0,1 1 0,-1-1 0,1 0 0,-1 0 0,1 1 0,0-1 0,-1 0 0,1 0 0,0 0 0,0 0 0,0 0 0,0 0 0,0 0 0,0 0 0,0 0 0,0 0 0,0 0 0,1-1 0,-1 1 0,0-1 0,0 1 0,1-1 0,-1 1 0,0-1 0,3 1 0,-1-1 0,0-1 0,0 1 0,0-1 0,-1 1 0,1-1 0,0 0 0,0 0 0,-1 0 0,1 0 0,-1-1 0,1 1 0,2-3 0,7-5 0,-1 0 0,-1-1 0,1 0 0,8-12 0,-8 8 0,-1-2 0,13-24 0,-19 29 0,2 0 0,0 1 0,0 0 0,1 0 0,0 0 0,0 1 0,14-12 0,-20 20 0,1 0 0,-1 0 0,0 1 0,0-1 0,1 1 0,-1-1 0,0 1 0,0 0 0,1 0 0,-1-1 0,1 1 0,-1 0 0,0 0 0,1 0 0,-1 0 0,0 0 0,1 1 0,-1-1 0,0 0 0,1 1 0,-1-1 0,0 1 0,0-1 0,1 1 0,-1-1 0,0 1 0,0 0 0,0 0 0,0 0 0,0-1 0,0 1 0,0 0 0,0 0 0,0 0 0,0 1 0,-1-1 0,2 1 0,29 53 0,-24-42 0,-2-2 0,1 0 0,0 0 0,1-1 0,0 0 0,1 0 0,0-1 0,9 8 0,-14-14 0,1-1 0,-1 0 0,1 0 0,0 0 0,-1 0 0,1-1 0,0 0 0,0 0 0,0 0 0,0 0 0,0 0 0,0-1 0,0 0 0,0 0 0,0 0 0,0 0 0,0-1 0,0 1 0,0-1 0,0 0 0,0 0 0,0 0 0,0-1 0,0 0 0,4-2 0,24-13 0,0-1 0,-1-2 0,0-1 0,34-31 0,-8 0 0,50-61 0,-76 79 0,-5 7 0,-1-1 0,-2-1 0,35-57 0,-73 95 0,-11 16 0,-289 406 0,256-348 0,34-55 120,25-28-150,0 1-1,-1-1 1,1 1 0,-1-1-1,1 0 1,-1 1 0,1-1 0,-1 0-1,0 1 1,1-1 0,-1 0-1,1 0 1,-1 1 0,0-1-1,1 0 1,-1 0 0,1 0-1,-1 0 1,0 0 0,1 0 0,-1 0-1,0 0 1,1 0 0,-1 0-1,1 0 1,-1-1 0,0 1-1,1 0 1,-1 0 0,1-1 0,-1 1-1,1 0 1,-1-1 0,1 1-1,-1 0 1,1-1 0,-1 1-1,1-1 1,-1 1 0,1-1-1,-1 1 1,1-1 0,0 1 0,0-1-1,-1 1 1,1-1 0,0 0-1,-1 0 1,-5-19-6796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0.828"/>
    </inkml:context>
    <inkml:brush xml:id="br0">
      <inkml:brushProperty name="width" value="0.05" units="cm"/>
      <inkml:brushProperty name="height" value="0.05" units="cm"/>
      <inkml:brushProperty name="color" value="#E71224"/>
    </inkml:brush>
  </inkml:definitions>
  <inkml:trace contextRef="#ctx0" brushRef="#br0">1 1 24575,'0'4'0,"9"11"0,11 11 0,12 15 0,8 8 0,12 6 0,0 6 0,1-3 0,-4-6 0,-7-9 0,-9-6 0,-7-10 0,-3-5 0,-6-6-8191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2.444"/>
    </inkml:context>
    <inkml:brush xml:id="br0">
      <inkml:brushProperty name="width" value="0.05" units="cm"/>
      <inkml:brushProperty name="height" value="0.05" units="cm"/>
      <inkml:brushProperty name="color" value="#E71224"/>
    </inkml:brush>
  </inkml:definitions>
  <inkml:trace contextRef="#ctx0" brushRef="#br0">1 5 24575,'0'386'0,"3"-429"0,2 1 0,16-65 0,-16 83 0,-1 4 0,1 1 0,0 0 0,15-32 0,-18 47 0,0 0 0,0 0 0,0 0 0,0 0 0,1 1 0,-1-1 0,1 1 0,0-1 0,0 1 0,0 0 0,1 0 0,-1 1 0,1-1 0,-1 1 0,1-1 0,0 1 0,0 0 0,0 0 0,0 1 0,0-1 0,1 1 0,-1 0 0,6 0 0,-6 1 0,-1 0 0,0 1 0,0 0 0,1 0 0,-1 0 0,0 0 0,0 0 0,0 1 0,0-1 0,0 1 0,0 0 0,-1 0 0,1 0 0,0 0 0,-1 0 0,0 0 0,1 1 0,-1 0 0,0-1 0,0 1 0,-1 0 0,3 4 0,2 4 0,0 1 0,-1 0 0,0 0 0,3 16 0,3 37 0,-11-53 0,1 0 0,1-1 0,0 0 0,1 1 0,0-1 0,1 0 0,7 16 0,-10-26 0,-1 1 0,1-1 0,-1 0 0,1 0 0,-1 0 0,1 0 0,0 0 0,0-1 0,-1 1 0,1 0 0,0 0 0,0 0 0,0-1 0,0 1 0,0 0 0,0-1 0,0 1 0,0-1 0,0 1 0,1-1 0,-1 1 0,0-1 0,0 0 0,0 0 0,0 0 0,1 1 0,0-1 0,0-1 0,0 0 0,0 0 0,0 0 0,-1 0 0,1 0 0,0 0 0,-1 0 0,1 0 0,-1-1 0,1 1 0,-1-1 0,0 1 0,1-1 0,1-2 0,3-7 0,0 0 0,0 0 0,-1-1 0,4-11 0,3-17 0,19-50 0,-29 84 0,1 1 0,0-1 0,0 1 0,0 0 0,1 0 0,-1 0 0,1 0 0,1 1 0,-1 0 0,0-1 0,1 1 0,6-4 0,-9 8 0,0-1 0,-1 0 0,1 0 0,0 1 0,0-1 0,0 0 0,-1 1 0,1 0 0,0-1 0,0 1 0,0 0 0,0 0 0,0 0 0,-1 0 0,1 1 0,0-1 0,0 0 0,0 1 0,0 0 0,-1-1 0,3 2 0,0 0 0,0 0 0,-1 1 0,1 0 0,-1-1 0,0 1 0,0 0 0,0 0 0,0 1 0,2 3 0,2 4 0,0 1 0,0 0 0,-2 0 0,1 1 0,3 14 0,0 25 0,-8-43 0,0 0 0,0 0 0,1 0 0,0-1 0,1 1 0,0-1 0,7 15 0,-10-22-2,1 0-1,-1-1 1,0 1-1,1-1 1,-1 1-1,1 0 0,-1-1 1,1 1-1,-1-1 1,1 0-1,-1 1 1,1-1-1,-1 1 1,1-1-1,-1 0 1,1 1-1,0-1 1,-1 0-1,1 0 1,0 0-1,-1 1 0,1-1 1,0 0-1,-1 0 1,1 0-1,0 0 1,-1 0-1,1 0 1,0 0-1,0 0 1,0-1-1,19-16 158,12-40-884,-27 49 19,17-35-6116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2.802"/>
    </inkml:context>
    <inkml:brush xml:id="br0">
      <inkml:brushProperty name="width" value="0.05" units="cm"/>
      <inkml:brushProperty name="height" value="0.05" units="cm"/>
      <inkml:brushProperty name="color" value="#E71224"/>
    </inkml:brush>
  </inkml:definitions>
  <inkml:trace contextRef="#ctx0" brushRef="#br0">0 0 24575,'0'5'0,"0"10"0,0 6 0,0 6 0,0 1 0,0 9 0,0 3 0,0 0 0,0-4 0,0-3 0,5-7 0,5-12 0,2-9-8191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3.179"/>
    </inkml:context>
    <inkml:brush xml:id="br0">
      <inkml:brushProperty name="width" value="0.05" units="cm"/>
      <inkml:brushProperty name="height" value="0.05" units="cm"/>
      <inkml:brushProperty name="color" value="#E71224"/>
    </inkml:brush>
  </inkml:definitions>
  <inkml:trace contextRef="#ctx0" brushRef="#br0">16 31 24575,'-4'4'0,"-2"7"0,0 4 0,6 1 0,7-3 0,7-12 0,6-11 0,-2-8 0,-3-5 0,-8 1 0,-6 4-8191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3.990"/>
    </inkml:context>
    <inkml:brush xml:id="br0">
      <inkml:brushProperty name="width" value="0.05" units="cm"/>
      <inkml:brushProperty name="height" value="0.05" units="cm"/>
      <inkml:brushProperty name="color" value="#E71224"/>
    </inkml:brush>
  </inkml:definitions>
  <inkml:trace contextRef="#ctx0" brushRef="#br0">6 1 24575,'-3'85'0,"1"-48"0,1 1 0,2-1 0,9 60 0,-9-93 0,0 0 0,0-1 0,0 1 0,1 0 0,0 0 0,0-1 0,0 1 0,0-1 0,0 1 0,1-1 0,4 5 0,-7-8 0,1 1 0,-1-1 0,1 1 0,0-1 0,0 0 0,-1 1 0,1-1 0,0 1 0,-1-1 0,1 0 0,0 0 0,0 1 0,0-1 0,-1 0 0,1 0 0,0 0 0,0 0 0,0 0 0,-1 0 0,1 0 0,0 0 0,0-1 0,1 1 0,-1-1 0,1 0 0,-1 0 0,1 0 0,-1 0 0,0-1 0,1 1 0,-1 0 0,0-1 0,0 1 0,0 0 0,0-1 0,0 0 0,0 1 0,-1-1 0,2-2 0,24-68 0,-13 33 0,19-38 0,-27 68 0,-1 0 0,1 0 0,1 1 0,0 0 0,0 0 0,0 0 0,1 1 0,0 0 0,12-10 0,-16 15 0,0 1 0,-1-1 0,1 1 0,0-1 0,0 1 0,0 0 0,0 0 0,0 0 0,0 0 0,0 0 0,0 1 0,0 0 0,0-1 0,0 1 0,1 0 0,-1 1 0,0-1 0,0 1 0,0-1 0,5 2 0,-3 1 0,1-1 0,-1 1 0,0 0 0,0 1 0,0-1 0,0 1 0,-1 0 0,1 0 0,-1 0 0,4 6 0,5 6 0,-2 1 0,0 1 0,-1 0 0,-1 0 0,10 26 0,-10-14 0,-1 2 0,-1-1 0,-1 1 0,1 33 0,-8-62-72,2 1 1,-1 0-1,0-1 0,1 1 0,-1 0 0,1-1 0,0 1 0,0-1 1,0 1-1,1-1 0,-1 1 0,1-1 0,0 0 0,0 0 0,0 0 1,0 0-1,1 0 0,4 4 0,8 1-6754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6.439"/>
    </inkml:context>
    <inkml:brush xml:id="br0">
      <inkml:brushProperty name="width" value="0.05" units="cm"/>
      <inkml:brushProperty name="height" value="0.05" units="cm"/>
      <inkml:brushProperty name="color" value="#E71224"/>
    </inkml:brush>
  </inkml:definitions>
  <inkml:trace contextRef="#ctx0" brushRef="#br0">0 489 24575,'2'1'0,"-1"-1"0,1 1 0,-1 0 0,1 0 0,-1 0 0,1 0 0,-1 0 0,1 0 0,-1 1 0,0-1 0,0 0 0,0 1 0,0-1 0,0 0 0,0 1 0,0 0 0,0-1 0,0 3 0,14 31 0,-10-11 0,-1-1 0,-1 1 0,-1 0 0,-1 31 0,44-184 0,-36 103 0,1 1 0,1 0 0,2 1 0,0 1 0,1 0 0,21-24 0,-29 38 0,1 1 0,1 0 0,-1 0 0,1 1 0,0 0 0,1 1 0,0-1 0,0 2 0,0-1 0,1 1 0,-1 1 0,1 0 0,1 0 0,-1 1 0,0 0 0,1 1 0,-1 0 0,15-1 0,-21 4 0,0 0 0,0-1 0,0 1 0,-1 1 0,1-1 0,0 1 0,-1-1 0,1 1 0,0 0 0,-1 0 0,0 1 0,0-1 0,0 1 0,0 0 0,0-1 0,0 1 0,-1 0 0,1 1 0,-1-1 0,0 0 0,0 1 0,0-1 0,2 7 0,4 8 0,0 1 0,-1 0 0,4 23 0,0 27 0,-9-51 0,1-1 0,7 28 0,-10-44 0,0-1 0,1 0 0,-1 1 0,0-1 0,0 0 0,1 1 0,-1-1 0,0 0 0,1 1 0,-1-1 0,0 0 0,1 1 0,-1-1 0,0 0 0,1 0 0,-1 0 0,1 1 0,-1-1 0,1 0 0,-1 0 0,0 0 0,1 0 0,-1 0 0,1 0 0,-1 0 0,1 0 0,-1 0 0,1 0 0,-1 0 0,1 0 0,-1 0 0,0 0 0,1 0 0,-1 0 0,1-1 0,-1 1 0,1 0 0,-1 0 0,0 0 0,1-1 0,-1 1 0,0 0 0,1-1 0,-1 1 0,0 0 0,1-1 0,-1 1 0,0 0 0,0-1 0,1 1 0,-1-1 0,0 1 0,1-1 0,19-25 0,-19 24 0,43-63 0,-23 33 0,0 0 0,2 2 0,2 0 0,30-28 0,-54 56 0,1 0 0,0 0 0,0 0 0,0 0 0,1 0 0,-1 1 0,0-1 0,1 1 0,-1 0 0,1 0 0,-1 0 0,1 0 0,0 0 0,-1 0 0,1 1 0,0-1 0,-1 1 0,1 0 0,0 0 0,0 0 0,-1 0 0,1 0 0,0 1 0,0-1 0,-1 1 0,1 0 0,-1 0 0,1 0 0,0 0 0,-1 0 0,0 0 0,1 1 0,-1-1 0,0 1 0,1-1 0,-1 1 0,0 0 0,2 3 0,6 8 0,0 1 0,-1-1 0,-1 1 0,0 1 0,8 21 0,-3-9 0,-9-17 0,0-1 0,1 0 0,1 0 0,0 0 0,0-1 0,0 0 0,12 11 0,-15-17 0,0 0 0,0 0 0,0 0 0,1 0 0,-1-1 0,0 1 0,1-1 0,0 0 0,-1 0 0,1 0 0,0-1 0,-1 1 0,1-1 0,0 0 0,0 0 0,-1 0 0,1 0 0,0-1 0,0 0 0,-1 1 0,1-1 0,0-1 0,5-1 0,5-4 0,0 0 0,0-1 0,-1 0 0,0-1 0,0-1 0,-1 0 0,0 0 0,19-24 0,-8 6 0,-1-1 0,32-56 0,-44 68 0,-2 0 0,0-1 0,5-20 0,-11 32 0,0 0 0,-1 1 0,1-1 0,-1 0 0,-1 0 0,1 0 0,-1 0 0,0 1 0,0-1 0,-1 0 0,0 0 0,0 0 0,0 0 0,-3-7 0,3 13 0,1-1 0,0 0 0,-1 1 0,1-1 0,-1 0 0,0 1 0,1-1 0,-1 1 0,1-1 0,-1 1 0,0-1 0,1 1 0,-1-1 0,0 1 0,0-1 0,1 1 0,-1 0 0,0 0 0,0-1 0,1 1 0,-1 0 0,0 0 0,0 0 0,0 0 0,0 0 0,1 0 0,-1 0 0,0 0 0,0 0 0,0 0 0,1 1 0,-1-1 0,0 0 0,0 0 0,0 1 0,1-1 0,-1 1 0,0-1 0,1 0 0,-1 1 0,0-1 0,1 1 0,-1 0 0,1-1 0,-1 1 0,1-1 0,-1 1 0,0 1 0,-29 34 0,-10 45 0,25-47 0,13-28 0,5-10 0,-3 3 0,3-6 0,1-1 0,0 1 0,0 0 0,1 1 0,8-11 0,-12 16 0,-1 1 0,1-1 0,0 1 0,-1-1 0,1 1 0,0-1 0,-1 1 0,1-1 0,0 1 0,0 0 0,0-1 0,0 1 0,-1 0 0,1 0 0,0-1 0,0 1 0,0 0 0,0 0 0,0 0 0,0 0 0,-1 0 0,1 0 0,2 1 0,-2 0 0,1 0 0,0 0 0,-1 0 0,1 1 0,-1-1 0,1 0 0,-1 1 0,0-1 0,0 1 0,0 0 0,0-1 0,0 1 0,0 0 0,0 0 0,1 3 0,10 30 0,-10-28 0,-1 0 0,1 0 0,1 0 0,-1 0 0,1-1 0,1 1 0,-1-1 0,1 0 0,0 1 0,1-2 0,8 11 0,-11-15 0,-1-1 0,1 1 0,-1 0 0,1-1 0,0 1 0,-1-1 0,1 0 0,0 0 0,-1 1 0,1-1 0,0 0 0,-1 0 0,1 0 0,0-1 0,0 1 0,-1 0 0,1-1 0,-1 1 0,1-1 0,0 1 0,-1-1 0,1 0 0,1-1 0,36-29 0,-26 20 0,37-28 0,66-38 0,-14 10 0,-90 59 0,-1-1 0,0-1 0,13-15 0,-20 21 0,-1-1 0,1 1 0,-1-1 0,0 1 0,0-1 0,0 0 0,-1 0 0,0-1 0,0 1 0,0 0 0,1-8 0,-5 18 0,-1 0 0,1 0 0,-1 0 0,0-1 0,0 1 0,-5 4 0,-2 4 0,-38 55 0,8-15 0,3 1 0,2 2 0,3 2 0,-26 64 0,51-107 100,5-23-1565,3-8-5361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16.860"/>
    </inkml:context>
    <inkml:brush xml:id="br0">
      <inkml:brushProperty name="width" value="0.05" units="cm"/>
      <inkml:brushProperty name="height" value="0.05" units="cm"/>
      <inkml:brushProperty name="color" value="#E71224"/>
    </inkml:brush>
  </inkml:definitions>
  <inkml:trace contextRef="#ctx0" brushRef="#br0">1 1 24575,'0'4'0,"4"6"0,6 6 0,6 9 0,5 5 0,2 1 0,3 9 0,0 2 0,1-2 0,-4-3 0,-2-4 0,0-7 0,-4-3 0,0-7 0,-3-5-8191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24.606"/>
    </inkml:context>
    <inkml:brush xml:id="br0">
      <inkml:brushProperty name="width" value="0.05" units="cm"/>
      <inkml:brushProperty name="height" value="0.05" units="cm"/>
      <inkml:brushProperty name="color" value="#E71224"/>
    </inkml:brush>
  </inkml:definitions>
  <inkml:trace contextRef="#ctx0" brushRef="#br0">57 111 24575,'-3'0'0,"1"0"0,-1 1 0,1 0 0,0-1 0,-1 1 0,1 0 0,0 0 0,0 0 0,-1 0 0,1 1 0,0-1 0,0 1 0,0-1 0,1 1 0,-1 0 0,0-1 0,0 1 0,1 0 0,0 0 0,-1 0 0,1 0 0,0 0 0,0 1 0,0-1 0,0 0 0,0 1 0,0-1 0,1 0 0,-1 1 0,1-1 0,0 6 0,-3 11 0,2 0 0,0 1 0,2 21 0,0-20 0,-1-7 0,0-1 0,1 1 0,1 0 0,0-1 0,1 1 0,1-1 0,0 1 0,7 15 0,-7-22 0,0-1 0,0 1 0,0-1 0,1 0 0,0-1 0,0 1 0,0-1 0,0 0 0,1 0 0,0 0 0,0-1 0,1 0 0,-1 0 0,1-1 0,0 0 0,14 5 0,-6-4 0,2-1 0,-1 0 0,0-1 0,0-1 0,1-1 0,-1 0 0,0-1 0,1-1 0,-1 0 0,0-1 0,0-1 0,-1-1 0,1 0 0,-1-1 0,0 0 0,0-1 0,-1-1 0,0-1 0,0 0 0,21-18 0,-22 16 0,0 0 0,-1 0 0,-1-1 0,0-1 0,0 0 0,-1 0 0,-1-1 0,0 0 0,-1-1 0,-1 0 0,0 0 0,-1 0 0,-1-1 0,0 0 0,-1 0 0,-1 0 0,0-1 0,-1 1 0,-1-1 0,-1-21 0,-1 35 0,1 0 0,-1 0 0,0 0 0,0 0 0,0 0 0,0 0 0,-1 0 0,1 1 0,-1-1 0,0 0 0,0 1 0,0 0 0,0-1 0,0 1 0,0 0 0,0 0 0,-1 0 0,1 0 0,-1 0 0,0 1 0,1-1 0,-5-1 0,-7-3 0,-1 1 0,1 1 0,-23-4 0,8 1 0,-1 0-170,1 1-1,-2 2 0,1 1 1,0 1-1,-1 2 0,1 1 1,-53 8-1,60-3-6655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33.199"/>
    </inkml:context>
    <inkml:brush xml:id="br0">
      <inkml:brushProperty name="width" value="0.05" units="cm"/>
      <inkml:brushProperty name="height" value="0.05" units="cm"/>
      <inkml:brushProperty name="color" value="#E71224"/>
    </inkml:brush>
  </inkml:definitions>
  <inkml:trace contextRef="#ctx0" brushRef="#br0">1 0 24575,'0'5'0,"0"5"0,0 6 0,0 5 0,0 7 0,0 3 0,0 1 0,0 0 0,0-2 0,0-1 0,0-1 0,0-2 0,0 1 0,0-6-8191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34.699"/>
    </inkml:context>
    <inkml:brush xml:id="br0">
      <inkml:brushProperty name="width" value="0.05" units="cm"/>
      <inkml:brushProperty name="height" value="0.05" units="cm"/>
      <inkml:brushProperty name="color" value="#E71224"/>
    </inkml:brush>
  </inkml:definitions>
  <inkml:trace contextRef="#ctx0" brushRef="#br0">200 187 24575,'-6'-1'0,"-1"1"0,0 0 0,1 1 0,-1 0 0,1 0 0,-1 0 0,1 1 0,-1-1 0,-6 4 0,10-3 0,1 0 0,-1 0 0,1 0 0,0 1 0,-1-1 0,1 0 0,0 1 0,1-1 0,-1 1 0,0 0 0,1 0 0,-1 0 0,1 0 0,0-1 0,0 2 0,0-1 0,1 0 0,-1 0 0,1 0 0,-1 0 0,1 4 0,-1 0 0,1 0 0,-1 0 0,1 0 0,1 0 0,-1 0 0,1 0 0,0-1 0,1 1 0,0 0 0,0-1 0,3 8 0,-2-9 0,0-1 0,0 1 0,1-1 0,-1 1 0,1-1 0,0 0 0,0-1 0,1 1 0,-1-1 0,1 1 0,0-1 0,-1-1 0,1 1 0,6 1 0,4 3 0,0 0 0,1-1 0,-1-1 0,28 5 0,-39-9 0,0-1 0,1 1 0,-1-1 0,1 0 0,-1-1 0,1 1 0,-1-1 0,0 0 0,1 0 0,-1 0 0,0-1 0,0 1 0,0-1 0,0 0 0,0 0 0,0 0 0,-1-1 0,1 0 0,-1 1 0,1-1 0,-1 0 0,4-5 0,0-1 0,0-1 0,0-1 0,-1 1 0,0-1 0,-1 0 0,0 0 0,-1 0 0,0-1 0,0 0 0,2-21 0,-3 7 0,-1-1 0,-2 1 0,0 0 0,-5-27 0,4 48 0,0 0 0,0 0 0,-1 0 0,1 1 0,-1-1 0,0 1 0,-1-1 0,1 1 0,-1 0 0,1 0 0,-1 0 0,-1 0 0,1 0 0,0 1 0,-1-1 0,0 1 0,0 0 0,0 0 0,0 1 0,0-1 0,0 1 0,-1 0 0,1 0 0,-1 0 0,0 1 0,0-1 0,1 1 0,-8-1 0,-16-2 0,0 1 0,0 1 0,-51 3 0,50 0 0,13-1-116,10-1 47,0 1-1,-1 0 1,1 0 0,0 0-1,0 1 1,-1-1-1,1 2 1,0-1 0,0 1-1,0 0 1,0 0-1,1 0 1,-1 1 0,0 0-1,1 0 1,0 1-1,-7 4 1,-1 9-6757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35.560"/>
    </inkml:context>
    <inkml:brush xml:id="br0">
      <inkml:brushProperty name="width" value="0.05" units="cm"/>
      <inkml:brushProperty name="height" value="0.05" units="cm"/>
      <inkml:brushProperty name="color" value="#E71224"/>
    </inkml:brush>
  </inkml:definitions>
  <inkml:trace contextRef="#ctx0" brushRef="#br0">1 0 24575,'4'0'0,"2"4"0,4 11 0,5 15 0,4 17 0,-1 13 0,1 9 0,-3 7 0,0 3 0,-2-7 0,-4-12 0,-4-11 0,2-14 0,4-13 0,4-11 0,0-6-8191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36.274"/>
    </inkml:context>
    <inkml:brush xml:id="br0">
      <inkml:brushProperty name="width" value="0.05" units="cm"/>
      <inkml:brushProperty name="height" value="0.05" units="cm"/>
      <inkml:brushProperty name="color" value="#E71224"/>
    </inkml:brush>
  </inkml:definitions>
  <inkml:trace contextRef="#ctx0" brushRef="#br0">1 1 24575,'4'0'0,"6"9"0,1 7 0,-1 10 0,-2 9 0,2 7 0,-1 2 0,-2-3 0,-2 0 0,-2-2 0,-2-3 0,0-3 0,-1-4 0,0-2 0,-1-5-8191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39.663"/>
    </inkml:context>
    <inkml:brush xml:id="br0">
      <inkml:brushProperty name="width" value="0.05" units="cm"/>
      <inkml:brushProperty name="height" value="0.05" units="cm"/>
      <inkml:brushProperty name="color" value="#E71224"/>
    </inkml:brush>
  </inkml:definitions>
  <inkml:trace contextRef="#ctx0" brushRef="#br0">134 1 24575,'-29'28'0,"22"-23"0,0 1 0,1 0 0,-1 0 0,1 1 0,1-1 0,0 2 0,0-1 0,0 0 0,1 1 0,0 0 0,0 0 0,-3 12 0,3-8 0,-20 85 0,23-89 0,-1 0 0,1 0 0,1 1 0,0-1 0,0 0 0,1 1 0,0-1 0,0 0 0,4 12 0,-4-18 0,1 1 0,-1-1 0,1 1 0,0-1 0,0 1 0,0-1 0,1 0 0,-1 0 0,0 0 0,1 0 0,0-1 0,-1 1 0,1-1 0,0 1 0,0-1 0,0 0 0,-1 0 0,1 0 0,0 0 0,0-1 0,1 1 0,-1-1 0,0 0 0,0 0 0,0 0 0,0 0 0,0-1 0,5 0 0,6-1 0,1 0 0,0-1 0,-1-1 0,22-8 0,-27 8 0,-1 1 0,1-2 0,-1 1 0,0-1 0,0 0 0,-1-1 0,1 0 0,-1 0 0,0-1 0,-1 0 0,0 0 0,0 0 0,0-1 0,-1 0 0,0 0 0,-1 0 0,1 0 0,-2-1 0,1 0 0,-1 0 0,-1 0 0,1 0 0,-2 0 0,1-1 0,-1 1 0,-1 0 0,1-1 0,-2 1 0,1-1 0,-1 1 0,-1 0 0,-3-14 0,4 20-12,0 0-1,0-1 1,-1 1-1,1 0 1,-1 0-1,0 0 0,0 0 1,0 0-1,0 0 1,0 1-1,-1-1 1,1 1-1,-1-1 1,0 1-1,0 0 1,0 0-1,0 0 0,0 1 1,0-1-1,0 1 1,0 0-1,-1-1 1,1 1-1,0 1 1,-1-1-1,-6 0 1,-12-5-1015,5 1-5799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41.288"/>
    </inkml:context>
    <inkml:brush xml:id="br0">
      <inkml:brushProperty name="width" value="0.05" units="cm"/>
      <inkml:brushProperty name="height" value="0.05" units="cm"/>
      <inkml:brushProperty name="color" value="#E71224"/>
    </inkml:brush>
  </inkml:definitions>
  <inkml:trace contextRef="#ctx0" brushRef="#br0">0 0 24575,'0'9'0,"0"11"0,0 17 0,0 13 0,5 13 0,1 9 0,4 5 0,0-2 0,3-9 0,0-11 0,-3-16-8191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44.610"/>
    </inkml:context>
    <inkml:brush xml:id="br0">
      <inkml:brushProperty name="width" value="0.05" units="cm"/>
      <inkml:brushProperty name="height" value="0.05" units="cm"/>
      <inkml:brushProperty name="color" value="#E71224"/>
    </inkml:brush>
  </inkml:definitions>
  <inkml:trace contextRef="#ctx0" brushRef="#br0">229 53 24575,'4'4'0,"0"1"0,0 0 0,-1 0 0,0 0 0,0 1 0,0-1 0,-1 1 0,1 0 0,2 11 0,9 62 0,-8-43 0,40 193 0,-44-223 0,-1-10 0,1-28 0,-2-47 0,-2 27 0,-12-62 0,11 98 0,0 1 0,-1 0 0,0 0 0,-2 0 0,0 1 0,0-1 0,-1 1 0,-15-21 0,20 33 0,0-1 0,1 1 0,-1 0 0,0 0 0,0 0 0,0 0 0,0 0 0,-1 0 0,1 0 0,0 1 0,-1-1 0,0 1 0,1 0 0,-1 0 0,0 0 0,1 0 0,-1 0 0,0 0 0,0 1 0,0-1 0,1 1 0,-1 0 0,0 0 0,0 0 0,0 0 0,0 1 0,0-1 0,0 1 0,1 0 0,-1-1 0,0 1 0,1 0 0,-1 1 0,0-1 0,-2 2 0,-8 6 0,0 1 0,0 0 0,1 1 0,0 1 0,-12 15 0,-7 6 0,7-13-1365,3-2-5461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45.146"/>
    </inkml:context>
    <inkml:brush xml:id="br0">
      <inkml:brushProperty name="width" value="0.05" units="cm"/>
      <inkml:brushProperty name="height" value="0.05" units="cm"/>
      <inkml:brushProperty name="color" value="#E71224"/>
    </inkml:brush>
  </inkml:definitions>
  <inkml:trace contextRef="#ctx0" brushRef="#br0">1 132 24575,'4'0'0,"11"0"0,11-4 0,10-2 0,3 0 0,0-3 0,-3 0 0,-2 2 0,-4-3 0,-1 0 0,-7-2 0,-2 1 0,0 2 0,1-2 0,1-3 0,-3 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46.039"/>
    </inkml:context>
    <inkml:brush xml:id="br0">
      <inkml:brushProperty name="width" value="0.05" units="cm"/>
      <inkml:brushProperty name="height" value="0.05" units="cm"/>
      <inkml:brushProperty name="color" value="#E71224"/>
    </inkml:brush>
  </inkml:definitions>
  <inkml:trace contextRef="#ctx0" brushRef="#br0">1046 113 24575,'0'-3'0,"0"1"0,0-1 0,0 1 0,-1 0 0,1-1 0,-1 1 0,0 0 0,0 0 0,0-1 0,0 1 0,0 0 0,0 0 0,0 0 0,-1 0 0,1 0 0,-1 0 0,0 1 0,-3-4 0,1 2 0,-1-1 0,0 2 0,0-1 0,0 0 0,0 1 0,0 0 0,-10-3 0,-5 1 0,1 1 0,-1 0 0,-31 1 0,30 1 0,0 1 0,0 0 0,-1 2 0,1 0 0,0 2 0,1 0 0,-1 1 0,1 1 0,-21 10 0,1 6 0,0 1 0,2 3 0,0 1 0,2 2 0,2 1 0,0 2 0,-37 46 0,24-20 0,3 2 0,3 2 0,-60 121 0,87-151 0,2-1 0,1 2 0,2 0 0,1 0 0,2 1 0,-4 52 0,7-33 0,3 1 0,3-1 0,12 77 0,-13-120 0,-1-1 0,1 1 0,1-1 0,0 0 0,0 0 0,1 0 0,0 0 0,8 12 0,-8-17 0,-1 0 0,1 0 0,-1-1 0,1 1 0,0-1 0,0 0 0,1 0 0,-1 0 0,0-1 0,1 0 0,0 1 0,0-2 0,0 1 0,-1 0 0,1-1 0,1 0 0,5 1 0,17 0 0,1-2 0,-1 0 0,0-2 0,0 0 0,0-3 0,0 0 0,-1-1 0,0-2 0,0-1 0,42-20 0,12-11 0,146-99 0,-127 68 0,-3-5 0,-4-3 0,-3-5 0,155-188 0,-221 242 0,-1-1 0,-2-2 0,-1 0 0,-2-1 0,21-54 0,-33 71 0,0 0 0,-2 0 0,0 0 0,-1 0 0,0-1 0,-2 1 0,0-1 0,-1 0 0,-1 1 0,0-1 0,-1 1 0,-2-1 0,1 1 0,-9-21 0,11 34 0,-1 0 0,0 1 0,-1-1 0,1 1 0,0-1 0,-1 1 0,0 0 0,0 0 0,0 0 0,0 0 0,-1 1 0,1-1 0,0 1 0,-1 0 0,0 0 0,0 0 0,0 0 0,1 1 0,-1 0 0,-1 0 0,1 0 0,0 0 0,0 0 0,-6 1 0,-12-2 0,0 2 0,0 1 0,-33 6 0,35-5 0,-135 21-1365,114-13-5461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58.436"/>
    </inkml:context>
    <inkml:brush xml:id="br0">
      <inkml:brushProperty name="width" value="0.05" units="cm"/>
      <inkml:brushProperty name="height" value="0.05" units="cm"/>
      <inkml:brushProperty name="color" value="#E71224"/>
    </inkml:brush>
  </inkml:definitions>
  <inkml:trace contextRef="#ctx0" brushRef="#br0">0 1917 24575,'1'-33'0,"1"0"0,1 1 0,2 0 0,1 0 0,2 0 0,1 1 0,1 0 0,29-58 0,7-7 0,4 2 0,5 3 0,3 2 0,5 2 0,3 3 0,96-94 0,-37 65 0,241-167 0,169-45 0,-324 220-1365,-139 76-5461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1:59.597"/>
    </inkml:context>
    <inkml:brush xml:id="br0">
      <inkml:brushProperty name="width" value="0.05" units="cm"/>
      <inkml:brushProperty name="height" value="0.05" units="cm"/>
      <inkml:brushProperty name="color" value="#E71224"/>
    </inkml:brush>
  </inkml:definitions>
  <inkml:trace contextRef="#ctx0" brushRef="#br0">2 245 24575,'1'3'0,"0"-1"0,0 0 0,0 0 0,0 0 0,0 0 0,0 0 0,0 0 0,1 0 0,-1-1 0,1 1 0,3 3 0,4 5 0,232 364 0,-232-360 0,-2 0 0,0 0 0,8 24 0,-15-37 0,0-1 0,1 1 0,-1 0 0,0-1 0,0 1 0,0 0 0,0-1 0,1 1 0,-1 0 0,0-1 0,0 1 0,0 0 0,0-1 0,0 1 0,-1 0 0,1-1 0,0 1 0,0-1 0,0 1 0,-1 0 0,1-1 0,0 1 0,0 0 0,-1-1 0,0 2 0,-13-6 0,-19-22 0,8-3 0,2-1 0,1 0 0,1-2 0,2 0 0,-20-45 0,14 19 0,3-1 0,-21-87 0,37 126 0,2-1 0,0 0 0,1-1 0,2 1 0,0-26 0,1 43 0,0 1 0,0 0 0,0 0 0,1-1 0,-1 1 0,1 0 0,0 0 0,0 0 0,0 0 0,1 0 0,-1 0 0,0 0 0,1 0 0,0 1 0,0-1 0,0 0 0,0 1 0,0 0 0,0-1 0,1 1 0,-1 0 0,1 0 0,0 0 0,-1 1 0,1-1 0,0 1 0,0-1 0,0 1 0,0 0 0,0 0 0,0 0 0,1 1 0,-1-1 0,0 1 0,0 0 0,0 0 0,1 0 0,-1 0 0,0 0 0,0 1 0,1-1 0,-1 1 0,4 1 0,-3 0 0,0-1 0,0 1 0,0 0 0,0 0 0,-1 0 0,1 0 0,-1 1 0,1 0 0,-1-1 0,0 1 0,0 1 0,0-1 0,0 0 0,-1 1 0,1-1 0,-1 1 0,0 0 0,0-1 0,0 1 0,-1 0 0,1 0 0,-1 1 0,1 3 0,3 13 0,-1-1 0,0 1 0,0 26 0,-3-33 0,-1-5 0,1 0 0,-1 0 0,2 0 0,3 14 0,-4-21 0,0 1 0,0-1 0,0 0 0,0 0 0,0 0 0,1 0 0,-1 0 0,0 0 0,1-1 0,0 1 0,-1 0 0,1-1 0,0 1 0,0-1 0,0 1 0,0-1 0,0 0 0,0 0 0,0 0 0,0 0 0,1 0 0,3 0 0,-4 0 0,11 1 0,0 1 0,0 1 0,0 0 0,20 9 0,-28-10 0,-1 0 0,0-1 0,0 2 0,0-1 0,-1 0 0,1 1 0,-1-1 0,0 1 0,0 0 0,0 0 0,0 0 0,-1 1 0,0-1 0,0 1 0,0-1 0,2 7 0,0 3 0,-1 1 0,0-1 0,-1 1 0,-1-1 0,0 1 0,-1 0 0,-1-1 0,-4 29 0,4-33 0,-1-1 0,-1 0 0,0 0 0,0 0 0,0 0 0,-1 0 0,-1-1 0,0 1 0,0-1 0,0 0 0,-1-1 0,0 1 0,0-1 0,-13 11 0,15-16-80,0 1 0,0-1-1,0 0 1,0 0 0,0 0-1,0 0 1,-1-1 0,1 0-1,-1 0 1,1 0 0,-1 0 0,1-1-1,-1 1 1,1-1 0,-1-1-1,-6 0 1,-11-4-6746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2:01.395"/>
    </inkml:context>
    <inkml:brush xml:id="br0">
      <inkml:brushProperty name="width" value="0.05" units="cm"/>
      <inkml:brushProperty name="height" value="0.05" units="cm"/>
      <inkml:brushProperty name="color" value="#E71224"/>
    </inkml:brush>
  </inkml:definitions>
  <inkml:trace contextRef="#ctx0" brushRef="#br0">0 1260 24575,'15'1'0,"-1"-1"0,1-1 0,-1-1 0,0 0 0,1-1 0,18-6 0,-28 7 0,1 0 0,-1-1 0,0 0 0,-1 0 0,1 0 0,0 0 0,-1-1 0,0 0 0,0 0 0,0 0 0,0-1 0,0 1 0,-1-1 0,0 0 0,0 0 0,-1 0 0,1 0 0,-1 0 0,2-6 0,-2 4 0,0 0 0,0 0 0,0 0 0,-1 0 0,0-1 0,-1 1 0,0 0 0,0 0 0,0 0 0,-1-1 0,-1-6 0,1 11 0,0 1 0,0-1 0,0 1 0,0 0 0,0-1 0,0 1 0,-1 0 0,1 0 0,-1 0 0,1 0 0,-1 0 0,0 0 0,0 1 0,0-1 0,0 0 0,0 1 0,0 0 0,0-1 0,-1 1 0,1 0 0,0 0 0,-1 0 0,1 1 0,-1-1 0,1 0 0,-1 1 0,1 0 0,-1-1 0,1 1 0,-1 0 0,1 0 0,-1 1 0,1-1 0,-4 1 0,3 0 0,-1 0 0,1 0 0,-1 0 0,1 1 0,0-1 0,-1 1 0,1 0 0,0 0 0,0 0 0,0 0 0,0 0 0,1 1 0,-1-1 0,1 1 0,-1 0 0,1 0 0,0 0 0,0 0 0,0 0 0,1 0 0,-1 0 0,1 1 0,0-1 0,0 0 0,-1 5 0,-3 11 0,1 1 0,0-1 0,0 27 0,4-38 0,-2 15 0,-5 110 0,7-116 0,1 0 0,0 0 0,2-1 0,0 1 0,8 26 0,-10-41 0,-1 0 0,1 0 0,0 1 0,0-1 0,0 0 0,1 0 0,-1 0 0,0 0 0,1 0 0,-1-1 0,1 1 0,0 0 0,-1-1 0,1 1 0,0-1 0,0 1 0,0-1 0,0 0 0,0 0 0,1 0 0,-1 0 0,0 0 0,0 0 0,1-1 0,-1 1 0,0-1 0,1 0 0,-1 0 0,0 0 0,1 0 0,-1 0 0,1 0 0,-1 0 0,0-1 0,1 1 0,-1-1 0,0 0 0,0 0 0,4-1 0,6-4 0,0 0 0,0 0 0,0-1 0,-1-1 0,16-14 0,18-17 0,-2-2 0,62-77 0,-81 86 0,-1-1 0,-1 0 0,-2-2 0,30-71 0,-44 89 0,-1-1 0,6-27 0,-10 40 0,0-1 0,-1 1 0,1-1 0,-1 1 0,0-1 0,-1 1 0,1-1 0,-1 1 0,0-1 0,-1 1 0,1 0 0,-4-9 0,5 14 0,0-1 0,-1 1 0,1-1 0,0 0 0,0 1 0,0-1 0,-1 1 0,1-1 0,0 1 0,0-1 0,-1 0 0,1 1 0,-1-1 0,1 1 0,0 0 0,-1-1 0,1 1 0,-1-1 0,1 1 0,-1 0 0,1-1 0,-1 1 0,1 0 0,-1 0 0,0-1 0,1 1 0,-1 0 0,1 0 0,-1 0 0,0 0 0,1 0 0,-1 0 0,1 0 0,-1 0 0,0 0 0,1 0 0,-1 0 0,1 0 0,-1 0 0,0 0 0,1 0 0,-1 1 0,1-1 0,-1 0 0,1 0 0,-1 1 0,0-1 0,1 1 0,-1-1 0,1 0 0,0 1 0,-1-1 0,1 1 0,-1-1 0,1 1 0,0-1 0,-1 1 0,1-1 0,0 1 0,0-1 0,-1 1 0,1-1 0,0 1 0,0 0 0,0 0 0,-13 45 0,13-36 0,-1 0 0,1 0 0,1 0 0,0 0 0,0 1 0,1-1 0,1 0 0,-1-1 0,6 12 0,-5-15 0,0 0 0,0 0 0,1-1 0,0 1 0,0-1 0,1 0 0,-1 0 0,1-1 0,0 1 0,0-1 0,1 0 0,-1 0 0,1-1 0,0 0 0,6 3 0,-6-3 0,0-1 0,-1 1 0,1 0 0,-1 1 0,0-1 0,0 1 0,0 0 0,0 1 0,-1-1 0,0 1 0,0 0 0,0 0 0,0 0 0,-1 0 0,0 1 0,0-1 0,0 1 0,-1 0 0,1 0 0,-2 0 0,1 0 0,-1 0 0,1 0 0,-2 0 0,1 1 0,-1-1 0,0 0 0,0 1 0,-1-1 0,0 0 0,-1 7 0,-1-1 0,0 1 0,0-1 0,-2 0 0,1-1 0,-1 1 0,-1-1 0,0 0 0,-1 0 0,0-1 0,0 0 0,-1 0 0,-1-1 0,0 0 0,0 0 0,-14 9 0,23-17 0,-1 0 0,0-1 0,0 1 0,0-1 0,0 1 0,0-1 0,0 1 0,0-1 0,0 1 0,0-1 0,0 0 0,0 0 0,0 0 0,-1 1 0,1-1 0,0 0 0,0 0 0,0 0 0,0-1 0,0 1 0,0 0 0,0 0 0,0-1 0,0 1 0,0 0 0,0-1 0,0 1 0,0-1 0,0 0 0,0 1 0,0-1 0,0 1 0,0-1 0,1 0 0,-1 0 0,0 0 0,0 0 0,1 1 0,-1-1 0,1 0 0,-1 0 0,0-2 0,-1-4 0,-1 1 0,2-1 0,-1 1 0,1-1 0,0 1 0,0-10 0,0-24 0,2-1 0,2 1 0,1 0 0,12-44 0,48-161 0,-60 232 0,94-276 0,-49 156 0,34-156 0,-78 267 0,0-1 0,-2 0 0,0 0 0,-1 0 0,-3-35 0,1 121 0,13 21 0,4 0 0,3-1 0,37 93 0,112 233 0,-137-336 0,-4-8 0,-3-6 0,35 60 0,-60-118-36,16 22 194,-16-23-190,1 0 0,-1 1-1,0-1 1,1 0 0,-1 1-1,0-1 1,1 0 0,-1 1-1,0-1 1,1 0 0,-1 0-1,0 1 1,1-1 0,-1 0-1,1 0 1,-1 0 0,1 0-1,-1 0 1,0 0 0,1 1-1,-1-1 1,1 0 0,-1 0-1,1 0 1,-1 0 0,1-1-1,-1 1 1,0 0 0,1 0-1,-1 0 1,1 0 0,-1 0-1,1 0 1,-1-1 0,0 1-1,1 0 1,-1 0 0,0-1-1,1 1 1,-1 0 0,0-1-1,1 1 1,-1 0 0,0-1-1,1 0 1,7-18-6794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2:01.756"/>
    </inkml:context>
    <inkml:brush xml:id="br0">
      <inkml:brushProperty name="width" value="0.05" units="cm"/>
      <inkml:brushProperty name="height" value="0.05" units="cm"/>
      <inkml:brushProperty name="color" value="#E71224"/>
    </inkml:brush>
  </inkml:definitions>
  <inkml:trace contextRef="#ctx0" brushRef="#br0">441 0 24575,'-4'0'0,"-11"0"0,-11 5 0,-6 5 0,-6 5 0,-1 6 0,-3 2 0,2 7 0,-2 7 0,2 6 0,4 0 0,3-3 0,3-4 0,7-7-8191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2:03.512"/>
    </inkml:context>
    <inkml:brush xml:id="br0">
      <inkml:brushProperty name="width" value="0.05" units="cm"/>
      <inkml:brushProperty name="height" value="0.05" units="cm"/>
      <inkml:brushProperty name="color" value="#E71224"/>
    </inkml:brush>
  </inkml:definitions>
  <inkml:trace contextRef="#ctx0" brushRef="#br0">1 616 24575,'0'7'0,"1"1"0,0 0 0,1 0 0,-1 0 0,2 0 0,-1-1 0,1 1 0,0-1 0,7 11 0,43 59 0,-45-66 0,-7-10 0,0 1 0,0 0 0,0-1 0,0 0 0,1 1 0,-1-1 0,0 0 0,1 1 0,-1-1 0,1 0 0,-1 0 0,1 0 0,0-1 0,-1 1 0,3 1 0,-3-2 0,-1 0 0,1-1 0,0 1 0,-1 0 0,1 0 0,-1 0 0,1 0 0,0-1 0,-1 1 0,1 0 0,-1-1 0,1 1 0,-1 0 0,1-1 0,-1 1 0,1-1 0,-1 1 0,0-1 0,1 1 0,-1-1 0,1 1 0,-1-1 0,0 1 0,0-1 0,1 1 0,-1-1 0,0 0 0,0 0 0,3-9 0,-1 1 0,-1-1 0,1 0 0,-2-13 0,1 9 0,2-30 0,2-1 0,1 1 0,3 0 0,14-45 0,-22 86 0,0 0 0,0 0 0,1 0 0,-1 0 0,0 1 0,1-1 0,0 0 0,0 1 0,0-1 0,0 1 0,0-1 0,0 1 0,1 0 0,-1 0 0,1 0 0,0 0 0,3-1 0,-4 3 0,0-1 0,0 1 0,0 0 0,0 0 0,-1 0 0,1 0 0,0 0 0,0 0 0,0 1 0,0-1 0,0 0 0,0 1 0,0 0 0,0-1 0,0 1 0,-1 0 0,1 0 0,0 0 0,-1 0 0,1 1 0,-1-1 0,1 0 0,-1 1 0,1-1 0,-1 1 0,0-1 0,0 1 0,2 2 0,13 20 0,26 48 0,10 17 0,-50-87 0,-1 0 0,0-1 0,0 1 0,1 0 0,-1-1 0,1 1 0,-1-1 0,1 1 0,0-1 0,0 0 0,-1 0 0,1 0 0,0 0 0,0 0 0,0 0 0,3 1 0,-4-2 0,0 0 0,1 0 0,-1-1 0,0 1 0,0 0 0,0 0 0,0-1 0,1 1 0,-1 0 0,0-1 0,0 1 0,0-1 0,0 0 0,0 1 0,0-1 0,0 0 0,0 1 0,0-1 0,-1 0 0,1 0 0,1-1 0,2-5 0,1-1 0,-1 1 0,-1-1 0,1 1 0,-1-1 0,3-13 0,13-86 0,-2 9 0,-16 94 0,0 0 0,0 0 0,1 1 0,-1-1 0,1 1 0,-1-1 0,1 1 0,0 0 0,1-1 0,-1 1 0,3-3 0,-3 5 0,-1 0 0,1-1 0,-1 1 0,1 1 0,0-1 0,-1 0 0,1 0 0,0 0 0,0 1 0,-1-1 0,1 1 0,0 0 0,0-1 0,0 1 0,0 0 0,0 0 0,2 0 0,5 2 0,1 1 0,0 0 0,-1 1 0,0-1 0,0 2 0,0-1 0,10 8 0,38 18 0,-53-29 0,-1 1 0,0-1 0,1 0 0,-1 0 0,1-1 0,0 1 0,-1-1 0,1 1 0,-1-1 0,1 0 0,0 0 0,6-2 0,-7 0 0,1 1 0,0-1 0,0-1 0,-1 1 0,0 0 0,1-1 0,-1 0 0,0 0 0,0 0 0,0 0 0,-1 0 0,1-1 0,-1 1 0,0-1 0,0 1 0,0-1 0,0 0 0,1-5 0,3-7 0,-1 0 0,-1 1 0,3-24 0,4-72 0,-10 97 0,-1 0 0,-1 0 0,0 0 0,-1 0 0,-6-23 0,8 37 0,0-1 0,0 1 0,0 0 0,0 0 0,0 0 0,0-1 0,0 1 0,0 0 0,0 0 0,0 0 0,0 0 0,0-1 0,0 1 0,0 0 0,0 0 0,0 0 0,0 0 0,0-1 0,0 1 0,-1 0 0,1 0 0,0 0 0,0 0 0,0 0 0,0 0 0,0-1 0,-1 1 0,1 0 0,0 0 0,0 0 0,0 0 0,0 0 0,-1 0 0,1 0 0,0 0 0,0 0 0,0 0 0,0 0 0,-1 0 0,1 0 0,0 0 0,0 0 0,0 0 0,0 0 0,-1 0 0,1 0 0,0 0 0,0 0 0,0 0 0,-1 0 0,1 0 0,0 0 0,0 0 0,0 0 0,0 1 0,0-1 0,-1 0 0,1 0 0,0 0 0,0 0 0,0 0 0,0 1 0,0-1 0,0 0 0,-1 0 0,-8 21 0,-5 27 0,-6 64 0,19-100 0,0 0 0,0 0 0,1 0 0,1 0 0,0 0 0,0 0 0,5 15 0,-6-26 0,0 1 0,1-1 0,-1 1 0,1-1 0,-1 1 0,1-1 0,0 0 0,-1 1 0,1-1 0,0 0 0,0 1 0,0-1 0,0 0 0,0 0 0,0 0 0,1 0 0,-1 0 0,0 0 0,0 0 0,1 0 0,-1-1 0,0 1 0,1 0 0,-1-1 0,1 1 0,-1-1 0,1 1 0,-1-1 0,1 0 0,-1 0 0,1 0 0,-1 0 0,1 0 0,0 0 0,-1 0 0,1 0 0,-1-1 0,3 0 0,-1 0 0,0 0 0,0-1 0,0 0 0,0 1 0,0-1 0,0 0 0,-1 0 0,1-1 0,-1 1 0,1 0 0,-1-1 0,0 0 0,0 1 0,0-1 0,-1 0 0,1 0 0,1-4 0,0-1 7,-1 0 0,0 0 0,0 0 0,-1-1 0,0 1 1,0-1-1,-1 1 0,0-1 0,0 1 0,-1-1 0,0 1 0,-1-1 0,0 1 0,0 0 0,-1 0 0,-6-14 0,4 12-121,0 1 0,-1-1-1,-1 1 1,0 0 0,0 1 0,0-1-1,-1 1 1,0 1 0,-1 0 0,0 0-1,0 0 1,-12-6 0,-11-2-6712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2:04.139"/>
    </inkml:context>
    <inkml:brush xml:id="br0">
      <inkml:brushProperty name="width" value="0.05" units="cm"/>
      <inkml:brushProperty name="height" value="0.05" units="cm"/>
      <inkml:brushProperty name="color" value="#E71224"/>
    </inkml:brush>
  </inkml:definitions>
  <inkml:trace contextRef="#ctx0" brushRef="#br0">0 149 24575,'6'1'0,"-1"0"0,1 0 0,-1 0 0,1 0 0,-1 1 0,0 0 0,0 0 0,0 0 0,0 1 0,0 0 0,-1 0 0,1 0 0,-1 0 0,8 8 0,5 6 0,-1 1 0,16 22 0,-20-24 0,34 52 0,-34-47 0,30 37 0,-42-58 0,1 1 0,-1 0 0,1-1 0,-1 1 0,1 0 0,-1-1 0,1 1 0,0-1 0,-1 1 0,1-1 0,0 0 0,0 1 0,-1-1 0,1 1 0,0-1 0,0 0 0,0 0 0,-1 0 0,1 1 0,0-1 0,0 0 0,0 0 0,0 0 0,0 0 0,-1 0 0,1 0 0,0-1 0,0 1 0,0 0 0,0 0 0,-1-1 0,1 1 0,1-1 0,0-1 0,0 0 0,1 0 0,-1 0 0,0 0 0,0 0 0,0-1 0,-1 1 0,1-1 0,2-4 0,3-8 0,-1 0 0,7-26 0,1-27-91,7-83 0,-14 92-1092,0 4-5643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2:04.780"/>
    </inkml:context>
    <inkml:brush xml:id="br0">
      <inkml:brushProperty name="width" value="0.05" units="cm"/>
      <inkml:brushProperty name="height" value="0.05" units="cm"/>
      <inkml:brushProperty name="color" value="#E71224"/>
    </inkml:brush>
  </inkml:definitions>
  <inkml:trace contextRef="#ctx0" brushRef="#br0">0 293 24575,'2'2'0,"0"0"0,0-1 0,0 1 0,0 0 0,0-1 0,1 0 0,-1 1 0,0-1 0,1 0 0,-1 0 0,1-1 0,-1 1 0,1 0 0,-1-1 0,1 1 0,0-1 0,-1 0 0,1 0 0,0 0 0,-1 0 0,1-1 0,-1 1 0,1-1 0,0 1 0,-1-1 0,1 0 0,-1 0 0,0 0 0,1 0 0,-1-1 0,0 1 0,0-1 0,0 1 0,1-1 0,-2 0 0,1 1 0,3-4 0,5-5 0,-1-1 0,0 1 0,0-2 0,-1 1 0,11-20 0,-5 5 0,-2 0 0,0 0 0,-2-2 0,10-34 0,-20 60 0,0 0 0,1 0 0,-1-1 0,0 1 0,0 0 0,0 0 0,-1 0 0,1 0 0,0 0 0,-1 0 0,0 0 0,1 0 0,-3-3 0,-5 2 0,-4 18 0,2 13 0,1 0 0,1 1 0,2 0 0,0 0 0,2 1 0,2-1 0,0 1 0,3 32 0,-1-58-40,0 0 0,0 0 0,1-1 0,-1 1-1,1 0 1,-1-1 0,1 1 0,0 0 0,1-1 0,-1 1 0,1-1-1,-1 0 1,1 1 0,0-1 0,0 0 0,0 0 0,1 0-1,-1 0 1,1-1 0,0 1 0,0-1 0,-1 1 0,2-1 0,-1 0-1,0 0 1,0 0 0,1-1 0,-1 1 0,1-1 0,-1 0-1,1 0 1,-1 0 0,5 0 0,14 1-6786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3:44.748"/>
    </inkml:context>
    <inkml:brush xml:id="br0">
      <inkml:brushProperty name="width" value="0.05" units="cm"/>
      <inkml:brushProperty name="height" value="0.05" units="cm"/>
      <inkml:brushProperty name="color" value="#E71224"/>
    </inkml:brush>
  </inkml:definitions>
  <inkml:trace contextRef="#ctx0" brushRef="#br0">0 1540 24575,'92'95'0,"38"35"0,-117-119 0,-1 0 0,2 0 0,-1-2 0,1 1 0,1-2 0,22 11 0,-31-18 0,0 1 0,0-1 0,1 0 0,-1 0 0,0 0 0,0-1 0,1 0 0,-1 0 0,0-1 0,1 0 0,-1 0 0,0 0 0,0-1 0,0 0 0,0 0 0,0-1 0,-1 1 0,1-1 0,-1 0 0,10-8 0,9-7 0,-1-1 0,-1-1 0,0-2 0,-2 0 0,-1-1 0,22-33 0,92-168 0,-112 185 0,139-256 0,347-587 0,-486 850 0,-12 14 0,2 2 0,0-1 0,0 2 0,2-1 0,0 2 0,1 0 0,0 0 0,24-17 0,-35 29-85,0 1 0,0-1-1,-1 1 1,1 0 0,0 0-1,0 0 1,0 0 0,0 0-1,0 1 1,0-1 0,1 1-1,-1 0 1,0 0 0,0 0-1,5 1 1,11 5-6741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43:45.324"/>
    </inkml:context>
    <inkml:brush xml:id="br0">
      <inkml:brushProperty name="width" value="0.05" units="cm"/>
      <inkml:brushProperty name="height" value="0.05" units="cm"/>
      <inkml:brushProperty name="color" value="#E71224"/>
    </inkml:brush>
  </inkml:definitions>
  <inkml:trace contextRef="#ctx0" brushRef="#br0">0 1009 24575,'20'40'0,"303"561"0,-310-579 0,-8-12 0,1 1 0,1-1 0,0-1 0,0 1 0,1-1 0,9 8 0,-15-15 0,0 0 0,1-1 0,-1 1 0,0-1 0,1 0 0,0 0 0,-1 0 0,1 0 0,-1 0 0,1-1 0,0 1 0,0-1 0,-1 1 0,1-1 0,0 0 0,0 0 0,0-1 0,-1 1 0,1 0 0,0-1 0,-1 0 0,1 1 0,0-1 0,-1 0 0,1-1 0,-1 1 0,1 0 0,-1-1 0,0 1 0,5-4 0,14-11 0,-1-2 0,0 0 0,-1-1 0,22-29 0,63-97 0,-79 108 0,321-536 0,-45-22 0,-266 519 0,-20 41 0,1 2 0,1 0 0,27-37 0,-42 68-80,0-1 0,0 1-1,0 0 1,0 0 0,1 0-1,-1 1 1,1-1 0,-1 0-1,1 1 1,-1 0 0,1-1 0,0 1-1,0 0 1,0 1 0,0-1-1,3 0 1,9-2-6746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2:59:39.284"/>
    </inkml:context>
    <inkml:brush xml:id="br0">
      <inkml:brushProperty name="width" value="0.05" units="cm"/>
      <inkml:brushProperty name="height" value="0.05" units="cm"/>
      <inkml:brushProperty name="color" value="#E71224"/>
    </inkml:brush>
  </inkml:definitions>
  <inkml:trace contextRef="#ctx0" brushRef="#br0">415 1662 24575,'1415'38'0,"-1134"-27"0,1263 22-304,5-35-187,-631-1 369,-471 3 117,1985 16-111,397-7-61,-1992-39-202,959-158-1,-480 26 1224,-1017 128-629,76-3 306,78-10-127,-346 35-394,162-25 0,-203 25 0,0-3 0,64-25 0,-123 38 0,-1 0 0,1-1 0,-1 0 0,0 0 0,0-1 0,0 0 0,-1 0 0,1 0 0,-1 0 0,0-1 0,0 0 0,0 0 0,7-11 0,-8 8 0,0-1 0,-1 1 0,0-1 0,0 1 0,-1-1 0,0 0 0,0 0 0,-1 0 0,0 0 0,-1-10 0,-2-366 0,-1 124 0,3 255 0,-1 0 0,1 0 0,-1 1 0,0-1 0,-1 0 0,1 1 0,-1-1 0,0 1 0,-1-1 0,1 1 0,-1 0 0,0 0 0,-1 0 0,1 0 0,-1 1 0,0 0 0,-8-8 0,0 2 0,0 1 0,-1 1 0,0 0 0,0 0 0,-28-9 0,-42-14 0,-2 5 0,-1 3 0,0 4 0,-172-15 0,-361 21 0,464 14 0,-118-1 0,-333 5 0,1 42 0,358-15 0,-392 57 0,-435 55 0,389-111 0,451-26 0,-1258 3 0,886-13 0,-3100 3 0,3362-12 0,48-1 0,-140 0 0,-79-1 0,145-1 0,-581-99 0,679 77 0,-63-10 0,179 25 0,-259-5 0,-27 0 0,166 7 0,145 12 0,-377-13 0,432 21 0,-86 2 0,140 0 0,1 0 0,0 2 0,0 0 0,0 2 0,-27 10 0,43-13 0,-1 0 0,1 0 0,0 1 0,0-1 0,0 1 0,0 0 0,1 1 0,0-1 0,0 1 0,0 0 0,0 0 0,1 0 0,-1 0 0,1 1 0,1-1 0,-5 13 0,0 5 0,1 0 0,1 1 0,-3 23 0,8-41 0,-13 116 0,6 244 0,12-310 0,1-1 0,3 0 0,3 0 0,2-1 0,27 70 0,0-24 0,97 168 0,-127-251 48,1-1 0,0-1-1,1 1 1,1-2-1,0 0 1,23 17 0,103 65-1104,-114-79 413,-2-3-6183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2.940"/>
    </inkml:context>
    <inkml:brush xml:id="br0">
      <inkml:brushProperty name="width" value="0.05" units="cm"/>
      <inkml:brushProperty name="height" value="0.05" units="cm"/>
      <inkml:brushProperty name="color" value="#E71224"/>
    </inkml:brush>
  </inkml:definitions>
  <inkml:trace contextRef="#ctx0" brushRef="#br0">2 125 24575,'0'324'0,"-1"-436"0,3-133 0,-2 242 0,0-1 0,0 0 0,1 0 0,0 0 0,0 1 0,0-1 0,0 0 0,0 1 0,1-1 0,-1 1 0,1-1 0,2-2 0,-3 5 0,-1 1 0,1-1 0,-1 1 0,1-1 0,-1 1 0,1 0 0,-1-1 0,1 1 0,-1 0 0,1 0 0,-1-1 0,1 1 0,0 0 0,-1 0 0,1 0 0,-1 0 0,1 0 0,0-1 0,-1 1 0,1 0 0,-1 1 0,1-1 0,0 0 0,-1 0 0,1 0 0,-1 0 0,2 1 0,0 0 0,0 0 0,0 0 0,0 1 0,-1-1 0,1 1 0,0-1 0,-1 1 0,1 0 0,-1 0 0,1 0 0,1 3 0,40 76 0,-30-55 0,29 46 0,-41-69 0,1-1 0,-1 0 0,1 0 0,-1 1 0,1-1 0,0 0 0,0-1 0,0 1 0,0 0 0,0 0 0,0-1 0,1 0 0,-1 1 0,1-1 0,-1 0 0,1 0 0,-1 0 0,1 0 0,-1-1 0,1 1 0,0-1 0,3 1 0,-2-2 0,-1 0 0,0 0 0,0 0 0,-1 0 0,1 0 0,0-1 0,0 1 0,0-1 0,-1 0 0,1 0 0,-1 0 0,0 0 0,1 0 0,-1-1 0,0 1 0,2-4 0,5-7 0,-1-1 0,0 0 0,-1-1 0,0 1 0,-1-1 0,4-18 0,-9 30 0,-1-1 0,1 1 0,0 0 0,1 0 0,-1 0 0,0 0 0,1 0 0,0 0 0,-1 0 0,5-4 0,-5 6 0,0 1 0,0 0 0,0-1 0,0 1 0,0 0 0,0 0 0,0-1 0,0 1 0,0 0 0,1 0 0,-1 0 0,0 0 0,0 0 0,0 0 0,0 1 0,0-1 0,0 0 0,0 1 0,0-1 0,0 0 0,0 1 0,0-1 0,0 1 0,0-1 0,-1 1 0,1 0 0,0-1 0,0 1 0,0 0 0,-1 0 0,1-1 0,0 1 0,-1 0 0,1 0 0,-1 0 0,1 2 0,82 108 0,-62-78 0,2-1 0,1-1 0,2-1 0,56 50 0,-74-73 0,1-1 0,1 0 0,-1 0 0,1-1 0,0 0 0,0-1 0,0 0 0,0-1 0,1 0 0,0 0 0,0-1 0,-1-1 0,1 0 0,0 0 0,0-1 0,0-1 0,0 0 0,0 0 0,0-1 0,0 0 0,-1-1 0,16-6 0,-9 2 0,1-1 0,-1-1 0,-1 0 0,0-1 0,0-1 0,-1-1 0,21-20 0,-26 23 0,0-2 0,-1 1 0,0-1 0,-1 0 0,0-1 0,-1 0 0,0 0 0,-1-1 0,0 1 0,-1-1 0,4-14 0,-9 25 0,1 0 0,0-1 0,-1 1 0,1 0 0,-1 0 0,0 0 0,1-1 0,-1 1 0,0 0 0,-1 0 0,1-1 0,0 1 0,-1 0 0,1 0 0,-1 0 0,1-1 0,-1 1 0,0 0 0,0 0 0,0 0 0,0 0 0,-1 0 0,1 1 0,0-1 0,-1 0 0,-2-2 0,1 3 0,1 1 0,0-1 0,0 1 0,0 0 0,0 0 0,-1 0 0,1 0 0,0 1 0,0-1 0,0 0 0,0 1 0,0 0 0,0-1 0,0 1 0,0 0 0,0 0 0,0 0 0,0 0 0,0 1 0,0-1 0,1 0 0,-1 1 0,1-1 0,-1 1 0,1-1 0,-1 1 0,1 0 0,-2 3 0,-9 12 0,0 1 0,1 0 0,1 1 0,1 0 0,0 0 0,2 1 0,-7 25 0,16-44 0,-1 0 0,1 0 0,0-1 0,0 1 0,0 0 0,0-1 0,0 1 0,0-1 0,0 0 0,0 0 0,0 1 0,0-1 0,0-1 0,0 1 0,0 0 0,3-1 0,10 1 0,34 9 0,-1 1 0,49 18 0,40 10 0,-108-31 0,1-2 0,0-1 0,48 1 0,-68-5 0,0-1 0,0 0 0,0-1 0,0 0 0,-1-1 0,1 0 0,-1 0 0,1-1 0,-1 0 0,0-1 0,0 0 0,-1 0 0,0-1 0,13-11 0,-3-1 0,-1-1 0,0 0 0,-2-1 0,0-1 0,-2 0 0,17-34 0,-6 1 0,29-91 0,-53 143 0,0 1 0,0 0 0,0 0 0,1 0 0,-1 0 0,0 0 0,1 0 0,-1 0 0,1 0 0,-1 0 0,1 0 0,0 0 0,-1 0 0,1 0 0,0 0 0,0 0 0,-1 1 0,1-1 0,1-1 0,7 15 0,-1 37 0,-8-43-50,2 10-69,-1-1-1,0 1 1,-1-1-1,-1 1 0,-1 0 1,0-1-1,-1 0 1,-1 1-1,-1-1 1,-8 20-1,3-17-6706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3.281"/>
    </inkml:context>
    <inkml:brush xml:id="br0">
      <inkml:brushProperty name="width" value="0.05" units="cm"/>
      <inkml:brushProperty name="height" value="0.05" units="cm"/>
      <inkml:brushProperty name="color" value="#E71224"/>
    </inkml:brush>
  </inkml:definitions>
  <inkml:trace contextRef="#ctx0" brushRef="#br0">0 1 24575,'0'4'0,"9"6"0,7 15 0,6 7 0,3 7 0,6 6 0,7 8 0,10 4 0,10 6 0,8 1 0,7-2 0,3-3 0,-1-2 0,-1-2 0,0 3 0,5 4 0,-10-8-8191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4.718"/>
    </inkml:context>
    <inkml:brush xml:id="br0">
      <inkml:brushProperty name="width" value="0.05" units="cm"/>
      <inkml:brushProperty name="height" value="0.05" units="cm"/>
      <inkml:brushProperty name="color" value="#E71224"/>
    </inkml:brush>
  </inkml:definitions>
  <inkml:trace contextRef="#ctx0" brushRef="#br0">32 0 24575,'-1'1'0,"0"-1"0,0 0 0,0 1 0,1-1 0,-1 1 0,0-1 0,0 1 0,1-1 0,-1 1 0,0-1 0,1 1 0,-1 0 0,0 0 0,1-1 0,-1 1 0,1 0 0,0 0 0,-1-1 0,1 1 0,-1 0 0,1 0 0,0 0 0,0 0 0,-1 0 0,1 1 0,-5 27 0,4-25 0,-5 290 0,6-263 0,-2-108 0,0 42 0,1 1 0,2-1 0,9-57 0,-10 91 0,0 0 0,0-1 0,0 1 0,0 0 0,0-1 0,1 1 0,-1 0 0,0 0 0,1-1 0,-1 1 0,1 0 0,0 0 0,-1 0 0,1-1 0,0 1 0,-1 0 0,1 0 0,0 0 0,0 0 0,0 0 0,0 0 0,0 1 0,0-1 0,0 0 0,1 1 0,1-2 0,-1 2 0,-1 1 0,1 0 0,-1-1 0,0 1 0,1 0 0,-1 0 0,1 0 0,-1 0 0,0 0 0,0 0 0,0 0 0,0 0 0,0 0 0,0 0 0,0 1 0,0-1 0,1 3 0,8 13 0,-2 0 0,9 24 0,-17-41 0,1 3 0,4 8 0,-1 1 0,2-1 0,10 18 0,-15-27 0,0-1 0,1 1 0,-1-1 0,0 1 0,1-1 0,-1 1 0,1-1 0,-1 0 0,1 0 0,0 0 0,-1 0 0,1 0 0,3 1 0,-3-1 0,-1-1 0,0 0 0,0 0 0,0-1 0,1 1 0,-1 0 0,0 0 0,0 0 0,0-1 0,0 1 0,0-1 0,0 1 0,1-1 0,-1 1 0,0-1 0,0 0 0,-1 1 0,1-1 0,0 0 0,0 0 0,0 0 0,0 0 0,-1 1 0,1-1 0,1-2 0,6-10 0,-1 0 0,0 0 0,-1 0 0,-1-1 0,0 0 0,6-27 0,12-33 0,-23 73 0,0 0 0,1 0 0,-1 0 0,1-1 0,-1 1 0,1 0 0,-1 0 0,1 0 0,-1 0 0,1 0 0,0 0 0,0 0 0,0 0 0,-1 1 0,1-1 0,0 0 0,0 0 0,0 1 0,0-1 0,0 0 0,1 1 0,-1-1 0,0 1 0,2-1 0,-2 1 0,1 1 0,-1-1 0,0 1 0,0-1 0,0 1 0,1-1 0,-1 1 0,0 0 0,0 0 0,0-1 0,0 1 0,0 0 0,0 0 0,0 0 0,-1 0 0,1 0 0,0 0 0,0 2 0,6 9 0,-1 1 0,0-1 0,4 16 0,-8-23 0,10 28 0,2 0 0,1-1 0,25 38 0,-32-56 0,1-2 0,0 1 0,2-1 0,-1 0 0,1-1 0,1 0 0,0-1 0,0 0 0,26 14 0,-36-23 0,0 1 0,0-1 0,1 0 0,-1 0 0,0 0 0,1-1 0,-1 1 0,0-1 0,1 1 0,-1-1 0,1 0 0,-1 0 0,1 0 0,-1 0 0,1 0 0,-1 0 0,0-1 0,1 1 0,-1-1 0,1 0 0,-1 1 0,0-1 0,0 0 0,1-1 0,-1 1 0,0 0 0,0-1 0,0 1 0,0-1 0,-1 1 0,1-1 0,0 0 0,-1 0 0,1 0 0,-1 0 0,1 0 0,1-3 0,4-10 0,-1 0 0,0-1 0,0 1 0,5-30 0,0 2 0,-10 41 4,-1 0 0,1-1 0,0 1 0,0 0 0,0 0 0,0 0 0,0 0 0,1 0 0,-1 0 0,0 0 0,1 0 0,0 0 0,-1 1 0,1-1 0,0 0 0,0 1 0,0 0 0,0-1 0,0 1 0,0 0 0,0 0 0,0 0 0,0 1 0,1-1 0,-1 0 0,0 1 0,1-1 0,-1 1 0,5 0 0,-4 0-75,0 1 1,1 0-1,-1 0 0,0 0 0,0 1 1,0-1-1,0 1 0,0 0 1,0-1-1,0 1 0,-1 0 0,1 1 1,-1-1-1,1 0 0,-1 1 1,0 0-1,0-1 0,0 1 0,0 0 1,2 4-1,4 12-6755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5.046"/>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5.578"/>
    </inkml:context>
    <inkml:brush xml:id="br0">
      <inkml:brushProperty name="width" value="0.05" units="cm"/>
      <inkml:brushProperty name="height" value="0.05" units="cm"/>
      <inkml:brushProperty name="color" value="#E71224"/>
    </inkml:brush>
  </inkml:definitions>
  <inkml:trace contextRef="#ctx0" brushRef="#br0">1 1 24575,'2'3'0,"1"0"0,-1 0 0,0 0 0,0 1 0,0-1 0,0 1 0,-1-1 0,1 1 0,-1 0 0,0 0 0,0-1 0,0 7 0,3 52 0,-3-33 0,1 0 0,1 0 0,1 0 0,1 0 0,2-1 0,0 0 0,15 33 0,-22-60 0,0 0 0,1-1 0,-1 1 0,0 0 0,0 0 0,1 0 0,-1-1 0,0 1 0,1 0 0,-1 0 0,1-1 0,-1 1 0,1 0 0,-1-1 0,1 1 0,-1-1 0,1 1 0,0-1 0,-1 1 0,1-1 0,0 1 0,0-1 0,-1 0 0,1 1 0,0-1 0,0 0 0,-1 1 0,1-1 0,0 0 0,0 0 0,0 0 0,0 0 0,-1 0 0,1 0 0,0 0 0,0 0 0,0 0 0,0 0 0,-1-1 0,1 1 0,0 0 0,0-1 0,-1 1 0,1 0 0,0-1 0,0 1 0,-1-1 0,1 1 0,0-1 0,-1 1 0,1-1 0,-1 1 0,1-1 0,-1 0 0,1 1 0,0-2 0,25-46 0,-9 5 0,28-61 0,-39 93 0,0 1 0,0 0 0,1 0 0,0 0 0,1 1 0,0 0 0,10-9 0,-14 16 0,-1-1 0,0 1 0,0 0 0,1 1 0,-1-1 0,1 0 0,-1 1 0,1 0 0,0 0 0,-1 0 0,1 0 0,0 1 0,0-1 0,0 1 0,0 0 0,-1 0 0,1 0 0,0 1 0,0-1 0,0 1 0,-1 0 0,1 0 0,0 1 0,-1-1 0,1 1 0,-1-1 0,1 1 0,4 4 0,9 6 0,-1 1 0,0 0 0,-1 1 0,17 21 0,-1-2 0,-15-19-341,0-1 0,1-1-1,22 14 1,-1-4-6485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7.792"/>
    </inkml:context>
    <inkml:brush xml:id="br0">
      <inkml:brushProperty name="width" value="0.05" units="cm"/>
      <inkml:brushProperty name="height" value="0.05" units="cm"/>
      <inkml:brushProperty name="color" value="#E71224"/>
    </inkml:brush>
  </inkml:definitions>
  <inkml:trace contextRef="#ctx0" brushRef="#br0">2 445 24575,'0'404'0,"-1"-528"0,3-140 0,-2 261 0,-1 0 0,1 0 0,1 0 0,-1 1 0,0-1 0,1 0 0,0 0 0,-1 0 0,1 1 0,0-1 0,0 1 0,1-1 0,-1 0 0,0 1 0,1 0 0,-1-1 0,1 1 0,0 0 0,0 0 0,0 0 0,0 0 0,0 0 0,1 1 0,3-4 0,-3 5 0,0-1 0,0 1 0,0 0 0,0 0 0,0 0 0,0 0 0,0 1 0,0-1 0,0 1 0,0 0 0,0-1 0,0 1 0,0 1 0,-1-1 0,1 0 0,0 1 0,-1-1 0,1 1 0,-1 0 0,0 0 0,1 0 0,3 4 0,11 12 0,-13-13 0,-1-1 0,1 0 0,0 0 0,0-1 0,1 1 0,-1-1 0,8 4 0,-10-6 0,-1-1 0,1 0 0,0 1 0,-1-1 0,1 0 0,0 0 0,-1 0 0,1 0 0,0 0 0,-1 0 0,1-1 0,-1 1 0,1 0 0,0-1 0,-1 0 0,1 1 0,-1-1 0,1 0 0,-1 0 0,1 1 0,-1-1 0,0 0 0,0 0 0,1-1 0,-1 1 0,0 0 0,0 0 0,0-1 0,0 1 0,1-2 0,25-49 0,-21 38 0,1 0 0,0 0 0,15-20 0,-21 32 0,0 0 0,1 0 0,-1 1 0,1-1 0,0 0 0,0 1 0,-1-1 0,1 1 0,0-1 0,0 1 0,1 0 0,-1 0 0,0 0 0,0 0 0,1 0 0,-1 0 0,0 1 0,1-1 0,-1 1 0,0-1 0,1 1 0,-1 0 0,1 0 0,-1 0 0,1 0 0,-1 1 0,5 0 0,-4 0 0,0 1 0,0-1 0,0 1 0,0-1 0,0 1 0,0 0 0,0 0 0,0 0 0,-1 1 0,1-1 0,-1 1 0,0-1 0,0 1 0,4 5 0,18 48 0,-23-50 0,1 0 0,-1 0 0,2 0 0,-1-1 0,0 1 0,1-1 0,0 1 0,1-1 0,-1 0 0,1 0 0,0 0 0,0-1 0,0 1 0,1-1 0,0 0 0,9 6 0,-7-7 0,0 0 0,0-1 0,0 1 0,1-2 0,-1 1 0,1-1 0,-1 0 0,1 0 0,0-1 0,-1 0 0,1 0 0,-1-1 0,1 0 0,0-1 0,-1 1 0,0-1 0,13-6 0,-11 4 0,1-1 0,-1-1 0,0 0 0,0 0 0,-1-1 0,0 0 0,0 0 0,-1-1 0,0 0 0,0 0 0,10-18 0,-4 5 0,-1 0 0,-2-1 0,0 0 0,-1 0 0,-2-1 0,0 0 0,-1-1 0,4-39 0,-10 94 0,1-13 0,0 0 0,-2-1 0,0 1 0,-1 0 0,-1-1 0,0 1 0,-9 22 0,12-40 0,0 1 0,0-1 0,0 0 0,0 0 0,-1 0 0,1 0 0,0 0 0,0 0 0,0 0 0,0 0 0,-1 0 0,1 0 0,0 0 0,0 0 0,0 0 0,-1 0 0,1 0 0,0 0 0,0 0 0,0 0 0,0 0 0,-1-1 0,1 1 0,0 0 0,0 0 0,0 0 0,0 0 0,-1 0 0,1 0 0,0 0 0,0-1 0,0 1 0,0 0 0,0 0 0,0 0 0,0 0 0,-1 0 0,1-1 0,0 1 0,0 0 0,0 0 0,0 0 0,0-1 0,0 1 0,0 0 0,0 0 0,0 0 0,0 0 0,0-1 0,0 1 0,0 0 0,0 0 0,0 0 0,0-1 0,0 1 0,0 0 0,0 0 0,0 0 0,1 0 0,-1-1 0,0 1 0,0 0 0,0 0 0,0 0 0,0 0 0,1-1 0,-1 1 0,0-1 0,0 1 0,0 0 0,0-1 0,1 1 0,-1-1 0,0 1 0,0 0 0,1-1 0,-1 1 0,0 0 0,1-1 0,-1 1 0,0 0 0,1 0 0,-1-1 0,0 1 0,1 0 0,-1 0 0,1 0 0,-1-1 0,0 1 0,1 0 0,-1 0 0,1 0 0,-1 0 0,1 0 0,-1 0 0,1 0 0,-1 0 0,0 0 0,1 0 0,-1 0 0,1 0 0,-1 0 0,1 0 0,-1 1 0,0-1 0,1 0 0,-1 0 0,1 0 0,-1 1 0,0-1 0,1 0 0,-1 0 0,0 1 0,1-1 0,-1 0 0,0 1 0,1 0 0,62 37 0,-50-28 0,0-2 0,1 1 0,-1-2 0,2 0 0,-1-1 0,1 0 0,30 7 0,-37-12 0,0 0 0,0 0 0,0-1 0,0-1 0,0 1 0,0-1 0,0 0 0,0-1 0,0 0 0,-1 0 0,1-1 0,9-4 0,-5 1 0,-1-1 0,1 0 0,-1-1 0,-1 0 0,1-1 0,16-18 0,-11 8 0,0-2 0,-1 1 0,-1-2 0,-2 0 0,0 0 0,-1-1 0,11-33 0,-16 35 0,-1 0 0,-1 0 0,0-1 0,0-40 0,-6 130 0,-2 0 0,-26 124 0,15-130-15,-20 64-1335,26-102-5476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8.122"/>
    </inkml:context>
    <inkml:brush xml:id="br0">
      <inkml:brushProperty name="width" value="0.05" units="cm"/>
      <inkml:brushProperty name="height" value="0.05" units="cm"/>
      <inkml:brushProperty name="color" value="#E71224"/>
    </inkml:brush>
  </inkml:definitions>
  <inkml:trace contextRef="#ctx0" brushRef="#br0">21 0 24575,'-4'0'0,"-2"9"0,0 7 0,1 5 0,11 4 0,8 2 0,7 1 0,7-1 0,5 1 0,5-6 0,-4-1 0,-4 0 0,3 1 0,-5-4-8191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9.558"/>
    </inkml:context>
    <inkml:brush xml:id="br0">
      <inkml:brushProperty name="width" value="0.05" units="cm"/>
      <inkml:brushProperty name="height" value="0.05" units="cm"/>
      <inkml:brushProperty name="color" value="#E71224"/>
    </inkml:brush>
  </inkml:definitions>
  <inkml:trace contextRef="#ctx0" brushRef="#br0">2 125 24575,'0'412'0,"-1"-504"0,3-105 0,-2 192 0,0 0 0,1 1 0,-1-1 0,1 0 0,0 1 0,1-1 0,-1 1 0,4-7 0,-4 10 0,-1 0 0,1 0 0,0 0 0,-1 1 0,1-1 0,0 0 0,0 0 0,0 1 0,0-1 0,0 1 0,-1-1 0,1 1 0,0-1 0,0 1 0,0-1 0,0 1 0,1 0 0,-1 0 0,0-1 0,0 1 0,0 0 0,0 0 0,0 0 0,0 0 0,0 0 0,0 1 0,0-1 0,0 0 0,0 0 0,0 1 0,0-1 0,0 0 0,0 1 0,0-1 0,0 1 0,0 0 0,0-1 0,0 1 0,0 0 0,1 0 0,45 39 0,-39-32 0,0 0 0,1-1 0,0 0 0,0 0 0,1-1 0,13 7 0,-20-12 0,0 0 0,0 0 0,1-1 0,-1 1 0,0-1 0,1 0 0,-1 1 0,0-2 0,1 1 0,-1 0 0,0 0 0,0-1 0,1 0 0,-1 0 0,0 0 0,0 0 0,0 0 0,0-1 0,0 1 0,0-1 0,0 0 0,0 0 0,-1 0 0,1 0 0,-1 0 0,4-4 0,4-6 0,-1 0 0,0-1 0,-1 0 0,0 0 0,-1-1 0,0 0 0,-1 0 0,-1-1 0,0 1 0,3-19 0,25-61 0,-33 93 0,0 1 0,0 0 0,0-1 0,0 1 0,0 0 0,0-1 0,1 1 0,-1 0 0,0-1 0,0 1 0,0 0 0,1-1 0,-1 1 0,0 0 0,0-1 0,1 1 0,-1 0 0,0 0 0,1 0 0,-1-1 0,0 1 0,0 0 0,1 0 0,-1 0 0,1 0 0,-1-1 0,0 1 0,1 0 0,-1 0 0,0 0 0,1 0 0,-1 0 0,0 0 0,1 0 0,-1 0 0,1 0 0,-1 0 0,0 0 0,1 0 0,0 1 0,11 14 0,5 26 0,5 53 0,-20-76 0,2 0 0,0 0 0,1 0 0,1 0 0,0-1 0,1 0 0,18 30 0,-21-43 0,0 1 0,0-1 0,0-1 0,1 1 0,-1-1 0,1 0 0,0 0 0,0 0 0,0 0 0,0-1 0,0 0 0,1 0 0,-1 0 0,1-1 0,-1 0 0,1 0 0,-1 0 0,1-1 0,0 0 0,0 0 0,-1 0 0,1-1 0,-1 0 0,8-1 0,-1-1 0,1 0 0,-1 0 0,1-1 0,-1-1 0,0 0 0,0-1 0,-1 0 0,0-1 0,16-12 0,-17 10 0,-1 0 0,-1-1 0,0 0 0,0 0 0,-1-1 0,0 0 0,-1-1 0,0 1 0,-1-1 0,0 0 0,-1 0 0,-1-1 0,4-15 0,-7 27 0,0 0 0,0 0 0,0 0 0,0 1 0,0-1 0,1 0 0,-1 0 0,0 0 0,1 0 0,-1 0 0,0 0 0,1 1 0,-1-1 0,1 0 0,0 0 0,-1 1 0,1-1 0,0 0 0,-1 1 0,2-2 0,9 11 0,4 32 0,-12-27-98,0 2-43,1 0 0,1 0 0,0-1 1,1 1-1,0-1 0,1 0 0,1-1 1,17 24-1,-9-23-6685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39.899"/>
    </inkml:context>
    <inkml:brush xml:id="br0">
      <inkml:brushProperty name="width" value="0.05" units="cm"/>
      <inkml:brushProperty name="height" value="0.05" units="cm"/>
      <inkml:brushProperty name="color" value="#E71224"/>
    </inkml:brush>
  </inkml:definitions>
  <inkml:trace contextRef="#ctx0" brushRef="#br0">16 1 24575,'-5'0'0,"0"8"0,-1 8 0,6 6 0,3-2-8191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40.386"/>
    </inkml:context>
    <inkml:brush xml:id="br0">
      <inkml:brushProperty name="width" value="0.05" units="cm"/>
      <inkml:brushProperty name="height" value="0.05" units="cm"/>
      <inkml:brushProperty name="color" value="#E71224"/>
    </inkml:brush>
  </inkml:definitions>
  <inkml:trace contextRef="#ctx0" brushRef="#br0">0 175 24575,'9'11'0,"-1"1"0,0 1 0,-1 0 0,0 0 0,-1 0 0,0 1 0,-2 0 0,7 24 0,-4-12 0,-7-25 0,0-1 0,0 1 0,0-1 0,0 1 0,0 0 0,0-1 0,0 1 0,1-1 0,-1 1 0,0-1 0,0 1 0,0-1 0,1 1 0,-1-1 0,0 1 0,0-1 0,1 1 0,-1-1 0,0 0 0,1 1 0,-1-1 0,1 1 0,-1-1 0,0 0 0,1 1 0,-1-1 0,1 0 0,-1 0 0,1 1 0,-1-1 0,1 0 0,-1 0 0,1 0 0,0 0 0,-1 0 0,1 1 0,-1-1 0,1 0 0,-1 0 0,1-1 0,16-20 0,8-46 0,-24 63 0,25-105 0,-18 71 0,15-47 0,-23 83 0,1 0 0,-1 0 0,1 1 0,-1-1 0,1 0 0,0 1 0,0-1 0,0 1 0,0-1 0,0 1 0,0-1 0,0 1 0,0 0 0,1-1 0,-1 1 0,0 0 0,1 0 0,-1 0 0,1 0 0,-1 0 0,3-1 0,-2 2 0,-1 0 0,1 0 0,-1 1 0,1-1 0,-1 0 0,0 1 0,1-1 0,-1 0 0,1 1 0,-1 0 0,0-1 0,1 1 0,-1 0 0,0-1 0,0 1 0,1 0 0,-1 0 0,0 0 0,1 2 0,6 6 0,-1 0 0,0 0 0,-1 1 0,0 0 0,4 11 0,37 83-1365,-33-80-5461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46.347"/>
    </inkml:context>
    <inkml:brush xml:id="br0">
      <inkml:brushProperty name="width" value="0.05" units="cm"/>
      <inkml:brushProperty name="height" value="0.05" units="cm"/>
      <inkml:brushProperty name="color" value="#E71224"/>
    </inkml:brush>
  </inkml:definitions>
  <inkml:trace contextRef="#ctx0" brushRef="#br0">169 210 24575,'0'-19'0,"1"-1"0,0 1 0,2 0 0,7-32 0,-9 46 0,0 1 0,0 0 0,1-1 0,0 1 0,0 0 0,0 0 0,0 1 0,0-1 0,1 0 0,0 1 0,-1-1 0,2 1 0,-1 0 0,0 0 0,0 0 0,1 0 0,0 1 0,-1 0 0,1-1 0,0 1 0,0 0 0,0 1 0,0-1 0,1 1 0,-1 0 0,6-1 0,-8 2 0,0 0 0,-1-1 0,1 1 0,0 1 0,0-1 0,-1 0 0,1 0 0,0 1 0,0-1 0,-1 1 0,1-1 0,-1 1 0,1 0 0,0-1 0,-1 1 0,1 0 0,-1 0 0,0 0 0,1 0 0,-1 1 0,2 0 0,-1 1 0,0 1 0,0-1 0,0 0 0,0 1 0,0-1 0,-1 1 0,0-1 0,0 1 0,1 5 0,1 8 0,-1 1 0,-1-1 0,-1 24 0,0-34 0,-1-2 0,1-1 0,0 0 0,0 0 0,0 1 0,1-1 0,-1 0 0,1 1 0,0-1 0,1 0 0,-1 0 0,0 0 0,1 0 0,2 4 0,-1-6 0,-1 1 0,1-1 0,0 0 0,0 0 0,0 0 0,0 0 0,0 0 0,0-1 0,0 1 0,1-1 0,-1 0 0,0 0 0,1 0 0,-1-1 0,1 1 0,4 0 0,-1 0 0,-1 0 0,1 1 0,-1 0 0,0 0 0,1 1 0,-1 0 0,0 0 0,0 0 0,-1 1 0,1 0 0,-1 0 0,0 0 0,9 9 0,-13-11 0,1 0 0,0 1 0,-1-1 0,1 0 0,-1 1 0,0-1 0,1 1 0,-1-1 0,-1 1 0,1-1 0,0 1 0,0 0 0,-1 0 0,0-1 0,1 1 0,-1 0 0,0 0 0,-1-1 0,1 1 0,0 0 0,-1-1 0,1 1 0,-1 0 0,0-1 0,0 1 0,0 0 0,0-1 0,-1 1 0,1-1 0,0 0 0,-1 0 0,0 1 0,0-1 0,0 0 0,1 0 0,-4 1 0,-9 10 0,-1-2 0,0 1 0,-1-2 0,0 0 0,0-1 0,-24 9 0,-109 34 0,134-47 0,-12 4 0,0-1 0,0-1 0,0-2 0,-40 4 0,55-11-1365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49.060"/>
    </inkml:context>
    <inkml:brush xml:id="br0">
      <inkml:brushProperty name="width" value="0.05" units="cm"/>
      <inkml:brushProperty name="height" value="0.05" units="cm"/>
      <inkml:brushProperty name="color" value="#E71224"/>
    </inkml:brush>
  </inkml:definitions>
  <inkml:trace contextRef="#ctx0" brushRef="#br0">290 84 24575,'-10'-1'0,"1"2"0,0-1 0,0 1 0,-1 1 0,1 0 0,0 0 0,0 0 0,1 1 0,-1 1 0,-11 6 0,10-6 0,1 0 0,-1 0 0,0-1 0,0 0 0,-1 0 0,1-1 0,0-1 0,-1 0 0,-12 0 0,21-1 0,-1 0 0,0 0 0,0-1 0,1 1 0,-1-1 0,0 1 0,1-1 0,-1 0 0,0 0 0,1 0 0,-1-1 0,1 1 0,0 0 0,-1-1 0,1 0 0,0 1 0,0-1 0,0 0 0,0 0 0,0 0 0,1 0 0,-1-1 0,0 1 0,1 0 0,0-1 0,0 1 0,0-1 0,0 0 0,0 1 0,0-1 0,0 0 0,1 1 0,-1-1 0,1 0 0,0 0 0,0 1 0,0-1 0,1-4 0,-1 5 0,0 0 0,0-1 0,1 1 0,-1 0 0,1-1 0,-1 1 0,1 0 0,0-1 0,0 1 0,0 0 0,0 0 0,0 0 0,0 0 0,1 0 0,-1 0 0,1 0 0,-1 1 0,1-1 0,0 0 0,0 1 0,0-1 0,2-1 0,1 1 0,0 0 0,0 0 0,0 0 0,0 1 0,0-1 0,0 1 0,0 0 0,1 1 0,8-1 0,0 1 0,-1 1 0,1 1 0,-1 0 0,0 0 0,0 2 0,0-1 0,18 9 0,-20-6 0,0 0 0,-1 0 0,0 1 0,0 1 0,-1 0 0,0 0 0,0 1 0,-1 0 0,0 0 0,-1 1 0,0 0 0,0 0 0,-1 1 0,-1 0 0,0 0 0,0 0 0,-1 1 0,0-1 0,-1 1 0,3 19 0,-5-16 0,1 1 0,-2-1 0,0 0 0,-1 1 0,0-1 0,-1 0 0,-1 0 0,-1 0 0,0 0 0,0 0 0,-2-1 0,0 0 0,0 0 0,-2 0 0,-16 23 0,-75 74-265,75-86-835,8-8-5726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51.404"/>
    </inkml:context>
    <inkml:brush xml:id="br0">
      <inkml:brushProperty name="width" value="0.05" units="cm"/>
      <inkml:brushProperty name="height" value="0.05" units="cm"/>
      <inkml:brushProperty name="color" value="#E71224"/>
    </inkml:brush>
  </inkml:definitions>
  <inkml:trace contextRef="#ctx0" brushRef="#br0">29 21 24575,'-1'0'0,"0"0"0,0 1 0,0-1 0,-1 1 0,1 0 0,0-1 0,0 1 0,0 0 0,0 0 0,1-1 0,-1 1 0,0 0 0,0 0 0,0 0 0,1 0 0,-1 0 0,0 0 0,1 1 0,-1-1 0,1 0 0,0 0 0,-1 0 0,1 0 0,0 1 0,-1-1 0,1 0 0,0 2 0,-5 40 0,5-38 0,-4 76 0,8 98 0,-4-176 0,0-1 0,0 0 0,0 0 0,1 0 0,-1 0 0,0 1 0,1-1 0,0 0 0,-1 0 0,1 0 0,0 0 0,0 0 0,0 0 0,0-1 0,0 1 0,1 0 0,-1 0 0,1-1 0,-1 1 0,1-1 0,-1 1 0,4 1 0,-3-2 0,1 0 0,-1-1 0,0 0 0,0 1 0,0-1 0,1 0 0,-1 0 0,0-1 0,0 1 0,0 0 0,1-1 0,-1 1 0,0-1 0,0 0 0,0 1 0,0-1 0,0 0 0,2-2 0,4-1 0,-1-1 0,-1 1 0,1-2 0,-1 1 0,0-1 0,0 0 0,0 0 0,-1 0 0,0-1 0,8-13 0,-7 2 0,-1 0 0,-1 0 0,-1 0 0,0-1 0,-2 1 0,0-1 0,0 1 0,-2-1 0,-1 1 0,0-1 0,-7-25 0,8 40-62,-1 0 0,0 0 0,0 0 0,0 0 0,0 0 0,-1 0 0,0 1 0,1-1 0,-1 1 0,-1 0 0,1 0 0,0 0-1,-1 0 1,1 1 0,-1-1 0,0 1 0,0 0 0,0 0 0,0 0 0,0 1 0,-5-2 0,-12-4-6764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52.902"/>
    </inkml:context>
    <inkml:brush xml:id="br0">
      <inkml:brushProperty name="width" value="0.05" units="cm"/>
      <inkml:brushProperty name="height" value="0.05" units="cm"/>
      <inkml:brushProperty name="color" value="#E71224"/>
    </inkml:brush>
  </inkml:definitions>
  <inkml:trace contextRef="#ctx0" brushRef="#br0">1 2 24575,'26'-1'0,"1"1"0,-1 1 0,1 2 0,-1 0 0,0 2 0,40 12 0,-63-15 0,-1-1 0,1 1 0,-1-1 0,0 1 0,0 0 0,0 0 0,0 0 0,0 0 0,0 0 0,0 0 0,-1 1 0,1-1 0,-1 0 0,0 1 0,1 0 0,-1-1 0,0 1 0,-1-1 0,1 1 0,0 0 0,-1 0 0,1 0 0,-1-1 0,0 1 0,0 0 0,0 0 0,-1 0 0,1-1 0,-1 5 0,-2 9 0,-1 0 0,-1 0 0,-10 26 0,13-36 0,-112 251-1365,93-204-5461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55.212"/>
    </inkml:context>
    <inkml:brush xml:id="br0">
      <inkml:brushProperty name="width" value="0.05" units="cm"/>
      <inkml:brushProperty name="height" value="0.05" units="cm"/>
      <inkml:brushProperty name="color" value="#E71224"/>
    </inkml:brush>
  </inkml:definitions>
  <inkml:trace contextRef="#ctx0" brushRef="#br0">1 102 24575,'0'-4'0,"0"-1"0,1 1 0,0-1 0,0 1 0,1 0 0,-1-1 0,1 1 0,0 0 0,0 0 0,0 0 0,0 0 0,1 0 0,0 1 0,-1-1 0,1 1 0,1 0 0,-1 0 0,0 0 0,1 0 0,0 0 0,-1 1 0,1 0 0,0 0 0,0 0 0,0 0 0,1 0 0,-1 1 0,0 0 0,6-1 0,-5 0 0,0 1 0,0 0 0,0 0 0,0 1 0,0 0 0,0 0 0,0 0 0,0 0 0,0 1 0,0 0 0,0 0 0,-1 0 0,1 0 0,0 1 0,0 0 0,-1 0 0,1 0 0,-1 1 0,0-1 0,1 1 0,-1 0 0,-1 0 0,1 1 0,0-1 0,-1 1 0,4 4 0,-2 2 0,0 0 0,-1 0 0,-1 1 0,0-1 0,0 1 0,-1 0 0,0 0 0,-1 0 0,0 16 0,-1-6 0,0 1 0,-2-1 0,-8 41 0,4-42 0,-1 0 0,-1 0 0,-1 0 0,-1-1 0,-15 23 0,24-41 0,1 0 0,-1-1 0,1 1 0,-1 0 0,1-1 0,-1 1 0,1 0 0,-1 0 0,1 0 0,0-1 0,0 1 0,-1 0 0,1 0 0,0 0 0,0 0 0,0 0 0,0 0 0,0-1 0,0 1 0,0 0 0,0 0 0,0 0 0,1 0 0,-1 0 0,0-1 0,1 1 0,-1 0 0,1 1 0,0-1 0,0 0 0,1 0 0,-1 0 0,1 0 0,-1-1 0,0 1 0,1 0 0,0-1 0,-1 1 0,1-1 0,-1 1 0,1-1 0,0 0 0,1 1 0,14-1 0,-1 1 0,27-5 0,-24 3 0,35-1-1365,-30 2-5461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57.630"/>
    </inkml:context>
    <inkml:brush xml:id="br0">
      <inkml:brushProperty name="width" value="0.05" units="cm"/>
      <inkml:brushProperty name="height" value="0.05" units="cm"/>
      <inkml:brushProperty name="color" value="#E71224"/>
    </inkml:brush>
  </inkml:definitions>
  <inkml:trace contextRef="#ctx0" brushRef="#br0">154 0 24575,'-3'1'0,"0"-1"0,0 1 0,1 0 0,-1 0 0,0 0 0,1 0 0,-1 0 0,1 0 0,-1 1 0,1-1 0,-1 1 0,1 0 0,0 0 0,0 0 0,0 0 0,0 0 0,-1 3 0,-30 43 0,27-39 0,-2 6 0,1 0 0,0 0 0,1 0 0,1 1 0,0 0 0,1 0 0,1 1 0,-3 31 0,5-3 0,1 0 0,7 49 0,-7-92 0,1 1 0,-1-1 0,0 1 0,1-1 0,0 0 0,0 1 0,0-1 0,0 1 0,0-1 0,0 0 0,0 0 0,1 0 0,-1 0 0,1 0 0,0 0 0,0 0 0,-1 0 0,1-1 0,0 1 0,0-1 0,3 2 0,0-1 0,0 0 0,0 0 0,-1 0 0,1-1 0,0 0 0,0 0 0,1-1 0,-1 1 0,0-1 0,6 0 0,0-1 0,0 0 0,-1-1 0,1 0 0,-1-1 0,0 0 0,1 0 0,-1-1 0,-1 0 0,18-11 0,-20 9 0,0 0 0,0-1 0,-1 1 0,0-1 0,-1-1 0,0 1 0,0-1 0,0 0 0,-1 0 0,0 0 0,-1 0 0,0-1 0,0 0 0,3-16 0,-6 22 0,1-1 0,-1 0 0,1 1 0,-1-1 0,0 0 0,-1 1 0,1-1 0,0 1 0,-1-1 0,0 0 0,0 1 0,0-1 0,0 1 0,-1 0 0,1-1 0,-1 1 0,0 0 0,0 0 0,0 0 0,0 0 0,-1 1 0,1-1 0,-1 0 0,0 1 0,0 0 0,1 0 0,-1-1 0,-1 2 0,1-1 0,0 0 0,0 1 0,-1-1 0,1 1 0,-1 0 0,1 0 0,-1 1 0,1-1 0,-8 0 0,-16-2-227,0 1-1,-1 1 1,1 2-1,-1 0 1,-43 9-1,48-3-6598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0:59.892"/>
    </inkml:context>
    <inkml:brush xml:id="br0">
      <inkml:brushProperty name="width" value="0.05" units="cm"/>
      <inkml:brushProperty name="height" value="0.05" units="cm"/>
      <inkml:brushProperty name="color" value="#E71224"/>
    </inkml:brush>
  </inkml:definitions>
  <inkml:trace contextRef="#ctx0" brushRef="#br0">0 137 24575,'0'-5'0,"0"-5"0,0-6 0,4 0 0,7 2 0,4 5 0,1-2 0,2 2 0,2 2 0,2 2 0,2 2 0,-3-3 0,-1 0 0,-9-4 0,-5 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02.107"/>
    </inkml:context>
    <inkml:brush xml:id="br0">
      <inkml:brushProperty name="width" value="0.05" units="cm"/>
      <inkml:brushProperty name="height" value="0.05" units="cm"/>
      <inkml:brushProperty name="color" value="#E71224"/>
    </inkml:brush>
  </inkml:definitions>
  <inkml:trace contextRef="#ctx0" brushRef="#br0">0 211 24575,'1'-10'0,"1"1"0,0-1 0,1 0 0,0 1 0,0-1 0,1 1 0,0 0 0,1 0 0,-1 1 0,2-1 0,-1 1 0,1 0 0,1 0 0,0 1 0,0 0 0,0 0 0,12-8 0,-13 9 0,0 1 0,0 1 0,1-1 0,-1 1 0,1 1 0,0-1 0,0 1 0,0 0 0,0 0 0,1 1 0,-1 0 0,1 1 0,-1-1 0,1 2 0,-1-1 0,1 1 0,0 0 0,0 0 0,-1 1 0,1 0 0,0 0 0,-1 1 0,9 3 0,-13-3 0,0 1 0,0-1 0,0 1 0,0 0 0,0 0 0,-1 0 0,1 0 0,-1 0 0,0 0 0,0 1 0,0-1 0,0 1 0,0 0 0,-1-1 0,0 1 0,0 0 0,0 0 0,0 0 0,-1 0 0,1 0 0,-1 0 0,0 5 0,0 10 0,0 0 0,-2 0 0,-4 24 0,-4-9 0,8-29 0,0 0 0,0 0 0,0 0 0,1 1 0,0-1 0,0 0 0,0 1 0,1-1 0,-1 1 0,1-1 0,2 9 0,-1-13 0,0 1 0,0 0 0,1-1 0,-1 1 0,0-1 0,1 0 0,0 1 0,-1-1 0,1 0 0,0 0 0,-1 0 0,1 0 0,0 0 0,0-1 0,0 1 0,0 0 0,0-1 0,0 1 0,0-1 0,0 0 0,0 0 0,4 0 0,54-1 0,-47 0 0,4 1 0,-5-2 0,-1 2 0,1 0 0,-1 0 0,0 1 0,1 0 0,11 4 0,-21-5 0,0 1 0,0 0 0,0 0 0,-1 0 0,1 0 0,0 0 0,0 0 0,-1 0 0,1 0 0,-1 1 0,1-1 0,-1 0 0,0 1 0,0-1 0,1 1 0,-1 0 0,1 1 0,-2 0 0,1 0 0,0 0 0,-1-1 0,1 1 0,-1 0 0,0 0 0,0 0 0,0 0 0,0 0 0,0 0 0,-1 0 0,1-1 0,-1 1 0,0 0 0,-1 3 0,-2 3 0,-1 0 0,1 0 0,-2 0 0,1 0 0,-1-1 0,-1 0 0,1 0 0,-2 0 0,1-1 0,-1 0 0,0-1 0,-13 9 0,-16 9 0,-63 29 0,69-39 0,4 1-1365,9-6-5461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03.863"/>
    </inkml:context>
    <inkml:brush xml:id="br0">
      <inkml:brushProperty name="width" value="0.05" units="cm"/>
      <inkml:brushProperty name="height" value="0.05" units="cm"/>
      <inkml:brushProperty name="color" value="#E71224"/>
    </inkml:brush>
  </inkml:definitions>
  <inkml:trace contextRef="#ctx0" brushRef="#br0">83 0 24575,'-2'0'0,"0"1"0,1 0 0,-1-1 0,0 1 0,1 0 0,-1 0 0,1-1 0,-1 1 0,1 1 0,-1-1 0,1 0 0,0 0 0,-1 0 0,1 1 0,0-1 0,0 1 0,-2 2 0,-15 27 0,11-14 0,1 1 0,0-1 0,2 1 0,0 0 0,1 0 0,-1 21 0,2 2 0,5 67 0,-3-103 0,0-1 0,1 0 0,-1 1 0,1-1 0,0 0 0,1 0 0,-1 0 0,1 1 0,0-2 0,0 1 0,0 0 0,0 0 0,1 0 0,-1-1 0,1 0 0,0 1 0,0-1 0,0 0 0,1 0 0,-1-1 0,1 1 0,0-1 0,-1 0 0,6 2 0,-4-2 0,0 0 0,1-1 0,-1 0 0,1 0 0,0 0 0,-1-1 0,1 1 0,-1-2 0,1 1 0,0 0 0,-1-1 0,1 0 0,-1-1 0,0 1 0,1-1 0,-1 0 0,0 0 0,8-5 0,5-4 0,0-1 0,-1-1 0,0 0 0,-1-1 0,-1-1 0,18-21 0,-26 28 0,0 0 0,-1-1 0,0 0 0,0-1 0,-1 1 0,-1-1 0,1 0 0,-1 0 0,-1 0 0,0-1 0,0 1 0,-1-1 0,0 1 0,-1-15 0,-1 21 5,0 0-1,0 0 1,-1 0-1,0 0 0,0 0 1,0 0-1,0 0 1,-1 0-1,0 0 1,1 0-1,-1 1 0,-1-1 1,1 1-1,0-1 1,-1 1-1,0 0 1,0 0-1,0 0 1,0 0-1,0 1 0,0-1 1,-1 1-1,1 0 1,-1 0-1,0 0 1,-7-2-1,-2 0-216,0 1 0,0 0 0,-1 1-1,1 0 1,-1 1 0,-25 2 0,16 0-6614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06.865"/>
    </inkml:context>
    <inkml:brush xml:id="br0">
      <inkml:brushProperty name="width" value="0.05" units="cm"/>
      <inkml:brushProperty name="height" value="0.05" units="cm"/>
      <inkml:brushProperty name="color" value="#E71224"/>
    </inkml:brush>
  </inkml:definitions>
  <inkml:trace contextRef="#ctx0" brushRef="#br0">1 109 24575,'14'-14'0,"1"0"0,1 2 0,0-1 0,1 2 0,20-11 0,-31 19 0,1-1 0,-1 1 0,1 1 0,0-1 0,0 1 0,0 0 0,0 1 0,1 0 0,-1 0 0,0 0 0,0 1 0,1 0 0,-1 1 0,0-1 0,1 1 0,-1 1 0,11 3 0,-15-3 0,0 0 0,0 0 0,0 0 0,0 1 0,-1-1 0,1 1 0,-1 0 0,0-1 0,0 1 0,0 0 0,0 1 0,0-1 0,-1 0 0,1 0 0,-1 1 0,0-1 0,0 1 0,0-1 0,-1 1 0,1-1 0,-1 1 0,0-1 0,0 1 0,0 0 0,-1 6 0,0 5 0,-1 0 0,0 0 0,-1 0 0,-9 27 0,3-19 0,-2-1 0,-1 0 0,-1 0 0,0-1 0,-2-1 0,-17 19 0,31-37 0,0-1 0,0 0 0,0 0 0,-1 0 0,1 1 0,1-1 0,-1 1 0,0-1 0,0 1 0,0-1 0,1 1 0,-1-1 0,1 1 0,-1-1 0,1 1 0,0 0 0,-1-1 0,1 1 0,0 0 0,0-1 0,0 1 0,1 3 0,0-4 0,0 0 0,0 0 0,0 1 0,0-1 0,0 0 0,0 0 0,0 0 0,1 0 0,-1 0 0,0 0 0,1 0 0,-1-1 0,1 1 0,-1 0 0,1-1 0,-1 1 0,1-1 0,2 1 0,10 1 0,0-1 0,0 0 0,-1-1 0,19-1 0,-12-2 0,0-1 0,0 0 0,33-13 0,-34 10 0,1 1 0,0 1 0,36-5 0,-7 4-1365,-27 0-5461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08.456"/>
    </inkml:context>
    <inkml:brush xml:id="br0">
      <inkml:brushProperty name="width" value="0.05" units="cm"/>
      <inkml:brushProperty name="height" value="0.05" units="cm"/>
      <inkml:brushProperty name="color" value="#E71224"/>
    </inkml:brush>
  </inkml:definitions>
  <inkml:trace contextRef="#ctx0" brushRef="#br0">1 267 24575,'0'-14'0,"0"0"0,1 0 0,1 0 0,0 0 0,1 0 0,1 1 0,0-1 0,1 1 0,0 0 0,1 0 0,10-17 0,-11 23 0,0 1 0,0-1 0,1 1 0,0 0 0,0 0 0,1 1 0,-1 0 0,1 0 0,0 1 0,1-1 0,-1 1 0,1 1 0,-1 0 0,1 0 0,0 0 0,0 1 0,1 0 0,-1 1 0,0 0 0,11 0 0,-9 0 0,-1 0 0,0 1 0,1 1 0,-1 0 0,0 0 0,0 1 0,0 0 0,13 4 0,-18-3 0,1-1 0,-1 1 0,1 0 0,-1 0 0,0 0 0,0 1 0,0-1 0,-1 1 0,1 0 0,-1 0 0,0 0 0,0 1 0,-1-1 0,1 1 0,-1 0 0,3 6 0,0 2 0,-1 0 0,0 1 0,-1-1 0,0 1 0,-1-1 0,-1 1 0,0 0 0,-1 0 0,0-1 0,-1 1 0,0 0 0,-2-1 0,1 1 0,-2-1 0,-6 19 0,9-30 0,0-1 0,1 1 0,-1-1 0,1 1 0,-1-1 0,1 1 0,-1 0 0,1-1 0,0 1 0,0 0 0,0-1 0,0 1 0,0 0 0,0-1 0,1 1 0,-1-1 0,0 1 0,1 0 0,-1-1 0,1 1 0,0-1 0,0 1 0,-1-1 0,1 1 0,0-1 0,0 0 0,0 1 0,0-1 0,1 0 0,-1 0 0,0 0 0,0 0 0,1 0 0,-1 0 0,1 0 0,-1 0 0,1 0 0,-1-1 0,1 1 0,-1-1 0,1 1 0,-1-1 0,4 1 0,8 1 0,0-1 0,1 0 0,-1-1 0,22-2 0,-14 1 0,-13 0 0,-1 1 0,1 0 0,-1 0 0,1 1 0,-1 0 0,1 1 0,-1 0 0,0 0 0,0 0 0,0 1 0,0 0 0,0 0 0,8 6 0,-11-6 0,-1 0 0,0 0 0,0 0 0,0 1 0,-1-1 0,1 1 0,-1-1 0,0 1 0,0 0 0,0 0 0,0 0 0,-1 0 0,0 0 0,1 0 0,-2 0 0,1 1 0,0-1 0,-1 0 0,0 1 0,0-1 0,0 0 0,0 1 0,-1-1 0,-2 8 0,2-3 0,-2 0 0,1-1 0,-1 1 0,0-1 0,-1 1 0,0-1 0,0 0 0,-1-1 0,0 1 0,-1-1 0,1 0 0,-1 0 0,-13 11 0,-2-1 0,-1-2 0,-1 0 0,-31 14 0,-38 25 0,90-52-39,0-1 0,0 0 0,0 1 0,1-1 0,-1 1 0,0 0 0,1-1 0,-1 1 0,1 0 0,-1 0 0,1 0 0,0 0 0,0 0 0,0 1 0,0-1 0,0 0 0,0 0 0,1 1 0,-1-1 0,1 0 0,0 1 0,-1-1 0,1 1 0,0-1 0,1 0 0,-1 1 0,0-1 0,1 1 0,-1-1 0,1 0 0,0 1 0,-1-1 0,1 0 0,2 3 0,13 16-6787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25.883"/>
    </inkml:context>
    <inkml:brush xml:id="br0">
      <inkml:brushProperty name="width" value="0.05" units="cm"/>
      <inkml:brushProperty name="height" value="0.05" units="cm"/>
      <inkml:brushProperty name="color" value="#E71224"/>
    </inkml:brush>
  </inkml:definitions>
  <inkml:trace contextRef="#ctx0" brushRef="#br0">0 998 24575,'2'21'0,"1"1"0,1-1 0,1 0 0,0 0 0,2-1 0,0 1 0,1-1 0,2-1 0,0 0 0,0 0 0,2-1 0,22 27 0,-32-42 0,1 1 0,-1-1 0,1 1 0,0-1 0,0 0 0,0 0 0,1-1 0,-1 1 0,1-1 0,-1 1 0,1-1 0,0 0 0,0-1 0,0 1 0,0-1 0,0 1 0,0-1 0,1 0 0,5 0 0,-4-2 0,-1 0 0,1 0 0,-1-1 0,1 1 0,-1-1 0,0 0 0,0-1 0,0 0 0,0 1 0,0-2 0,0 1 0,-1 0 0,0-1 0,0 0 0,5-5 0,36-39 0,75-104 0,-56 67 0,329-380 0,-276 345 0,215-171 0,-296 264-455,2 1 0,43-22 0,-31 24-6371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1:26.321"/>
    </inkml:context>
    <inkml:brush xml:id="br0">
      <inkml:brushProperty name="width" value="0.05" units="cm"/>
      <inkml:brushProperty name="height" value="0.05" units="cm"/>
      <inkml:brushProperty name="color" value="#E71224"/>
    </inkml:brush>
  </inkml:definitions>
  <inkml:trace contextRef="#ctx0" brushRef="#br0">1 674 24575,'-1'85'0,"4"-1"0,3 0 0,36 165 0,-40-241 0,0 0 0,1 1 0,0-1 0,0 0 0,1-1 0,0 1 0,8 11 0,-10-16 0,1-1 0,-1 0 0,1 0 0,-1 1 0,1-2 0,-1 1 0,1 0 0,0 0 0,0-1 0,0 0 0,0 1 0,0-1 0,0 0 0,0 0 0,1-1 0,-1 1 0,0-1 0,0 0 0,1 0 0,-1 0 0,0 0 0,7-1 0,5-2 0,1 0 0,-1-2 0,0 1 0,0-2 0,28-14 0,67-49 0,-64 39 0,328-221 8,39-24-119,-314 211 40,314-194-225,14 32 149,-394 212-274,-1 1 0,58-15 0,-47 20-5890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4:00.514"/>
    </inkml:context>
    <inkml:brush xml:id="br0">
      <inkml:brushProperty name="width" value="0.05" units="cm"/>
      <inkml:brushProperty name="height" value="0.05" units="cm"/>
      <inkml:brushProperty name="color" value="#E71224"/>
    </inkml:brush>
  </inkml:definitions>
  <inkml:trace contextRef="#ctx0" brushRef="#br0">1 523 24575,'4'5'0,"0"1"0,0 0 0,-1 0 0,1 1 0,-1-1 0,-1 0 0,4 13 0,4 9 0,90 253 0,-64-170 0,63 134 0,-90-226 0,1 5 0,2 0 0,0-2 0,1 1 0,1-1 0,2-1 0,0-1 0,23 24 0,-37-43 0,0 1 0,0 0 0,0-1 0,0 0 0,1 1 0,-1-1 0,0 0 0,1 0 0,-1 0 0,1 0 0,-1-1 0,1 1 0,-1-1 0,1 0 0,0 1 0,-1-1 0,1 0 0,-1 0 0,1-1 0,0 1 0,-1-1 0,1 1 0,-1-1 0,1 0 0,-1 0 0,0 0 0,1 0 0,-1 0 0,0 0 0,1-1 0,-1 1 0,0-1 0,0 0 0,0 1 0,3-5 0,6-7 0,1-1 0,-2 0 0,0-1 0,11-22 0,-9 16 0,427-629 0,-303 480 0,250-243 0,-315 347-1365,-15 19-5461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04:01.120"/>
    </inkml:context>
    <inkml:brush xml:id="br0">
      <inkml:brushProperty name="width" value="0.05" units="cm"/>
      <inkml:brushProperty name="height" value="0.05" units="cm"/>
      <inkml:brushProperty name="color" value="#E71224"/>
    </inkml:brush>
  </inkml:definitions>
  <inkml:trace contextRef="#ctx0" brushRef="#br0">1 929 24575,'2'59'0,"3"0"0,2-1 0,3 1 0,25 83 0,0-35 0,66 140 0,-96-237 0,14 32 0,27 42 0,-40-74 0,1 0 0,0 0 0,0-1 0,1 0 0,0-1 0,1 0 0,-1 0 0,2-1 0,16 11 0,-23-16 0,1-1 0,0 0 0,0 1 0,0-1 0,0-1 0,0 1 0,0-1 0,0 1 0,0-1 0,0-1 0,0 1 0,0 0 0,0-1 0,0 0 0,0 0 0,-1 0 0,1 0 0,0-1 0,0 1 0,-1-1 0,1 0 0,-1 0 0,5-4 0,9-7 0,0 0 0,-1-2 0,18-20 0,-16 17 0,157-177 0,155-224 0,-197 244 0,9-12 0,430-512 0,-561 687-106,-1 0-51,0 1 0,1 0-1,1 1 1,-1 0-1,2 1 1,-1 0-1,24-12 1,-13 14-6669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13:42.745"/>
    </inkml:context>
    <inkml:brush xml:id="br0">
      <inkml:brushProperty name="width" value="0.05" units="cm"/>
      <inkml:brushProperty name="height" value="0.05" units="cm"/>
      <inkml:brushProperty name="color" value="#E71224"/>
    </inkml:brush>
  </inkml:definitions>
  <inkml:trace contextRef="#ctx0" brushRef="#br0">0 1097 24575,'3'2'0,"0"-1"0,0 0 0,0 1 0,-1 0 0,1 0 0,0 0 0,-1 0 0,0 0 0,1 0 0,-1 1 0,0-1 0,0 1 0,-1-1 0,3 4 0,20 20 0,-20-24 0,0 0 0,0 0 0,0-1 0,1 1 0,-1-1 0,1 0 0,-1 0 0,1-1 0,-1 1 0,1-1 0,-1 0 0,1 0 0,-1-1 0,1 1 0,-1-1 0,1 0 0,-1 0 0,1-1 0,-1 1 0,0-1 0,0 0 0,0 0 0,8-5 0,8-7 0,0-1 0,-1 0 0,23-24 0,-22 20 0,314-322 0,-3 1 0,-88 134 0,-207 180 0,1 1 0,1 2 0,1 2 0,0 1 0,49-16 0,-83 34 0,0 0 0,0 1 0,0 0 0,0 0 0,0 0 0,1 0 0,-1 1 0,0 0 0,0 0 0,9 2 0,-12-2 0,0 1 0,0 0 0,-1 0 0,1-1 0,-1 1 0,1 0 0,-1 0 0,1 1 0,-1-1 0,0 0 0,1 0 0,-1 1 0,0-1 0,0 1 0,0-1 0,0 1 0,0-1 0,0 1 0,0 0 0,-1-1 0,1 1 0,-1 0 0,1 0 0,-1-1 0,0 1 0,1 0 0,-1 0 0,0 0 0,0-1 0,0 1 0,-1 3 0,-4 31-1365,-4 1-5461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13:43.384"/>
    </inkml:context>
    <inkml:brush xml:id="br0">
      <inkml:brushProperty name="width" value="0.05" units="cm"/>
      <inkml:brushProperty name="height" value="0.05" units="cm"/>
      <inkml:brushProperty name="color" value="#E71224"/>
    </inkml:brush>
  </inkml:definitions>
  <inkml:trace contextRef="#ctx0" brushRef="#br0">1 506 24575,'-1'114'0,"3"125"0,-2-237 0,0 1 0,0-1 0,1 0 0,-1 1 0,1-1 0,-1 0 0,1 0 0,0 1 0,-1-1 0,1 0 0,0 0 0,1 0 0,-1 0 0,2 3 0,-2-4 0,0-1 0,1 1 0,-1 0 0,0 0 0,0-1 0,0 1 0,0-1 0,1 1 0,-1-1 0,0 1 0,0-1 0,1 0 0,-1 0 0,0 0 0,1 1 0,-1-1 0,0 0 0,1-1 0,0 1 0,8-2 0,-1-1 0,0-1 0,0 1 0,0-1 0,16-10 0,-24 13 0,297-183 0,23-11 0,-105 79-455,4 11 0,404-134 0,-520 208-6371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4.698"/>
    </inkml:context>
    <inkml:brush xml:id="br0">
      <inkml:brushProperty name="width" value="0.05" units="cm"/>
      <inkml:brushProperty name="height" value="0.05" units="cm"/>
      <inkml:brushProperty name="color" value="#E71224"/>
    </inkml:brush>
  </inkml:definitions>
  <inkml:trace contextRef="#ctx0" brushRef="#br0">524 1 24575,'0'14'0,"-2"0"0,0 0 0,0-1 0,-2 1 0,1 0 0,-10 21 0,-42 77 0,41-87 0,-30 58 0,-5-2 0,-2-2 0,-88 101 0,134-174 0,0 0 0,-1-1 0,1 0 0,-1 0 0,-1 0 0,1-1 0,-14 8 0,19-11 0,-1-1 0,0 1 0,1-1 0,-1 1 0,0-1 0,0 0 0,0 0 0,1 0 0,-1 0 0,0 0 0,0 0 0,1 0 0,-1 0 0,0-1 0,0 1 0,1-1 0,-1 1 0,0-1 0,1 0 0,-1 1 0,0-1 0,1 0 0,-1 0 0,1 0 0,0 0 0,-1-1 0,1 1 0,0 0 0,0-1 0,-1 1 0,1 0 0,0-1 0,1 1 0,-1-1 0,0 0 0,0 1 0,1-1 0,-2-3 0,-5-17 0,1 0 0,1-1 0,1 0 0,1 0 0,1 0 0,1 0 0,3-42 0,-1 28 0,-1 32 0,0 1 0,0-1 0,0 0 0,1 0 0,0 0 0,0 0 0,0 0 0,0 1 0,1-1 0,0 1 0,0-1 0,0 1 0,1 0 0,-1-1 0,6-4 0,-5 6 0,1 0 0,0 0 0,0 0 0,0 1 0,0 0 0,0 0 0,1 0 0,-1 0 0,1 0 0,-1 1 0,1 0 0,0 0 0,-1 1 0,1-1 0,0 1 0,5 0 0,5-1 0,1 1 0,-1 0 0,1 1 0,-1 1 0,0 0 0,1 1 0,-1 1 0,0 0 0,-1 1 0,1 1 0,-1 0 0,0 1 0,-1 0 0,1 1 0,19 17 0,40 38 0,-52-42 0,2-1 0,1-1 0,51 32 0,-72-49-37,1 0 0,-1 0 1,1-1-1,0 1 0,-1-1 0,1 1 0,0-1 0,0-1 0,0 1 0,0 0 0,0-1 0,0 0 1,0 0-1,0 0 0,0 0 0,0-1 0,0 0 0,0 1 0,0-1 0,0-1 0,0 1 0,-1-1 1,1 1-1,0-1 0,-1 0 0,1 0 0,-1-1 0,0 1 0,0-1 0,0 1 0,0-1 0,0 0 1,-1 0-1,1-1 0,-1 1 0,3-5 0,6-12-6789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5.072"/>
    </inkml:context>
    <inkml:brush xml:id="br0">
      <inkml:brushProperty name="width" value="0.05" units="cm"/>
      <inkml:brushProperty name="height" value="0.05" units="cm"/>
      <inkml:brushProperty name="color" value="#E71224"/>
    </inkml:brush>
  </inkml:definitions>
  <inkml:trace contextRef="#ctx0" brushRef="#br0">1 1 24575,'4'0'0,"6"0"0,2 4 0,-3 2-8191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5.540"/>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6.509"/>
    </inkml:context>
    <inkml:brush xml:id="br0">
      <inkml:brushProperty name="width" value="0.05" units="cm"/>
      <inkml:brushProperty name="height" value="0.05" units="cm"/>
      <inkml:brushProperty name="color" value="#E71224"/>
    </inkml:brush>
  </inkml:definitions>
  <inkml:trace contextRef="#ctx0" brushRef="#br0">1 95 24575,'4'0'0,"7"0"0,9-5 0,6-1 0,3 1 0,6 0 0,1-3 0,-2 1 0,-5-4 0,-5 0 0,-1 2 0,0-1 0,0 0 0,-4 2-8191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9.081"/>
    </inkml:context>
    <inkml:brush xml:id="br0">
      <inkml:brushProperty name="width" value="0.05" units="cm"/>
      <inkml:brushProperty name="height" value="0.05" units="cm"/>
      <inkml:brushProperty name="color" value="#E71224"/>
    </inkml:brush>
  </inkml:definitions>
  <inkml:trace contextRef="#ctx0" brushRef="#br0">1 0 24575,'4'5'0,"2"5"0,0 10 0,3 11 0,4 13 0,10 16 0,-1 12 0,2 11 0,1 5 0,0-4 0,-4-3 0,-6-11 0,0-13 0,-4-20 0,-3-21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00.220"/>
    </inkml:context>
    <inkml:brush xml:id="br0">
      <inkml:brushProperty name="width" value="0.05" units="cm"/>
      <inkml:brushProperty name="height" value="0.05" units="cm"/>
      <inkml:brushProperty name="color" value="#E71224"/>
    </inkml:brush>
  </inkml:definitions>
  <inkml:trace contextRef="#ctx0" brushRef="#br0">0 209 24575,'1'-8'0,"0"1"0,1-1 0,0 0 0,0 1 0,1-1 0,0 1 0,0 0 0,1-1 0,-1 2 0,2-1 0,-1 0 0,1 1 0,0 0 0,0 0 0,1 0 0,-1 1 0,2 0 0,10-8 0,-3 3 0,-1 1 0,2 0 0,-1 1 0,1 1 0,0 0 0,1 1 0,-1 1 0,19-4 0,-31 8 0,0 1 0,0-1 0,1 1 0,-1-1 0,0 1 0,1 0 0,-1 0 0,0 0 0,0 1 0,1-1 0,-1 1 0,0 0 0,0 0 0,1 0 0,-1 0 0,0 0 0,0 1 0,-1-1 0,1 1 0,0 0 0,0 0 0,-1 0 0,1 0 0,-1 1 0,0-1 0,1 1 0,-1-1 0,0 1 0,-1 0 0,1 0 0,0-1 0,-1 1 0,2 5 0,0 1 0,-1 0 0,0 0 0,-1 0 0,0 1 0,0-1 0,-1 1 0,0-1 0,0 0 0,-1 1 0,-4 15 0,5-23 0,0 1 0,0-1 0,0 0 0,0 0 0,0 0 0,1 0 0,-1 1 0,1-1 0,-1 0 0,1 0 0,0 0 0,0 0 0,0 0 0,0 0 0,0-1 0,0 1 0,1 0 0,-1 0 0,1-1 0,-1 1 0,1-1 0,-1 1 0,1-1 0,0 0 0,0 0 0,0 0 0,0 0 0,3 2 0,-1-2 0,-1 1 0,0 0 0,0 0 0,0 1 0,-1-1 0,1 1 0,0-1 0,-1 1 0,0 0 0,1 0 0,-1 0 0,0 0 0,2 6 0,-3-7 0,0 1 0,0 0 0,-1 0 0,0 0 0,1 0 0,-1 0 0,0 0 0,0 0 0,-1 0 0,1 0 0,-1-1 0,1 1 0,-1 0 0,0 0 0,0 0 0,0-1 0,0 1 0,-1 0 0,1-1 0,-1 1 0,1-1 0,-1 0 0,0 1 0,0-1 0,0 0 0,0 0 0,-1 0 0,1 0 0,0-1 0,-1 1 0,1-1 0,-1 1 0,0-1 0,1 0 0,-6 1 0,-11 5 0,0-2 0,0 0 0,0-1 0,-24 2 0,26-4 0,-96 9-1365,85-9-5461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00.719"/>
    </inkml:context>
    <inkml:brush xml:id="br0">
      <inkml:brushProperty name="width" value="0.05" units="cm"/>
      <inkml:brushProperty name="height" value="0.05" units="cm"/>
      <inkml:brushProperty name="color" value="#E71224"/>
    </inkml:brush>
  </inkml:definitions>
  <inkml:trace contextRef="#ctx0" brushRef="#br0">1 127 24575,'4'0'0,"2"-4"0,8-6 0,7-6 0,3 0 0,3-2 0,1 2 0,-4 0 0,-3 2 0,1 4 0,-4 3-8191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01.062"/>
    </inkml:context>
    <inkml:brush xml:id="br0">
      <inkml:brushProperty name="width" value="0.05" units="cm"/>
      <inkml:brushProperty name="height" value="0.05" units="cm"/>
      <inkml:brushProperty name="color" value="#E71224"/>
    </inkml:brush>
  </inkml:definitions>
  <inkml:trace contextRef="#ctx0" brushRef="#br0">1 169 24575,'0'5'0,"0"-4"0,9-5 0,7-8 0,5 0 0,4-4 0,2-3 0,1 2 0,-1-1 0,1 3 0,-5-1 0,-7-2 0,-1 3 0,-3 3-8191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02.076"/>
    </inkml:context>
    <inkml:brush xml:id="br0">
      <inkml:brushProperty name="width" value="0.05" units="cm"/>
      <inkml:brushProperty name="height" value="0.05" units="cm"/>
      <inkml:brushProperty name="color" value="#E71224"/>
    </inkml:brush>
  </inkml:definitions>
  <inkml:trace contextRef="#ctx0" brushRef="#br0">368 0 24575,'0'16'0,"-1"-1"0,-1 1 0,0-1 0,-1 0 0,-1 1 0,0-2 0,-1 1 0,0 0 0,-1-1 0,-13 21 0,6-14 0,-1-2 0,-1 0 0,-1-1 0,-1 0 0,0-1 0,-21 15 0,21-18 0,-49 37 0,63-49 0,0 0 0,1 0 0,-1-1 0,-1 1 0,1-1 0,0 0 0,0 0 0,-1 0 0,1 0 0,0 0 0,-1-1 0,1 1 0,-1-1 0,1 0 0,0 0 0,-1 0 0,1-1 0,-1 1 0,-3-2 0,5 0 0,-1 0 0,0 0 0,1 0 0,0 0 0,-1-1 0,1 1 0,0-1 0,0 0 0,1 0 0,-1 0 0,0 1 0,1-2 0,0 1 0,0 0 0,0 0 0,0 0 0,0 0 0,0-1 0,1 1 0,0 0 0,0-7 0,-1-2 0,1 1 0,0-1 0,1 1 0,1-1 0,2-12 0,-2 18 0,0 0 0,1 0 0,-1 0 0,1 1 0,0-1 0,0 1 0,1-1 0,0 1 0,0 0 0,0 1 0,0-1 0,1 1 0,0 0 0,0 0 0,0 0 0,0 0 0,1 1 0,-1 0 0,1 0 0,0 1 0,0 0 0,0 0 0,0 0 0,0 0 0,12 0 0,11-1 0,-1 1 0,1 2 0,-1 1 0,41 6 0,-60-5 0,1 1 0,-1-1 0,0 2 0,0-1 0,0 1 0,0 1 0,0 0 0,7 5 0,-7-4 0,0 0 0,0-1 0,0 0 0,1-1 0,0 0 0,-1-1 0,17 4 0,-19-6 0,1-1 0,-1 0 0,1 0 0,-1 0 0,1-1 0,-1 0 0,0-1 0,1 0 0,-1 0 0,0 0 0,9-5 0,-14 6 0,0 0 0,0 0 0,0 0 0,0-1 0,0 1 0,0-1 0,0 1 0,-1-1 0,1 0 0,-1 0 0,1 1 0,-1-1 0,0 0 0,1 0 0,-1 0 0,0 0 0,-1-1 0,1 1 0,0 0 0,0 0 0,-1-1 0,0 1 0,1 0 0,-1-1 0,0 1 0,0 0 0,0-1 0,0 1 0,-1 0 0,1 0 0,-1-1 0,1 1 0,-1 0 0,0 0 0,0-1 0,0 1 0,0 0 0,0 0 0,0 0 0,-2-2 0,-2-3 0,0 1 0,0 0 0,0 0 0,-1 1 0,0-1 0,0 1 0,0 0 0,-1 1 0,0-1 0,0 1 0,0 1 0,0-1 0,0 1 0,-1 1 0,0-1 0,-14-2 0,3 2 0,0 0 0,0 1 0,-1 1 0,1 1 0,-36 3 0,52-2-45,1-1-1,-1 1 1,1-1-1,-1 1 1,1 0-1,-1 0 1,1 0-1,0 0 1,0 0-1,-1 1 1,1-1-1,0 1 1,0-1-1,0 1 1,1 0-1,-1 0 1,0 0-1,1 0 1,-1 0-1,1 0 1,-1 0-1,1 0 1,0 1-1,0-1 1,0 1-1,0-1 0,1 0 1,-1 1-1,0 3 1,-2 14-6781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1.151"/>
    </inkml:context>
    <inkml:brush xml:id="br0">
      <inkml:brushProperty name="width" value="0.05" units="cm"/>
      <inkml:brushProperty name="height" value="0.05" units="cm"/>
      <inkml:brushProperty name="color" value="#E71224"/>
    </inkml:brush>
  </inkml:definitions>
  <inkml:trace contextRef="#ctx0" brushRef="#br0">442 164 24575,'-1'15'0,"-1"0"0,-1 0 0,-1-1 0,0 1 0,0-1 0,-2 0 0,-8 17 0,-8 24 0,13-29 0,0-1 0,-2-1 0,0 0 0,-17 26 0,23-44 0,1 0 0,0 0 0,-1-1 0,0 1 0,-1-1 0,1 0 0,-1 0 0,0-1 0,0 0 0,0 0 0,-1 0 0,1-1 0,-1 1 0,0-2 0,0 1 0,0-1 0,0 0 0,0-1 0,-14 2 0,13-3 0,0 0 0,0-1 0,0 0 0,0 0 0,1-1 0,-1 0 0,0-1 0,1 1 0,-1-1 0,1-1 0,0 1 0,0-1 0,0-1 0,-8-6 0,10 7 0,0 0 0,1 0 0,-1-1 0,1 0 0,0 1 0,0-1 0,1-1 0,-1 1 0,1-1 0,0 1 0,1-1 0,-1 0 0,1 0 0,0 0 0,1 0 0,-1 0 0,1 0 0,0-12 0,1 15 0,0 1 0,0 0 0,0 0 0,1 0 0,-1 0 0,1 0 0,-1 0 0,1 0 0,0 0 0,-1 0 0,1 0 0,0 0 0,1 1 0,-1-1 0,0 0 0,0 1 0,1-1 0,-1 0 0,1 1 0,-1 0 0,1-1 0,2 0 0,0-1 0,1 1 0,-1 1 0,0-1 0,1 1 0,0-1 0,-1 1 0,1 1 0,0-1 0,7 1 0,4 0 0,-1 1 0,0 1 0,0 0 0,0 1 0,20 6 0,4 5 0,-12-3 0,0-2 0,0-1 0,1-1 0,0-1 0,0-2 0,36 2 0,-44-6 0,-8 0 0,0 0 0,0 0 0,0-1 0,-1-1 0,14-2 0,-22 2 0,1 1 0,-1 0 0,0-1 0,1 1 0,-1-1 0,0 0 0,0 0 0,-1 0 0,1-1 0,0 1 0,-1-1 0,1 1 0,-1-1 0,0 0 0,0 0 0,0 0 0,0 0 0,-1 0 0,1-1 0,-1 1 0,2-5 0,1-8 0,-1 1 0,0-1 0,-1 0 0,-1 0 0,-1 0 0,0-1 0,-1 1 0,0 0 0,-1 0 0,-1 1 0,-1-1 0,0 0 0,-11-22 0,12 29 0,0 1 0,-1 0 0,0-1 0,-1 2 0,0-1 0,0 0 0,-1 1 0,0 0 0,0 0 0,0 1 0,-1 0 0,0 0 0,0 0 0,-1 1 0,1 0 0,-1 1 0,0-1 0,-1 2 0,1-1 0,-1 1 0,1 0 0,-1 1 0,0 0 0,-17-2 0,-27 6-1365,30 0-5461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4.436"/>
    </inkml:context>
    <inkml:brush xml:id="br0">
      <inkml:brushProperty name="width" value="0.05" units="cm"/>
      <inkml:brushProperty name="height" value="0.05" units="cm"/>
      <inkml:brushProperty name="color" value="#E71224"/>
    </inkml:brush>
  </inkml:definitions>
  <inkml:trace contextRef="#ctx0" brushRef="#br0">504 0 24575,'-5'7'0,"0"1"0,1-1 0,0 1 0,0 0 0,1 0 0,0 0 0,1 0 0,-3 14 0,-9 22 0,-12 11 0,-2-1 0,-3-1 0,-2-1 0,-2-2 0,-3-2 0,-1-1 0,-62 57 0,95-99 0,0 1 0,0-1 0,-1 0 0,1-1 0,-1 0 0,0 0 0,-9 3 0,15-6 0,-1 0 0,1-1 0,-1 1 0,1-1 0,-1 0 0,1 0 0,-1 1 0,1-1 0,-1 0 0,1 0 0,-1 0 0,0-1 0,1 1 0,-1 0 0,1-1 0,-1 1 0,1-1 0,-1 1 0,1-1 0,0 1 0,-1-1 0,1 0 0,0 0 0,-1 0 0,1 0 0,0 0 0,0 0 0,0 0 0,0 0 0,0-1 0,0 1 0,0 0 0,0-1 0,0 1 0,1 0 0,-1-1 0,1 1 0,-1-1 0,1 1 0,-1-1 0,1 1 0,0-1 0,-1-2 0,-4-31 0,1-1 0,2 0 0,2 0 0,4-47 0,0 4 0,-4 34 0,-1 29 0,0 0 0,2 0 0,0-1 0,1 1 0,4-17 0,-5 31 0,-1 1 0,1-1 0,-1 1 0,1 0 0,0 0 0,0-1 0,0 1 0,0 0 0,0 0 0,0 0 0,0 0 0,0 0 0,0 0 0,0 0 0,1 0 0,-1 1 0,0-1 0,1 0 0,-1 1 0,1-1 0,-1 1 0,0 0 0,1-1 0,-1 1 0,1 0 0,-1 0 0,1 0 0,-1 0 0,1 0 0,-1 0 0,1 0 0,-1 0 0,1 1 0,-1-1 0,0 0 0,1 1 0,-1 0 0,1-1 0,1 2 0,7 2 0,1 1 0,0 1 0,17 11 0,33 29 0,103 100 0,-55-45 0,-91-84-119,-12-10 15,1-1 0,0 0 0,0 0 0,0 0 1,1-1-1,-1 0 0,1-1 0,1 1 0,-1-2 1,1 1-1,17 4 0,-7-6-6722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4.893"/>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5.313"/>
    </inkml:context>
    <inkml:brush xml:id="br0">
      <inkml:brushProperty name="width" value="0.05" units="cm"/>
      <inkml:brushProperty name="height" value="0.05" units="cm"/>
      <inkml:brushProperty name="color" value="#E71224"/>
    </inkml:brush>
  </inkml:definitions>
  <inkml:trace contextRef="#ctx0" brushRef="#br0">0 1 24575,'4'0'0,"7"0"0,0 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6.143"/>
    </inkml:context>
    <inkml:brush xml:id="br0">
      <inkml:brushProperty name="width" value="0.05" units="cm"/>
      <inkml:brushProperty name="height" value="0.05" units="cm"/>
      <inkml:brushProperty name="color" value="#E71224"/>
    </inkml:brush>
  </inkml:definitions>
  <inkml:trace contextRef="#ctx0" brushRef="#br0">0 0 24575,'0'4'0,"0"7"0,0 9 0,0 11 0,4 8 0,7 12 0,0 5 0,4-3 0,3-1 0,-2-4 0,-3-8 0,-3-9-8191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7.315"/>
    </inkml:context>
    <inkml:brush xml:id="br0">
      <inkml:brushProperty name="width" value="0.05" units="cm"/>
      <inkml:brushProperty name="height" value="0.05" units="cm"/>
      <inkml:brushProperty name="color" value="#E71224"/>
    </inkml:brush>
  </inkml:definitions>
  <inkml:trace contextRef="#ctx0" brushRef="#br0">1 188 24575,'0'-6'0,"-1"-1"0,2 1 0,-1-1 0,1 1 0,0-1 0,0 1 0,0-1 0,1 1 0,0 0 0,0 0 0,1 0 0,0 0 0,0 0 0,0 1 0,1-1 0,0 1 0,0 0 0,0 0 0,0 0 0,1 0 0,0 1 0,7-5 0,-4 3 0,0 0 0,0 1 0,0 0 0,1 0 0,0 1 0,0 0 0,0 0 0,1 1 0,10-2 0,-15 4 0,-1 0 0,1 0 0,0 1 0,0-1 0,0 1 0,0 0 0,0 1 0,0-1 0,0 1 0,0 0 0,0 0 0,0 0 0,-1 1 0,1 0 0,0 0 0,-1 0 0,1 0 0,-1 1 0,8 5 0,-9-3 0,0-1 0,-1 0 0,1 1 0,-1-1 0,0 1 0,0 0 0,0 0 0,-1 0 0,0 0 0,0 0 0,0 0 0,0 0 0,-1 0 0,0 0 0,0 0 0,0 0 0,-1 6 0,0-3 0,1 0 0,0 0 0,1 0 0,0 0 0,3 13 0,-3-19 0,0 0 0,0 0 0,0 0 0,0 0 0,0 0 0,0 0 0,1 0 0,-1 0 0,1-1 0,-1 1 0,1-1 0,0 1 0,0-1 0,0 1 0,0-1 0,0 0 0,0 0 0,0 0 0,0 0 0,0 0 0,0-1 0,0 1 0,5 0 0,-2 0 0,-1 0 0,1 0 0,0 0 0,-1 0 0,1 1 0,-1 0 0,1 0 0,-1 0 0,0 1 0,0-1 0,0 1 0,0 0 0,4 4 0,-7-5 0,0 0 0,0 0 0,0 1 0,0-1 0,0 0 0,0 1 0,-1-1 0,1 1 0,-1-1 0,1 1 0,-1-1 0,0 1 0,0-1 0,0 1 0,0-1 0,-1 1 0,1-1 0,-1 1 0,0-1 0,1 1 0,-1-1 0,0 0 0,0 0 0,-1 1 0,1-1 0,0 0 0,-2 2 0,-2 3 0,-1 0 0,1 0 0,-1 0 0,0-1 0,-1 0 0,1 0 0,-1-1 0,0 0 0,-1 0 0,1-1 0,-1 1 0,-10 2 0,3 0 0,-1-1 0,-1-1 0,1-1 0,-1 0 0,-23 2 0,36-6-114,1 1 1,-1-1-1,1 0 0,-1-1 0,1 1 1,-1 0-1,1-1 0,-1 0 0,1 0 1,0 0-1,-7-3 0,-7-8-6712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7.72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8.06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8.912"/>
    </inkml:context>
    <inkml:brush xml:id="br0">
      <inkml:brushProperty name="width" value="0.05" units="cm"/>
      <inkml:brushProperty name="height" value="0.05" units="cm"/>
      <inkml:brushProperty name="color" value="#E71224"/>
    </inkml:brush>
  </inkml:definitions>
  <inkml:trace contextRef="#ctx0" brushRef="#br0">0 48 24575,'5'0'0,"5"0"0,6 0 0,4-5 0,4-1 0,1 1 0,2 0 0,-5-3 0,0 1 0,-1 0 0,-3 2-8191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49.833"/>
    </inkml:context>
    <inkml:brush xml:id="br0">
      <inkml:brushProperty name="width" value="0.05" units="cm"/>
      <inkml:brushProperty name="height" value="0.05" units="cm"/>
      <inkml:brushProperty name="color" value="#E71224"/>
    </inkml:brush>
  </inkml:definitions>
  <inkml:trace contextRef="#ctx0" brushRef="#br0">340 0 24575,'-1'18'0,"-1"-1"0,-1 0 0,0 0 0,-1-1 0,-1 1 0,-1-1 0,0 0 0,-11 20 0,-75 117 0,89-149 0,-4 8 0,-1-1 0,-1-1 0,1 1 0,-2-2 0,-17 16 0,26-23 0,-1-1 0,0 1 0,0-1 0,0 0 0,0 1 0,0-1 0,0 0 0,0 0 0,0 0 0,-1 0 0,1-1 0,0 1 0,-1-1 0,1 1 0,0-1 0,-1 0 0,1 0 0,0 0 0,-1 0 0,1 0 0,-1-1 0,1 1 0,0-1 0,0 1 0,-1-1 0,1 0 0,0 0 0,0 0 0,0 0 0,0 0 0,0-1 0,0 1 0,0 0 0,0-1 0,0 0 0,1 1 0,-1-1 0,1 0 0,-3-3 0,-2-6 0,0 1 0,0-1 0,1-1 0,1 1 0,0 0 0,1-1 0,0 0 0,0 0 0,2 0 0,-1 0 0,1-1 0,1 1 0,0 0 0,1 0 0,4-21 0,-3 29 0,0 0 0,0 0 0,1 0 0,-1 0 0,1 1 0,0-1 0,0 1 0,0 0 0,0 0 0,1 0 0,-1 0 0,1 1 0,0-1 0,0 1 0,0 0 0,0 0 0,0 0 0,0 1 0,0-1 0,1 1 0,-1 0 0,0 0 0,1 1 0,-1-1 0,7 1 0,11-1 0,0 1 0,-1 1 0,41 7 0,-28-1 0,-1 2 0,0 1 0,52 25 0,-18-7 0,-65-27 0,1 1 0,0-1 0,0 0 0,0 0 0,0 0 0,1-1 0,-1 1 0,0-1 0,0 0 0,0 1 0,0-1 0,1-1 0,-1 1 0,0 0 0,0-1 0,0 0 0,0 1 0,0-1 0,4-2 0,-5 1 0,1 0 0,-1 0 0,0-1 0,0 1 0,0-1 0,0 0 0,0 1 0,-1-1 0,1 0 0,-1 0 0,1 0 0,-1 0 0,0 0 0,0 0 0,-1 0 0,1-1 0,-1 1 0,1-6 0,-1 5 0,0-1 0,0 1 0,0-1 0,-1 1 0,1 0 0,-1-1 0,0 1 0,-1 0 0,1-1 0,-1 1 0,1 0 0,-1 0 0,-1 0 0,1 0 0,0 1 0,-1-1 0,0 1 0,0-1 0,0 1 0,0 0 0,-1 0 0,1 0 0,-1 1 0,1-1 0,-1 1 0,0 0 0,0 0 0,-8-3 0,-6-2 0,0 1 0,0 1 0,0 0 0,0 2 0,-34-3 0,45 5-91,1 0 0,-1 0 0,0 1 0,1 0 0,-1 1 0,1-1 0,-1 1 0,1 0 0,-1 1 0,1 0 0,-1 0 0,1 0 0,0 1 0,-10 5 0,4 3-6735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50.994"/>
    </inkml:context>
    <inkml:brush xml:id="br0">
      <inkml:brushProperty name="width" value="0.05" units="cm"/>
      <inkml:brushProperty name="height" value="0.05" units="cm"/>
      <inkml:brushProperty name="color" value="#E71224"/>
    </inkml:brush>
  </inkml:definitions>
  <inkml:trace contextRef="#ctx0" brushRef="#br0">395 59 24575,'-32'56'0,"-3"-1"0,-2-2 0,-2-2 0,-69 70 0,106-118 0,-1 0 0,1-1 0,-1 1 0,1-1 0,-1 1 0,0-1 0,0 0 0,0 0 0,0 0 0,0-1 0,-1 1 0,1-1 0,0 0 0,-1 0 0,1 0 0,-1 0 0,1 0 0,-1-1 0,-4 0 0,5 0 0,0-1 0,0-1 0,0 1 0,0 0 0,0-1 0,1 1 0,-1-1 0,1 0 0,-1 0 0,1 0 0,-1 0 0,1 0 0,0-1 0,0 1 0,0-1 0,0 1 0,1-1 0,-1 0 0,1 1 0,-1-1 0,1 0 0,-1-4 0,-4-8 0,2 0 0,0 1 0,0-2 0,1 1 0,1 0 0,1 0 0,0-1 0,1 1 0,0-1 0,5-23 0,-4 33 0,0 0 0,1 0 0,0 0 0,0 0 0,1 0 0,-1 0 0,1 1 0,0-1 0,1 1 0,-1 0 0,1 0 0,7-6 0,-8 8 0,1 0 0,0 0 0,1 0 0,-1 1 0,0 0 0,1 0 0,-1 0 0,1 0 0,0 1 0,0 0 0,-1 0 0,1 0 0,0 0 0,0 1 0,0 0 0,0 0 0,9 1 0,4 3 0,0 0 0,0 1 0,-1 1 0,0 0 0,0 2 0,26 14 0,-30-14 0,0 0 0,1-1 0,0-1 0,0 0 0,0-1 0,0-1 0,1 0 0,0-1 0,0-1 0,0 0 0,19 0 0,-30-3 0,-1 0 0,1 0 0,-1 0 0,1-1 0,-1 1 0,1-1 0,-1 0 0,0 0 0,0 0 0,0 0 0,0-1 0,0 1 0,0-1 0,-1 1 0,1-1 0,-1 0 0,0 0 0,1-1 0,-2 1 0,1 0 0,0-1 0,-1 1 0,1-1 0,-1 1 0,0-1 0,0 1 0,0-1 0,0-7 0,-1 7 0,1 0 0,0 0 0,-1 1 0,0-1 0,0 0 0,0 0 0,-1 0 0,1 1 0,-1-1 0,0 0 0,0 0 0,0 1 0,0-1 0,-1 1 0,0-1 0,1 1 0,-1-1 0,0 1 0,-1 0 0,1 0 0,-1 0 0,1 0 0,-1 1 0,0-1 0,0 1 0,0-1 0,0 1 0,-5-2 0,1 1 11,-1 1 0,1-1 0,-1 2 0,1-1 0,-1 1 0,1 1-1,-1-1 1,1 1 0,-1 0 0,-14 3 0,18-2-85,0 0-1,-1 0 1,1 1 0,0-1 0,0 1-1,0 0 1,0 0 0,0 0 0,0 1-1,1-1 1,-1 1 0,1 0 0,0 0-1,0 0 1,0 1 0,0-1 0,0 1-1,1 0 1,-3 5 0,-4 11-6752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56.044"/>
    </inkml:context>
    <inkml:brush xml:id="br0">
      <inkml:brushProperty name="width" value="0.05" units="cm"/>
      <inkml:brushProperty name="height" value="0.05" units="cm"/>
      <inkml:brushProperty name="color" value="#33CCFF"/>
    </inkml:brush>
  </inkml:definitions>
  <inkml:trace contextRef="#ctx0" brushRef="#br0">1 0 24575,'4'0'0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59.396"/>
    </inkml:context>
    <inkml:brush xml:id="br0">
      <inkml:brushProperty name="width" value="0.05" units="cm"/>
      <inkml:brushProperty name="height" value="0.05" units="cm"/>
      <inkml:brushProperty name="color" value="#33CCFF"/>
    </inkml:brush>
  </inkml:definitions>
  <inkml:trace contextRef="#ctx0" brushRef="#br0">397 1 24575,'-5'0'0,"-5"0"0,-6 4 0,0 6 0,-6 10 0,-4 6 0,-2 8 0,-4 6 0,2 6 0,-2 3 0,0 3 0,-3-4 0,4 0 0,-2-5 0,5-5 0,8-9-8191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0:59.866"/>
    </inkml:context>
    <inkml:brush xml:id="br0">
      <inkml:brushProperty name="width" value="0.05" units="cm"/>
      <inkml:brushProperty name="height" value="0.05" units="cm"/>
      <inkml:brushProperty name="color" value="#33CCFF"/>
    </inkml:brush>
  </inkml:definitions>
  <inkml:trace contextRef="#ctx0" brushRef="#br0">1 0 24575,'4'9'0,"7"7"0,9 10 0,10 14 0,10 8 0,6 6 0,0 2 0,0 4 0,-2-3 0,-5-7 0,-4-7 0,-4-7 0,-8-6 0,-6-2 0,-3-7 0,-4-2 0,2-5 0,-2-4-8191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00.975"/>
    </inkml:context>
    <inkml:brush xml:id="br0">
      <inkml:brushProperty name="width" value="0.05" units="cm"/>
      <inkml:brushProperty name="height" value="0.05" units="cm"/>
      <inkml:brushProperty name="color" value="#33CCFF"/>
    </inkml:brush>
  </inkml:definitions>
  <inkml:trace contextRef="#ctx0" brushRef="#br0">1 101 24575,'4'0'0,"2"-5"0,4-1 0,5 0 0,4 2 0,4-4 0,1 0 0,-2-3 0,-1 1 0,0 1 0,-3-2 0,-1 1 0,2 3 0,-3 1-8191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02.006"/>
    </inkml:context>
    <inkml:brush xml:id="br0">
      <inkml:brushProperty name="width" value="0.05" units="cm"/>
      <inkml:brushProperty name="height" value="0.05" units="cm"/>
      <inkml:brushProperty name="color" value="#33CCFF"/>
    </inkml:brush>
  </inkml:definitions>
  <inkml:trace contextRef="#ctx0" brushRef="#br0">86 1 24575,'-1'57'0,"3"65"0,-2-120 0,0 0 0,0-1 0,0 1 0,0 0 0,1-1 0,-1 1 0,0-1 0,1 1 0,0 0 0,-1-1 0,1 1 0,0-1 0,0 1 0,-1-1 0,1 0 0,0 1 0,1-1 0,0 2 0,-1-3 0,0 1 0,0-1 0,1 0 0,-1 1 0,0-1 0,0 0 0,0 0 0,0 0 0,0 0 0,0 0 0,0 0 0,0 0 0,0 0 0,1 0 0,-1-1 0,0 1 0,0 0 0,0-1 0,0 1 0,0-1 0,1 0 0,8-6 0,1 0 0,-2 0 0,1-1 0,10-12 0,7-4 0,-21 19 0,1 2 0,-1-1 0,1 1 0,0 0 0,0 0 0,0 1 0,0-1 0,0 2 0,11-2 0,-16 2 0,0 1 0,1 0 0,-1 0 0,0 0 0,0 1 0,0-1 0,0 0 0,1 1 0,-1 0 0,0-1 0,0 1 0,0 0 0,0 0 0,0 0 0,0 0 0,-1 0 0,1 1 0,0-1 0,0 0 0,-1 1 0,1 0 0,-1-1 0,0 1 0,1 0 0,-1 0 0,0-1 0,0 1 0,0 0 0,0 0 0,0 0 0,0 0 0,-1 1 0,1-1 0,-1 0 0,1 3 0,0 2 0,0-1 0,0 1 0,0 0 0,-1 0 0,0 0 0,0-1 0,-1 1 0,0 0 0,0 0 0,-1-1 0,1 1 0,-1-1 0,-1 1 0,1-1 0,-1 0 0,0 0 0,-1 0 0,-5 7 0,1-4 0,-1 0 0,-1 0 0,0 0 0,0-2 0,-1 1 0,1-1 0,-2-1 0,-20 10 0,-8 3-455,-1-3 0,-48 14 0,52-21-6371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2.932"/>
    </inkml:context>
    <inkml:brush xml:id="br0">
      <inkml:brushProperty name="width" value="0.05" units="cm"/>
      <inkml:brushProperty name="height" value="0.05" units="cm"/>
      <inkml:brushProperty name="color" value="#33CCFF"/>
    </inkml:brush>
  </inkml:definitions>
  <inkml:trace contextRef="#ctx0" brushRef="#br0">0 58 24575,'4'0'0,"7"0"0,5 0 0,8 0 0,6 0 0,1 0 0,0 0 0,-1 0 0,-5-4 0,-3-2 0,-1 1 0,1 0 0,1 2 0,-4-4 0,0 0 0,1-3 0,-3 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08.011"/>
    </inkml:context>
    <inkml:brush xml:id="br0">
      <inkml:brushProperty name="width" value="0.05" units="cm"/>
      <inkml:brushProperty name="height" value="0.05" units="cm"/>
      <inkml:brushProperty name="color" value="#33CCFF"/>
    </inkml:brush>
  </inkml:definitions>
  <inkml:trace contextRef="#ctx0" brushRef="#br0">277 1 24575,'-2'34'0,"0"0"0,-3 0 0,0-1 0,-13 40 0,-51 129 0,15-48 0,-3 72 0,22-78 0,14-86-1365,13-41-5461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08.509"/>
    </inkml:context>
    <inkml:brush xml:id="br0">
      <inkml:brushProperty name="width" value="0.05" units="cm"/>
      <inkml:brushProperty name="height" value="0.05" units="cm"/>
      <inkml:brushProperty name="color" value="#33CCFF"/>
    </inkml:brush>
  </inkml:definitions>
  <inkml:trace contextRef="#ctx0" brushRef="#br0">0 0 24575,'5'9'0,"9"7"0,12 10 0,10 10 0,8 2 0,6 4 0,2-1 0,1 6 0,6-1 0,1 1 0,-1 1 0,-2-3 0,-1 0 0,-6-4 0,-12-9-8191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6.172"/>
    </inkml:context>
    <inkml:brush xml:id="br0">
      <inkml:brushProperty name="width" value="0.05" units="cm"/>
      <inkml:brushProperty name="height" value="0.05" units="cm"/>
      <inkml:brushProperty name="color" value="#33CCFF"/>
    </inkml:brush>
  </inkml:definitions>
  <inkml:trace contextRef="#ctx0" brushRef="#br0">1 0 24575,'0'10'0,"0"-1"0,0 1 0,1-1 0,1 1 0,0-1 0,0 0 0,0 0 0,1 1 0,1-2 0,-1 1 0,8 12 0,-1 1 0,-9-17 0,1-1 0,-1 0 0,1-1 0,0 1 0,0 0 0,1 0 0,2 3 0,-4-6 0,0 0 0,0 0 0,0-1 0,0 1 0,0-1 0,1 1 0,-1-1 0,0 1 0,0-1 0,0 1 0,0-1 0,1 0 0,-1 0 0,0 0 0,0 0 0,1 0 0,-1 0 0,0 0 0,0 0 0,0 0 0,1 0 0,-1-1 0,0 1 0,0 0 0,0-1 0,0 1 0,1-1 0,-1 0 0,0 1 0,1-2 0,12-7 0,-1 0 0,0-1 0,19-19 0,-22 20 0,0 0 0,0 0 0,1 0 0,0 1 0,1 1 0,16-8 0,-13 9 0,0 0 0,0 1 0,1 1 0,-1 0 0,1 1 0,0 1 0,19-1 0,-30 3 0,-1 0 0,1 0 0,0 1 0,-1-1 0,1 1 0,-1 0 0,1 1 0,-1-1 0,0 1 0,1-1 0,-1 1 0,0 1 0,0-1 0,0 1 0,0-1 0,-1 1 0,1 0 0,-1 0 0,1 1 0,-1-1 0,0 1 0,-1-1 0,1 1 0,-1 0 0,1 0 0,-1 0 0,0 1 0,2 8 0,-1-6 0,-1 1 0,0-1 0,0 1 0,-1 0 0,0-1 0,-1 1 0,0 0 0,0 0 0,0 0 0,-1 0 0,-1-1 0,1 1 0,-1 0 0,0-1 0,-1 1 0,1-1 0,-2 0 0,1 0 0,-6 8 0,1-4 0,-1-1 0,0 1 0,0-2 0,-1 1 0,-1-1 0,0-1 0,0 0 0,0-1 0,-1 0 0,-14 7 0,11-6-151,0-1-1,0 0 0,-1-1 0,0 0 1,0-2-1,0 0 0,-1 0 1,-16 0-1,11-3-6674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7.130"/>
    </inkml:context>
    <inkml:brush xml:id="br0">
      <inkml:brushProperty name="width" value="0.05" units="cm"/>
      <inkml:brushProperty name="height" value="0.05" units="cm"/>
      <inkml:brushProperty name="color" value="#33CCFF"/>
    </inkml:brush>
  </inkml:definitions>
  <inkml:trace contextRef="#ctx0" brushRef="#br0">1 156 24575,'4'-4'0,"6"-2"0,6 1 0,4-4 0,8-5 0,4 1 0,0 2 0,0 2 0,2 0 0,1-4 0,-2 0 0,-1 3 0,-3-2 0,-1 1 0,-1 3 0,-1 3 0,-5 1-8191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8.734"/>
    </inkml:context>
    <inkml:brush xml:id="br0">
      <inkml:brushProperty name="width" value="0.05" units="cm"/>
      <inkml:brushProperty name="height" value="0.05" units="cm"/>
      <inkml:brushProperty name="color" value="#33CCFF"/>
    </inkml:brush>
  </inkml:definitions>
  <inkml:trace contextRef="#ctx0" brushRef="#br0">472 1 24575,'0'30'0,"-1"1"0,-2-1 0,-1 1 0,-1-1 0,-2 0 0,-1-1 0,-2 0 0,0 0 0,-19 35 0,9-26 0,-1-1 0,-31 41 0,44-67 0,-1 0 0,0-1 0,0 0 0,-1 0 0,-1-1 0,0 0 0,0-1 0,-1 0 0,0-1 0,-22 10 0,30-15 0,0-1 0,0 1 0,0-1 0,0 0 0,-1 0 0,1 0 0,0-1 0,0 1 0,-1-1 0,1 0 0,0-1 0,0 1 0,-1-1 0,1 1 0,0-1 0,0 0 0,0-1 0,0 1 0,0-1 0,0 0 0,0 0 0,1 0 0,-1 0 0,1-1 0,-1 1 0,1-1 0,0 0 0,0 0 0,0 0 0,0-1 0,1 1 0,-1-1 0,1 1 0,0-1 0,0 0 0,-2-7 0,-3-5 0,2-1 0,0 0 0,1 0 0,1 0 0,0-1 0,1 1 0,1-28 0,1 38 0,0 0 0,0 0 0,1 0 0,-1 0 0,2 1 0,-1-1 0,1 0 0,0 1 0,0-1 0,1 1 0,0 0 0,0-1 0,1 1 0,-1 1 0,1-1 0,0 1 0,1-1 0,-1 1 0,1 0 0,0 1 0,1-1 0,-1 1 0,1 0 0,0 0 0,0 1 0,0 0 0,0 0 0,0 0 0,1 1 0,-1 0 0,1 0 0,11-1 0,2 0 0,-1 1 0,1 0 0,-1 2 0,1 1 0,-1 0 0,1 1 0,-1 1 0,0 1 0,0 1 0,0 1 0,26 11 0,-2 3 0,0 3 0,-1 1 0,55 43 0,-68-44-1365,-9-3-5461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9.269"/>
    </inkml:context>
    <inkml:brush xml:id="br0">
      <inkml:brushProperty name="width" value="0.05" units="cm"/>
      <inkml:brushProperty name="height" value="0.05" units="cm"/>
      <inkml:brushProperty name="color" value="#33CCFF"/>
    </inkml:brush>
  </inkml:definitions>
  <inkml:trace contextRef="#ctx0" brushRef="#br0">0 1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19.707"/>
    </inkml:context>
    <inkml:brush xml:id="br0">
      <inkml:brushProperty name="width" value="0.05" units="cm"/>
      <inkml:brushProperty name="height" value="0.05" units="cm"/>
      <inkml:brushProperty name="color" value="#33CCFF"/>
    </inkml:brush>
  </inkml:definitions>
  <inkml:trace contextRef="#ctx0" brushRef="#br0">0 0 24575,'5'5'0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1.305"/>
    </inkml:context>
    <inkml:brush xml:id="br0">
      <inkml:brushProperty name="width" value="0.05" units="cm"/>
      <inkml:brushProperty name="height" value="0.05" units="cm"/>
      <inkml:brushProperty name="color" value="#33CCFF"/>
    </inkml:brush>
  </inkml:definitions>
  <inkml:trace contextRef="#ctx0" brushRef="#br0">1 11 24575,'4'0'0,"6"0"0,6 0 0,4 0 0,4 0 0,1 0 0,2 0 0,-4-5 0,-7-1-8191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2.339"/>
    </inkml:context>
    <inkml:brush xml:id="br0">
      <inkml:brushProperty name="width" value="0.05" units="cm"/>
      <inkml:brushProperty name="height" value="0.05" units="cm"/>
      <inkml:brushProperty name="color" value="#33CCFF"/>
    </inkml:brush>
  </inkml:definitions>
  <inkml:trace contextRef="#ctx0" brushRef="#br0">321 1 24575,'1'0'0,"0"0"0,0 1 0,1-1 0,-1 1 0,0-1 0,0 1 0,0 0 0,0 0 0,0-1 0,0 1 0,0 0 0,0 0 0,0 0 0,-1 0 0,1 0 0,0 0 0,0 0 0,-1 0 0,1 0 0,-1 0 0,1 0 0,-1 1 0,1-1 0,-1 0 0,0 0 0,0 0 0,1 1 0,-1-1 0,0 0 0,0 0 0,0 1 0,0-1 0,-1 0 0,1 0 0,0 1 0,-1 1 0,-10 48 0,-2-22 0,-1 0 0,-1-1 0,-2 0 0,-1-2 0,-1 0 0,-1-1 0,-41 39 0,56-59 0,0-1 0,0 0 0,-1 0 0,1 0 0,-1-1 0,0 0 0,0 0 0,0 0 0,0-1 0,0 0 0,-13 3 0,17-5 0,-1 0 0,1 0 0,0 0 0,-1-1 0,1 1 0,-1 0 0,1-1 0,0 0 0,-1 0 0,1 1 0,0-1 0,0-1 0,0 1 0,0 0 0,0 0 0,0-1 0,0 1 0,0-1 0,0 0 0,0 0 0,1 1 0,-1-1 0,1 0 0,0 0 0,-1 0 0,1-1 0,0 1 0,0 0 0,0 0 0,1-1 0,-1 1 0,0 0 0,1-1 0,-1-2 0,-3-12 0,1 0 0,1-1 0,0 1 0,2-1 0,-1 1 0,2-1 0,1 1 0,0-1 0,6-23 0,-6 38 0,-1 1 0,1 0 0,-1-1 0,1 1 0,0 0 0,0 0 0,0 0 0,0 0 0,0 0 0,0 0 0,1 1 0,-1-1 0,1 1 0,-1 0 0,1 0 0,-1 0 0,1 0 0,0 0 0,-1 0 0,1 1 0,0-1 0,0 1 0,0-1 0,-1 1 0,1 0 0,0 1 0,0-1 0,0 0 0,-1 1 0,5 1 0,12 1 0,-1 2 0,1 0 0,20 10 0,-33-13 0,33 15 0,0 3 0,63 42 0,-60-35 0,69 34 0,-106-59 0,1 1 0,-1 0 0,0-1 0,1 0 0,0-1 0,-1 1 0,1-1 0,0 0 0,0 0 0,0-1 0,-1 0 0,1 0 0,0 0 0,0-1 0,0 0 0,0 0 0,-1 0 0,1-1 0,0 0 0,-1 0 0,1 0 0,-1 0 0,0-1 0,0 0 0,0-1 0,0 1 0,-1-1 0,1 1 0,-1-1 0,0-1 0,0 1 0,0-1 0,-1 1 0,1-1 0,-1 0 0,0 0 0,-1-1 0,1 1 0,2-9 0,-2 7 0,-1 1 0,1-1 0,-1 0 0,0 1 0,-1-1 0,0 0 0,0 0 0,0-1 0,-1 1 0,0 0 0,-1 0 0,1 0 0,-1 0 0,-1 0 0,1 0 0,-1 0 0,0 1 0,-4-8 0,3 8 0,-1 0 0,0 1 0,0 0 0,0 0 0,0 0 0,-1 0 0,0 0 0,0 1 0,-1 0 0,1 0 0,-1 1 0,1 0 0,-1-1 0,0 2 0,-1-1 0,1 1 0,0 0 0,-1 0 0,-8-1 0,-24-1-12,0 0 0,-1 3 0,-57 5 0,21-1-1305,52-3-5509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3.108"/>
    </inkml:context>
    <inkml:brush xml:id="br0">
      <inkml:brushProperty name="width" value="0.05" units="cm"/>
      <inkml:brushProperty name="height" value="0.05" units="cm"/>
      <inkml:brushProperty name="color" value="#33CCFF"/>
    </inkml:brush>
  </inkml:definitions>
  <inkml:trace contextRef="#ctx0" brushRef="#br0">1 0 24575,'0'5'0,"4"5"0,2 10 0,4 6 0,5 4 0,4 4 0,3 2 0,-2-2 0,-4-1 0,-1-2 0,-2-7-8191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3.438"/>
    </inkml:context>
    <inkml:brush xml:id="br0">
      <inkml:brushProperty name="width" value="0.05" units="cm"/>
      <inkml:brushProperty name="height" value="0.05" units="cm"/>
      <inkml:brushProperty name="color" value="#33CCFF"/>
    </inkml:brush>
  </inkml:definitions>
  <inkml:trace contextRef="#ctx0" brushRef="#br0">1 1 24575,'0'0'-8191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4.063"/>
    </inkml:context>
    <inkml:brush xml:id="br0">
      <inkml:brushProperty name="width" value="0.05" units="cm"/>
      <inkml:brushProperty name="height" value="0.05" units="cm"/>
      <inkml:brushProperty name="color" value="#33CCFF"/>
    </inkml:brush>
  </inkml:definitions>
  <inkml:trace contextRef="#ctx0" brushRef="#br0">0 0 24575,'4'5'0,"11"9"0,2 17 0,8 11 0,3 8 0,-3-1 0,-1 0 0,0-3 0,-5-2 0,-4-2 0,-2-6 0,-2-3 0,-3-4 0,-4-1 0,3-6 0,0-3 0,-1-4-8191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5.173"/>
    </inkml:context>
    <inkml:brush xml:id="br0">
      <inkml:brushProperty name="width" value="0.05" units="cm"/>
      <inkml:brushProperty name="height" value="0.05" units="cm"/>
      <inkml:brushProperty name="color" value="#33CCFF"/>
    </inkml:brush>
  </inkml:definitions>
  <inkml:trace contextRef="#ctx0" brushRef="#br0">1 137 24575,'0'-6'0,"1"0"0,0 0 0,1 0 0,-1 0 0,1 1 0,0-1 0,1 1 0,-1-1 0,1 1 0,0 0 0,0 0 0,1 0 0,0 0 0,-1 1 0,2-1 0,-1 1 0,0 0 0,1 0 0,0 1 0,9-6 0,-9 5 0,1 1 0,-1 0 0,1 0 0,0 1 0,0-1 0,0 1 0,0 1 0,1-1 0,-1 1 0,0 0 0,1 0 0,-1 1 0,1 0 0,-1 0 0,0 0 0,1 1 0,-1 0 0,0 0 0,8 3 0,-11-3 0,-1 0 0,0 1 0,0-1 0,0 0 0,0 1 0,0-1 0,0 1 0,-1-1 0,1 1 0,0 0 0,-1 0 0,1 0 0,-1 0 0,0 0 0,0 0 0,0 0 0,0 0 0,0 0 0,1 4 0,3 50 0,-5-51 0,-1 0 0,1 0 0,0 0 0,0 0 0,1 0 0,-1 0 0,1-1 0,0 1 0,1 0 0,-1 0 0,1-1 0,0 1 0,0-1 0,0 1 0,0-1 0,1 0 0,6 7 0,28 14 0,-33-23 0,0-1 0,-1 1 0,1 1 0,0-1 0,-1 0 0,1 1 0,-1 0 0,0 0 0,0 0 0,0 0 0,0 0 0,-1 0 0,1 1 0,-1 0 0,0-1 0,0 1 0,0 0 0,0 0 0,-1 0 0,0 0 0,2 7 0,-2-3 0,-1 0 0,1-1 0,-1 1 0,-1 0 0,0-1 0,0 1 0,0 0 0,-1-1 0,0 1 0,-1-1 0,-6 14 0,8-18 0,-1 0 0,0 1 0,0-1 0,0 0 0,-1 0 0,1 0 0,-1-1 0,1 1 0,-1 0 0,0-1 0,0 0 0,0 0 0,-1 0 0,1 0 0,0 0 0,-1 0 0,1-1 0,-1 0 0,1 0 0,-1 0 0,0 0 0,1 0 0,-1-1 0,0 0 0,0 0 0,-4 0 0,6 0-57,-1-1 0,1 0 1,-1 0-1,1 0 0,-1 0 0,1 0 0,0 0 0,-1-1 0,1 1 0,0-1 0,0 1 1,0-1-1,0 0 0,1 0 0,-1 0 0,0 0 0,1 0 0,-1 0 0,1 0 1,0-1-1,0 1 0,0 0 0,-2-6 0,-4-13-6769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5.578"/>
    </inkml:context>
    <inkml:brush xml:id="br0">
      <inkml:brushProperty name="width" value="0.05" units="cm"/>
      <inkml:brushProperty name="height" value="0.05" units="cm"/>
      <inkml:brushProperty name="color" value="#33CCFF"/>
    </inkml:brush>
  </inkml:definitions>
  <inkml:trace contextRef="#ctx0" brushRef="#br0">0 1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6.870"/>
    </inkml:context>
    <inkml:brush xml:id="br0">
      <inkml:brushProperty name="width" value="0.05" units="cm"/>
      <inkml:brushProperty name="height" value="0.05" units="cm"/>
      <inkml:brushProperty name="color" value="#33CCFF"/>
    </inkml:brush>
  </inkml:definitions>
  <inkml:trace contextRef="#ctx0" brushRef="#br0">0 26 24575,'5'0'0,"0"-4"0,1-6 0,-2-2-8191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7.856"/>
    </inkml:context>
    <inkml:brush xml:id="br0">
      <inkml:brushProperty name="width" value="0.05" units="cm"/>
      <inkml:brushProperty name="height" value="0.05" units="cm"/>
      <inkml:brushProperty name="color" value="#33CCFF"/>
    </inkml:brush>
  </inkml:definitions>
  <inkml:trace contextRef="#ctx0" brushRef="#br0">0 141 24575,'5'0'0,"5"0"0,10-5 0,6-5 0,8-1 0,6-4 0,1 2 0,-2-2 0,-3 1 0,-3-1 0,-4 3 0,-1 2 0,-2-1 0,-5 1-8191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28.698"/>
    </inkml:context>
    <inkml:brush xml:id="br0">
      <inkml:brushProperty name="width" value="0.05" units="cm"/>
      <inkml:brushProperty name="height" value="0.05" units="cm"/>
      <inkml:brushProperty name="color" value="#33CCFF"/>
    </inkml:brush>
  </inkml:definitions>
  <inkml:trace contextRef="#ctx0" brushRef="#br0">0 0 24575,'2'27'0,"0"0"0,2-1 0,1 0 0,1 0 0,2 0 0,0-1 0,2 0 0,20 39 0,-28-61 0,-1 1 0,1-1 0,0 1 0,0-1 0,0 0 0,0 0 0,1 0 0,-1 0 0,1-1 0,0 1 0,0-1 0,0 1 0,0-1 0,0 0 0,0 0 0,7 2 0,-7-3 0,0-1 0,0 0 0,0 0 0,-1 0 0,1 0 0,0-1 0,0 1 0,0-1 0,0 0 0,0 1 0,0-1 0,-1-1 0,1 1 0,0 0 0,-1-1 0,1 1 0,-1-1 0,1 0 0,-1 0 0,0 0 0,3-3 0,5-3 0,0 0 0,0 0 0,1 1 0,0 1 0,1 0 0,15-6 0,-21 9 0,1 1 0,-1 0 0,1 0 0,0 1 0,0 0 0,0 0 0,-1 0 0,1 1 0,0 0 0,0 1 0,0-1 0,0 1 0,9 3 0,-13-2 0,0-1 0,0 1 0,0 0 0,0 0 0,-1 1 0,1-1 0,-1 1 0,0-1 0,1 1 0,-1 0 0,-1 0 0,1-1 0,0 2 0,-1-1 0,1 0 0,-1 0 0,0 0 0,0 1 0,0-1 0,0 0 0,-1 1 0,0-1 0,1 0 0,-1 1 0,0-1 0,-1 6 0,1 2 0,-1-1 0,0 0 0,-1 1 0,0-1 0,0 0 0,-1 0 0,-7 18 0,3-17 14,0 0-1,-1 0 0,-1-1 0,1 0 1,-2 0-1,1-1 0,-1 0 1,-21 14-1,10-9-384,-1-1-1,0-1 1,-43 17 0,44-23-6455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43.326"/>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57.761"/>
    </inkml:context>
    <inkml:brush xml:id="br0">
      <inkml:brushProperty name="width" value="0.05" units="cm"/>
      <inkml:brushProperty name="height" value="0.05" units="cm"/>
      <inkml:brushProperty name="color" value="#E71224"/>
    </inkml:brush>
  </inkml:definitions>
  <inkml:trace contextRef="#ctx0" brushRef="#br0">597 0 24575,'-127'311'0,"100"-249"0,-173 308 0,86-171 0,72-119 6,-37 65-1377,72-135-5455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58.262"/>
    </inkml:context>
    <inkml:brush xml:id="br0">
      <inkml:brushProperty name="width" value="0.05" units="cm"/>
      <inkml:brushProperty name="height" value="0.05" units="cm"/>
      <inkml:brushProperty name="color" value="#E71224"/>
    </inkml:brush>
  </inkml:definitions>
  <inkml:trace contextRef="#ctx0" brushRef="#br0">0 0 24575,'24'15'0,"-2"1"0,0 0 0,-1 2 0,0 0 0,25 31 0,16 13 0,380 296 0,-383-314 0,-49-35-195,1-2 0,0 1 0,0-1 0,0-1 0,1 0 0,16 6 0,-6-7-6631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1:59.173"/>
    </inkml:context>
    <inkml:brush xml:id="br0">
      <inkml:brushProperty name="width" value="0.05" units="cm"/>
      <inkml:brushProperty name="height" value="0.05" units="cm"/>
      <inkml:brushProperty name="color" value="#E71224"/>
    </inkml:brush>
  </inkml:definitions>
  <inkml:trace contextRef="#ctx0" brushRef="#br0">110 1 24575,'-2'0'0,"-1"0"0,1 1 0,0-1 0,-1 0 0,1 1 0,0 0 0,0 0 0,-1 0 0,1 0 0,0 0 0,0 0 0,0 0 0,0 0 0,0 1 0,1-1 0,-1 1 0,0 0 0,-1 1 0,-1 3 0,0-1 0,0 1 0,1 0 0,-1 0 0,1 0 0,-2 9 0,-3 8 0,2 2 0,-5 35 0,11-59 0,-9 71 0,4 0 0,2 0 0,13 122 0,-9-176 0,2 0 0,0 0 0,1 0 0,1-1 0,1 1 0,0-1 0,13 24 0,-14-33 0,-1-1 0,1-1 0,0 1 0,0-1 0,1 0 0,0 0 0,0 0 0,0-1 0,1 0 0,0 0 0,0-1 0,0 0 0,0 0 0,1-1 0,-1 1 0,1-2 0,0 1 0,14 2 0,24 1 0,0-2 0,0-2 0,86-7 0,-128 4 0,0 1 0,0-1 0,0 1 0,-1-1 0,1 0 0,0 0 0,0-1 0,0 1 0,-1-1 0,1 0 0,-1 0 0,1 0 0,-1 0 0,0-1 0,0 1 0,0-1 0,0 0 0,0 0 0,-1 0 0,1 0 0,-1 0 0,0-1 0,3-5 0,-2 1 0,-1 1 0,1-1 0,-2 0 0,1 0 0,-1-1 0,0 1 0,-1 0 0,0 0 0,0 0 0,-3-13 0,2 16 0,0 1 0,0 0 0,-1-1 0,0 1 0,0 0 0,0 0 0,-1 0 0,1 0 0,-1 0 0,0 0 0,0 1 0,0 0 0,-1-1 0,1 1 0,-1 0 0,1 1 0,-1-1 0,-5-2 0,-12-7 0,0 2 0,-31-12 0,22 10 0,17 7 0,0-1 0,-1 2 0,0 0 0,1 1 0,-29-4 0,34 7 0,1 0 0,-1 0 0,1 1 0,-1 0 0,1 0 0,-1 1 0,1 0 0,0 0 0,0 0 0,0 1 0,0 1 0,-12 6 0,-5 6-1365,2-2-5461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04.568"/>
    </inkml:context>
    <inkml:brush xml:id="br0">
      <inkml:brushProperty name="width" value="0.05" units="cm"/>
      <inkml:brushProperty name="height" value="0.05" units="cm"/>
      <inkml:brushProperty name="color" value="#E71224"/>
    </inkml:brush>
  </inkml:definitions>
  <inkml:trace contextRef="#ctx0" brushRef="#br0">611 0 24575,'-7'2'0,"0"0"0,1 0 0,-1 1 0,1-1 0,0 2 0,0-1 0,0 1 0,0-1 0,1 2 0,-1-1 0,1 1 0,0-1 0,-6 9 0,-5 2 0,-36 35 0,2 3 0,3 2 0,-61 90 0,-99 195 0,183-296-1365,6-9-5461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05.054"/>
    </inkml:context>
    <inkml:brush xml:id="br0">
      <inkml:brushProperty name="width" value="0.05" units="cm"/>
      <inkml:brushProperty name="height" value="0.05" units="cm"/>
      <inkml:brushProperty name="color" value="#E71224"/>
    </inkml:brush>
  </inkml:definitions>
  <inkml:trace contextRef="#ctx0" brushRef="#br0">598 1 24575,'-4'1'0,"0"1"0,0-1 0,0 1 0,0 0 0,0 1 0,1-1 0,-1 1 0,1-1 0,0 1 0,0 0 0,0 1 0,0-1 0,0 0 0,-3 6 0,-6 5 0,-103 106 0,5-9 0,-162 217 0,245-282-1365,21-28-5461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35.687"/>
    </inkml:context>
    <inkml:brush xml:id="br0">
      <inkml:brushProperty name="width" value="0.05" units="cm"/>
      <inkml:brushProperty name="height" value="0.05" units="cm"/>
      <inkml:brushProperty name="color" value="#E71224"/>
    </inkml:brush>
  </inkml:definitions>
  <inkml:trace contextRef="#ctx0" brushRef="#br0">1 48 24575,'8'0'0,"9"0"0,4 0 0,8 0 0,4 0 0,0 0 0,-1 0 0,-6-5 0,2-1 0,0 1 0,0-4 0,-1 0 0,1 1 0,-6 3-8191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36.410"/>
    </inkml:context>
    <inkml:brush xml:id="br0">
      <inkml:brushProperty name="width" value="0.05" units="cm"/>
      <inkml:brushProperty name="height" value="0.05" units="cm"/>
      <inkml:brushProperty name="color" value="#E71224"/>
    </inkml:brush>
  </inkml:definitions>
  <inkml:trace contextRef="#ctx0" brushRef="#br0">3 1 24575,'-1'35'0,"0"1"0,1 1 0,1 0 0,2-1 0,2 1 0,1-1 0,15 47 0,-20-81 0,-1 1 0,1-1 0,0 0 0,0 0 0,0 0 0,0 0 0,0 0 0,0 0 0,1 0 0,-1 0 0,1 0 0,-1 0 0,1-1 0,0 1 0,0-1 0,-1 1 0,1-1 0,0 0 0,0 0 0,0 0 0,1 0 0,-1 0 0,0 0 0,0 0 0,0-1 0,1 1 0,-1-1 0,0 0 0,1 0 0,-1 1 0,0-1 0,1-1 0,-1 1 0,0 0 0,1-1 0,1 0 0,9-3 0,-1-1 0,0-1 0,0 0 0,0 0 0,15-12 0,14-7 0,-28 17 0,2 1 0,-1 0 0,1 1 0,0 1 0,0 0 0,0 1 0,1 1 0,0 0 0,0 1 0,-1 1 0,1 0 0,0 1 0,24 3 0,-35-1 0,0 0 0,0 0 0,0 0 0,0 0 0,0 1 0,0 0 0,-1 0 0,1 0 0,-1 0 0,0 1 0,0 0 0,0-1 0,-1 2 0,1-1 0,-1 0 0,0 1 0,0-1 0,0 1 0,-1 0 0,0 0 0,0 0 0,0 0 0,1 6 0,-1-5 0,0 1 0,-1-1 0,0 0 0,0 1 0,-1-1 0,0 1 0,0-1 0,0 1 0,-1-1 0,0 0 0,0 1 0,0-1 0,-1 0 0,0 0 0,0 0 0,-1 0 0,0 0 0,0 0 0,-4 5 0,3-5 7,-1-1-1,0 1 1,-1-1 0,1-1-1,-1 1 1,0-1-1,0 0 1,-1 0 0,1-1-1,-1 1 1,0-2-1,0 1 1,0-1 0,-14 3-1,-1-2-238,-1-1-1,0-1 1,-33-3 0,36 1-303,-6 0-6291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38.181"/>
    </inkml:context>
    <inkml:brush xml:id="br0">
      <inkml:brushProperty name="width" value="0.05" units="cm"/>
      <inkml:brushProperty name="height" value="0.05" units="cm"/>
      <inkml:brushProperty name="color" value="#E71224"/>
    </inkml:brush>
  </inkml:definitions>
  <inkml:trace contextRef="#ctx0" brushRef="#br0">112 1 24575,'-3'0'0,"0"0"0,0 0 0,0 1 0,0-1 0,0 1 0,0 0 0,0 0 0,0 0 0,0 0 0,1 0 0,-1 1 0,0-1 0,1 1 0,-1 0 0,1 0 0,-1 0 0,-1 2 0,0 1 0,0 0 0,0 0 0,1 0 0,0 1 0,0-1 0,0 1 0,-3 11 0,-1 4 0,2 1 0,1 0 0,-2 36 0,1 19 0,3 0 0,14 142 0,-8-196 0,1-1 0,1 0 0,0 0 0,2 0 0,1-1 0,0 0 0,2 0 0,0-1 0,1-1 0,20 24 0,-24-33 0,0-1 0,0 0 0,0-1 0,1 0 0,1 0 0,-1-1 0,1 0 0,1-1 0,-1 0 0,1 0 0,0-1 0,0-1 0,0 0 0,1 0 0,0-1 0,-1-1 0,1 0 0,0-1 0,0 0 0,0 0 0,19-3 0,-25 1 0,0 0 0,1-1 0,-1 0 0,0-1 0,0 1 0,-1-1 0,1 0 0,-1-1 0,1 1 0,-1-1 0,0 0 0,0 0 0,0-1 0,-1 0 0,0 1 0,0-1 0,0-1 0,0 1 0,-1 0 0,0-1 0,0 0 0,-1 0 0,1 0 0,-1 0 0,2-10 0,-3 10 0,1 1 0,-1-1 0,0 0 0,-1 0 0,1 0 0,-1 0 0,0 1 0,-1-1 0,1 0 0,-1 0 0,0 0 0,-1 0 0,1 1 0,-1-1 0,0 1 0,-1-1 0,1 1 0,-1 0 0,0 0 0,-1 0 0,1 0 0,-1 1 0,0-1 0,0 1 0,0 0 0,-1 0 0,-8-6 0,-2 2 11,1 1 0,-1 1 0,-1 0 0,1 1 0,-1 0 0,0 1-1,0 1 1,0 1 0,-1 0 0,-18 1 0,22 1-117,0 1 0,0 0 0,1 1 0,-1 0 0,0 1 0,1 0-1,-1 1 1,1 1 0,0 0 0,1 1 0,-1 0 0,1 0 0,-12 10 0,10-5-6720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49.146"/>
    </inkml:context>
    <inkml:brush xml:id="br0">
      <inkml:brushProperty name="width" value="0.05" units="cm"/>
      <inkml:brushProperty name="height" value="0.05" units="cm"/>
      <inkml:brushProperty name="color" value="#33CCFF"/>
    </inkml:brush>
  </inkml:definitions>
  <inkml:trace contextRef="#ctx0" brushRef="#br0">898 0 24575,'-7'4'0,"0"1"0,0 0 0,0 0 0,1 0 0,0 1 0,0 0 0,0 0 0,1 1 0,0 0 0,-5 8 0,-41 81 0,37-66 0,-382 669 0,196-364 0,176-289 0,-21 54 0,19-37 0,19-47 0,0 0 0,-1-1 0,0 0 0,-1 0 0,-15 17 0,17-29-1365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49.681"/>
    </inkml:context>
    <inkml:brush xml:id="br0">
      <inkml:brushProperty name="width" value="0.05" units="cm"/>
      <inkml:brushProperty name="height" value="0.05" units="cm"/>
      <inkml:brushProperty name="color" value="#33CCFF"/>
    </inkml:brush>
  </inkml:definitions>
  <inkml:trace contextRef="#ctx0" brushRef="#br0">1 1 24575,'3'1'0,"0"0"0,1 0 0,-1 0 0,0 1 0,1-1 0,-1 1 0,0 0 0,0 0 0,-1 0 0,1 0 0,3 4 0,5 2 0,64 52 0,79 81 0,-44-38 0,362 336 0,-469-435-91,1-1 0,0 1 0,1-1 0,-1-1 0,0 1 0,1-1 0,0 1 0,-1-1 0,1-1 0,0 1 0,0-1 0,0 0 0,0 0 0,7 1 0,7-1-6735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2:59.895"/>
    </inkml:context>
    <inkml:brush xml:id="br0">
      <inkml:brushProperty name="width" value="0.05" units="cm"/>
      <inkml:brushProperty name="height" value="0.05" units="cm"/>
      <inkml:brushProperty name="color" value="#33CCFF"/>
    </inkml:brush>
  </inkml:definitions>
  <inkml:trace contextRef="#ctx0" brushRef="#br0">0 48 24575,'5'0'0,"10"0"0,6 0 0,5-5 0,7 0 0,6-1 0,1 2 0,-2 1 0,1 1 0,-1 1 0,-2-4 0,0-1 0,-1 0 0,-6 2-8191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0.838"/>
    </inkml:context>
    <inkml:brush xml:id="br0">
      <inkml:brushProperty name="width" value="0.05" units="cm"/>
      <inkml:brushProperty name="height" value="0.05" units="cm"/>
      <inkml:brushProperty name="color" value="#33CCFF"/>
    </inkml:brush>
  </inkml:definitions>
  <inkml:trace contextRef="#ctx0" brushRef="#br0">2 1 24575,'0'26'0,"-2"7"0,2 0 0,1 0 0,2 0 0,1 0 0,2 0 0,1-1 0,14 41 0,-10-41 0,10 47 0,-14-49 0,20 55 0,-27-83 0,1-1 0,0 1 0,-1 0 0,1 0 0,0 0 0,0-1 0,0 1 0,1-1 0,-1 1 0,0-1 0,0 1 0,1-1 0,-1 0 0,1 1 0,0-1 0,-1 0 0,1 0 0,0 0 0,-1 0 0,1 0 0,0-1 0,0 1 0,0-1 0,0 1 0,0-1 0,0 0 0,-1 1 0,1-1 0,0 0 0,0 0 0,0 0 0,0-1 0,0 1 0,0 0 0,0-1 0,0 1 0,0-1 0,0 0 0,-1 1 0,1-1 0,2-2 0,8-3 0,-1-2 0,1 1 0,-2-2 0,19-16 0,-21 18 0,-3 2 0,36-31 0,60-44 0,-89 72 0,0 1 0,1-1 0,0 2 0,0 0 0,0 0 0,0 1 0,1 1 0,0 0 0,0 1 0,23-2 0,-34 5 0,0 0 0,1 0 0,-1 1 0,0-1 0,0 1 0,0 0 0,0-1 0,0 1 0,0 1 0,0-1 0,0 0 0,0 1 0,0 0 0,-1-1 0,1 1 0,-1 0 0,1 0 0,-1 1 0,0-1 0,0 0 0,0 1 0,0-1 0,0 1 0,0 0 0,-1-1 0,0 1 0,1 0 0,-1 0 0,0 0 0,0 0 0,0 0 0,0 6 0,2 9 0,-1 0 0,-1 0 0,0 1 0,-3 24 0,2-42 0,-2 16 0,-1-1 0,0 0 0,-1-1 0,-1 1 0,-1-1 0,0 1 0,-1-2 0,0 1 0,-1-1 0,-1 0 0,0 0 0,-1-1 0,-1-1 0,-20 20 0,-16 11 0,-1-2 0,-75 47 0,120-86 0,-39 21 1,34-20-138,1 0 1,0 1-1,0 0 1,0 0-1,1 1 0,0 0 1,-1 0-1,2 0 1,-8 8-1,7 1-6689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3.163"/>
    </inkml:context>
    <inkml:brush xml:id="br0">
      <inkml:brushProperty name="width" value="0.05" units="cm"/>
      <inkml:brushProperty name="height" value="0.05" units="cm"/>
      <inkml:brushProperty name="color" value="#33CCFF"/>
    </inkml:brush>
  </inkml:definitions>
  <inkml:trace contextRef="#ctx0" brushRef="#br0">577 1 24575,'-2'27'0,"0"1"0,-2-1 0,0 0 0,-2 0 0,-13 35 0,-59 126 0,73-175 0,-240 462 0,222-433 0,20-35 0,-1 0 0,0 1 0,-1-1 0,1 1 0,-2-1 0,-6 7 0,11-13 0,0 0 0,0 0 0,0 0 0,0 0 0,-1 0 0,1-1 0,0 1 0,-1 0 0,1-1 0,0 1 0,-1-1 0,1 1 0,0-1 0,-1 0 0,1 1 0,-1-1 0,1 0 0,-1 0 0,1 0 0,-1 0 0,1 0 0,-1-1 0,1 1 0,0 0 0,-1-1 0,1 1 0,-1-1 0,1 1 0,0-1 0,-1 0 0,1 1 0,0-1 0,0 0 0,0 0 0,0 0 0,-2-2 0,-6-6 0,0 0 0,0-1 0,2-1 0,-1 1 0,1-1 0,0 0 0,1-1 0,1 0 0,0 0 0,0 0 0,-4-20 0,5 12 0,0-1 0,1 0 0,1 1 0,1-1 0,1 0 0,3-32 0,-2 49 0,0 1 0,-1 0 0,2-1 0,-1 1 0,0 0 0,1 0 0,-1 0 0,1 0 0,0 0 0,0 0 0,0 1 0,0-1 0,0 0 0,1 1 0,-1 0 0,1-1 0,0 1 0,0 0 0,0 1 0,0-1 0,0 0 0,0 1 0,0 0 0,0-1 0,0 1 0,4 0 0,10-3 0,1 1 0,-1 0 0,34 1 0,-37 1 0,35 2 0,0 2 0,0 2 0,0 2 0,-1 2 0,0 3 0,-1 1 0,0 3 0,-1 1 0,-1 3 0,-1 1 0,0 2 0,65 48 0,-60-26 0,-42-38 0,0 1 0,0-1 0,1-1 0,0 1 0,0-1 0,0 0 0,1-1 0,17 7 0,-25-11 4,1 0 0,0-1 0,-1 0 0,1 1 0,0-1 0,0 0-1,-1 0 1,1 0 0,0 0 0,0 0 0,-1-1 0,1 1 0,0 0 0,-1-1 0,1 1-1,0-1 1,-1 0 0,1 1 0,0-1 0,-1 0 0,1 0 0,-1 0 0,0 0-1,1 0 1,-1-1 0,0 1 0,0 0 0,2-3 0,0-1-189,0 0 0,0 0 1,-1 0-1,1 0 0,-1-1 0,-1 1 1,3-9-1,3-21-6641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3.504"/>
    </inkml:context>
    <inkml:brush xml:id="br0">
      <inkml:brushProperty name="width" value="0.05" units="cm"/>
      <inkml:brushProperty name="height" value="0.05" units="cm"/>
      <inkml:brushProperty name="color" value="#33CCFF"/>
    </inkml:brush>
  </inkml:definitions>
  <inkml:trace contextRef="#ctx0" brushRef="#br0">0 0 24575,'0'5'0,"0"5"0,0 6 0,0 4 0,0-1-8191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3.895"/>
    </inkml:context>
    <inkml:brush xml:id="br0">
      <inkml:brushProperty name="width" value="0.05" units="cm"/>
      <inkml:brushProperty name="height" value="0.05" units="cm"/>
      <inkml:brushProperty name="color" value="#33CCFF"/>
    </inkml:brush>
  </inkml:definitions>
  <inkml:trace contextRef="#ctx0" brushRef="#br0">0 1 24575,'5'0'0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4.665"/>
    </inkml:context>
    <inkml:brush xml:id="br0">
      <inkml:brushProperty name="width" value="0.05" units="cm"/>
      <inkml:brushProperty name="height" value="0.05" units="cm"/>
      <inkml:brushProperty name="color" value="#33CCFF"/>
    </inkml:brush>
  </inkml:definitions>
  <inkml:trace contextRef="#ctx0" brushRef="#br0">0 53 24575,'4'0'0,"7"0"0,9 0 0,11 0 0,8-4 0,7-2 0,0-4 0,1 0 0,1 1 0,-3 2 0,-5 3 0,-9 2-8191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5.384"/>
    </inkml:context>
    <inkml:brush xml:id="br0">
      <inkml:brushProperty name="width" value="0.05" units="cm"/>
      <inkml:brushProperty name="height" value="0.05" units="cm"/>
      <inkml:brushProperty name="color" value="#33CCFF"/>
    </inkml:brush>
  </inkml:definitions>
  <inkml:trace contextRef="#ctx0" brushRef="#br0">1 0 24575,'-1'15'0,"1"-1"0,1 1 0,0-1 0,1 0 0,1 0 0,5 16 0,-7-26 0,1 0 0,0 0 0,0 0 0,1 0 0,-1 0 0,1-1 0,0 1 0,0-1 0,0 1 0,0-1 0,1 0 0,-1-1 0,1 1 0,0 0 0,-1-1 0,1 0 0,1 0 0,-1 0 0,0-1 0,0 1 0,1-1 0,-1 0 0,7 1 0,16 1 0,0-1 0,0-2 0,41-3 0,-34 0 0,48 3 0,-80 1 0,1-1 0,-1 0 0,0 1 0,0-1 0,1 1 0,-1-1 0,0 1 0,0 0 0,0 0 0,0 0 0,0 1 0,0-1 0,0 0 0,0 1 0,0-1 0,0 1 0,-1 0 0,1-1 0,-1 1 0,2 2 0,0 1 0,-1-1 0,-1 0 0,1 0 0,-1 1 0,1-1 0,-1 0 0,0 1 0,-1-1 0,1 10 0,-1-1 0,-1 1 0,0-1 0,-1 0 0,-1 0 0,0 0 0,-7 18 0,2-13 0,0-2 0,-1 1 0,-1-1 0,0 0 0,-1-1 0,-1-1 0,0 1 0,-1-2 0,0 0 0,-2 0 0,-15 10 0,-16-6 48,25-11-1461,5-1-5413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6.243"/>
    </inkml:context>
    <inkml:brush xml:id="br0">
      <inkml:brushProperty name="width" value="0.05" units="cm"/>
      <inkml:brushProperty name="height" value="0.05" units="cm"/>
      <inkml:brushProperty name="color" value="#33CCFF"/>
    </inkml:brush>
  </inkml:definitions>
  <inkml:trace contextRef="#ctx0" brushRef="#br0">1 0 24575,'4'0'0,"6"9"0,6 11 0,4 12 0,4 9 0,1 11 0,-3 5 0,0 1 0,-1 1 0,1-2 0,-2-1 0,-6-2 0,-5-5 0,-4-7 0,-2-6 0,-3-9-8191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8.071"/>
    </inkml:context>
    <inkml:brush xml:id="br0">
      <inkml:brushProperty name="width" value="0.05" units="cm"/>
      <inkml:brushProperty name="height" value="0.05" units="cm"/>
      <inkml:brushProperty name="color" value="#33CCFF"/>
    </inkml:brush>
  </inkml:definitions>
  <inkml:trace contextRef="#ctx0" brushRef="#br0">0 236 24575,'1'-4'0,"0"0"0,-1 0 0,2 1 0,-1-1 0,0 0 0,1 1 0,-1-1 0,1 1 0,0-1 0,0 1 0,1 0 0,-1-1 0,6-4 0,39-36 0,-42 40 0,20-16 0,0 1 0,1 1 0,42-20 0,-56 32 0,0 0 0,1 1 0,-1 0 0,1 1 0,0 1 0,0 0 0,1 1 0,-1 0 0,0 1 0,24 1 0,-34 1 0,0-1 0,0 1 0,0 0 0,0 0 0,0 1 0,0-1 0,-1 0 0,1 1 0,-1 0 0,1-1 0,-1 1 0,0 0 0,1 1 0,-1-1 0,0 0 0,0 0 0,-1 1 0,1-1 0,0 1 0,-1 0 0,0 0 0,1-1 0,-1 1 0,0 0 0,-1 0 0,1 0 0,0 0 0,-1 0 0,0 0 0,1 0 0,-2 6 0,2 2 0,-1 1 0,-1 0 0,0-1 0,-1 0 0,0 1 0,-1-1 0,-4 14 0,-9 6 0,13-26 0,0 0 0,0 0 0,0 1 0,0-1 0,1 0 0,0 1 0,0 0 0,1 0 0,-1-1 0,1 1 0,0 0 0,1 0 0,0 8 0,0-13 0,1 0 0,-1 0 0,1-1 0,0 1 0,-1 0 0,1 0 0,0-1 0,0 1 0,-1-1 0,1 1 0,0 0 0,0-1 0,0 0 0,0 1 0,0-1 0,0 0 0,0 1 0,0-1 0,0 0 0,0 0 0,0 0 0,0 0 0,0 0 0,0 0 0,0 0 0,0 0 0,1 0 0,34-6 0,-26 4 0,-6 1 0,-1 0 0,0 1 0,1-1 0,-1 1 0,1 0 0,-1 0 0,1 0 0,-1 0 0,1 1 0,-1-1 0,0 1 0,1 0 0,-1 0 0,0 0 0,0 1 0,1-1 0,-1 1 0,0 0 0,4 3 0,-5-3 0,0 1 0,-1-1 0,1 1 0,-1-1 0,0 1 0,0 0 0,0 0 0,0-1 0,0 1 0,0 0 0,-1 0 0,1 0 0,-1 0 0,0 0 0,0 0 0,0 0 0,-1 0 0,1-1 0,0 1 0,-1 0 0,0 0 0,0 0 0,-2 5 0,-1 0 0,0 0 0,0 0 0,-1 0 0,0-1 0,0 1 0,-1-1 0,0-1 0,-1 1 0,1-1 0,-14 10 0,5-5 0,-1 0 0,0-1 0,0-1 0,-22 9 0,22-13-160,0-1-1,-1-1 1,1 0-1,-1-2 1,1 1-1,-1-2 1,-26-2-1,41 2 80,-20-1-6745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8.772"/>
    </inkml:context>
    <inkml:brush xml:id="br0">
      <inkml:brushProperty name="width" value="0.05" units="cm"/>
      <inkml:brushProperty name="height" value="0.05" units="cm"/>
      <inkml:brushProperty name="color" value="#33CCFF"/>
    </inkml:brush>
  </inkml:definitions>
  <inkml:trace contextRef="#ctx0" brushRef="#br0">0 67 24575,'0'-5'0,"5"-1"0,9 1 0,8 0 0,-1-3 0,2 1 0,0-4 0,1 0 0,-4 2-8191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09.430"/>
    </inkml:context>
    <inkml:brush xml:id="br0">
      <inkml:brushProperty name="width" value="0.05" units="cm"/>
      <inkml:brushProperty name="height" value="0.05" units="cm"/>
      <inkml:brushProperty name="color" value="#33CCFF"/>
    </inkml:brush>
  </inkml:definitions>
  <inkml:trace contextRef="#ctx0" brushRef="#br0">1 1 24575,'4'0'0,"6"0"0,6 0 0,5 0 0,2 0 0,3 0 0,1 0 0,-5 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0.631"/>
    </inkml:context>
    <inkml:brush xml:id="br0">
      <inkml:brushProperty name="width" value="0.05" units="cm"/>
      <inkml:brushProperty name="height" value="0.05" units="cm"/>
      <inkml:brushProperty name="color" value="#33CCFF"/>
    </inkml:brush>
  </inkml:definitions>
  <inkml:trace contextRef="#ctx0" brushRef="#br0">497 1 24575,'-1'14'0,"-1"0"0,-1 1 0,0-1 0,-1-1 0,-1 1 0,0 0 0,-1-1 0,0 0 0,-1-1 0,0 1 0,-11 12 0,-19 25 0,-53 55 0,58-69 0,-58 61 0,77-85 0,0 0 0,-1-1 0,0-1 0,-1 0 0,-18 9 0,31-18 0,0 0 0,1 0 0,-1 0 0,0 0 0,0-1 0,0 1 0,0-1 0,0 1 0,0-1 0,1 0 0,-1 1 0,0-1 0,0 0 0,0-1 0,0 1 0,0 0 0,0 0 0,0-1 0,0 1 0,0-1 0,0 0 0,0 0 0,-2-1 0,1 0 0,1 0 0,0-1 0,0 1 0,0-1 0,0 1 0,1-1 0,-1 1 0,1-1 0,-1 0 0,1 0 0,0 0 0,0 0 0,-1-5 0,-1-10 0,1-1 0,0 0 0,2-36 0,0 46 0,0-14 0,1 0 0,1 0 0,1 0 0,12-44 0,-14 61 0,1 1 0,0 0 0,0 0 0,1 0 0,0 0 0,-1 0 0,2 1 0,-1-1 0,0 1 0,1 0 0,0 0 0,0 0 0,0 1 0,0-1 0,1 1 0,0 0 0,-1 0 0,1 0 0,0 1 0,0 0 0,1 0 0,-1 0 0,0 0 0,1 1 0,-1 0 0,10-1 0,-2 2 0,0 1 0,0 0 0,-1 0 0,1 1 0,-1 1 0,1 0 0,-1 1 0,0 0 0,0 1 0,0 0 0,15 10 0,16 11 0,62 52 0,-51-36 0,-39-31 0,1 0 0,0 0 0,0-2 0,1 0 0,0-1 0,22 8 0,-34-15 0,0 1 0,0-1 0,0-1 0,0 1 0,1-1 0,-1 0 0,0 0 0,0 0 0,0 0 0,0-1 0,0 0 0,0 0 0,0-1 0,0 1 0,0-1 0,-1 0 0,1-1 0,0 1 0,-1-1 0,0 0 0,0 0 0,0 0 0,0 0 0,0-1 0,0 1 0,-1-1 0,5-7 0,-3 3 0,0 0 0,0 1 0,-1-1 0,0-1 0,-1 1 0,0 0 0,0-1 0,-1 0 0,0 0 0,-1 0 0,1 1 0,-2-1 0,0-15 0,0 18 0,0 0 0,-1 0 0,0 0 0,0 0 0,-1 0 0,1 0 0,-1 1 0,-1-1 0,1 1 0,-1-1 0,0 1 0,0 0 0,0 0 0,-1 0 0,0 0 0,0 1 0,0-1 0,0 1 0,-1 0 0,-9-6 0,3 3-85,-1 1 0,-1 1-1,1 0 1,-1 0 0,0 1-1,0 1 1,0 0 0,0 1-1,0 0 1,-1 1 0,1 0-1,-1 1 1,1 1 0,0 0-1,-16 4 1,12 1-6741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7.514"/>
    </inkml:context>
    <inkml:brush xml:id="br0">
      <inkml:brushProperty name="width" value="0.05" units="cm"/>
      <inkml:brushProperty name="height" value="0.05" units="cm"/>
      <inkml:brushProperty name="color" value="#33CCFF"/>
    </inkml:brush>
  </inkml:definitions>
  <inkml:trace contextRef="#ctx0" brushRef="#br0">1 0 24575,'4'104'0,"33"195"0,-30-243 0,-3 1 0,-3 79 0,-1-130-1365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8.471"/>
    </inkml:context>
    <inkml:brush xml:id="br0">
      <inkml:brushProperty name="width" value="0.05" units="cm"/>
      <inkml:brushProperty name="height" value="0.05" units="cm"/>
      <inkml:brushProperty name="color" value="#33CCFF"/>
    </inkml:brush>
  </inkml:definitions>
  <inkml:trace contextRef="#ctx0" brushRef="#br0">17 131 24575,'70'-39'0,"44"-22"0,-100 55 0,0 1 0,0 1 0,0 0 0,1 0 0,-1 1 0,24-1 0,-35 4 0,-1 0 0,0 0 0,1 0 0,-1 0 0,0 1 0,1-1 0,-1 1 0,0-1 0,0 1 0,1 0 0,-1 0 0,0 0 0,0 0 0,0 0 0,0 0 0,0 1 0,0-1 0,-1 0 0,1 1 0,0 0 0,-1-1 0,3 4 0,-2-1 0,0 1 0,0-1 0,0 0 0,0 1 0,-1 0 0,1-1 0,-1 1 0,-1 0 0,1 0 0,0 6 0,-2 7 0,0 0 0,0-1 0,-2 0 0,0 1 0,-6 18 0,-14 12 0,18-41 0,2-1 0,-1 2 0,1-1 0,0 0 0,-4 15 0,7-22 0,0 1 0,0 0 0,-1 0 0,1 0 0,0 0 0,1 0 0,-1 0 0,0 0 0,0 0 0,0 0 0,0 0 0,1 0 0,-1 0 0,0 0 0,1 0 0,-1 0 0,1-1 0,-1 1 0,1 0 0,0 0 0,-1 0 0,1-1 0,0 1 0,-1 0 0,1-1 0,0 1 0,0-1 0,-1 1 0,1-1 0,1 1 0,34 10 0,-32-11 0,0 1 0,0 0 0,0-1 0,0 2 0,-1-1 0,1 0 0,-1 1 0,5 2 0,-7-3 0,1 0 0,0 1 0,-1-1 0,1 1 0,-1 0 0,1-1 0,-1 1 0,0 0 0,0 0 0,0 0 0,0-1 0,0 1 0,0 0 0,0 1 0,0-1 0,-1 0 0,1 0 0,-1 0 0,0 0 0,0 0 0,0 0 0,0 4 0,-1-2 0,0-1 0,0 1 0,0-1 0,-1 0 0,0 1 0,1-1 0,-1 0 0,0 0 0,-1 0 0,1 0 0,0 0 0,-4 3 0,-6 4 0,-1 0 0,0-1 0,0 0 0,-1-1 0,-14 7 0,-2 0 0,-1-2 0,0 0 0,-1-2 0,0-1 0,0-2 0,-38 5 0,38-16-1365,9-6-5461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9.390"/>
    </inkml:context>
    <inkml:brush xml:id="br0">
      <inkml:brushProperty name="width" value="0.05" units="cm"/>
      <inkml:brushProperty name="height" value="0.05" units="cm"/>
      <inkml:brushProperty name="color" value="#33CCFF"/>
    </inkml:brush>
  </inkml:definitions>
  <inkml:trace contextRef="#ctx0" brushRef="#br0">26 0 24575,'-4'5'0,"-6"1"0,-2 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9.719"/>
    </inkml:context>
    <inkml:brush xml:id="br0">
      <inkml:brushProperty name="width" value="0.05" units="cm"/>
      <inkml:brushProperty name="height" value="0.05" units="cm"/>
      <inkml:brushProperty name="color" value="#33CCFF"/>
    </inkml:brush>
  </inkml:definitions>
  <inkml:trace contextRef="#ctx0" brushRef="#br0">0 1 24575,'0'0'-8191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5.043"/>
    </inkml:context>
    <inkml:brush xml:id="br0">
      <inkml:brushProperty name="width" value="0.05" units="cm"/>
      <inkml:brushProperty name="height" value="0.05" units="cm"/>
      <inkml:brushProperty name="color" value="#33CCFF"/>
    </inkml:brush>
  </inkml:definitions>
  <inkml:trace contextRef="#ctx0" brushRef="#br0">549 0 24575,'-1'16'0,"0"-1"0,-1 0 0,-1 1 0,-1-1 0,0 0 0,-1 0 0,0-1 0,-12 21 0,-9 13 0,-34 46 0,41-67 0,-225 305 0,242-329 0,0 1 0,-1-1 0,1 0 0,-1 0 0,0-1 0,0 1 0,0-1 0,0 1 0,-1-1 0,1 0 0,-1 0 0,1 0 0,-1-1 0,0 1 0,0-1 0,1 0 0,-1 0 0,-5 1 0,6-3 0,0 1 0,-1-1 0,1 0 0,0 1 0,0-1 0,0-1 0,0 1 0,1 0 0,-1-1 0,0 0 0,0 1 0,1-1 0,-1 0 0,1 0 0,0 0 0,0-1 0,-1 1 0,1-1 0,1 1 0,-1-1 0,0 0 0,1 1 0,-2-5 0,-3-4 0,2 0 0,-1-1 0,2 1 0,-1-1 0,2 0 0,-1 0 0,0-21 0,4-92 0,1 73 0,-2 43 0,0 0 0,0 0 0,1 0 0,1 0 0,0 1 0,0-1 0,0 0 0,5-8 0,-6 14 0,1 0 0,0 0 0,1 0 0,-1 0 0,1 0 0,-1 1 0,1-1 0,0 1 0,0-1 0,0 1 0,0 0 0,0 0 0,0 0 0,1 1 0,-1-1 0,1 1 0,-1 0 0,1 0 0,-1 0 0,1 0 0,6 0 0,4 0 0,0 1 0,0 0 0,0 1 0,0 1 0,0 0 0,0 1 0,0 0 0,0 1 0,-1 1 0,0 0 0,0 1 0,14 8 0,18 12 0,78 60 0,-117-81 0,72 62 0,-47-38 0,45 32 0,-66-54 0,0-1 0,1 0 0,0 0 0,0-1 0,0-1 0,0 0 0,1 0 0,0-1 0,14 2 0,-24-5-97,1 1-1,-1-1 1,1 0-1,-1 0 1,1-1-1,0 1 1,-1 0-1,1-1 1,-1 1-1,1-1 1,-1 0-1,1 0 0,3-2 1,9-9-6729</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5.387"/>
    </inkml:context>
    <inkml:brush xml:id="br0">
      <inkml:brushProperty name="width" value="0.05" units="cm"/>
      <inkml:brushProperty name="height" value="0.05" units="cm"/>
      <inkml:brushProperty name="color" value="#33CCFF"/>
    </inkml:brush>
  </inkml:definitions>
  <inkml:trace contextRef="#ctx0" brushRef="#br0">0 1 24575,'5'0'0,"5"0"0,1 4 0,4 2 0,-1 4 0,1 0 0,-2 8 0,-2 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5.730"/>
    </inkml:context>
    <inkml:brush xml:id="br0">
      <inkml:brushProperty name="width" value="0.05" units="cm"/>
      <inkml:brushProperty name="height" value="0.05" units="cm"/>
      <inkml:brushProperty name="color" value="#33CCFF"/>
    </inkml:brush>
  </inkml:definitions>
  <inkml:trace contextRef="#ctx0" brushRef="#br0">0 1 24575,'5'4'0,"1"6"0,3 2 0,6-2 0,0-2-8191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6.198"/>
    </inkml:context>
    <inkml:brush xml:id="br0">
      <inkml:brushProperty name="width" value="0.05" units="cm"/>
      <inkml:brushProperty name="height" value="0.05" units="cm"/>
      <inkml:brushProperty name="color" value="#33CCFF"/>
    </inkml:brush>
  </inkml:definitions>
  <inkml:trace contextRef="#ctx0" brushRef="#br0">0 97 24575,'0'-4'0,"5"-2"0,5 0 0,6 2 0,13 1 0,15-4 0,13-4 0,6-5 0,1 0 0,-6 2 0,-13 5-8191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6.795"/>
    </inkml:context>
    <inkml:brush xml:id="br0">
      <inkml:brushProperty name="width" value="0.05" units="cm"/>
      <inkml:brushProperty name="height" value="0.05" units="cm"/>
      <inkml:brushProperty name="color" value="#33CCFF"/>
    </inkml:brush>
  </inkml:definitions>
  <inkml:trace contextRef="#ctx0" brushRef="#br0">4 1 24575,'-1'77'0,"-1"-40"0,1 0 0,3 1 0,6 41 0,-8-75 0,1-1 0,-1 1 0,1-1 0,0 0 0,0 1 0,0-1 0,1 0 0,-1 1 0,1-1 0,0 0 0,0 0 0,0 0 0,0-1 0,1 1 0,-1 0 0,1-1 0,-1 0 0,1 1 0,0-1 0,0 0 0,0 0 0,0-1 0,0 1 0,0-1 0,4 2 0,4-1 0,0-1 0,0 1 0,0-2 0,0 0 0,1 0 0,15-3 0,-18 1 0,-1 1 0,0 0 0,1 0 0,-1 1 0,1 0 0,-1 1 0,1 0 0,-1 0 0,0 1 0,1 0 0,-1 0 0,10 5 0,-14-4 0,0 1 0,-1 0 0,1 0 0,-1 0 0,0 0 0,0 0 0,-1 1 0,1-1 0,-1 1 0,0 0 0,0 0 0,0 0 0,-1 0 0,0 0 0,0 0 0,0 0 0,0 7 0,0-1 0,0-1 0,-1 1 0,0-1 0,-1 1 0,0-1 0,-1 1 0,-4 17 0,1-18 0,0 0 0,0-1 0,0 0 0,-1 0 0,-1 0 0,1-1 0,-2 0 0,-10 10 0,-72 55 0,70-58 0,-32 19-1365,29-22-5461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18.922"/>
    </inkml:context>
    <inkml:brush xml:id="br0">
      <inkml:brushProperty name="width" value="0.05" units="cm"/>
      <inkml:brushProperty name="height" value="0.05" units="cm"/>
      <inkml:brushProperty name="color" value="#33CCFF"/>
    </inkml:brush>
  </inkml:definitions>
  <inkml:trace contextRef="#ctx0" brushRef="#br0">0 1 24575,'5'0'0,"5"0"0,1 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43:20.915"/>
    </inkml:context>
    <inkml:brush xml:id="br0">
      <inkml:brushProperty name="width" value="0.05" units="cm"/>
      <inkml:brushProperty name="height" value="0.05" units="cm"/>
      <inkml:brushProperty name="color" value="#33CCFF"/>
    </inkml:brush>
  </inkml:definitions>
  <inkml:trace contextRef="#ctx0" brushRef="#br0">318 53 24575,'0'52'0,"1"-13"0,-7 68 0,5-94 0,-2-1 0,0 1 0,0 0 0,-2-1 0,1 0 0,-1 0 0,-1 0 0,0-1 0,-10 14 0,-7 6 0,-2-1 0,-1-1 0,-1-2 0,-2 0 0,-61 43 0,89-69 0,1-1 0,-1 1 0,0-1 0,0 1 0,0-1 0,1 1 0,-1-1 0,0 1 0,0-1 0,0 0 0,0 1 0,0-1 0,0 0 0,0 0 0,0 0 0,0 0 0,0 0 0,1 0 0,-1 0 0,0 0 0,0 0 0,0 0 0,0-1 0,0 1 0,0 0 0,-1-1 0,0-1 0,1 1 0,0 0 0,0 0 0,0-1 0,0 1 0,1 0 0,-1-1 0,0 1 0,0-1 0,1 1 0,-1-1 0,1 1 0,-1-1 0,1-2 0,-2-9 0,1-1 0,1 1 0,1-16 0,-1 18 0,0 1 0,0-13 0,1 0 0,0 0 0,2 0 0,7-27 0,-9 44 0,1 0 0,0 0 0,0 1 0,1-1 0,0 1 0,0 0 0,0 0 0,1 0 0,-1 0 0,1 0 0,0 1 0,1-1 0,-1 1 0,1 0 0,-1 1 0,1-1 0,1 1 0,-1 0 0,0 0 0,1 1 0,6-3 0,1 1 0,1 0 0,-1 1 0,1 0 0,-1 2 0,1-1 0,0 2 0,0 0 0,-1 0 0,1 1 0,17 4 0,-4 2 0,-1 1 0,0 1 0,0 1 0,27 15 0,-38-18 0,0 0 0,0-1 0,0-1 0,1 0 0,0-1 0,0-1 0,0-1 0,1 0 0,-1-1 0,22-1 0,-32-1 0,0 1 0,-1-1 0,1 0 0,0 0 0,0-1 0,-1 0 0,1 0 0,-1 0 0,1-1 0,-1 0 0,0 0 0,0 0 0,0-1 0,-1 1 0,1-1 0,-1 0 0,0-1 0,0 1 0,0-1 0,0 1 0,-1-1 0,0 0 0,0-1 0,0 1 0,-1 0 0,0-1 0,0 1 0,0-1 0,-1 0 0,2-11 0,-2 12 0,-1 0 0,1-1 0,-1 1 0,-1 0 0,1 0 0,-1 0 0,1-1 0,-1 1 0,-1 0 0,1 0 0,-1 0 0,0 1 0,0-1 0,0 0 0,-6-8 0,2 6 0,0-1 0,-1 1 0,0 1 0,0-1 0,0 1 0,-1 0 0,0 1 0,-9-6 0,-5 0 0,0 1 0,0 1 0,-1 1 0,0 0 0,-1 2 0,-28-3 0,45 8 20,0 0 0,-1 1 0,1 0 0,0 0 0,-14 2 0,19-1-98,-1-1 0,0 1 0,1 0-1,-1 0 1,0 0 0,1 0 0,-1 1 0,1-1 0,0 1-1,-1-1 1,1 1 0,0 0 0,0 0 0,0 0 0,0 0-1,1 0 1,-1 0 0,-1 3 0,-4 10-6748</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3:19.217"/>
    </inkml:context>
    <inkml:brush xml:id="br0">
      <inkml:brushProperty name="width" value="0.05" units="cm"/>
      <inkml:brushProperty name="height" value="0.05" units="cm"/>
      <inkml:brushProperty name="color" value="#33CCFF"/>
    </inkml:brush>
  </inkml:definitions>
  <inkml:trace contextRef="#ctx0" brushRef="#br0">0 336 24575,'1'-17'0,"0"1"0,1 0 0,1 0 0,1 1 0,0-1 0,1 1 0,0-1 0,2 2 0,-1-1 0,2 1 0,0 0 0,1 0 0,0 1 0,1 0 0,0 1 0,1 0 0,0 0 0,1 2 0,1-1 0,0 1 0,14-8 0,-22 15 0,0-1 0,-1 2 0,1-1 0,0 0 0,1 1 0,-1 0 0,0 0 0,1 1 0,-1-1 0,1 1 0,-1 0 0,1 1 0,-1-1 0,1 1 0,0 0 0,-1 1 0,1-1 0,0 1 0,-1 0 0,1 1 0,-1-1 0,0 1 0,8 3 0,-4 0 0,-1 1 0,0 0 0,0 0 0,-1 0 0,1 1 0,-1 0 0,-1 0 0,1 1 0,-2 0 0,1 0 0,-1 1 0,7 13 0,-6-8 0,0 0 0,-1 0 0,0 0 0,-2 1 0,1-1 0,-2 1 0,0 0 0,-1 0 0,0 0 0,-1 0 0,-1 0 0,0 0 0,-1 0 0,-1-1 0,-6 19 0,-6 13 0,-2-1 0,-3-1 0,-33 57 0,50-97 0,-1 3 0,1 0 0,-1 0 0,1 0 0,0 0 0,1 0 0,-3 11 0,5-16 0,0-1 0,0 1 0,0 0 0,0-1 0,0 1 0,0 0 0,1-1 0,-1 1 0,0-1 0,1 1 0,0-1 0,-1 1 0,1-1 0,0 1 0,0-1 0,0 0 0,-1 1 0,2-1 0,-1 0 0,0 0 0,0 0 0,0 1 0,0-1 0,1-1 0,-1 1 0,0 0 0,1 0 0,-1 0 0,1-1 0,-1 1 0,1-1 0,-1 1 0,1-1 0,0 1 0,-1-1 0,1 0 0,3 0 0,12 2 0,0 0 0,0-2 0,0 0 0,1 0 0,28-6 0,90-26 0,-101 22 0,101-26 0,204-86 0,-292 98-1365,-25 7-5461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03.800"/>
    </inkml:context>
    <inkml:brush xml:id="br0">
      <inkml:brushProperty name="width" value="0.05" units="cm"/>
      <inkml:brushProperty name="height" value="0.05" units="cm"/>
      <inkml:brushProperty name="color" value="#E71224"/>
    </inkml:brush>
  </inkml:definitions>
  <inkml:trace contextRef="#ctx0" brushRef="#br0">462 0 24575,'-1'1'0,"-1"-1"0,1 0 0,-1 0 0,1 1 0,-1-1 0,1 1 0,-1 0 0,1-1 0,0 1 0,-1 0 0,1 0 0,0 0 0,0 0 0,-1 0 0,1 0 0,0 0 0,0 0 0,0 0 0,0 1 0,1-1 0,-2 3 0,-16 35 0,11-22 0,-103 281 0,-3 8 0,111-301 0,-130 300 0,114-271 120,18-33-148,0-1 1,-1 1-1,1-1 1,0 1-1,-1-1 1,1 1-1,-1-1 1,1 0-1,0 1 1,-1-1-1,1 1 1,-1-1-1,1 0 1,-1 1-1,0-1 1,1 0-1,-1 0 1,1 1-1,-1-1 1,1 0-1,-1 0 1,0 0-1,1 0 1,-1 0-1,1 0 1,-1 0-1,0 0 1,1 0-1,-1 0 1,1 0-1,-1 0 1,0 0-1,1 0 1,-1-1-1,1 1 1,-1 0-1,1 0 1,-1-1-1,1 1 1,-1 0-1,1-1 1,-1 1-1,1-1 1,-1 1-1,1 0 1,-1-1-1,1 1 1,0-1-1,-1 1 1,1-1-1,0 0 1,-1 1-1,1-1 1,-7-15-6799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04.295"/>
    </inkml:context>
    <inkml:brush xml:id="br0">
      <inkml:brushProperty name="width" value="0.05" units="cm"/>
      <inkml:brushProperty name="height" value="0.05" units="cm"/>
      <inkml:brushProperty name="color" value="#E71224"/>
    </inkml:brush>
  </inkml:definitions>
  <inkml:trace contextRef="#ctx0" brushRef="#br0">0 1 24575,'13'8'0,"-1"0"0,0 1 0,-1 1 0,0 0 0,-1 0 0,0 1 0,9 12 0,3 3 0,58 62 0,224 275 0,-283-326-24,-19-31-72,0-1 1,1 0-1,0 1 0,0-1 0,0 0 0,0-1 1,1 1-1,0 0 0,0-1 0,0 0 0,1 0 1,-1 0-1,8 4 0,4-3-6730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05.797"/>
    </inkml:context>
    <inkml:brush xml:id="br0">
      <inkml:brushProperty name="width" value="0.05" units="cm"/>
      <inkml:brushProperty name="height" value="0.05" units="cm"/>
      <inkml:brushProperty name="color" value="#E71224"/>
    </inkml:brush>
  </inkml:definitions>
  <inkml:trace contextRef="#ctx0" brushRef="#br0">1 376 24575,'-1'-99'0,"3"-104"0,-2 200 0,1 1 0,-1-1 0,1 0 0,-1 0 0,1 0 0,0 0 0,0 1 0,1-1 0,-1 0 0,0 1 0,1-1 0,0 1 0,-1-1 0,1 1 0,0 0 0,0 0 0,0 0 0,5-3 0,-3 2 0,1 0 0,0 1 0,0-1 0,0 1 0,0 0 0,0 1 0,0-1 0,1 1 0,9-1 0,-7 1 0,0 0 0,0 1 0,1 0 0,-1 1 0,0 0 0,0 0 0,0 1 0,0 0 0,0 0 0,-1 1 0,1 0 0,-1 0 0,0 1 0,10 5 0,-10-2 0,-1 1 0,1-1 0,-1 1 0,-1 0 0,1 0 0,-1 1 0,-1 0 0,0 0 0,0 0 0,0 0 0,-1 1 0,-1-1 0,0 1 0,2 18 0,-1 1 0,-1 1 0,-2-1 0,-6 55 0,-1-38 0,-3 0 0,-2-1 0,-1 0 0,-27 57 0,38-96 0,-17 51 0,19-56 0,-1 0 0,1 1 0,0-1 0,0 0 0,-1 1 0,1-1 0,0 0 0,0 1 0,0-1 0,1 0 0,-1 1 0,0-1 0,0 0 0,1 1 0,-1-1 0,1 0 0,-1 0 0,1 1 0,-1-1 0,1 0 0,0 0 0,0 0 0,0 0 0,-1 0 0,1 0 0,0 0 0,0 0 0,0 0 0,1 0 0,-1-1 0,0 1 0,0 0 0,0-1 0,0 1 0,1-1 0,-1 1 0,3 0 0,3-1 0,1-1 0,0 1 0,-1-1 0,1-1 0,-1 1 0,1-1 0,-1-1 0,0 1 0,1-1 0,-2-1 0,11-5 0,-4 3 0,634-355 0,-507 278 0,-93 56 0,-42 25-41,-6 5 64,-15 10 14,-23 17-1421,-12 8-5442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15.878"/>
    </inkml:context>
    <inkml:brush xml:id="br0">
      <inkml:brushProperty name="width" value="0.05" units="cm"/>
      <inkml:brushProperty name="height" value="0.05" units="cm"/>
      <inkml:brushProperty name="color" value="#E71224"/>
    </inkml:brush>
  </inkml:definitions>
  <inkml:trace contextRef="#ctx0" brushRef="#br0">1 107 24575,'0'-5'0,"1"1"0,0-1 0,0 1 0,1-1 0,-1 1 0,1 0 0,0-1 0,0 1 0,1 0 0,-1 1 0,1-1 0,0 0 0,0 1 0,0-1 0,0 1 0,0 0 0,1 0 0,0 0 0,-1 1 0,1-1 0,0 1 0,0 0 0,1 0 0,-1 0 0,5-1 0,-1 0 0,0 0 0,0 0 0,1 1 0,-1 0 0,1 0 0,0 1 0,-1 1 0,1-1 0,0 1 0,-1 1 0,1-1 0,15 5 0,-20-3 0,0 0 0,0 0 0,0 1 0,0-1 0,0 1 0,-1 0 0,1 1 0,-1-1 0,0 0 0,0 1 0,0 0 0,-1 0 0,1 0 0,-1 0 0,0 0 0,0 0 0,0 0 0,-1 1 0,1-1 0,-1 1 0,0-1 0,0 1 0,-1 0 0,1 7 0,0 13 0,0-1 0,-2 1 0,-4 29 0,4-46 0,-1-1 0,0 1 0,0-1 0,-1 0 0,0 1 0,0-1 0,-1-1 0,1 1 0,-2 0 0,1-1 0,-8 9 0,6-7 0,5-7 0,1-1 0,-1 1 0,1-1 0,-1 1 0,1 0 0,0-1 0,-1 1 0,1 0 0,0-1 0,-1 1 0,1 0 0,0 0 0,0-1 0,0 1 0,-1 0 0,1 0 0,0 0 0,0-1 0,0 1 0,0 0 0,1 0 0,-1-1 0,0 1 0,0 0 0,0 0 0,1-1 0,-1 1 0,0 0 0,1 0 0,-1-1 0,0 1 0,1 0 0,-1-1 0,1 1 0,-1-1 0,1 1 0,0-1 0,-1 1 0,1-1 0,-1 1 0,1-1 0,0 1 0,-1-1 0,1 0 0,0 1 0,0-1 0,-1 0 0,1 0 0,0 1 0,0-1 0,-1 0 0,1 0 0,0 0 0,0 0 0,0 0 0,1 0 0,57 3 0,-49-3 0,38 2 0,1-2 0,-1-3 0,1-2 0,-1-2 0,68-18 0,-52 10-1365,-54 13-5461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18.408"/>
    </inkml:context>
    <inkml:brush xml:id="br0">
      <inkml:brushProperty name="width" value="0.05" units="cm"/>
      <inkml:brushProperty name="height" value="0.05" units="cm"/>
      <inkml:brushProperty name="color" value="#E71224"/>
    </inkml:brush>
  </inkml:definitions>
  <inkml:trace contextRef="#ctx0" brushRef="#br0">0 421 24575,'1'-11'0,"0"0"0,0 1 0,1-1 0,1 0 0,0 1 0,0 0 0,9-18 0,42-69 0,-22 43 0,-24 39 0,1-4 0,2 0 0,0 1 0,0 1 0,2 0 0,16-18 0,-27 33 0,1-1 0,-1 1 0,1 0 0,0 0 0,-1 0 0,1 0 0,0 0 0,0 1 0,0-1 0,0 1 0,0-1 0,1 1 0,-1 0 0,0 1 0,1-1 0,-1 1 0,0-1 0,1 1 0,-1 0 0,1 0 0,-1 0 0,1 1 0,-1-1 0,0 1 0,1 0 0,-1 0 0,0 0 0,0 0 0,0 1 0,0-1 0,0 1 0,0 0 0,0-1 0,0 1 0,-1 1 0,1-1 0,-1 0 0,1 1 0,2 4 0,6 5 0,-1 1 0,0 1 0,-1 0 0,-1 1 0,0-1 0,-1 1 0,-1 1 0,0-1 0,-1 1 0,0 0 0,-2 1 0,0-1 0,-1 1 0,1 20 0,-3-9 0,0 0 0,-1 0 0,-2 1 0,-1-1 0,-2-1 0,0 1 0,-17 44 0,1-24 0,-45 73 0,43-81 0,1 2 0,-24 63 0,46-105 0,1 1 0,0-1 0,-1 1 0,1 0 0,0-1 0,0 1 0,-1 0 0,1-1 0,0 1 0,0 0 0,0 0 0,0-1 0,0 1 0,0 0 0,0-1 0,0 1 0,0 0 0,1-1 0,-1 1 0,0 0 0,0-1 0,1 1 0,-1 0 0,0-1 0,1 1 0,-1 0 0,0-1 0,1 1 0,0 0 0,20 1 0,35-19 0,-50 15 0,486-174-1365,-461 164-5461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24.454"/>
    </inkml:context>
    <inkml:brush xml:id="br0">
      <inkml:brushProperty name="width" value="0.05" units="cm"/>
      <inkml:brushProperty name="height" value="0.05" units="cm"/>
      <inkml:brushProperty name="color" value="#E71224"/>
    </inkml:brush>
  </inkml:definitions>
  <inkml:trace contextRef="#ctx0" brushRef="#br0">1334 1 24575,'0'4'0,"-9"11"0,-11 19 0,-25 28 0,-27 19 0,-27 23 0,-24 21 0,-25 14 0,-15 7 0,-6-4 0,9-10 0,22-17 0,34-24 0,40-28 0,44-33 0,47-35 0,46-29 0,10-10-8191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25.032"/>
    </inkml:context>
    <inkml:brush xml:id="br0">
      <inkml:brushProperty name="width" value="0.05" units="cm"/>
      <inkml:brushProperty name="height" value="0.05" units="cm"/>
      <inkml:brushProperty name="color" value="#E71224"/>
    </inkml:brush>
  </inkml:definitions>
  <inkml:trace contextRef="#ctx0" brushRef="#br0">879 1 24575,'0'4'0,"-9"6"0,-7 15 0,-15 16 0,-14 19 0,-18 16 0,-16 18 0,-11 20 0,-9 11 0,4 8 0,5-7 0,4-6 0,17-20 0,16-21 0,17-30 0,18-32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4.634"/>
    </inkml:context>
    <inkml:brush xml:id="br0">
      <inkml:brushProperty name="width" value="0.05" units="cm"/>
      <inkml:brushProperty name="height" value="0.05" units="cm"/>
      <inkml:brushProperty name="color" value="#E71224"/>
    </inkml:brush>
  </inkml:definitions>
  <inkml:trace contextRef="#ctx0" brushRef="#br0">526 1 24575,'-1'14'0,"-1"0"0,0 0 0,-1-1 0,0 1 0,-1-1 0,0 1 0,-1-1 0,-1 0 0,0-1 0,-1 1 0,0-1 0,-17 20 0,6-10 0,-1-1 0,0-1 0,-2-1 0,0 0 0,-35 22 0,46-35 0,-1-1 0,1 0 0,-1 0 0,0-1 0,-1-1 0,1 1 0,-1-2 0,1 0 0,-1 0 0,0-1 0,-18-1 0,25 0 0,-1 0 0,1 0 0,-1-1 0,0 1 0,1-1 0,-1-1 0,1 1 0,0-1 0,-1 0 0,1 0 0,0-1 0,0 1 0,0-1 0,1 0 0,-1 0 0,1-1 0,-1 0 0,1 1 0,0-1 0,1-1 0,-1 1 0,1-1 0,0 1 0,0-1 0,-4-7 0,3 0 0,0 0 0,1 0 0,0-1 0,1 1 0,0-1 0,0-22 0,2 32 0,0-1 0,0 1 0,0-1 0,0 1 0,1-1 0,0 1 0,0 0 0,0-1 0,0 1 0,0 0 0,0 0 0,1 0 0,0 0 0,-1 0 0,1 0 0,0 0 0,1 0 0,-1 1 0,0-1 0,1 1 0,-1 0 0,1 0 0,0 0 0,0 0 0,0 0 0,0 0 0,0 1 0,0-1 0,4 0 0,7-1 0,-1 1 0,0 1 0,1 0 0,-1 1 0,1 0 0,-1 1 0,0 1 0,1 0 0,15 4 0,10 5 0,66 29 0,-65-21 0,-1 2 0,0 2 0,66 52 0,-41-20 0,-43-34 0,2-2 0,36 25 0,-37-31 0,6 6 0,45 19 0,-66-34 0,0-1 0,0-1 0,0 1 0,1-1 0,-1 0 0,1-1 0,-1 0 0,1 0 0,-1-1 0,1 1 0,0-2 0,9 0 0,-13-1-65,1 0 0,-1 0 0,0-1 0,0 1 0,0-1 0,0 0 0,0 0 0,0 0 0,-1 0 0,1-1 0,-1 0 0,0 1 0,0-1 0,-1 0 0,1-1 0,-1 1 0,0 0 0,0-1 0,0 1 0,1-6 0,12-29-6761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5.087"/>
    </inkml:context>
    <inkml:brush xml:id="br0">
      <inkml:brushProperty name="width" value="0.05" units="cm"/>
      <inkml:brushProperty name="height" value="0.05" units="cm"/>
      <inkml:brushProperty name="color" value="#E71224"/>
    </inkml:brush>
  </inkml:definitions>
  <inkml:trace contextRef="#ctx0" brushRef="#br0">0 0 24575,'0'5'0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5.993"/>
    </inkml:context>
    <inkml:brush xml:id="br0">
      <inkml:brushProperty name="width" value="0.05" units="cm"/>
      <inkml:brushProperty name="height" value="0.05" units="cm"/>
      <inkml:brushProperty name="color" value="#E71224"/>
    </inkml:brush>
  </inkml:definitions>
  <inkml:trace contextRef="#ctx0" brushRef="#br0">1 5 24575,'0'-5'0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7.365"/>
    </inkml:context>
    <inkml:brush xml:id="br0">
      <inkml:brushProperty name="width" value="0.05" units="cm"/>
      <inkml:brushProperty name="height" value="0.05" units="cm"/>
      <inkml:brushProperty name="color" value="#E71224"/>
    </inkml:brush>
  </inkml:definitions>
  <inkml:trace contextRef="#ctx0" brushRef="#br0">1 193 24575,'0'-2'0,"1"-1"0,0 0 0,-1 1 0,1-1 0,1 1 0,-1 0 0,0-1 0,0 1 0,1 0 0,0 0 0,-1 0 0,1 0 0,0 0 0,0 0 0,0 0 0,0 1 0,0-1 0,0 1 0,1-1 0,-1 1 0,5-2 0,53-20 0,25-4 0,8-2 0,121-23 0,-66 41-1365,-115 6-5461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8.205"/>
    </inkml:context>
    <inkml:brush xml:id="br0">
      <inkml:brushProperty name="width" value="0.05" units="cm"/>
      <inkml:brushProperty name="height" value="0.05" units="cm"/>
      <inkml:brushProperty name="color" value="#E71224"/>
    </inkml:brush>
  </inkml:definitions>
  <inkml:trace contextRef="#ctx0" brushRef="#br0">317 61 24575,'0'33'0,"-2"0"0,-1 0 0,-2 0 0,-17 61 0,15-71 0,-1-1 0,-2-1 0,0 0 0,-1 0 0,-1-1 0,-1 0 0,-26 30 0,35-45 0,-1 0 0,0 0 0,1 0 0,-1-1 0,-1 0 0,1 0 0,-1 0 0,1-1 0,-1 0 0,-9 4 0,13-7 0,-1 1 0,1-1 0,-1 0 0,1 0 0,-1 1 0,1-2 0,-1 1 0,1 0 0,-1 0 0,1-1 0,-1 0 0,1 1 0,-1-1 0,1 0 0,0 0 0,-1 0 0,1 0 0,0-1 0,0 1 0,0-1 0,0 1 0,0-1 0,0 0 0,1 0 0,-1 1 0,0-1 0,1 0 0,0-1 0,-3-3 0,-2-5 0,0 0 0,1 0 0,1-1 0,-1 0 0,2 0 0,0 0 0,-3-20 0,5 23 0,0 1 0,0-1 0,1 0 0,0 0 0,0 0 0,1 1 0,1-1 0,-1 0 0,1 1 0,1-1 0,4-11 0,-5 17 0,1 0 0,-1 0 0,1 0 0,0 0 0,-1 0 0,1 1 0,0-1 0,1 1 0,-1 0 0,0 0 0,1 0 0,-1 0 0,1 1 0,-1 0 0,1-1 0,0 1 0,0 0 0,-1 1 0,1-1 0,0 1 0,0 0 0,0 0 0,0 0 0,0 0 0,-1 0 0,1 1 0,6 1 0,8 2 0,0 1 0,0 0 0,0 1 0,20 11 0,-8-3 0,0-1 0,0-1 0,1-2 0,1-1 0,53 8 0,-77-16 0,-1 0 0,1 0 0,0-1 0,-1 0 0,1-1 0,0 0 0,-1 0 0,1 0 0,-1-1 0,1 0 0,-1-1 0,0 0 0,0 0 0,0 0 0,0-1 0,-1 0 0,1 0 0,-1-1 0,0 0 0,0 0 0,-1 0 0,1-1 0,-1 0 0,0 0 0,-1 0 0,0 0 0,0-1 0,0 0 0,5-12 0,-4 7 0,-1-1 0,0 0 0,-1 1 0,-1-1 0,0 0 0,0-1 0,-1 1 0,-2-20 0,1 28 0,0 1 0,0 0 0,-1 0 0,0 0 0,1 0 0,-2 0 0,1 0 0,0 1 0,-1-1 0,1 0 0,-1 1 0,0-1 0,-1 1 0,1-1 0,0 1 0,-1 0 0,0 0 0,0 0 0,0 0 0,0 1 0,0-1 0,0 1 0,-1 0 0,1 0 0,-1 0 0,0 0 0,0 1 0,1-1 0,-1 1 0,-8-1 0,-7-1 0,-1 2 0,0 0 0,0 1 0,0 1 0,0 1 0,0 1 0,1 1 0,-1 0 0,1 2 0,0 0 0,1 1 0,-36 18 0,50-22-124,0-1 0,1 1 0,-1 0 0,0 0 0,1 0 0,0 0-1,0 1 1,0 0 0,0-1 0,-3 6 0,-5 14-6702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8.938"/>
    </inkml:context>
    <inkml:brush xml:id="br0">
      <inkml:brushProperty name="width" value="0.05" units="cm"/>
      <inkml:brushProperty name="height" value="0.05" units="cm"/>
      <inkml:brushProperty name="color" value="#E71224"/>
    </inkml:brush>
  </inkml:definitions>
  <inkml:trace contextRef="#ctx0" brushRef="#br0">0 0 24575,'5'9'0,"1"7"0,4 6 0,0 7 0,-1 3 0,2 2 0,-1 2 0,-2 5 0,-2-1 0,-3 3 0,3 2 0,1 2 0,-2-3 0,4-3 0,-1-19 0,0-12-8191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49.893"/>
    </inkml:context>
    <inkml:brush xml:id="br0">
      <inkml:brushProperty name="width" value="0.05" units="cm"/>
      <inkml:brushProperty name="height" value="0.05" units="cm"/>
      <inkml:brushProperty name="color" value="#E71224"/>
    </inkml:brush>
  </inkml:definitions>
  <inkml:trace contextRef="#ctx0" brushRef="#br0">1 179 24575,'0'-7'0,"1"-1"0,0 1 0,0 0 0,0 0 0,1 0 0,1-1 0,-1 2 0,1-1 0,0 0 0,0 1 0,1-1 0,0 1 0,0 0 0,1 0 0,-1 0 0,1 1 0,7-6 0,-5 5 0,0 0 0,0 1 0,1 0 0,-1 0 0,1 1 0,0 0 0,1 0 0,-1 1 0,1 0 0,0 0 0,0 1 0,-1 0 0,16 0 0,-21 2 0,0 0 0,0 0 0,0 1 0,0-1 0,0 1 0,0 0 0,0 0 0,0 0 0,-1 0 0,1 0 0,0 1 0,-1-1 0,1 1 0,-1 0 0,1-1 0,-1 1 0,0 1 0,0-1 0,0 0 0,0 0 0,0 1 0,0-1 0,-1 1 0,1-1 0,-1 1 0,0 0 0,1 0 0,-1 0 0,-1-1 0,1 1 0,0 0 0,-1 0 0,1 3 0,2 15 0,-1-1 0,0 0 0,-3 36 0,0-40 0,1-8 0,0 0 0,-1 1 0,-1-1 0,1 0 0,-1 0 0,-1 0 0,1 0 0,-1 0 0,-1-1 0,1 1 0,-2-1 0,1 0 0,-7 9 0,11-16 0,-1 0 0,1 1 0,0-1 0,0 0 0,-1 1 0,1-1 0,0 0 0,0 1 0,-1-1 0,1 0 0,0 1 0,0-1 0,0 0 0,0 1 0,0-1 0,-1 1 0,1-1 0,0 0 0,0 1 0,0-1 0,0 1 0,0-1 0,0 0 0,0 1 0,1-1 0,-1 1 0,0-1 0,0 0 0,0 1 0,0-1 0,0 0 0,1 1 0,-1-1 0,0 1 0,16 3 0,26-8 0,-38 3 0,16-2 0,53-6 0,-70 9 0,0-1 0,0 1 0,0 1 0,0-1 0,0 0 0,0 1 0,0-1 0,-1 1 0,1 0 0,0 0 0,0 0 0,-1 0 0,1 1 0,-1-1 0,1 1 0,-1-1 0,0 1 0,1 0 0,-1 0 0,3 4 0,-4-5 0,-1 0 0,1 0 0,0 0 0,-1 1 0,1-1 0,-1 0 0,0 0 0,1 1 0,-1-1 0,0 0 0,0 1 0,0-1 0,0 0 0,0 1 0,0-1 0,0 0 0,0 0 0,-1 1 0,1-1 0,0 0 0,-1 1 0,1-1 0,-2 2 0,0 1 0,-1-1 0,1 0 0,-1 1 0,0-1 0,0 0 0,0 0 0,-6 4 0,-4 1 0,-1 1 0,1-2 0,-17 7 0,15-9-273,1 0 0,-1 0 0,0-2 0,-25 4 0,15-5-6553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0.391"/>
    </inkml:context>
    <inkml:brush xml:id="br0">
      <inkml:brushProperty name="width" value="0.05" units="cm"/>
      <inkml:brushProperty name="height" value="0.05" units="cm"/>
      <inkml:brushProperty name="color" value="#E71224"/>
    </inkml:brush>
  </inkml:definitions>
  <inkml:trace contextRef="#ctx0" brushRef="#br0">0 20 24575,'9'-4'0,"7"-2"0,6 0 0,-2 2-8191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0.767"/>
    </inkml:context>
    <inkml:brush xml:id="br0">
      <inkml:brushProperty name="width" value="0.05" units="cm"/>
      <inkml:brushProperty name="height" value="0.05" units="cm"/>
      <inkml:brushProperty name="color" value="#E71224"/>
    </inkml:brush>
  </inkml:definitions>
  <inkml:trace contextRef="#ctx0" brushRef="#br0">1 67 24575,'4'0'0,"6"0"0,10-5 0,6 0 0,3-1 0,2 2 0,-6-4 0,-2 0 0,-5-3 0,-1 0 0,-3 3-8191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1.297"/>
    </inkml:context>
    <inkml:brush xml:id="br0">
      <inkml:brushProperty name="width" value="0.05" units="cm"/>
      <inkml:brushProperty name="height" value="0.05" units="cm"/>
      <inkml:brushProperty name="color" value="#E71224"/>
    </inkml:brush>
  </inkml:definitions>
  <inkml:trace contextRef="#ctx0" brushRef="#br0">0 99 24575,'0'-5'0,"5"-1"0,5-4 0,10 0 0,11 1 0,9-2 0,6-4 0,-1 2 0,2 1 0,-8 4-8191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23:39:51.967"/>
    </inkml:context>
    <inkml:brush xml:id="br0">
      <inkml:brushProperty name="width" value="0.05" units="cm"/>
      <inkml:brushProperty name="height" value="0.05" units="cm"/>
      <inkml:brushProperty name="color" value="#E71224"/>
    </inkml:brush>
  </inkml:definitions>
  <inkml:trace contextRef="#ctx0" brushRef="#br0">1 1 24575,'4'0'0,"6"0"0,6 0 0,4 0 0,8 0 0,-1 0-8191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4:40.711"/>
    </inkml:context>
    <inkml:brush xml:id="br0">
      <inkml:brushProperty name="width" value="0.05" units="cm"/>
      <inkml:brushProperty name="height" value="0.05" units="cm"/>
      <inkml:brushProperty name="color" value="#E71224"/>
    </inkml:brush>
  </inkml:definitions>
  <inkml:trace contextRef="#ctx0" brushRef="#br0">516 1 24575,'-1'9'0,"0"1"0,0-1 0,-1 1 0,0-1 0,-1 0 0,0 1 0,-1-1 0,-7 15 0,-47 67 0,38-62 0,0 1 0,-8 16 0,-3-1 0,-2-2 0,-2-1 0,-46 44 0,78-83 0,-1 0 0,0 0 0,1 0 0,-2 0 0,1 0 0,0-1 0,0 0 0,-1 0 0,1 0 0,-1-1 0,0 1 0,1-1 0,-1 0 0,0 0 0,-9 0 0,10-2 0,0 0 0,0 0 0,1 0 0,-1 0 0,0-1 0,1 1 0,-1-1 0,1 0 0,0 0 0,0 0 0,-1-1 0,1 1 0,1-1 0,-1 1 0,0-1 0,1 0 0,-1 0 0,1 0 0,0-1 0,-2-3 0,-1-1 0,0-1 0,0 1 0,1-1 0,1 0 0,0 0 0,0-1 0,0 1 0,1 0 0,1-1 0,-1 0 0,2 1 0,-1-1 0,2-16 0,0 20 0,0 1 0,1-1 0,0 1 0,-1 0 0,2-1 0,-1 1 0,1 0 0,-1 0 0,1 0 0,1 1 0,-1-1 0,1 1 0,-1 0 0,1 0 0,1 0 0,-1 0 0,0 1 0,1-1 0,0 1 0,0 0 0,0 1 0,0-1 0,0 1 0,8-2 0,-1 0 0,1 1 0,-1 1 0,0 0 0,0 0 0,1 1 0,-1 1 0,1 0 0,-1 1 0,1 0 0,-1 1 0,0 0 0,1 1 0,-1 1 0,-1 0 0,1 0 0,-1 1 0,1 1 0,-1 0 0,-1 0 0,13 10 0,18 16 0,-3 1 0,0 2 0,53 66 0,-38-42 0,-44-49 0,1 0 0,1 0 0,0 0 0,0-2 0,19 12 0,-29-19 0,1 0 0,0 0 0,0 0 0,-1 0 0,1 0 0,0-1 0,0 1 0,0 0 0,0-1 0,0 0 0,0 1 0,0-1 0,0 0 0,0 0 0,0 0 0,0 0 0,0 0 0,0-1 0,-1 1 0,1-1 0,0 1 0,0-1 0,0 0 0,0 0 0,0 1 0,-1-1 0,1 0 0,0-1 0,-1 1 0,1 0 0,-1 0 0,1-1 0,-1 1 0,0-1 0,1 1 0,-1-1 0,0 0 0,0 1 0,0-1 0,0 0 0,-1 0 0,1 0 0,0 1 0,-1-1 0,1 0 0,-1 0 0,0 0 0,1-3 0,3-21 0,-1 0 0,0 0 0,-2-1 0,-1 1 0,-4-28 0,1-11 0,3 50 0,-1-1 0,-1 1 0,0 0 0,0 0 0,-2 0 0,0 1 0,0-1 0,-10-18 0,11 27 0,0 1 0,0 0 0,-1-1 0,0 1 0,0 1 0,0-1 0,-1 0 0,1 1 0,-1 0 0,0 0 0,0 1 0,-1-1 0,1 1 0,-1 0 0,0 0 0,1 1 0,-1 0 0,0 0 0,-1 0 0,1 1 0,0 0 0,-10-1 0,-44 0-55,48 3-76,0-1 0,0 0 0,0-1 0,0-1 0,-1 0 0,1 0 0,1-1 0,-1-1 0,-22-9 0,20 5-6695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5:28.313"/>
    </inkml:context>
    <inkml:brush xml:id="br0">
      <inkml:brushProperty name="width" value="0.05" units="cm"/>
      <inkml:brushProperty name="height" value="0.05" units="cm"/>
      <inkml:brushProperty name="color" value="#E71224"/>
    </inkml:brush>
  </inkml:definitions>
  <inkml:trace contextRef="#ctx0" brushRef="#br0">1 132 24575,'0'-5'0,"4"-5"0,15-6 0,13 1 0,5 1 0,6 0 0,4-2 0,-2 1 0,-4 3 0,-4 4 0,-18 3 0,-16 3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5:29.125"/>
    </inkml:context>
    <inkml:brush xml:id="br0">
      <inkml:brushProperty name="width" value="0.05" units="cm"/>
      <inkml:brushProperty name="height" value="0.05" units="cm"/>
      <inkml:brushProperty name="color" value="#E71224"/>
    </inkml:brush>
  </inkml:definitions>
  <inkml:trace contextRef="#ctx0" brushRef="#br0">25 0 24575,'-1'165'0,"3"169"0,-2-330 0,0 0 0,1 1 0,-1-1 0,1 0 0,0 0 0,0 0 0,0 0 0,1 0 0,0 0 0,-1 0 0,1-1 0,0 1 0,4 3 0,-5-5 0,0-1 0,1 0 0,-1-1 0,0 1 0,1 0 0,-1 0 0,1-1 0,0 1 0,-1-1 0,1 1 0,-1-1 0,1 0 0,0 1 0,-1-1 0,1 0 0,0 0 0,-1 0 0,1 0 0,0-1 0,-1 1 0,1 0 0,0-1 0,-1 1 0,1-1 0,-1 1 0,1-1 0,-1 0 0,1 0 0,-1 0 0,0 0 0,1 0 0,-1 0 0,0 0 0,2-2 0,21-17 0,38-42 0,-41 40 0,0 0 0,41-30 0,-55 47 0,0 0 0,1 1 0,-1 0 0,1 0 0,1 0 0,-1 1 0,0 1 0,1-1 0,-1 1 0,1 1 0,0-1 0,-1 1 0,15 1 0,-20 0 0,0 1 0,-1 0 0,1 0 0,-1 0 0,1 0 0,-1 0 0,0 0 0,1 0 0,-1 1 0,0-1 0,0 1 0,0 0 0,0-1 0,0 1 0,0 0 0,-1 0 0,1 0 0,0 1 0,-1-1 0,0 0 0,0 1 0,1-1 0,-1 0 0,-1 1 0,2 3 0,3 8 0,-1 1 0,-1 0 0,2 16 0,-5-26 0,14 133 0,-13-122 0,-1 1 0,-1 0 0,0 0 0,-2-1 0,1 1 0,-8 19 0,6-27 0,-1 0 0,0 0 0,0-1 0,-1 0 0,0 0 0,-1-1 0,1 1 0,-2-1 0,1-1 0,-1 1 0,0-1 0,0-1 0,0 0 0,-1 0 0,0 0 0,-17 5 0,-3 1 0,-1-1 0,0-2 0,-1-1 0,-32 4 0,-9-10 0,58-1 0,0-1 0,0 2 0,0 0 0,-22 4 0,37-5-21,-1 1 0,0-1 0,1 0 0,-1 0 0,0 0 0,0 0 0,1 0 0,-1 0 0,0 1 0,0-1 0,1 0 0,-1 0 0,0 0 0,0 1 0,1-1 0,-1 0 0,0 0 0,0 1 0,0-1 0,1 0 0,-1 1 0,0-1 0,0 0 0,0 0 0,0 1 0,0-1 0,0 0 0,0 1 0,0-1 0,0 0 0,0 1 0,0-1 0,0 0 0,0 1 0,0-1 0,0 0 0,0 1 0,0-1 0,0 0 0,0 1 0,0-1 0,-1 0 0,1 0 0,0 1 0,0-1 0,0 0 0,0 0 0,-1 1 0,1-1 0,0 0 0,0 0 0,-1 1 0,1-1 0,0 0 0,0 0 0,-1 0 0,1 0 0,0 0 0,-1 1 0,1-1 0,0 0 0,0 0 0,-1 0 0,0 0 0,18 10-6805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7:50.034"/>
    </inkml:context>
    <inkml:brush xml:id="br0">
      <inkml:brushProperty name="width" value="0.05" units="cm"/>
      <inkml:brushProperty name="height" value="0.05" units="cm"/>
      <inkml:brushProperty name="color" value="#33CCFF"/>
    </inkml:brush>
  </inkml:definitions>
  <inkml:trace contextRef="#ctx0" brushRef="#br0">0 1 24575,'0'0'-8191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08:16.947"/>
    </inkml:context>
    <inkml:brush xml:id="br0">
      <inkml:brushProperty name="width" value="0.05" units="cm"/>
      <inkml:brushProperty name="height" value="0.05" units="cm"/>
      <inkml:brushProperty name="color" value="#33CCFF"/>
    </inkml:brush>
  </inkml:definitions>
  <inkml:trace contextRef="#ctx0" brushRef="#br0">0 1 24575,'5'0'0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12:27.090"/>
    </inkml:context>
    <inkml:brush xml:id="br0">
      <inkml:brushProperty name="width" value="0.05" units="cm"/>
      <inkml:brushProperty name="height" value="0.05" units="cm"/>
      <inkml:brushProperty name="color" value="#33CCFF"/>
    </inkml:brush>
  </inkml:definitions>
  <inkml:trace contextRef="#ctx0" brushRef="#br0">0 1 24575,'0'0'-8191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13:43.770"/>
    </inkml:context>
    <inkml:brush xml:id="br0">
      <inkml:brushProperty name="width" value="0.05" units="cm"/>
      <inkml:brushProperty name="height" value="0.05" units="cm"/>
    </inkml:brush>
  </inkml:definitions>
  <inkml:trace contextRef="#ctx0" brushRef="#br0">0 0 24575,'0'5'0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13:27.198"/>
    </inkml:context>
    <inkml:brush xml:id="br0">
      <inkml:brushProperty name="width" value="0.05" units="cm"/>
      <inkml:brushProperty name="height" value="0.05" units="cm"/>
    </inkml:brush>
  </inkml:definitions>
  <inkml:trace contextRef="#ctx0" brushRef="#br0">1 0 24575,'0'5'0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1:27.894"/>
    </inkml:context>
    <inkml:brush xml:id="br0">
      <inkml:brushProperty name="width" value="0.05" units="cm"/>
      <inkml:brushProperty name="height" value="0.05" units="cm"/>
    </inkml:brush>
  </inkml:definitions>
  <inkml:trace contextRef="#ctx0" brushRef="#br0">0 1 24575,'5'0'0,"5"0"0,1 0-8191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42.172"/>
    </inkml:context>
    <inkml:brush xml:id="br0">
      <inkml:brushProperty name="width" value="0.05" units="cm"/>
      <inkml:brushProperty name="height" value="0.05" units="cm"/>
      <inkml:brushProperty name="color" value="#E71224"/>
    </inkml:brush>
  </inkml:definitions>
  <inkml:trace contextRef="#ctx0" brushRef="#br0">0 143 24575,'0'-4'0,"5"-6"0,5-6 0,2-4 0,2 0 0,4 1 0,-1-2 0,1 2 0,-3 6-8191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26.57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26.92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29.082"/>
    </inkml:context>
    <inkml:brush xml:id="br0">
      <inkml:brushProperty name="width" value="0.05" units="cm"/>
      <inkml:brushProperty name="height" value="0.05" units="cm"/>
      <inkml:brushProperty name="color" value="#E71224"/>
    </inkml:brush>
  </inkml:definitions>
  <inkml:trace contextRef="#ctx0" brushRef="#br0">0 77 24575,'0'-4'0,"5"-2"0,5 1 0,6 0 0,0-2 0,2-1 0,2-3 0,2-5 0,-3 2-8191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29.646"/>
    </inkml:context>
    <inkml:brush xml:id="br0">
      <inkml:brushProperty name="width" value="0.05" units="cm"/>
      <inkml:brushProperty name="height" value="0.05" units="cm"/>
      <inkml:brushProperty name="color" value="#E71224"/>
    </inkml:brush>
  </inkml:definitions>
  <inkml:trace contextRef="#ctx0" brushRef="#br0">1 76 24575,'4'0'0,"6"-4"0,2-6 0,2-2 0,0-2 0,1-4 0,-2 1-8191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5:26.664"/>
    </inkml:context>
    <inkml:brush xml:id="br0">
      <inkml:brushProperty name="width" value="0.05" units="cm"/>
      <inkml:brushProperty name="height" value="0.05" units="cm"/>
      <inkml:brushProperty name="color" value="#E71224"/>
    </inkml:brush>
  </inkml:definitions>
  <inkml:trace contextRef="#ctx0" brushRef="#br0">1 0 24575,'4'0'0,"7"0"0,0 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6:58.553"/>
    </inkml:context>
    <inkml:brush xml:id="br0">
      <inkml:brushProperty name="width" value="0.05" units="cm"/>
      <inkml:brushProperty name="height" value="0.05" units="cm"/>
      <inkml:brushProperty name="color" value="#E71224"/>
    </inkml:brush>
  </inkml:definitions>
  <inkml:trace contextRef="#ctx0" brushRef="#br0">1 1 24575,'4'0'0,"6"0"0,2 0-8191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6:58.961"/>
    </inkml:context>
    <inkml:brush xml:id="br0">
      <inkml:brushProperty name="width" value="0.05" units="cm"/>
      <inkml:brushProperty name="height" value="0.05" units="cm"/>
      <inkml:brushProperty name="color" value="#E71224"/>
    </inkml:brush>
  </inkml:definitions>
  <inkml:trace contextRef="#ctx0" brushRef="#br0">0 0 24575,'5'5'0,"1"5"0,-1 2-8191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7:10.483"/>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7:10.828"/>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7:14.820"/>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4:15.907"/>
    </inkml:context>
    <inkml:brush xml:id="br0">
      <inkml:brushProperty name="width" value="0.05" units="cm"/>
      <inkml:brushProperty name="height" value="0.05" units="cm"/>
      <inkml:brushProperty name="color" value="#E71224"/>
    </inkml:brush>
  </inkml:definitions>
  <inkml:trace contextRef="#ctx0" brushRef="#br0">1 0 24575,'0'5'0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8:48.08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8:51.734"/>
    </inkml:context>
    <inkml:brush xml:id="br0">
      <inkml:brushProperty name="width" value="0.05" units="cm"/>
      <inkml:brushProperty name="height" value="0.05" units="cm"/>
      <inkml:brushProperty name="color" value="#E71224"/>
    </inkml:brush>
  </inkml:definitions>
  <inkml:trace contextRef="#ctx0" brushRef="#br0">0 1 24575,'0'4'0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00:28:58.189"/>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5E3D8-DDB0-4D1F-BC26-95A94F663B19}" type="datetimeFigureOut">
              <a:rPr lang="en-US" smtClean="0"/>
              <a:t>10/28/2025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3963F-15E3-4F9A-906F-AFE85BBD6231}" type="slidenum">
              <a:rPr lang="en-US" smtClean="0"/>
              <a:t>‹#›</a:t>
            </a:fld>
            <a:endParaRPr lang="en-US"/>
          </a:p>
        </p:txBody>
      </p:sp>
    </p:spTree>
    <p:extLst>
      <p:ext uri="{BB962C8B-B14F-4D97-AF65-F5344CB8AC3E}">
        <p14:creationId xmlns:p14="http://schemas.microsoft.com/office/powerpoint/2010/main" val="1791078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F1E1135-E203-1B37-6BB4-752D843E7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B081A4FF-573A-41A2-AE93-686FBB21D228}" type="slidenum">
              <a:rPr lang="ar-SA" altLang="en-US" smtClean="0"/>
              <a:pPr algn="l" rtl="0">
                <a:spcBef>
                  <a:spcPct val="0"/>
                </a:spcBef>
              </a:pPr>
              <a:t>16</a:t>
            </a:fld>
            <a:endParaRPr lang="en-US" altLang="en-US"/>
          </a:p>
        </p:txBody>
      </p:sp>
      <p:sp>
        <p:nvSpPr>
          <p:cNvPr id="25603" name="Rectangle 2">
            <a:extLst>
              <a:ext uri="{FF2B5EF4-FFF2-40B4-BE49-F238E27FC236}">
                <a16:creationId xmlns:a16="http://schemas.microsoft.com/office/drawing/2014/main" id="{6A262D33-211F-956B-5F08-D55A85DC7C9F}"/>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49D0B18-F3F9-CF4E-0E96-AE79919D0E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844A0B4-46BF-DAAF-EB3C-F26B25DD08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BACCEC2E-496A-4EF1-BBE6-572A6C83E3CC}" type="slidenum">
              <a:rPr lang="ar-SA" altLang="en-US" smtClean="0"/>
              <a:pPr algn="l" rtl="0">
                <a:spcBef>
                  <a:spcPct val="0"/>
                </a:spcBef>
              </a:pPr>
              <a:t>17</a:t>
            </a:fld>
            <a:endParaRPr lang="en-US" altLang="en-US"/>
          </a:p>
        </p:txBody>
      </p:sp>
      <p:sp>
        <p:nvSpPr>
          <p:cNvPr id="27651" name="Rectangle 2">
            <a:extLst>
              <a:ext uri="{FF2B5EF4-FFF2-40B4-BE49-F238E27FC236}">
                <a16:creationId xmlns:a16="http://schemas.microsoft.com/office/drawing/2014/main" id="{AB7CA734-382C-D0A2-BC2E-D9B2C632BEFD}"/>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3D333771-2165-5409-4196-677AC7F54D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49CB86EC-C892-82BA-A794-EA5C291CAB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0EC3920F-026C-4AF4-92D0-F7540FFA0F9C}" type="slidenum">
              <a:rPr lang="ar-SA" altLang="en-US" smtClean="0"/>
              <a:pPr algn="l" rtl="0">
                <a:spcBef>
                  <a:spcPct val="0"/>
                </a:spcBef>
              </a:pPr>
              <a:t>19</a:t>
            </a:fld>
            <a:endParaRPr lang="en-US" altLang="en-US"/>
          </a:p>
        </p:txBody>
      </p:sp>
      <p:sp>
        <p:nvSpPr>
          <p:cNvPr id="30723" name="Rectangle 2">
            <a:extLst>
              <a:ext uri="{FF2B5EF4-FFF2-40B4-BE49-F238E27FC236}">
                <a16:creationId xmlns:a16="http://schemas.microsoft.com/office/drawing/2014/main" id="{E06B911A-2560-47CE-B454-EB03BEBF114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1F362870-FCE1-7976-E0D2-1490E3000C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781822E8-5447-E0A4-EC90-F2B53C2E99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8D541871-D2EC-47A8-AB6E-051F8DAF5865}" type="slidenum">
              <a:rPr lang="ar-SA" altLang="en-US" smtClean="0"/>
              <a:pPr algn="l" rtl="0">
                <a:spcBef>
                  <a:spcPct val="0"/>
                </a:spcBef>
              </a:pPr>
              <a:t>20</a:t>
            </a:fld>
            <a:endParaRPr lang="en-US" altLang="en-US"/>
          </a:p>
        </p:txBody>
      </p:sp>
      <p:sp>
        <p:nvSpPr>
          <p:cNvPr id="32771" name="Rectangle 2">
            <a:extLst>
              <a:ext uri="{FF2B5EF4-FFF2-40B4-BE49-F238E27FC236}">
                <a16:creationId xmlns:a16="http://schemas.microsoft.com/office/drawing/2014/main" id="{92022B6F-2794-54FF-7732-99A53C62D2BF}"/>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875A5F7B-5660-4A12-AE8C-4A905A87C5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5821F46-46BF-E907-666C-056398E1F1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53B9FE22-A972-454F-9DB4-B1760ACA7E48}" type="slidenum">
              <a:rPr lang="ar-SA" altLang="en-US" smtClean="0"/>
              <a:pPr algn="l" rtl="0">
                <a:spcBef>
                  <a:spcPct val="0"/>
                </a:spcBef>
              </a:pPr>
              <a:t>21</a:t>
            </a:fld>
            <a:endParaRPr lang="en-US" altLang="en-US"/>
          </a:p>
        </p:txBody>
      </p:sp>
      <p:sp>
        <p:nvSpPr>
          <p:cNvPr id="34819" name="Rectangle 2">
            <a:extLst>
              <a:ext uri="{FF2B5EF4-FFF2-40B4-BE49-F238E27FC236}">
                <a16:creationId xmlns:a16="http://schemas.microsoft.com/office/drawing/2014/main" id="{EB28F525-062D-B3DC-30D8-365D4BFCE47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11E8336A-307C-9D16-31C4-901B6A569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0806FDA-ECC8-C840-793F-1B6A91C6D5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BBE104AD-7AE5-4F5C-9022-7EFB0812BC5B}" type="slidenum">
              <a:rPr lang="ar-SA" altLang="en-US" smtClean="0"/>
              <a:pPr algn="l" rtl="0">
                <a:spcBef>
                  <a:spcPct val="0"/>
                </a:spcBef>
              </a:pPr>
              <a:t>22</a:t>
            </a:fld>
            <a:endParaRPr lang="en-US" altLang="en-US"/>
          </a:p>
        </p:txBody>
      </p:sp>
      <p:sp>
        <p:nvSpPr>
          <p:cNvPr id="36867" name="Rectangle 2">
            <a:extLst>
              <a:ext uri="{FF2B5EF4-FFF2-40B4-BE49-F238E27FC236}">
                <a16:creationId xmlns:a16="http://schemas.microsoft.com/office/drawing/2014/main" id="{89261CE4-2BC0-627D-E460-6C670F7A568B}"/>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2FE1B862-26E4-C287-B582-5DA0A9F09B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29817D9-A12B-3D23-FFC1-D2ABCE44A6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5759024B-400F-46CF-B527-609693DF49B3}" type="slidenum">
              <a:rPr lang="ar-SA" altLang="en-US" smtClean="0"/>
              <a:pPr algn="l" rtl="0">
                <a:spcBef>
                  <a:spcPct val="0"/>
                </a:spcBef>
              </a:pPr>
              <a:t>23</a:t>
            </a:fld>
            <a:endParaRPr lang="en-US" altLang="en-US"/>
          </a:p>
        </p:txBody>
      </p:sp>
      <p:sp>
        <p:nvSpPr>
          <p:cNvPr id="38915" name="Rectangle 2">
            <a:extLst>
              <a:ext uri="{FF2B5EF4-FFF2-40B4-BE49-F238E27FC236}">
                <a16:creationId xmlns:a16="http://schemas.microsoft.com/office/drawing/2014/main" id="{48E4BD1F-68DA-6782-D8BD-36C2E515DE3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B8C5F589-1ACC-87E3-A698-A046C0005D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93C7070-7604-3948-6444-477F834F00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57019DD4-F2E9-489A-8FE2-A2342A0C9B58}" type="slidenum">
              <a:rPr lang="ar-SA" altLang="en-US" smtClean="0"/>
              <a:pPr algn="l" rtl="0">
                <a:spcBef>
                  <a:spcPct val="0"/>
                </a:spcBef>
              </a:pPr>
              <a:t>24</a:t>
            </a:fld>
            <a:endParaRPr lang="en-US" altLang="en-US"/>
          </a:p>
        </p:txBody>
      </p:sp>
      <p:sp>
        <p:nvSpPr>
          <p:cNvPr id="40963" name="Rectangle 2">
            <a:extLst>
              <a:ext uri="{FF2B5EF4-FFF2-40B4-BE49-F238E27FC236}">
                <a16:creationId xmlns:a16="http://schemas.microsoft.com/office/drawing/2014/main" id="{B52C7472-EE25-6B7D-BF33-A2A13D83851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6EA026D7-3C9F-C86F-2ACB-5A20B213D7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Similar to heuristic function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DBCF41D1-712A-58D6-299E-87E5168137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310144BB-B99C-41DC-BDD0-47653BD0061D}" type="slidenum">
              <a:rPr lang="ar-SA" altLang="en-US" smtClean="0"/>
              <a:pPr algn="l" rtl="0">
                <a:spcBef>
                  <a:spcPct val="0"/>
                </a:spcBef>
              </a:pPr>
              <a:t>28</a:t>
            </a:fld>
            <a:endParaRPr lang="en-US" altLang="en-US"/>
          </a:p>
        </p:txBody>
      </p:sp>
      <p:sp>
        <p:nvSpPr>
          <p:cNvPr id="45059" name="Rectangle 2">
            <a:extLst>
              <a:ext uri="{FF2B5EF4-FFF2-40B4-BE49-F238E27FC236}">
                <a16:creationId xmlns:a16="http://schemas.microsoft.com/office/drawing/2014/main" id="{747B8433-16B5-CE71-ED27-FC347F8B6B99}"/>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09847DD0-EEEC-3442-7CCF-AE53577625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A141A1F6-D01B-10D6-EE67-4DB22F5377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5478242D-B847-463B-9A7C-C1468DC2C17B}" type="slidenum">
              <a:rPr lang="ar-SA" altLang="en-US" smtClean="0"/>
              <a:pPr algn="l" rtl="0">
                <a:spcBef>
                  <a:spcPct val="0"/>
                </a:spcBef>
              </a:pPr>
              <a:t>41</a:t>
            </a:fld>
            <a:endParaRPr lang="en-US" altLang="en-US"/>
          </a:p>
        </p:txBody>
      </p:sp>
      <p:sp>
        <p:nvSpPr>
          <p:cNvPr id="59395" name="Rectangle 2">
            <a:extLst>
              <a:ext uri="{FF2B5EF4-FFF2-40B4-BE49-F238E27FC236}">
                <a16:creationId xmlns:a16="http://schemas.microsoft.com/office/drawing/2014/main" id="{F971145F-7D6D-9B4B-D6EC-E0F2948BECC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DCAA0632-AB47-7784-7676-9EB702A487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244A288-BB0A-B181-E720-C50A08D4C7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32A6FD7C-354E-4BB1-8AB1-0A1D42E23C09}" type="slidenum">
              <a:rPr lang="ar-SA" altLang="en-US" smtClean="0"/>
              <a:pPr algn="l" rtl="0">
                <a:spcBef>
                  <a:spcPct val="0"/>
                </a:spcBef>
              </a:pPr>
              <a:t>42</a:t>
            </a:fld>
            <a:endParaRPr lang="en-US" altLang="en-US"/>
          </a:p>
        </p:txBody>
      </p:sp>
      <p:sp>
        <p:nvSpPr>
          <p:cNvPr id="61443" name="Rectangle 2">
            <a:extLst>
              <a:ext uri="{FF2B5EF4-FFF2-40B4-BE49-F238E27FC236}">
                <a16:creationId xmlns:a16="http://schemas.microsoft.com/office/drawing/2014/main" id="{157C9936-3AEC-2A17-B432-455E983E7B2A}"/>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76AEE0C-5ECC-7F3D-7CB7-A49851A69D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03963F-15E3-4F9A-906F-AFE85BBD6231}" type="slidenum">
              <a:rPr lang="en-US" smtClean="0"/>
              <a:t>43</a:t>
            </a:fld>
            <a:endParaRPr lang="en-US"/>
          </a:p>
        </p:txBody>
      </p:sp>
    </p:spTree>
    <p:extLst>
      <p:ext uri="{BB962C8B-B14F-4D97-AF65-F5344CB8AC3E}">
        <p14:creationId xmlns:p14="http://schemas.microsoft.com/office/powerpoint/2010/main" val="1513941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341CC0F-6B15-AEE7-5131-FA677BED25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rtl="0">
              <a:spcBef>
                <a:spcPct val="0"/>
              </a:spcBef>
            </a:pPr>
            <a:fld id="{F85B1B3D-1137-4244-A722-478BD0EF1F0D}" type="slidenum">
              <a:rPr lang="ar-SA" altLang="en-US" smtClean="0"/>
              <a:pPr algn="l" rtl="0">
                <a:spcBef>
                  <a:spcPct val="0"/>
                </a:spcBef>
              </a:pPr>
              <a:t>54</a:t>
            </a:fld>
            <a:endParaRPr lang="en-US" altLang="en-US"/>
          </a:p>
        </p:txBody>
      </p:sp>
      <p:sp>
        <p:nvSpPr>
          <p:cNvPr id="68611" name="Rectangle 2">
            <a:extLst>
              <a:ext uri="{FF2B5EF4-FFF2-40B4-BE49-F238E27FC236}">
                <a16:creationId xmlns:a16="http://schemas.microsoft.com/office/drawing/2014/main" id="{C85E3926-F14F-8A3F-9D7D-7A18022E210C}"/>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DF0848FF-63AA-0ABC-C914-B43D5A23F0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E5B6-D1E3-0AE9-536E-D48FDD94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D206F-1ABD-83EE-3D6B-08CBE1014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53472-A419-FDA0-841B-B619B86ED9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5CB7C-FAF3-AB9F-89B4-C1AAC3D0E6C2}"/>
              </a:ext>
            </a:extLst>
          </p:cNvPr>
          <p:cNvSpPr>
            <a:spLocks noGrp="1"/>
          </p:cNvSpPr>
          <p:nvPr>
            <p:ph type="sldNum" sz="quarter" idx="5"/>
          </p:nvPr>
        </p:nvSpPr>
        <p:spPr/>
        <p:txBody>
          <a:bodyPr/>
          <a:lstStyle/>
          <a:p>
            <a:fld id="{8C03963F-15E3-4F9A-906F-AFE85BBD6231}" type="slidenum">
              <a:rPr lang="en-US" smtClean="0"/>
              <a:t>56</a:t>
            </a:fld>
            <a:endParaRPr lang="en-US"/>
          </a:p>
        </p:txBody>
      </p:sp>
    </p:spTree>
    <p:extLst>
      <p:ext uri="{BB962C8B-B14F-4D97-AF65-F5344CB8AC3E}">
        <p14:creationId xmlns:p14="http://schemas.microsoft.com/office/powerpoint/2010/main" val="4076702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10/28/2025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104275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798857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10/28/2025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022459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CD0B64-F392-4469-B10B-622E9378706B}"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266992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D0B64-F392-4469-B10B-622E9378706B}"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024033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CD0B64-F392-4469-B10B-622E9378706B}"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02216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D0B64-F392-4469-B10B-622E9378706B}" type="datetimeFigureOut">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364676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10/28/2025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178854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D0B64-F392-4469-B10B-622E9378706B}"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5193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405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6ECD0B64-F392-4469-B10B-622E9378706B}" type="datetimeFigureOut">
              <a:rPr lang="en-US" smtClean="0"/>
              <a:t>10/28/2025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323114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lvl1pPr>
              <a:defRPr>
                <a:solidFill>
                  <a:schemeClr val="accent1"/>
                </a:solidFill>
              </a:defRPr>
            </a:lvl1pPr>
          </a:lstStyle>
          <a:p>
            <a:r>
              <a:rPr lang="en-US" dirty="0"/>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CE7CDF-FB70-7F76-652C-D0B320898BF6}"/>
              </a:ext>
            </a:extLst>
          </p:cNvPr>
          <p:cNvSpPr>
            <a:spLocks noGrp="1"/>
          </p:cNvSpPr>
          <p:nvPr>
            <p:ph type="dt" sz="half" idx="10"/>
          </p:nvPr>
        </p:nvSpPr>
        <p:spPr>
          <a:xfrm>
            <a:off x="1162050" y="6243638"/>
            <a:ext cx="19050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8D6E5D01-275A-33B2-C9B5-292A9F086562}"/>
              </a:ext>
            </a:extLst>
          </p:cNvPr>
          <p:cNvSpPr>
            <a:spLocks noGrp="1"/>
          </p:cNvSpPr>
          <p:nvPr>
            <p:ph type="ftr" sz="quarter" idx="11"/>
          </p:nvPr>
        </p:nvSpPr>
        <p:spPr>
          <a:xfrm>
            <a:off x="3657600" y="6243638"/>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685BC30A-3A0B-9AF0-1896-1866EF67D08D}"/>
              </a:ext>
            </a:extLst>
          </p:cNvPr>
          <p:cNvSpPr>
            <a:spLocks noGrp="1"/>
          </p:cNvSpPr>
          <p:nvPr>
            <p:ph type="sldNum" sz="quarter" idx="12"/>
          </p:nvPr>
        </p:nvSpPr>
        <p:spPr>
          <a:xfrm>
            <a:off x="7042150" y="6243638"/>
            <a:ext cx="1905000" cy="457200"/>
          </a:xfrm>
        </p:spPr>
        <p:txBody>
          <a:bodyPr/>
          <a:lstStyle>
            <a:lvl1pPr>
              <a:defRPr smtClean="0"/>
            </a:lvl1pPr>
          </a:lstStyle>
          <a:p>
            <a:pPr>
              <a:defRPr/>
            </a:pPr>
            <a:fld id="{32BB4771-FBDB-43E3-B2F1-1A065B9018C8}" type="slidenum">
              <a:rPr lang="en-GB" altLang="en-US"/>
              <a:pPr>
                <a:defRPr/>
              </a:pPr>
              <a:t>‹#›</a:t>
            </a:fld>
            <a:endParaRPr lang="en-GB" altLang="en-US"/>
          </a:p>
        </p:txBody>
      </p:sp>
    </p:spTree>
    <p:extLst>
      <p:ext uri="{BB962C8B-B14F-4D97-AF65-F5344CB8AC3E}">
        <p14:creationId xmlns:p14="http://schemas.microsoft.com/office/powerpoint/2010/main" val="1914630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753CA08-9B7C-AF6D-9B61-66CBAB794111}"/>
              </a:ext>
            </a:extLst>
          </p:cNvPr>
          <p:cNvSpPr>
            <a:spLocks noGrp="1"/>
          </p:cNvSpPr>
          <p:nvPr>
            <p:ph type="dt" sz="half" idx="10"/>
          </p:nvPr>
        </p:nvSpPr>
        <p:spPr>
          <a:xfrm>
            <a:off x="1162050" y="6243638"/>
            <a:ext cx="1905000" cy="457200"/>
          </a:xfrm>
        </p:spPr>
        <p:txBody>
          <a:bodyPr/>
          <a:lstStyle>
            <a:lvl1pPr>
              <a:defRPr/>
            </a:lvl1pPr>
          </a:lstStyle>
          <a:p>
            <a:pPr>
              <a:defRPr/>
            </a:pPr>
            <a:endParaRPr lang="en-GB"/>
          </a:p>
        </p:txBody>
      </p:sp>
      <p:sp>
        <p:nvSpPr>
          <p:cNvPr id="7" name="Footer Placeholder 6">
            <a:extLst>
              <a:ext uri="{FF2B5EF4-FFF2-40B4-BE49-F238E27FC236}">
                <a16:creationId xmlns:a16="http://schemas.microsoft.com/office/drawing/2014/main" id="{ADCEC0A2-84E0-6F0B-E507-9280EB7FABD0}"/>
              </a:ext>
            </a:extLst>
          </p:cNvPr>
          <p:cNvSpPr>
            <a:spLocks noGrp="1"/>
          </p:cNvSpPr>
          <p:nvPr>
            <p:ph type="ftr" sz="quarter" idx="11"/>
          </p:nvPr>
        </p:nvSpPr>
        <p:spPr>
          <a:xfrm>
            <a:off x="3657600" y="6243638"/>
            <a:ext cx="2895600" cy="457200"/>
          </a:xfrm>
        </p:spPr>
        <p:txBody>
          <a:bodyPr/>
          <a:lstStyle>
            <a:lvl1pPr>
              <a:defRPr/>
            </a:lvl1pPr>
          </a:lstStyle>
          <a:p>
            <a:pPr>
              <a:defRPr/>
            </a:pPr>
            <a:endParaRPr lang="en-GB"/>
          </a:p>
        </p:txBody>
      </p:sp>
      <p:sp>
        <p:nvSpPr>
          <p:cNvPr id="8" name="Slide Number Placeholder 7">
            <a:extLst>
              <a:ext uri="{FF2B5EF4-FFF2-40B4-BE49-F238E27FC236}">
                <a16:creationId xmlns:a16="http://schemas.microsoft.com/office/drawing/2014/main" id="{AE22CA95-9AF1-A2BF-C91A-1DEDFEA7040E}"/>
              </a:ext>
            </a:extLst>
          </p:cNvPr>
          <p:cNvSpPr>
            <a:spLocks noGrp="1"/>
          </p:cNvSpPr>
          <p:nvPr>
            <p:ph type="sldNum" sz="quarter" idx="12"/>
          </p:nvPr>
        </p:nvSpPr>
        <p:spPr>
          <a:xfrm>
            <a:off x="7042150" y="6243638"/>
            <a:ext cx="1905000" cy="457200"/>
          </a:xfrm>
        </p:spPr>
        <p:txBody>
          <a:bodyPr/>
          <a:lstStyle>
            <a:lvl1pPr>
              <a:defRPr smtClean="0"/>
            </a:lvl1pPr>
          </a:lstStyle>
          <a:p>
            <a:pPr>
              <a:defRPr/>
            </a:pPr>
            <a:fld id="{F5B94A69-81FC-4681-AEFF-A22BC8D9D8C9}" type="slidenum">
              <a:rPr lang="en-GB" altLang="en-US"/>
              <a:pPr>
                <a:defRPr/>
              </a:pPr>
              <a:t>‹#›</a:t>
            </a:fld>
            <a:endParaRPr lang="en-GB" altLang="en-US"/>
          </a:p>
        </p:txBody>
      </p:sp>
    </p:spTree>
    <p:extLst>
      <p:ext uri="{BB962C8B-B14F-4D97-AF65-F5344CB8AC3E}">
        <p14:creationId xmlns:p14="http://schemas.microsoft.com/office/powerpoint/2010/main" val="556135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normAutofit/>
          </a:bodyPr>
          <a:lstStyle/>
          <a:p>
            <a:pPr lvl="0"/>
            <a:endParaRPr lang="en-US" noProof="0"/>
          </a:p>
        </p:txBody>
      </p:sp>
      <p:sp>
        <p:nvSpPr>
          <p:cNvPr id="4" name="Date Placeholder 3">
            <a:extLst>
              <a:ext uri="{FF2B5EF4-FFF2-40B4-BE49-F238E27FC236}">
                <a16:creationId xmlns:a16="http://schemas.microsoft.com/office/drawing/2014/main" id="{0D575462-1348-7885-4DE0-360696E1E59C}"/>
              </a:ext>
            </a:extLst>
          </p:cNvPr>
          <p:cNvSpPr>
            <a:spLocks noGrp="1"/>
          </p:cNvSpPr>
          <p:nvPr>
            <p:ph type="dt" sz="half" idx="10"/>
          </p:nvPr>
        </p:nvSpPr>
        <p:spPr>
          <a:xfrm>
            <a:off x="685800" y="6248400"/>
            <a:ext cx="1905000" cy="457200"/>
          </a:xfrm>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6D081DE2-A057-8F71-40AF-29A613FA1E2F}"/>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BE994EC8-A4AF-4272-4F7D-763A2D8E17E8}"/>
              </a:ext>
            </a:extLst>
          </p:cNvPr>
          <p:cNvSpPr>
            <a:spLocks noGrp="1"/>
          </p:cNvSpPr>
          <p:nvPr>
            <p:ph type="sldNum" sz="quarter" idx="12"/>
          </p:nvPr>
        </p:nvSpPr>
        <p:spPr>
          <a:xfrm>
            <a:off x="6553200" y="6248400"/>
            <a:ext cx="1905000" cy="457200"/>
          </a:xfrm>
        </p:spPr>
        <p:txBody>
          <a:bodyPr/>
          <a:lstStyle>
            <a:lvl1pPr>
              <a:defRPr smtClean="0"/>
            </a:lvl1pPr>
          </a:lstStyle>
          <a:p>
            <a:pPr>
              <a:defRPr/>
            </a:pPr>
            <a:fld id="{AC97065B-7570-429A-BFF3-1BB5C6A892B3}" type="slidenum">
              <a:rPr lang="en-GB" altLang="en-US"/>
              <a:pPr>
                <a:defRPr/>
              </a:pPr>
              <a:t>‹#›</a:t>
            </a:fld>
            <a:endParaRPr lang="en-GB" altLang="en-US"/>
          </a:p>
        </p:txBody>
      </p:sp>
    </p:spTree>
    <p:extLst>
      <p:ext uri="{BB962C8B-B14F-4D97-AF65-F5344CB8AC3E}">
        <p14:creationId xmlns:p14="http://schemas.microsoft.com/office/powerpoint/2010/main" val="55649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6ECD0B64-F392-4469-B10B-622E9378706B}" type="datetimeFigureOut">
              <a:rPr lang="en-US" smtClean="0"/>
              <a:t>10/28/2025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6176B7BD-3197-4DA1-BA2E-B38AE6E9DD9D}"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621868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8.xml"/><Relationship Id="rId2" Type="http://schemas.openxmlformats.org/officeDocument/2006/relationships/customXml" Target="../ink/ink3.xml"/><Relationship Id="rId1" Type="http://schemas.openxmlformats.org/officeDocument/2006/relationships/slideLayout" Target="../slideLayouts/slideLayout7.xml"/><Relationship Id="rId6" Type="http://schemas.openxmlformats.org/officeDocument/2006/relationships/customXml" Target="../ink/ink5.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7.xml"/><Relationship Id="rId4" Type="http://schemas.openxmlformats.org/officeDocument/2006/relationships/customXml" Target="../ink/ink4.xml"/><Relationship Id="rId9" Type="http://schemas.openxmlformats.org/officeDocument/2006/relationships/image" Target="../media/image7.png"/><Relationship Id="rId14" Type="http://schemas.openxmlformats.org/officeDocument/2006/relationships/customXml" Target="../ink/ink9.xml"/></Relationships>
</file>

<file path=ppt/slides/_rels/slide7.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customXml" Target="../ink/ink10.xml"/><Relationship Id="rId1" Type="http://schemas.openxmlformats.org/officeDocument/2006/relationships/slideLayout" Target="../slideLayouts/slideLayout7.xml"/><Relationship Id="rId6" Type="http://schemas.openxmlformats.org/officeDocument/2006/relationships/customXml" Target="../ink/ink12.xml"/><Relationship Id="rId5" Type="http://schemas.openxmlformats.org/officeDocument/2006/relationships/image" Target="../media/image12.png"/><Relationship Id="rId4" Type="http://schemas.openxmlformats.org/officeDocument/2006/relationships/customXml" Target="../ink/ink11.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customXml" Target="../ink/ink20.xml"/><Relationship Id="rId3" Type="http://schemas.openxmlformats.org/officeDocument/2006/relationships/image" Target="../media/image15.png"/><Relationship Id="rId7" Type="http://schemas.openxmlformats.org/officeDocument/2006/relationships/image" Target="../media/image17.png"/><Relationship Id="rId12" Type="http://schemas.openxmlformats.org/officeDocument/2006/relationships/customXml" Target="../ink/ink19.xml"/><Relationship Id="rId2" Type="http://schemas.openxmlformats.org/officeDocument/2006/relationships/customXml" Target="../ink/ink14.xml"/><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customXml" Target="../ink/ink16.xml"/><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customXml" Target="../ink/ink21.xml"/><Relationship Id="rId10" Type="http://schemas.openxmlformats.org/officeDocument/2006/relationships/customXml" Target="../ink/ink18.xml"/><Relationship Id="rId4" Type="http://schemas.openxmlformats.org/officeDocument/2006/relationships/customXml" Target="../ink/ink15.xml"/><Relationship Id="rId9" Type="http://schemas.openxmlformats.org/officeDocument/2006/relationships/image" Target="../media/image18.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customXml" Target="../ink/ink27.xml"/><Relationship Id="rId18" Type="http://schemas.openxmlformats.org/officeDocument/2006/relationships/image" Target="../media/image33.png"/><Relationship Id="rId26" Type="http://schemas.openxmlformats.org/officeDocument/2006/relationships/image" Target="../media/image37.png"/><Relationship Id="rId3" Type="http://schemas.openxmlformats.org/officeDocument/2006/relationships/customXml" Target="../ink/ink22.xml"/><Relationship Id="rId21" Type="http://schemas.openxmlformats.org/officeDocument/2006/relationships/customXml" Target="../ink/ink31.xml"/><Relationship Id="rId7" Type="http://schemas.openxmlformats.org/officeDocument/2006/relationships/customXml" Target="../ink/ink24.xml"/><Relationship Id="rId12" Type="http://schemas.openxmlformats.org/officeDocument/2006/relationships/image" Target="../media/image30.png"/><Relationship Id="rId17" Type="http://schemas.openxmlformats.org/officeDocument/2006/relationships/customXml" Target="../ink/ink29.xml"/><Relationship Id="rId25" Type="http://schemas.openxmlformats.org/officeDocument/2006/relationships/customXml" Target="../ink/ink33.xml"/><Relationship Id="rId2" Type="http://schemas.openxmlformats.org/officeDocument/2006/relationships/image" Target="../media/image25.png"/><Relationship Id="rId16" Type="http://schemas.openxmlformats.org/officeDocument/2006/relationships/image" Target="../media/image32.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customXml" Target="../ink/ink26.xml"/><Relationship Id="rId24" Type="http://schemas.openxmlformats.org/officeDocument/2006/relationships/image" Target="../media/image36.png"/><Relationship Id="rId5" Type="http://schemas.openxmlformats.org/officeDocument/2006/relationships/customXml" Target="../ink/ink23.xml"/><Relationship Id="rId15" Type="http://schemas.openxmlformats.org/officeDocument/2006/relationships/customXml" Target="../ink/ink28.xml"/><Relationship Id="rId23" Type="http://schemas.openxmlformats.org/officeDocument/2006/relationships/customXml" Target="../ink/ink32.xml"/><Relationship Id="rId10" Type="http://schemas.openxmlformats.org/officeDocument/2006/relationships/image" Target="../media/image29.png"/><Relationship Id="rId19" Type="http://schemas.openxmlformats.org/officeDocument/2006/relationships/customXml" Target="../ink/ink30.xml"/><Relationship Id="rId4" Type="http://schemas.openxmlformats.org/officeDocument/2006/relationships/image" Target="../media/image26.png"/><Relationship Id="rId9" Type="http://schemas.openxmlformats.org/officeDocument/2006/relationships/customXml" Target="../ink/ink25.xml"/><Relationship Id="rId14" Type="http://schemas.openxmlformats.org/officeDocument/2006/relationships/image" Target="../media/image31.png"/><Relationship Id="rId22" Type="http://schemas.openxmlformats.org/officeDocument/2006/relationships/image" Target="../media/image35.png"/></Relationships>
</file>

<file path=ppt/slides/_rels/slide13.xml.rels><?xml version="1.0" encoding="UTF-8" standalone="yes"?>
<Relationships xmlns="http://schemas.openxmlformats.org/package/2006/relationships"><Relationship Id="rId13" Type="http://schemas.openxmlformats.org/officeDocument/2006/relationships/customXml" Target="../ink/ink39.xml"/><Relationship Id="rId18" Type="http://schemas.openxmlformats.org/officeDocument/2006/relationships/image" Target="../media/image46.png"/><Relationship Id="rId26" Type="http://schemas.openxmlformats.org/officeDocument/2006/relationships/image" Target="../media/image50.png"/><Relationship Id="rId39" Type="http://schemas.openxmlformats.org/officeDocument/2006/relationships/customXml" Target="../ink/ink52.xml"/><Relationship Id="rId21" Type="http://schemas.openxmlformats.org/officeDocument/2006/relationships/customXml" Target="../ink/ink43.xml"/><Relationship Id="rId34" Type="http://schemas.openxmlformats.org/officeDocument/2006/relationships/image" Target="../media/image54.png"/><Relationship Id="rId42" Type="http://schemas.openxmlformats.org/officeDocument/2006/relationships/image" Target="../media/image58.png"/><Relationship Id="rId47" Type="http://schemas.openxmlformats.org/officeDocument/2006/relationships/customXml" Target="../ink/ink56.xml"/><Relationship Id="rId50" Type="http://schemas.openxmlformats.org/officeDocument/2006/relationships/image" Target="../media/image62.png"/><Relationship Id="rId55" Type="http://schemas.openxmlformats.org/officeDocument/2006/relationships/customXml" Target="../ink/ink60.xml"/><Relationship Id="rId7" Type="http://schemas.openxmlformats.org/officeDocument/2006/relationships/customXml" Target="../ink/ink36.xml"/><Relationship Id="rId2" Type="http://schemas.openxmlformats.org/officeDocument/2006/relationships/image" Target="../media/image38.png"/><Relationship Id="rId16" Type="http://schemas.openxmlformats.org/officeDocument/2006/relationships/image" Target="../media/image45.png"/><Relationship Id="rId29" Type="http://schemas.openxmlformats.org/officeDocument/2006/relationships/customXml" Target="../ink/ink47.xml"/><Relationship Id="rId11" Type="http://schemas.openxmlformats.org/officeDocument/2006/relationships/customXml" Target="../ink/ink38.xml"/><Relationship Id="rId24" Type="http://schemas.openxmlformats.org/officeDocument/2006/relationships/image" Target="../media/image49.png"/><Relationship Id="rId32" Type="http://schemas.openxmlformats.org/officeDocument/2006/relationships/image" Target="../media/image53.png"/><Relationship Id="rId37" Type="http://schemas.openxmlformats.org/officeDocument/2006/relationships/customXml" Target="../ink/ink51.xml"/><Relationship Id="rId40" Type="http://schemas.openxmlformats.org/officeDocument/2006/relationships/image" Target="../media/image57.png"/><Relationship Id="rId45" Type="http://schemas.openxmlformats.org/officeDocument/2006/relationships/customXml" Target="../ink/ink55.xml"/><Relationship Id="rId53" Type="http://schemas.openxmlformats.org/officeDocument/2006/relationships/customXml" Target="../ink/ink59.xml"/><Relationship Id="rId58" Type="http://schemas.openxmlformats.org/officeDocument/2006/relationships/image" Target="../media/image66.png"/><Relationship Id="rId5" Type="http://schemas.openxmlformats.org/officeDocument/2006/relationships/customXml" Target="../ink/ink35.xml"/><Relationship Id="rId19" Type="http://schemas.openxmlformats.org/officeDocument/2006/relationships/customXml" Target="../ink/ink42.xml"/><Relationship Id="rId4" Type="http://schemas.openxmlformats.org/officeDocument/2006/relationships/image" Target="../media/image39.png"/><Relationship Id="rId9" Type="http://schemas.openxmlformats.org/officeDocument/2006/relationships/customXml" Target="../ink/ink37.xml"/><Relationship Id="rId14" Type="http://schemas.openxmlformats.org/officeDocument/2006/relationships/image" Target="../media/image44.png"/><Relationship Id="rId22" Type="http://schemas.openxmlformats.org/officeDocument/2006/relationships/image" Target="../media/image48.png"/><Relationship Id="rId27" Type="http://schemas.openxmlformats.org/officeDocument/2006/relationships/customXml" Target="../ink/ink46.xml"/><Relationship Id="rId30" Type="http://schemas.openxmlformats.org/officeDocument/2006/relationships/image" Target="../media/image52.png"/><Relationship Id="rId35" Type="http://schemas.openxmlformats.org/officeDocument/2006/relationships/customXml" Target="../ink/ink50.xml"/><Relationship Id="rId43" Type="http://schemas.openxmlformats.org/officeDocument/2006/relationships/customXml" Target="../ink/ink54.xml"/><Relationship Id="rId48" Type="http://schemas.openxmlformats.org/officeDocument/2006/relationships/image" Target="../media/image61.png"/><Relationship Id="rId56" Type="http://schemas.openxmlformats.org/officeDocument/2006/relationships/image" Target="../media/image65.png"/><Relationship Id="rId8" Type="http://schemas.openxmlformats.org/officeDocument/2006/relationships/image" Target="../media/image41.png"/><Relationship Id="rId51" Type="http://schemas.openxmlformats.org/officeDocument/2006/relationships/customXml" Target="../ink/ink58.xml"/><Relationship Id="rId3" Type="http://schemas.openxmlformats.org/officeDocument/2006/relationships/customXml" Target="../ink/ink34.xml"/><Relationship Id="rId12" Type="http://schemas.openxmlformats.org/officeDocument/2006/relationships/image" Target="../media/image43.png"/><Relationship Id="rId17" Type="http://schemas.openxmlformats.org/officeDocument/2006/relationships/customXml" Target="../ink/ink41.xml"/><Relationship Id="rId25" Type="http://schemas.openxmlformats.org/officeDocument/2006/relationships/customXml" Target="../ink/ink45.xml"/><Relationship Id="rId33" Type="http://schemas.openxmlformats.org/officeDocument/2006/relationships/customXml" Target="../ink/ink49.xml"/><Relationship Id="rId38" Type="http://schemas.openxmlformats.org/officeDocument/2006/relationships/image" Target="../media/image56.png"/><Relationship Id="rId46" Type="http://schemas.openxmlformats.org/officeDocument/2006/relationships/image" Target="../media/image60.png"/><Relationship Id="rId20" Type="http://schemas.openxmlformats.org/officeDocument/2006/relationships/image" Target="../media/image47.png"/><Relationship Id="rId41" Type="http://schemas.openxmlformats.org/officeDocument/2006/relationships/customXml" Target="../ink/ink53.xml"/><Relationship Id="rId54"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40.png"/><Relationship Id="rId15" Type="http://schemas.openxmlformats.org/officeDocument/2006/relationships/customXml" Target="../ink/ink40.xml"/><Relationship Id="rId23" Type="http://schemas.openxmlformats.org/officeDocument/2006/relationships/customXml" Target="../ink/ink44.xml"/><Relationship Id="rId28" Type="http://schemas.openxmlformats.org/officeDocument/2006/relationships/image" Target="../media/image51.png"/><Relationship Id="rId36" Type="http://schemas.openxmlformats.org/officeDocument/2006/relationships/image" Target="../media/image55.png"/><Relationship Id="rId49" Type="http://schemas.openxmlformats.org/officeDocument/2006/relationships/customXml" Target="../ink/ink57.xml"/><Relationship Id="rId57" Type="http://schemas.openxmlformats.org/officeDocument/2006/relationships/customXml" Target="../ink/ink61.xml"/><Relationship Id="rId10" Type="http://schemas.openxmlformats.org/officeDocument/2006/relationships/image" Target="../media/image42.png"/><Relationship Id="rId31" Type="http://schemas.openxmlformats.org/officeDocument/2006/relationships/customXml" Target="../ink/ink48.xml"/><Relationship Id="rId44" Type="http://schemas.openxmlformats.org/officeDocument/2006/relationships/image" Target="../media/image59.png"/><Relationship Id="rId52" Type="http://schemas.openxmlformats.org/officeDocument/2006/relationships/image" Target="../media/image63.png"/></Relationships>
</file>

<file path=ppt/slides/_rels/slide1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customXml" Target="../ink/ink62.xml"/><Relationship Id="rId7" Type="http://schemas.openxmlformats.org/officeDocument/2006/relationships/customXml" Target="../ink/ink64.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customXml" Target="../ink/ink63.xml"/><Relationship Id="rId4" Type="http://schemas.openxmlformats.org/officeDocument/2006/relationships/image" Target="../media/image68.png"/></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3" Type="http://schemas.openxmlformats.org/officeDocument/2006/relationships/image" Target="../media/image77.png"/><Relationship Id="rId18" Type="http://schemas.openxmlformats.org/officeDocument/2006/relationships/customXml" Target="../ink/ink72.xml"/><Relationship Id="rId26" Type="http://schemas.openxmlformats.org/officeDocument/2006/relationships/customXml" Target="../ink/ink76.xml"/><Relationship Id="rId39" Type="http://schemas.openxmlformats.org/officeDocument/2006/relationships/image" Target="../media/image90.png"/><Relationship Id="rId21" Type="http://schemas.openxmlformats.org/officeDocument/2006/relationships/image" Target="../media/image81.png"/><Relationship Id="rId34" Type="http://schemas.openxmlformats.org/officeDocument/2006/relationships/customXml" Target="../ink/ink80.xml"/><Relationship Id="rId42" Type="http://schemas.openxmlformats.org/officeDocument/2006/relationships/customXml" Target="../ink/ink84.xml"/><Relationship Id="rId7" Type="http://schemas.openxmlformats.org/officeDocument/2006/relationships/image" Target="../media/image75.png"/><Relationship Id="rId2" Type="http://schemas.openxmlformats.org/officeDocument/2006/relationships/notesSlide" Target="../notesSlides/notesSlide3.xml"/><Relationship Id="rId16" Type="http://schemas.openxmlformats.org/officeDocument/2006/relationships/customXml" Target="../ink/ink71.xml"/><Relationship Id="rId29"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customXml" Target="../ink/ink66.xml"/><Relationship Id="rId11" Type="http://schemas.openxmlformats.org/officeDocument/2006/relationships/image" Target="../media/image19.png"/><Relationship Id="rId24" Type="http://schemas.openxmlformats.org/officeDocument/2006/relationships/customXml" Target="../ink/ink75.xml"/><Relationship Id="rId32" Type="http://schemas.openxmlformats.org/officeDocument/2006/relationships/customXml" Target="../ink/ink79.xml"/><Relationship Id="rId37" Type="http://schemas.openxmlformats.org/officeDocument/2006/relationships/image" Target="../media/image89.png"/><Relationship Id="rId40" Type="http://schemas.openxmlformats.org/officeDocument/2006/relationships/customXml" Target="../ink/ink83.xml"/><Relationship Id="rId45" Type="http://schemas.openxmlformats.org/officeDocument/2006/relationships/image" Target="../media/image93.png"/><Relationship Id="rId5" Type="http://schemas.openxmlformats.org/officeDocument/2006/relationships/image" Target="../media/image74.png"/><Relationship Id="rId15" Type="http://schemas.openxmlformats.org/officeDocument/2006/relationships/image" Target="../media/image78.png"/><Relationship Id="rId23" Type="http://schemas.openxmlformats.org/officeDocument/2006/relationships/image" Target="../media/image82.png"/><Relationship Id="rId28" Type="http://schemas.openxmlformats.org/officeDocument/2006/relationships/customXml" Target="../ink/ink77.xml"/><Relationship Id="rId36" Type="http://schemas.openxmlformats.org/officeDocument/2006/relationships/customXml" Target="../ink/ink81.xml"/><Relationship Id="rId10" Type="http://schemas.openxmlformats.org/officeDocument/2006/relationships/customXml" Target="../ink/ink68.xml"/><Relationship Id="rId19" Type="http://schemas.openxmlformats.org/officeDocument/2006/relationships/image" Target="../media/image80.png"/><Relationship Id="rId31" Type="http://schemas.openxmlformats.org/officeDocument/2006/relationships/image" Target="../media/image86.png"/><Relationship Id="rId44" Type="http://schemas.openxmlformats.org/officeDocument/2006/relationships/customXml" Target="../ink/ink85.xml"/><Relationship Id="rId4" Type="http://schemas.openxmlformats.org/officeDocument/2006/relationships/customXml" Target="../ink/ink65.xml"/><Relationship Id="rId9" Type="http://schemas.openxmlformats.org/officeDocument/2006/relationships/image" Target="../media/image76.png"/><Relationship Id="rId14" Type="http://schemas.openxmlformats.org/officeDocument/2006/relationships/customXml" Target="../ink/ink70.xml"/><Relationship Id="rId22" Type="http://schemas.openxmlformats.org/officeDocument/2006/relationships/customXml" Target="../ink/ink74.xml"/><Relationship Id="rId27" Type="http://schemas.openxmlformats.org/officeDocument/2006/relationships/image" Target="../media/image84.png"/><Relationship Id="rId30" Type="http://schemas.openxmlformats.org/officeDocument/2006/relationships/customXml" Target="../ink/ink78.xml"/><Relationship Id="rId35" Type="http://schemas.openxmlformats.org/officeDocument/2006/relationships/image" Target="../media/image88.png"/><Relationship Id="rId43" Type="http://schemas.openxmlformats.org/officeDocument/2006/relationships/image" Target="../media/image92.png"/><Relationship Id="rId8" Type="http://schemas.openxmlformats.org/officeDocument/2006/relationships/customXml" Target="../ink/ink67.xml"/><Relationship Id="rId3" Type="http://schemas.openxmlformats.org/officeDocument/2006/relationships/image" Target="../media/image73.png"/><Relationship Id="rId12" Type="http://schemas.openxmlformats.org/officeDocument/2006/relationships/customXml" Target="../ink/ink69.xml"/><Relationship Id="rId17" Type="http://schemas.openxmlformats.org/officeDocument/2006/relationships/image" Target="../media/image79.png"/><Relationship Id="rId25" Type="http://schemas.openxmlformats.org/officeDocument/2006/relationships/image" Target="../media/image83.png"/><Relationship Id="rId33" Type="http://schemas.openxmlformats.org/officeDocument/2006/relationships/image" Target="../media/image87.png"/><Relationship Id="rId38" Type="http://schemas.openxmlformats.org/officeDocument/2006/relationships/customXml" Target="../ink/ink82.xml"/><Relationship Id="rId20" Type="http://schemas.openxmlformats.org/officeDocument/2006/relationships/customXml" Target="../ink/ink73.xml"/><Relationship Id="rId41" Type="http://schemas.openxmlformats.org/officeDocument/2006/relationships/image" Target="../media/image91.png"/></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310.png"/><Relationship Id="rId7" Type="http://schemas.openxmlformats.org/officeDocument/2006/relationships/customXml" Target="../ink/ink87.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customXml" Target="../ink/ink86.xml"/><Relationship Id="rId4" Type="http://schemas.openxmlformats.org/officeDocument/2006/relationships/image" Target="../media/image14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customXml" Target="../ink/ink88.xml"/><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customXml" Target="../ink/ink89.xml"/></Relationships>
</file>

<file path=ppt/slides/_rels/slide26.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10.png"/><Relationship Id="rId7" Type="http://schemas.openxmlformats.org/officeDocument/2006/relationships/image" Target="../media/image10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customXml" Target="../ink/ink91.xml"/><Relationship Id="rId5" Type="http://schemas.openxmlformats.org/officeDocument/2006/relationships/image" Target="../media/image99.png"/><Relationship Id="rId4" Type="http://schemas.openxmlformats.org/officeDocument/2006/relationships/customXml" Target="../ink/ink90.xml"/></Relationships>
</file>

<file path=ppt/slides/_rels/slide29.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8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17" Type="http://schemas.openxmlformats.org/officeDocument/2006/relationships/image" Target="../media/image167.png"/><Relationship Id="rId21" Type="http://schemas.openxmlformats.org/officeDocument/2006/relationships/customXml" Target="../ink/ink101.xml"/><Relationship Id="rId42" Type="http://schemas.openxmlformats.org/officeDocument/2006/relationships/customXml" Target="../ink/ink113.xml"/><Relationship Id="rId63" Type="http://schemas.openxmlformats.org/officeDocument/2006/relationships/image" Target="../media/image142.png"/><Relationship Id="rId84" Type="http://schemas.openxmlformats.org/officeDocument/2006/relationships/customXml" Target="../ink/ink135.xml"/><Relationship Id="rId138" Type="http://schemas.openxmlformats.org/officeDocument/2006/relationships/image" Target="../media/image177.png"/><Relationship Id="rId159" Type="http://schemas.openxmlformats.org/officeDocument/2006/relationships/customXml" Target="../ink/ink174.xml"/><Relationship Id="rId170" Type="http://schemas.openxmlformats.org/officeDocument/2006/relationships/image" Target="../media/image192.png"/><Relationship Id="rId107" Type="http://schemas.openxmlformats.org/officeDocument/2006/relationships/customXml" Target="../ink/ink147.xml"/><Relationship Id="rId11" Type="http://schemas.openxmlformats.org/officeDocument/2006/relationships/customXml" Target="../ink/ink96.xml"/><Relationship Id="rId32" Type="http://schemas.openxmlformats.org/officeDocument/2006/relationships/customXml" Target="../ink/ink107.xml"/><Relationship Id="rId53" Type="http://schemas.openxmlformats.org/officeDocument/2006/relationships/image" Target="../media/image137.png"/><Relationship Id="rId74" Type="http://schemas.openxmlformats.org/officeDocument/2006/relationships/image" Target="../media/image147.png"/><Relationship Id="rId128" Type="http://schemas.openxmlformats.org/officeDocument/2006/relationships/customXml" Target="../ink/ink158.xml"/><Relationship Id="rId149" Type="http://schemas.openxmlformats.org/officeDocument/2006/relationships/customXml" Target="../ink/ink169.xml"/><Relationship Id="rId5" Type="http://schemas.openxmlformats.org/officeDocument/2006/relationships/customXml" Target="../ink/ink93.xml"/><Relationship Id="rId95" Type="http://schemas.openxmlformats.org/officeDocument/2006/relationships/customXml" Target="../ink/ink141.xml"/><Relationship Id="rId160" Type="http://schemas.openxmlformats.org/officeDocument/2006/relationships/image" Target="../media/image188.png"/><Relationship Id="rId181" Type="http://schemas.openxmlformats.org/officeDocument/2006/relationships/customXml" Target="../ink/ink186.xml"/><Relationship Id="rId22" Type="http://schemas.openxmlformats.org/officeDocument/2006/relationships/image" Target="../media/image123.png"/><Relationship Id="rId43" Type="http://schemas.openxmlformats.org/officeDocument/2006/relationships/image" Target="../media/image132.png"/><Relationship Id="rId64" Type="http://schemas.openxmlformats.org/officeDocument/2006/relationships/customXml" Target="../ink/ink124.xml"/><Relationship Id="rId118" Type="http://schemas.openxmlformats.org/officeDocument/2006/relationships/customXml" Target="../ink/ink153.xml"/><Relationship Id="rId139" Type="http://schemas.openxmlformats.org/officeDocument/2006/relationships/customXml" Target="../ink/ink164.xml"/><Relationship Id="rId85" Type="http://schemas.openxmlformats.org/officeDocument/2006/relationships/customXml" Target="../ink/ink136.xml"/><Relationship Id="rId150" Type="http://schemas.openxmlformats.org/officeDocument/2006/relationships/image" Target="../media/image183.png"/><Relationship Id="rId171" Type="http://schemas.openxmlformats.org/officeDocument/2006/relationships/customXml" Target="../ink/ink181.xml"/><Relationship Id="rId12" Type="http://schemas.openxmlformats.org/officeDocument/2006/relationships/image" Target="../media/image118.png"/><Relationship Id="rId33" Type="http://schemas.openxmlformats.org/officeDocument/2006/relationships/customXml" Target="../ink/ink108.xml"/><Relationship Id="rId108" Type="http://schemas.openxmlformats.org/officeDocument/2006/relationships/image" Target="../media/image163.png"/><Relationship Id="rId129" Type="http://schemas.openxmlformats.org/officeDocument/2006/relationships/image" Target="../media/image173.png"/><Relationship Id="rId54" Type="http://schemas.openxmlformats.org/officeDocument/2006/relationships/customXml" Target="../ink/ink119.xml"/><Relationship Id="rId75" Type="http://schemas.openxmlformats.org/officeDocument/2006/relationships/customXml" Target="../ink/ink130.xml"/><Relationship Id="rId96" Type="http://schemas.openxmlformats.org/officeDocument/2006/relationships/image" Target="../media/image157.png"/><Relationship Id="rId140" Type="http://schemas.openxmlformats.org/officeDocument/2006/relationships/image" Target="../media/image178.png"/><Relationship Id="rId161" Type="http://schemas.openxmlformats.org/officeDocument/2006/relationships/customXml" Target="../ink/ink175.xml"/><Relationship Id="rId182" Type="http://schemas.openxmlformats.org/officeDocument/2006/relationships/image" Target="../media/image198.png"/><Relationship Id="rId6" Type="http://schemas.openxmlformats.org/officeDocument/2006/relationships/image" Target="../media/image116.png"/><Relationship Id="rId23" Type="http://schemas.openxmlformats.org/officeDocument/2006/relationships/customXml" Target="../ink/ink102.xml"/><Relationship Id="rId119" Type="http://schemas.openxmlformats.org/officeDocument/2006/relationships/image" Target="../media/image168.png"/><Relationship Id="rId44" Type="http://schemas.openxmlformats.org/officeDocument/2006/relationships/customXml" Target="../ink/ink114.xml"/><Relationship Id="rId65" Type="http://schemas.openxmlformats.org/officeDocument/2006/relationships/image" Target="../media/image143.png"/><Relationship Id="rId86" Type="http://schemas.openxmlformats.org/officeDocument/2006/relationships/image" Target="../media/image152.png"/><Relationship Id="rId130" Type="http://schemas.openxmlformats.org/officeDocument/2006/relationships/customXml" Target="../ink/ink159.xml"/><Relationship Id="rId151" Type="http://schemas.openxmlformats.org/officeDocument/2006/relationships/customXml" Target="../ink/ink170.xml"/><Relationship Id="rId172" Type="http://schemas.openxmlformats.org/officeDocument/2006/relationships/image" Target="../media/image193.png"/><Relationship Id="rId13" Type="http://schemas.openxmlformats.org/officeDocument/2006/relationships/customXml" Target="../ink/ink97.xml"/><Relationship Id="rId18" Type="http://schemas.openxmlformats.org/officeDocument/2006/relationships/image" Target="../media/image121.png"/><Relationship Id="rId39" Type="http://schemas.openxmlformats.org/officeDocument/2006/relationships/image" Target="../media/image130.png"/><Relationship Id="rId109" Type="http://schemas.openxmlformats.org/officeDocument/2006/relationships/customXml" Target="../ink/ink148.xml"/><Relationship Id="rId34" Type="http://schemas.openxmlformats.org/officeDocument/2006/relationships/customXml" Target="../ink/ink109.xml"/><Relationship Id="rId50" Type="http://schemas.openxmlformats.org/officeDocument/2006/relationships/customXml" Target="../ink/ink117.xml"/><Relationship Id="rId55" Type="http://schemas.openxmlformats.org/officeDocument/2006/relationships/image" Target="../media/image138.png"/><Relationship Id="rId76" Type="http://schemas.openxmlformats.org/officeDocument/2006/relationships/image" Target="../media/image148.png"/><Relationship Id="rId97" Type="http://schemas.openxmlformats.org/officeDocument/2006/relationships/customXml" Target="../ink/ink142.xml"/><Relationship Id="rId104" Type="http://schemas.openxmlformats.org/officeDocument/2006/relationships/image" Target="../media/image161.png"/><Relationship Id="rId120" Type="http://schemas.openxmlformats.org/officeDocument/2006/relationships/customXml" Target="../ink/ink154.xml"/><Relationship Id="rId125" Type="http://schemas.openxmlformats.org/officeDocument/2006/relationships/image" Target="../media/image171.png"/><Relationship Id="rId141" Type="http://schemas.openxmlformats.org/officeDocument/2006/relationships/customXml" Target="../ink/ink165.xml"/><Relationship Id="rId146" Type="http://schemas.openxmlformats.org/officeDocument/2006/relationships/image" Target="../media/image181.png"/><Relationship Id="rId167" Type="http://schemas.openxmlformats.org/officeDocument/2006/relationships/customXml" Target="../ink/ink178.xml"/><Relationship Id="rId188" Type="http://schemas.openxmlformats.org/officeDocument/2006/relationships/image" Target="../media/image201.png"/><Relationship Id="rId7" Type="http://schemas.openxmlformats.org/officeDocument/2006/relationships/customXml" Target="../ink/ink94.xml"/><Relationship Id="rId71" Type="http://schemas.openxmlformats.org/officeDocument/2006/relationships/image" Target="../media/image146.png"/><Relationship Id="rId92" Type="http://schemas.openxmlformats.org/officeDocument/2006/relationships/image" Target="../media/image155.png"/><Relationship Id="rId162" Type="http://schemas.openxmlformats.org/officeDocument/2006/relationships/image" Target="../media/image189.png"/><Relationship Id="rId183" Type="http://schemas.openxmlformats.org/officeDocument/2006/relationships/customXml" Target="../ink/ink187.xml"/><Relationship Id="rId2" Type="http://schemas.openxmlformats.org/officeDocument/2006/relationships/image" Target="../media/image114.png"/><Relationship Id="rId29" Type="http://schemas.openxmlformats.org/officeDocument/2006/relationships/image" Target="../media/image126.png"/><Relationship Id="rId24" Type="http://schemas.openxmlformats.org/officeDocument/2006/relationships/image" Target="../media/image124.png"/><Relationship Id="rId40" Type="http://schemas.openxmlformats.org/officeDocument/2006/relationships/customXml" Target="../ink/ink112.xml"/><Relationship Id="rId45" Type="http://schemas.openxmlformats.org/officeDocument/2006/relationships/image" Target="../media/image133.png"/><Relationship Id="rId66" Type="http://schemas.openxmlformats.org/officeDocument/2006/relationships/customXml" Target="../ink/ink125.xml"/><Relationship Id="rId87" Type="http://schemas.openxmlformats.org/officeDocument/2006/relationships/customXml" Target="../ink/ink137.xml"/><Relationship Id="rId110" Type="http://schemas.openxmlformats.org/officeDocument/2006/relationships/image" Target="../media/image164.png"/><Relationship Id="rId115" Type="http://schemas.openxmlformats.org/officeDocument/2006/relationships/image" Target="../media/image166.png"/><Relationship Id="rId131" Type="http://schemas.openxmlformats.org/officeDocument/2006/relationships/image" Target="../media/image174.png"/><Relationship Id="rId136" Type="http://schemas.openxmlformats.org/officeDocument/2006/relationships/image" Target="../media/image176.png"/><Relationship Id="rId157" Type="http://schemas.openxmlformats.org/officeDocument/2006/relationships/customXml" Target="../ink/ink173.xml"/><Relationship Id="rId178" Type="http://schemas.openxmlformats.org/officeDocument/2006/relationships/image" Target="../media/image196.png"/><Relationship Id="rId61" Type="http://schemas.openxmlformats.org/officeDocument/2006/relationships/image" Target="../media/image141.png"/><Relationship Id="rId82" Type="http://schemas.openxmlformats.org/officeDocument/2006/relationships/customXml" Target="../ink/ink134.xml"/><Relationship Id="rId152" Type="http://schemas.openxmlformats.org/officeDocument/2006/relationships/image" Target="../media/image184.png"/><Relationship Id="rId173" Type="http://schemas.openxmlformats.org/officeDocument/2006/relationships/customXml" Target="../ink/ink182.xml"/><Relationship Id="rId19" Type="http://schemas.openxmlformats.org/officeDocument/2006/relationships/customXml" Target="../ink/ink100.xml"/><Relationship Id="rId14" Type="http://schemas.openxmlformats.org/officeDocument/2006/relationships/image" Target="../media/image119.png"/><Relationship Id="rId30" Type="http://schemas.openxmlformats.org/officeDocument/2006/relationships/customXml" Target="../ink/ink106.xml"/><Relationship Id="rId35" Type="http://schemas.openxmlformats.org/officeDocument/2006/relationships/image" Target="../media/image128.png"/><Relationship Id="rId56" Type="http://schemas.openxmlformats.org/officeDocument/2006/relationships/customXml" Target="../ink/ink120.xml"/><Relationship Id="rId77" Type="http://schemas.openxmlformats.org/officeDocument/2006/relationships/customXml" Target="../ink/ink131.xml"/><Relationship Id="rId100" Type="http://schemas.openxmlformats.org/officeDocument/2006/relationships/image" Target="../media/image159.png"/><Relationship Id="rId105" Type="http://schemas.openxmlformats.org/officeDocument/2006/relationships/customXml" Target="../ink/ink146.xml"/><Relationship Id="rId126" Type="http://schemas.openxmlformats.org/officeDocument/2006/relationships/customXml" Target="../ink/ink157.xml"/><Relationship Id="rId147" Type="http://schemas.openxmlformats.org/officeDocument/2006/relationships/customXml" Target="../ink/ink168.xml"/><Relationship Id="rId168" Type="http://schemas.openxmlformats.org/officeDocument/2006/relationships/customXml" Target="../ink/ink179.xml"/><Relationship Id="rId8" Type="http://schemas.openxmlformats.org/officeDocument/2006/relationships/image" Target="../media/image19.png"/><Relationship Id="rId51" Type="http://schemas.openxmlformats.org/officeDocument/2006/relationships/image" Target="../media/image136.png"/><Relationship Id="rId72" Type="http://schemas.openxmlformats.org/officeDocument/2006/relationships/customXml" Target="../ink/ink128.xml"/><Relationship Id="rId93" Type="http://schemas.openxmlformats.org/officeDocument/2006/relationships/customXml" Target="../ink/ink140.xml"/><Relationship Id="rId98" Type="http://schemas.openxmlformats.org/officeDocument/2006/relationships/image" Target="../media/image158.png"/><Relationship Id="rId121" Type="http://schemas.openxmlformats.org/officeDocument/2006/relationships/image" Target="../media/image169.png"/><Relationship Id="rId142" Type="http://schemas.openxmlformats.org/officeDocument/2006/relationships/image" Target="../media/image179.png"/><Relationship Id="rId163" Type="http://schemas.openxmlformats.org/officeDocument/2006/relationships/customXml" Target="../ink/ink176.xml"/><Relationship Id="rId184" Type="http://schemas.openxmlformats.org/officeDocument/2006/relationships/image" Target="../media/image199.png"/><Relationship Id="rId189" Type="http://schemas.openxmlformats.org/officeDocument/2006/relationships/customXml" Target="../ink/ink190.xml"/><Relationship Id="rId3" Type="http://schemas.openxmlformats.org/officeDocument/2006/relationships/customXml" Target="../ink/ink92.xml"/><Relationship Id="rId25" Type="http://schemas.openxmlformats.org/officeDocument/2006/relationships/customXml" Target="../ink/ink103.xml"/><Relationship Id="rId46" Type="http://schemas.openxmlformats.org/officeDocument/2006/relationships/customXml" Target="../ink/ink115.xml"/><Relationship Id="rId67" Type="http://schemas.openxmlformats.org/officeDocument/2006/relationships/image" Target="../media/image144.png"/><Relationship Id="rId116" Type="http://schemas.openxmlformats.org/officeDocument/2006/relationships/customXml" Target="../ink/ink152.xml"/><Relationship Id="rId137" Type="http://schemas.openxmlformats.org/officeDocument/2006/relationships/customXml" Target="../ink/ink163.xml"/><Relationship Id="rId158" Type="http://schemas.openxmlformats.org/officeDocument/2006/relationships/image" Target="../media/image187.png"/><Relationship Id="rId20" Type="http://schemas.openxmlformats.org/officeDocument/2006/relationships/image" Target="../media/image122.png"/><Relationship Id="rId41" Type="http://schemas.openxmlformats.org/officeDocument/2006/relationships/image" Target="../media/image131.png"/><Relationship Id="rId62" Type="http://schemas.openxmlformats.org/officeDocument/2006/relationships/customXml" Target="../ink/ink123.xml"/><Relationship Id="rId83" Type="http://schemas.openxmlformats.org/officeDocument/2006/relationships/image" Target="../media/image151.png"/><Relationship Id="rId88" Type="http://schemas.openxmlformats.org/officeDocument/2006/relationships/image" Target="../media/image153.png"/><Relationship Id="rId111" Type="http://schemas.openxmlformats.org/officeDocument/2006/relationships/customXml" Target="../ink/ink149.xml"/><Relationship Id="rId132" Type="http://schemas.openxmlformats.org/officeDocument/2006/relationships/customXml" Target="../ink/ink160.xml"/><Relationship Id="rId153" Type="http://schemas.openxmlformats.org/officeDocument/2006/relationships/customXml" Target="../ink/ink171.xml"/><Relationship Id="rId174" Type="http://schemas.openxmlformats.org/officeDocument/2006/relationships/image" Target="../media/image194.png"/><Relationship Id="rId179" Type="http://schemas.openxmlformats.org/officeDocument/2006/relationships/customXml" Target="../ink/ink185.xml"/><Relationship Id="rId190" Type="http://schemas.openxmlformats.org/officeDocument/2006/relationships/image" Target="../media/image202.png"/><Relationship Id="rId15" Type="http://schemas.openxmlformats.org/officeDocument/2006/relationships/customXml" Target="../ink/ink98.xml"/><Relationship Id="rId36" Type="http://schemas.openxmlformats.org/officeDocument/2006/relationships/customXml" Target="../ink/ink110.xml"/><Relationship Id="rId57" Type="http://schemas.openxmlformats.org/officeDocument/2006/relationships/image" Target="../media/image139.png"/><Relationship Id="rId106" Type="http://schemas.openxmlformats.org/officeDocument/2006/relationships/image" Target="../media/image162.png"/><Relationship Id="rId127" Type="http://schemas.openxmlformats.org/officeDocument/2006/relationships/image" Target="../media/image172.png"/><Relationship Id="rId10" Type="http://schemas.openxmlformats.org/officeDocument/2006/relationships/image" Target="../media/image117.png"/><Relationship Id="rId31" Type="http://schemas.openxmlformats.org/officeDocument/2006/relationships/image" Target="../media/image127.png"/><Relationship Id="rId52" Type="http://schemas.openxmlformats.org/officeDocument/2006/relationships/customXml" Target="../ink/ink118.xml"/><Relationship Id="rId73" Type="http://schemas.openxmlformats.org/officeDocument/2006/relationships/customXml" Target="../ink/ink129.xml"/><Relationship Id="rId78" Type="http://schemas.openxmlformats.org/officeDocument/2006/relationships/customXml" Target="../ink/ink132.xml"/><Relationship Id="rId94" Type="http://schemas.openxmlformats.org/officeDocument/2006/relationships/image" Target="../media/image156.png"/><Relationship Id="rId99" Type="http://schemas.openxmlformats.org/officeDocument/2006/relationships/customXml" Target="../ink/ink143.xml"/><Relationship Id="rId101" Type="http://schemas.openxmlformats.org/officeDocument/2006/relationships/customXml" Target="../ink/ink144.xml"/><Relationship Id="rId122" Type="http://schemas.openxmlformats.org/officeDocument/2006/relationships/customXml" Target="../ink/ink155.xml"/><Relationship Id="rId143" Type="http://schemas.openxmlformats.org/officeDocument/2006/relationships/customXml" Target="../ink/ink166.xml"/><Relationship Id="rId148" Type="http://schemas.openxmlformats.org/officeDocument/2006/relationships/image" Target="../media/image182.png"/><Relationship Id="rId164" Type="http://schemas.openxmlformats.org/officeDocument/2006/relationships/image" Target="../media/image190.png"/><Relationship Id="rId169" Type="http://schemas.openxmlformats.org/officeDocument/2006/relationships/customXml" Target="../ink/ink180.xml"/><Relationship Id="rId185" Type="http://schemas.openxmlformats.org/officeDocument/2006/relationships/customXml" Target="../ink/ink188.xml"/><Relationship Id="rId4" Type="http://schemas.openxmlformats.org/officeDocument/2006/relationships/image" Target="../media/image115.png"/><Relationship Id="rId9" Type="http://schemas.openxmlformats.org/officeDocument/2006/relationships/customXml" Target="../ink/ink95.xml"/><Relationship Id="rId180" Type="http://schemas.openxmlformats.org/officeDocument/2006/relationships/image" Target="../media/image197.png"/><Relationship Id="rId26" Type="http://schemas.openxmlformats.org/officeDocument/2006/relationships/customXml" Target="../ink/ink104.xml"/><Relationship Id="rId47" Type="http://schemas.openxmlformats.org/officeDocument/2006/relationships/image" Target="../media/image134.png"/><Relationship Id="rId68" Type="http://schemas.openxmlformats.org/officeDocument/2006/relationships/customXml" Target="../ink/ink126.xml"/><Relationship Id="rId89" Type="http://schemas.openxmlformats.org/officeDocument/2006/relationships/customXml" Target="../ink/ink138.xml"/><Relationship Id="rId112" Type="http://schemas.openxmlformats.org/officeDocument/2006/relationships/image" Target="../media/image165.png"/><Relationship Id="rId133" Type="http://schemas.openxmlformats.org/officeDocument/2006/relationships/image" Target="../media/image175.png"/><Relationship Id="rId154" Type="http://schemas.openxmlformats.org/officeDocument/2006/relationships/image" Target="../media/image185.png"/><Relationship Id="rId175" Type="http://schemas.openxmlformats.org/officeDocument/2006/relationships/customXml" Target="../ink/ink183.xml"/><Relationship Id="rId16" Type="http://schemas.openxmlformats.org/officeDocument/2006/relationships/image" Target="../media/image120.png"/><Relationship Id="rId37" Type="http://schemas.openxmlformats.org/officeDocument/2006/relationships/image" Target="../media/image129.png"/><Relationship Id="rId58" Type="http://schemas.openxmlformats.org/officeDocument/2006/relationships/customXml" Target="../ink/ink121.xml"/><Relationship Id="rId79" Type="http://schemas.openxmlformats.org/officeDocument/2006/relationships/image" Target="../media/image149.png"/><Relationship Id="rId102" Type="http://schemas.openxmlformats.org/officeDocument/2006/relationships/image" Target="../media/image160.png"/><Relationship Id="rId123" Type="http://schemas.openxmlformats.org/officeDocument/2006/relationships/image" Target="../media/image170.png"/><Relationship Id="rId144" Type="http://schemas.openxmlformats.org/officeDocument/2006/relationships/image" Target="../media/image180.png"/><Relationship Id="rId90" Type="http://schemas.openxmlformats.org/officeDocument/2006/relationships/image" Target="../media/image154.png"/><Relationship Id="rId165" Type="http://schemas.openxmlformats.org/officeDocument/2006/relationships/customXml" Target="../ink/ink177.xml"/><Relationship Id="rId186" Type="http://schemas.openxmlformats.org/officeDocument/2006/relationships/image" Target="../media/image200.png"/><Relationship Id="rId27" Type="http://schemas.openxmlformats.org/officeDocument/2006/relationships/image" Target="../media/image125.png"/><Relationship Id="rId48" Type="http://schemas.openxmlformats.org/officeDocument/2006/relationships/customXml" Target="../ink/ink116.xml"/><Relationship Id="rId69" Type="http://schemas.openxmlformats.org/officeDocument/2006/relationships/image" Target="../media/image145.png"/><Relationship Id="rId113" Type="http://schemas.openxmlformats.org/officeDocument/2006/relationships/customXml" Target="../ink/ink150.xml"/><Relationship Id="rId134" Type="http://schemas.openxmlformats.org/officeDocument/2006/relationships/customXml" Target="../ink/ink161.xml"/><Relationship Id="rId80" Type="http://schemas.openxmlformats.org/officeDocument/2006/relationships/customXml" Target="../ink/ink133.xml"/><Relationship Id="rId155" Type="http://schemas.openxmlformats.org/officeDocument/2006/relationships/customXml" Target="../ink/ink172.xml"/><Relationship Id="rId176" Type="http://schemas.openxmlformats.org/officeDocument/2006/relationships/image" Target="../media/image195.png"/><Relationship Id="rId17" Type="http://schemas.openxmlformats.org/officeDocument/2006/relationships/customXml" Target="../ink/ink99.xml"/><Relationship Id="rId38" Type="http://schemas.openxmlformats.org/officeDocument/2006/relationships/customXml" Target="../ink/ink111.xml"/><Relationship Id="rId59" Type="http://schemas.openxmlformats.org/officeDocument/2006/relationships/image" Target="../media/image140.png"/><Relationship Id="rId103" Type="http://schemas.openxmlformats.org/officeDocument/2006/relationships/customXml" Target="../ink/ink145.xml"/><Relationship Id="rId124" Type="http://schemas.openxmlformats.org/officeDocument/2006/relationships/customXml" Target="../ink/ink156.xml"/><Relationship Id="rId70" Type="http://schemas.openxmlformats.org/officeDocument/2006/relationships/customXml" Target="../ink/ink127.xml"/><Relationship Id="rId91" Type="http://schemas.openxmlformats.org/officeDocument/2006/relationships/customXml" Target="../ink/ink139.xml"/><Relationship Id="rId145" Type="http://schemas.openxmlformats.org/officeDocument/2006/relationships/customXml" Target="../ink/ink167.xml"/><Relationship Id="rId166" Type="http://schemas.openxmlformats.org/officeDocument/2006/relationships/image" Target="../media/image191.png"/><Relationship Id="rId187" Type="http://schemas.openxmlformats.org/officeDocument/2006/relationships/customXml" Target="../ink/ink189.xml"/><Relationship Id="rId1" Type="http://schemas.openxmlformats.org/officeDocument/2006/relationships/slideLayout" Target="../slideLayouts/slideLayout7.xml"/><Relationship Id="rId28" Type="http://schemas.openxmlformats.org/officeDocument/2006/relationships/customXml" Target="../ink/ink105.xml"/><Relationship Id="rId49" Type="http://schemas.openxmlformats.org/officeDocument/2006/relationships/image" Target="../media/image135.png"/><Relationship Id="rId114" Type="http://schemas.openxmlformats.org/officeDocument/2006/relationships/customXml" Target="../ink/ink151.xml"/><Relationship Id="rId60" Type="http://schemas.openxmlformats.org/officeDocument/2006/relationships/customXml" Target="../ink/ink122.xml"/><Relationship Id="rId81" Type="http://schemas.openxmlformats.org/officeDocument/2006/relationships/image" Target="../media/image150.png"/><Relationship Id="rId135" Type="http://schemas.openxmlformats.org/officeDocument/2006/relationships/customXml" Target="../ink/ink162.xml"/><Relationship Id="rId156" Type="http://schemas.openxmlformats.org/officeDocument/2006/relationships/image" Target="../media/image186.png"/><Relationship Id="rId177" Type="http://schemas.openxmlformats.org/officeDocument/2006/relationships/customXml" Target="../ink/ink184.xml"/></Relationships>
</file>

<file path=ppt/slides/_rels/slide48.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image" Target="../media/image209.png"/><Relationship Id="rId18" Type="http://schemas.openxmlformats.org/officeDocument/2006/relationships/image" Target="../media/image210.png"/><Relationship Id="rId26" Type="http://schemas.openxmlformats.org/officeDocument/2006/relationships/customXml" Target="../ink/ink205.xml"/><Relationship Id="rId3" Type="http://schemas.openxmlformats.org/officeDocument/2006/relationships/customXml" Target="../ink/ink191.xml"/><Relationship Id="rId21" Type="http://schemas.openxmlformats.org/officeDocument/2006/relationships/customXml" Target="../ink/ink202.xml"/><Relationship Id="rId7" Type="http://schemas.openxmlformats.org/officeDocument/2006/relationships/customXml" Target="../ink/ink194.xml"/><Relationship Id="rId12" Type="http://schemas.openxmlformats.org/officeDocument/2006/relationships/customXml" Target="../ink/ink197.xml"/><Relationship Id="rId17" Type="http://schemas.openxmlformats.org/officeDocument/2006/relationships/customXml" Target="../ink/ink200.xml"/><Relationship Id="rId25" Type="http://schemas.openxmlformats.org/officeDocument/2006/relationships/image" Target="../media/image212.png"/><Relationship Id="rId2" Type="http://schemas.openxmlformats.org/officeDocument/2006/relationships/image" Target="../media/image206.png"/><Relationship Id="rId16" Type="http://schemas.openxmlformats.org/officeDocument/2006/relationships/customXml" Target="../ink/ink199.xml"/><Relationship Id="rId20" Type="http://schemas.openxmlformats.org/officeDocument/2006/relationships/image" Target="../media/image211.png"/><Relationship Id="rId29" Type="http://schemas.openxmlformats.org/officeDocument/2006/relationships/customXml" Target="../ink/ink208.xml"/><Relationship Id="rId1" Type="http://schemas.openxmlformats.org/officeDocument/2006/relationships/slideLayout" Target="../slideLayouts/slideLayout7.xml"/><Relationship Id="rId6" Type="http://schemas.openxmlformats.org/officeDocument/2006/relationships/customXml" Target="../ink/ink193.xml"/><Relationship Id="rId11" Type="http://schemas.openxmlformats.org/officeDocument/2006/relationships/image" Target="../media/image208.png"/><Relationship Id="rId24" Type="http://schemas.openxmlformats.org/officeDocument/2006/relationships/customXml" Target="../ink/ink204.xml"/><Relationship Id="rId32" Type="http://schemas.openxmlformats.org/officeDocument/2006/relationships/customXml" Target="../ink/ink211.xml"/><Relationship Id="rId5" Type="http://schemas.openxmlformats.org/officeDocument/2006/relationships/customXml" Target="../ink/ink192.xml"/><Relationship Id="rId15" Type="http://schemas.openxmlformats.org/officeDocument/2006/relationships/image" Target="../media/image19.png"/><Relationship Id="rId23" Type="http://schemas.openxmlformats.org/officeDocument/2006/relationships/customXml" Target="../ink/ink203.xml"/><Relationship Id="rId28" Type="http://schemas.openxmlformats.org/officeDocument/2006/relationships/customXml" Target="../ink/ink207.xml"/><Relationship Id="rId10" Type="http://schemas.openxmlformats.org/officeDocument/2006/relationships/customXml" Target="../ink/ink196.xml"/><Relationship Id="rId19" Type="http://schemas.openxmlformats.org/officeDocument/2006/relationships/customXml" Target="../ink/ink201.xml"/><Relationship Id="rId31" Type="http://schemas.openxmlformats.org/officeDocument/2006/relationships/customXml" Target="../ink/ink210.xml"/><Relationship Id="rId4" Type="http://schemas.openxmlformats.org/officeDocument/2006/relationships/image" Target="../media/image142.png"/><Relationship Id="rId9" Type="http://schemas.openxmlformats.org/officeDocument/2006/relationships/customXml" Target="../ink/ink195.xml"/><Relationship Id="rId14" Type="http://schemas.openxmlformats.org/officeDocument/2006/relationships/customXml" Target="../ink/ink198.xml"/><Relationship Id="rId22" Type="http://schemas.openxmlformats.org/officeDocument/2006/relationships/image" Target="../media/image125.png"/><Relationship Id="rId27" Type="http://schemas.openxmlformats.org/officeDocument/2006/relationships/customXml" Target="../ink/ink206.xml"/><Relationship Id="rId30" Type="http://schemas.openxmlformats.org/officeDocument/2006/relationships/customXml" Target="../ink/ink209.xml"/></Relationships>
</file>

<file path=ppt/slides/_rels/slide52.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D087E4-6954-FD2F-ABCB-633814FDC1C8}"/>
              </a:ext>
            </a:extLst>
          </p:cNvPr>
          <p:cNvSpPr txBox="1"/>
          <p:nvPr/>
        </p:nvSpPr>
        <p:spPr>
          <a:xfrm>
            <a:off x="728131" y="3736776"/>
            <a:ext cx="7687733" cy="615553"/>
          </a:xfrm>
          <a:prstGeom prst="rect">
            <a:avLst/>
          </a:prstGeom>
          <a:noFill/>
        </p:spPr>
        <p:txBody>
          <a:bodyPr wrap="square" lIns="0" tIns="0" rIns="0" bIns="0" rtlCol="0" anchor="ctr">
            <a:spAutoFit/>
          </a:bodyPr>
          <a:lstStyle/>
          <a:p>
            <a:pPr algn="ctr"/>
            <a:r>
              <a:rPr lang="en-US" sz="4000" dirty="0">
                <a:solidFill>
                  <a:schemeClr val="bg1"/>
                </a:solidFill>
                <a:latin typeface="CMU Serif" panose="02000603000000000000" pitchFamily="2" charset="0"/>
                <a:ea typeface="CMU Serif" panose="02000603000000000000" pitchFamily="2" charset="0"/>
                <a:cs typeface="CMU Serif" panose="02000603000000000000" pitchFamily="2" charset="0"/>
              </a:rPr>
              <a:t>Adversarial Search</a:t>
            </a:r>
          </a:p>
        </p:txBody>
      </p:sp>
      <p:sp>
        <p:nvSpPr>
          <p:cNvPr id="11" name="TextBox 10">
            <a:extLst>
              <a:ext uri="{FF2B5EF4-FFF2-40B4-BE49-F238E27FC236}">
                <a16:creationId xmlns:a16="http://schemas.microsoft.com/office/drawing/2014/main" id="{2E214D9D-2F9E-D295-0F59-4E5091EF0BAA}"/>
              </a:ext>
            </a:extLst>
          </p:cNvPr>
          <p:cNvSpPr txBox="1"/>
          <p:nvPr/>
        </p:nvSpPr>
        <p:spPr>
          <a:xfrm>
            <a:off x="1231898" y="1138762"/>
            <a:ext cx="6680200" cy="1354217"/>
          </a:xfrm>
          <a:prstGeom prst="rect">
            <a:avLst/>
          </a:prstGeom>
          <a:noFill/>
        </p:spPr>
        <p:txBody>
          <a:bodyPr wrap="square" lIns="0" tIns="0" rIns="0" bIns="0" rtlCol="0" anchor="ctr">
            <a:spAutoFit/>
          </a:bodyPr>
          <a:lstStyle/>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CSE 440 </a:t>
            </a:r>
          </a:p>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Artificial Intelligence</a:t>
            </a:r>
          </a:p>
        </p:txBody>
      </p:sp>
      <p:sp>
        <p:nvSpPr>
          <p:cNvPr id="12" name="TextBox 11">
            <a:extLst>
              <a:ext uri="{FF2B5EF4-FFF2-40B4-BE49-F238E27FC236}">
                <a16:creationId xmlns:a16="http://schemas.microsoft.com/office/drawing/2014/main" id="{A6D60280-9426-4BB9-15A1-74F21142D85D}"/>
              </a:ext>
            </a:extLst>
          </p:cNvPr>
          <p:cNvSpPr txBox="1"/>
          <p:nvPr/>
        </p:nvSpPr>
        <p:spPr>
          <a:xfrm>
            <a:off x="927094" y="4920620"/>
            <a:ext cx="7289805" cy="923330"/>
          </a:xfrm>
          <a:prstGeom prst="rect">
            <a:avLst/>
          </a:prstGeom>
          <a:noFill/>
        </p:spPr>
        <p:txBody>
          <a:bodyPr wrap="square" lIns="0" tIns="0" rIns="0" bIns="0" rtlCol="0" anchor="ctr">
            <a:spAutoFit/>
          </a:bodyPr>
          <a:lstStyle/>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Dr. Mohammad Mahmudul Alam</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Department of Electrical &amp; Computer Engineering (ECE)</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North South University (NSU)</a:t>
            </a:r>
          </a:p>
        </p:txBody>
      </p:sp>
    </p:spTree>
    <p:extLst>
      <p:ext uri="{BB962C8B-B14F-4D97-AF65-F5344CB8AC3E}">
        <p14:creationId xmlns:p14="http://schemas.microsoft.com/office/powerpoint/2010/main" val="3098322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D54-78D8-C72F-E271-F8DA5BD62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5FA21F-30CA-339F-96B8-078FF18136B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Last Time</a:t>
            </a:r>
          </a:p>
        </p:txBody>
      </p:sp>
      <p:sp>
        <p:nvSpPr>
          <p:cNvPr id="3" name="TextBox 2">
            <a:extLst>
              <a:ext uri="{FF2B5EF4-FFF2-40B4-BE49-F238E27FC236}">
                <a16:creationId xmlns:a16="http://schemas.microsoft.com/office/drawing/2014/main" id="{85773FDD-4CAA-535E-E6C6-665908538E70}"/>
              </a:ext>
            </a:extLst>
          </p:cNvPr>
          <p:cNvSpPr txBox="1"/>
          <p:nvPr/>
        </p:nvSpPr>
        <p:spPr>
          <a:xfrm>
            <a:off x="452966" y="1940439"/>
            <a:ext cx="8238067" cy="4001095"/>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Search: process of constructing sequences of actions that achieve a goal given a problem. </a:t>
            </a:r>
          </a:p>
          <a:p>
            <a:pPr marL="342900" indent="-342900" algn="just">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Uninformed search does not use any information about the goal direction, e.g., DFS, BFS, UCS. </a:t>
            </a:r>
          </a:p>
          <a:p>
            <a:pPr marL="342900" indent="-342900" algn="just">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Informed search utilized problem specific knowledge to make the search more efficient, e.g., Greedy Search, A*. </a:t>
            </a:r>
          </a:p>
          <a:p>
            <a:pPr marL="342900" indent="-342900" algn="just">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Local search only cares about the final state, not the path to get there, e.g., Hill-climbing search, Simulated Annealing. </a:t>
            </a:r>
          </a:p>
          <a:p>
            <a:pPr marL="342900" indent="-342900" algn="just">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The previous methods only examined single agents where the agent explored the search space by itself. </a:t>
            </a:r>
          </a:p>
        </p:txBody>
      </p:sp>
    </p:spTree>
    <p:extLst>
      <p:ext uri="{BB962C8B-B14F-4D97-AF65-F5344CB8AC3E}">
        <p14:creationId xmlns:p14="http://schemas.microsoft.com/office/powerpoint/2010/main" val="114470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287DB0-CE29-B5CB-7BEA-0FEF28F06E5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Adversarial Search</a:t>
            </a:r>
          </a:p>
        </p:txBody>
      </p:sp>
      <p:sp>
        <p:nvSpPr>
          <p:cNvPr id="3" name="TextBox 2">
            <a:extLst>
              <a:ext uri="{FF2B5EF4-FFF2-40B4-BE49-F238E27FC236}">
                <a16:creationId xmlns:a16="http://schemas.microsoft.com/office/drawing/2014/main" id="{A02E953C-F6D6-5771-DB1F-BF9AC6D622A4}"/>
              </a:ext>
            </a:extLst>
          </p:cNvPr>
          <p:cNvSpPr txBox="1"/>
          <p:nvPr/>
        </p:nvSpPr>
        <p:spPr>
          <a:xfrm>
            <a:off x="452965" y="1560704"/>
            <a:ext cx="8238067" cy="4647426"/>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So far, in problem solving, we have examined single-agent search: </a:t>
            </a:r>
          </a:p>
          <a:p>
            <a:pPr marL="800100" lvl="1" indent="-342900">
              <a:spcAft>
                <a:spcPts val="1200"/>
              </a:spcAft>
              <a:buClr>
                <a:schemeClr val="accent1"/>
              </a:buClr>
              <a:buFont typeface="Courier New" panose="02070309020205020404" pitchFamily="49" charset="0"/>
              <a:buChar char="o"/>
            </a:pPr>
            <a:r>
              <a:rPr lang="en-US" sz="2200" dirty="0">
                <a:latin typeface="+mj-lt"/>
                <a:ea typeface="CMU Serif" panose="02000603000000000000" pitchFamily="2" charset="0"/>
                <a:cs typeface="CMU Serif" panose="02000603000000000000" pitchFamily="2" charset="0"/>
              </a:rPr>
              <a:t>The machine is “exploring” the search space by itself.</a:t>
            </a:r>
          </a:p>
          <a:p>
            <a:pPr marL="800100" lvl="1" indent="-342900">
              <a:spcAft>
                <a:spcPts val="1200"/>
              </a:spcAft>
              <a:buClr>
                <a:schemeClr val="accent1"/>
              </a:buClr>
              <a:buFont typeface="Courier New" panose="02070309020205020404" pitchFamily="49" charset="0"/>
              <a:buChar char="o"/>
            </a:pPr>
            <a:r>
              <a:rPr lang="en-US" sz="2200" dirty="0">
                <a:latin typeface="+mj-lt"/>
                <a:ea typeface="CMU Serif" panose="02000603000000000000" pitchFamily="2" charset="0"/>
                <a:cs typeface="CMU Serif" panose="02000603000000000000" pitchFamily="2" charset="0"/>
              </a:rPr>
              <a:t>No opponents or collaborators.</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Games require generally multi-agent (MA) environments:</a:t>
            </a:r>
          </a:p>
          <a:p>
            <a:pPr marL="800100" lvl="1" indent="-342900">
              <a:spcAft>
                <a:spcPts val="1200"/>
              </a:spcAft>
              <a:buClr>
                <a:schemeClr val="accent1"/>
              </a:buClr>
              <a:buFont typeface="Courier New" panose="02070309020205020404" pitchFamily="49" charset="0"/>
              <a:buChar char="o"/>
            </a:pPr>
            <a:r>
              <a:rPr lang="en-US" sz="2200" dirty="0">
                <a:latin typeface="+mj-lt"/>
                <a:ea typeface="CMU Serif" panose="02000603000000000000" pitchFamily="2" charset="0"/>
                <a:cs typeface="CMU Serif" panose="02000603000000000000" pitchFamily="2" charset="0"/>
              </a:rPr>
              <a:t>Any given agent need to consider the actions of the other agent and to know how do they affect its success?</a:t>
            </a:r>
          </a:p>
          <a:p>
            <a:pPr marL="800100" lvl="1" indent="-342900">
              <a:spcAft>
                <a:spcPts val="1200"/>
              </a:spcAft>
              <a:buClr>
                <a:schemeClr val="accent1"/>
              </a:buClr>
              <a:buFont typeface="Courier New" panose="02070309020205020404" pitchFamily="49" charset="0"/>
              <a:buChar char="o"/>
            </a:pPr>
            <a:r>
              <a:rPr lang="en-US" sz="2200" dirty="0">
                <a:latin typeface="+mj-lt"/>
                <a:ea typeface="CMU Serif" panose="02000603000000000000" pitchFamily="2" charset="0"/>
                <a:cs typeface="CMU Serif" panose="02000603000000000000" pitchFamily="2" charset="0"/>
              </a:rPr>
              <a:t>Distinction should be made between cooperative and competitive MA environments. </a:t>
            </a:r>
          </a:p>
          <a:p>
            <a:pPr marL="800100" lvl="1" indent="-342900">
              <a:spcAft>
                <a:spcPts val="1200"/>
              </a:spcAft>
              <a:buClr>
                <a:schemeClr val="accent1"/>
              </a:buClr>
              <a:buFont typeface="Courier New" panose="02070309020205020404" pitchFamily="49" charset="0"/>
              <a:buChar char="o"/>
            </a:pPr>
            <a:r>
              <a:rPr lang="en-US" sz="2200" dirty="0">
                <a:latin typeface="+mj-lt"/>
                <a:ea typeface="CMU Serif" panose="02000603000000000000" pitchFamily="2" charset="0"/>
                <a:cs typeface="CMU Serif" panose="02000603000000000000" pitchFamily="2" charset="0"/>
              </a:rPr>
              <a:t>Competitive environments: give rise to adversarial search (playing a game with an opponent).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34A51-2FF9-6299-4BFB-8FAB49FCBDF8}"/>
                  </a:ext>
                </a:extLst>
              </p:cNvPr>
              <p:cNvSpPr txBox="1"/>
              <p:nvPr/>
            </p:nvSpPr>
            <p:spPr>
              <a:xfrm>
                <a:off x="452965" y="2479690"/>
                <a:ext cx="8238067" cy="2462213"/>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Game Playing: Adversarial Search</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Search in a two-player game </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Minimax Algorithm </a:t>
                </a:r>
              </a:p>
              <a:p>
                <a:pPr marL="342900" indent="-342900">
                  <a:spcAft>
                    <a:spcPts val="1200"/>
                  </a:spcAft>
                  <a:buClr>
                    <a:schemeClr val="accent1"/>
                  </a:buClr>
                  <a:buFont typeface="Arial" panose="020B0604020202020204" pitchFamily="34" charset="0"/>
                  <a:buChar char="•"/>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𝛼</m:t>
                    </m:r>
                    <m:r>
                      <a:rPr lang="en-US" sz="2400" b="0" i="1" smtClean="0">
                        <a:latin typeface="Cambria Math" panose="02040503050406030204" pitchFamily="18" charset="0"/>
                        <a:ea typeface="CMU Serif" panose="02000603000000000000" pitchFamily="2" charset="0"/>
                        <a:cs typeface="CMU Serif" panose="02000603000000000000" pitchFamily="2" charset="0"/>
                      </a:rPr>
                      <m:t>−</m:t>
                    </m:r>
                    <m:r>
                      <m:rPr>
                        <m:sty m:val="p"/>
                      </m:rPr>
                      <a:rPr lang="en-US" sz="2400" b="0" i="1" smtClean="0">
                        <a:latin typeface="Cambria Math" panose="02040503050406030204" pitchFamily="18" charset="0"/>
                        <a:ea typeface="CMU Serif" panose="02000603000000000000" pitchFamily="2" charset="0"/>
                        <a:cs typeface="CMU Serif" panose="02000603000000000000" pitchFamily="2" charset="0"/>
                      </a:rPr>
                      <m:t>β</m:t>
                    </m:r>
                  </m:oMath>
                </a14:m>
                <a:r>
                  <a:rPr lang="en-US" sz="2400" dirty="0">
                    <a:latin typeface="+mj-lt"/>
                    <a:ea typeface="CMU Serif" panose="02000603000000000000" pitchFamily="2" charset="0"/>
                    <a:cs typeface="CMU Serif" panose="02000603000000000000" pitchFamily="2" charset="0"/>
                  </a:rPr>
                  <a:t> Pruning Algorithm </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Evaluation Function</a:t>
                </a:r>
              </a:p>
            </p:txBody>
          </p:sp>
        </mc:Choice>
        <mc:Fallback xmlns="">
          <p:sp>
            <p:nvSpPr>
              <p:cNvPr id="2" name="TextBox 1">
                <a:extLst>
                  <a:ext uri="{FF2B5EF4-FFF2-40B4-BE49-F238E27FC236}">
                    <a16:creationId xmlns:a16="http://schemas.microsoft.com/office/drawing/2014/main" id="{4AA34A51-2FF9-6299-4BFB-8FAB49FCBDF8}"/>
                  </a:ext>
                </a:extLst>
              </p:cNvPr>
              <p:cNvSpPr txBox="1">
                <a:spLocks noRot="1" noChangeAspect="1" noMove="1" noResize="1" noEditPoints="1" noAdjustHandles="1" noChangeArrowheads="1" noChangeShapeType="1" noTextEdit="1"/>
              </p:cNvSpPr>
              <p:nvPr/>
            </p:nvSpPr>
            <p:spPr>
              <a:xfrm>
                <a:off x="452965" y="2479690"/>
                <a:ext cx="8238067" cy="2462213"/>
              </a:xfrm>
              <a:prstGeom prst="rect">
                <a:avLst/>
              </a:prstGeom>
              <a:blipFill>
                <a:blip r:embed="rId2"/>
                <a:stretch>
                  <a:fillRect l="-2071" t="-3713" b="-693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891F6D5-2F45-C111-A39A-770C84657E0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Adversarial Search: Outline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504C63-24F6-2D82-3F1E-F972FC053E1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Adversarial Search</a:t>
            </a:r>
          </a:p>
        </p:txBody>
      </p:sp>
      <p:sp>
        <p:nvSpPr>
          <p:cNvPr id="3" name="TextBox 2">
            <a:extLst>
              <a:ext uri="{FF2B5EF4-FFF2-40B4-BE49-F238E27FC236}">
                <a16:creationId xmlns:a16="http://schemas.microsoft.com/office/drawing/2014/main" id="{D5EF272B-F7F4-CC09-9CA5-2A334A94B26E}"/>
              </a:ext>
            </a:extLst>
          </p:cNvPr>
          <p:cNvSpPr txBox="1"/>
          <p:nvPr/>
        </p:nvSpPr>
        <p:spPr>
          <a:xfrm>
            <a:off x="452965" y="1828436"/>
            <a:ext cx="8238067" cy="4278094"/>
          </a:xfrm>
          <a:prstGeom prst="rect">
            <a:avLst/>
          </a:prstGeom>
          <a:noFill/>
        </p:spPr>
        <p:txBody>
          <a:bodyPr wrap="square" lIns="0" tIns="0" rIns="0" bIns="0" rtlCol="0" anchor="ctr">
            <a:spAutoFit/>
          </a:bodyPr>
          <a:lstStyle/>
          <a:p>
            <a:pPr marL="342900" indent="-342900">
              <a:spcAft>
                <a:spcPts val="1200"/>
              </a:spcAft>
              <a:buClr>
                <a:schemeClr val="accent1"/>
              </a:buClr>
              <a:buFont typeface="Wingdings" panose="05000000000000000000" pitchFamily="2" charset="2"/>
              <a:buChar char="q"/>
            </a:pPr>
            <a:r>
              <a:rPr lang="en-US" sz="2200" dirty="0">
                <a:latin typeface="+mj-lt"/>
                <a:ea typeface="CMU Serif" panose="02000603000000000000" pitchFamily="2" charset="0"/>
                <a:cs typeface="CMU Serif" panose="02000603000000000000" pitchFamily="2" charset="0"/>
              </a:rPr>
              <a:t>Why study games?</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Game playing is fun and is also an interesting meeting point for human and computational intelligence.</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They are hard.</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Easy to represent.</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Agents are restricted to small number of actions.</a:t>
            </a:r>
          </a:p>
          <a:p>
            <a:pPr>
              <a:spcAft>
                <a:spcPts val="1200"/>
              </a:spcAft>
              <a:buClr>
                <a:schemeClr val="accent1"/>
              </a:buClr>
            </a:pPr>
            <a:endParaRPr lang="en-US" sz="2200" dirty="0">
              <a:latin typeface="+mj-lt"/>
              <a:ea typeface="CMU Serif" panose="02000603000000000000" pitchFamily="2" charset="0"/>
              <a:cs typeface="CMU Serif" panose="02000603000000000000" pitchFamily="2" charset="0"/>
            </a:endParaRPr>
          </a:p>
          <a:p>
            <a:pPr marL="342900" indent="-342900">
              <a:buClr>
                <a:schemeClr val="accent1"/>
              </a:buClr>
              <a:buFont typeface="Wingdings" panose="05000000000000000000" pitchFamily="2" charset="2"/>
              <a:buChar char="q"/>
            </a:pPr>
            <a:r>
              <a:rPr lang="en-US" sz="2200" dirty="0">
                <a:latin typeface="+mj-lt"/>
                <a:ea typeface="CMU Serif" panose="02000603000000000000" pitchFamily="2" charset="0"/>
                <a:cs typeface="CMU Serif" panose="02000603000000000000" pitchFamily="2" charset="0"/>
              </a:rPr>
              <a:t>Interesting question: </a:t>
            </a:r>
          </a:p>
          <a:p>
            <a:pPr>
              <a:buClr>
                <a:schemeClr val="accent1"/>
              </a:buClr>
            </a:pPr>
            <a:r>
              <a:rPr lang="en-US" sz="3200" dirty="0">
                <a:latin typeface="French Script MT" panose="03020402040607040605" pitchFamily="66" charset="0"/>
                <a:ea typeface="CMU Serif" panose="02000603000000000000" pitchFamily="2" charset="0"/>
                <a:cs typeface="CMU Serif" panose="02000603000000000000" pitchFamily="2" charset="0"/>
              </a:rPr>
              <a:t>	Does winning a game absolutely require human intelligence?</a:t>
            </a:r>
            <a:endParaRPr lang="en-US" sz="2200" dirty="0">
              <a:latin typeface="+mj-lt"/>
              <a:ea typeface="CMU Serif" panose="02000603000000000000" pitchFamily="2" charset="0"/>
              <a:cs typeface="CMU Serif" panose="02000603000000000000" pitchFamily="2" charset="0"/>
            </a:endParaRPr>
          </a:p>
        </p:txBody>
      </p:sp>
      <p:grpSp>
        <p:nvGrpSpPr>
          <p:cNvPr id="6" name="Group 5">
            <a:extLst>
              <a:ext uri="{FF2B5EF4-FFF2-40B4-BE49-F238E27FC236}">
                <a16:creationId xmlns:a16="http://schemas.microsoft.com/office/drawing/2014/main" id="{2AED5C80-5DE5-4A0A-A264-88300B6A6A72}"/>
              </a:ext>
            </a:extLst>
          </p:cNvPr>
          <p:cNvGrpSpPr/>
          <p:nvPr/>
        </p:nvGrpSpPr>
        <p:grpSpPr>
          <a:xfrm>
            <a:off x="298161" y="1647558"/>
            <a:ext cx="936360" cy="541440"/>
            <a:chOff x="298161" y="1647558"/>
            <a:chExt cx="936360" cy="54144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6DE417B-76FF-4F17-982D-FF3E6E18DF2E}"/>
                    </a:ext>
                  </a:extLst>
                </p14:cNvPr>
                <p14:cNvContentPartPr/>
                <p14:nvPr/>
              </p14:nvContentPartPr>
              <p14:xfrm>
                <a:off x="298161" y="1647558"/>
                <a:ext cx="721080" cy="541440"/>
              </p14:xfrm>
            </p:contentPart>
          </mc:Choice>
          <mc:Fallback>
            <p:pic>
              <p:nvPicPr>
                <p:cNvPr id="4" name="Ink 3">
                  <a:extLst>
                    <a:ext uri="{FF2B5EF4-FFF2-40B4-BE49-F238E27FC236}">
                      <a16:creationId xmlns:a16="http://schemas.microsoft.com/office/drawing/2014/main" id="{96DE417B-76FF-4F17-982D-FF3E6E18DF2E}"/>
                    </a:ext>
                  </a:extLst>
                </p:cNvPr>
                <p:cNvPicPr/>
                <p:nvPr/>
              </p:nvPicPr>
              <p:blipFill>
                <a:blip r:embed="rId3"/>
                <a:stretch>
                  <a:fillRect/>
                </a:stretch>
              </p:blipFill>
              <p:spPr>
                <a:xfrm>
                  <a:off x="289521" y="1638558"/>
                  <a:ext cx="738720" cy="559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12C3D42-A171-459F-92B0-ECFC7DD9739F}"/>
                    </a:ext>
                  </a:extLst>
                </p14:cNvPr>
                <p14:cNvContentPartPr/>
                <p14:nvPr/>
              </p14:nvContentPartPr>
              <p14:xfrm>
                <a:off x="606321" y="1666278"/>
                <a:ext cx="628200" cy="477720"/>
              </p14:xfrm>
            </p:contentPart>
          </mc:Choice>
          <mc:Fallback>
            <p:pic>
              <p:nvPicPr>
                <p:cNvPr id="5" name="Ink 4">
                  <a:extLst>
                    <a:ext uri="{FF2B5EF4-FFF2-40B4-BE49-F238E27FC236}">
                      <a16:creationId xmlns:a16="http://schemas.microsoft.com/office/drawing/2014/main" id="{212C3D42-A171-459F-92B0-ECFC7DD9739F}"/>
                    </a:ext>
                  </a:extLst>
                </p:cNvPr>
                <p:cNvPicPr/>
                <p:nvPr/>
              </p:nvPicPr>
              <p:blipFill>
                <a:blip r:embed="rId5"/>
                <a:stretch>
                  <a:fillRect/>
                </a:stretch>
              </p:blipFill>
              <p:spPr>
                <a:xfrm>
                  <a:off x="597321" y="1657278"/>
                  <a:ext cx="645840" cy="49536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17" name="Group 33">
            <a:extLst>
              <a:ext uri="{FF2B5EF4-FFF2-40B4-BE49-F238E27FC236}">
                <a16:creationId xmlns:a16="http://schemas.microsoft.com/office/drawing/2014/main" id="{12A1E75D-239E-A72A-6F6F-1BE6DA3C2ABF}"/>
              </a:ext>
            </a:extLst>
          </p:cNvPr>
          <p:cNvGraphicFramePr>
            <a:graphicFrameLocks noGrp="1"/>
          </p:cNvGraphicFramePr>
          <p:nvPr>
            <p:ph sz="half" idx="4294967295"/>
            <p:extLst>
              <p:ext uri="{D42A27DB-BD31-4B8C-83A1-F6EECF244321}">
                <p14:modId xmlns:p14="http://schemas.microsoft.com/office/powerpoint/2010/main" val="4224904955"/>
              </p:ext>
            </p:extLst>
          </p:nvPr>
        </p:nvGraphicFramePr>
        <p:xfrm>
          <a:off x="1698618" y="2253288"/>
          <a:ext cx="5746751" cy="2102168"/>
        </p:xfrm>
        <a:graphic>
          <a:graphicData uri="http://schemas.openxmlformats.org/drawingml/2006/table">
            <a:tbl>
              <a:tblPr/>
              <a:tblGrid>
                <a:gridCol w="1568600">
                  <a:extLst>
                    <a:ext uri="{9D8B030D-6E8A-4147-A177-3AD203B41FA5}">
                      <a16:colId xmlns:a16="http://schemas.microsoft.com/office/drawing/2014/main" val="20000"/>
                    </a:ext>
                  </a:extLst>
                </a:gridCol>
                <a:gridCol w="2109112">
                  <a:extLst>
                    <a:ext uri="{9D8B030D-6E8A-4147-A177-3AD203B41FA5}">
                      <a16:colId xmlns:a16="http://schemas.microsoft.com/office/drawing/2014/main" val="20001"/>
                    </a:ext>
                  </a:extLst>
                </a:gridCol>
                <a:gridCol w="2069039">
                  <a:extLst>
                    <a:ext uri="{9D8B030D-6E8A-4147-A177-3AD203B41FA5}">
                      <a16:colId xmlns:a16="http://schemas.microsoft.com/office/drawing/2014/main" val="20002"/>
                    </a:ext>
                  </a:extLst>
                </a:gridCol>
              </a:tblGrid>
              <a:tr h="365760">
                <a:tc>
                  <a:txBody>
                    <a:bodyPr/>
                    <a:lstStyle/>
                    <a:p>
                      <a:pPr algn="ctr"/>
                      <a:endParaRPr lang="en-US" sz="2000" dirty="0">
                        <a:latin typeface="+mj-lt"/>
                      </a:endParaRPr>
                    </a:p>
                  </a:txBody>
                  <a:tcPr marL="91445" marR="9144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lang="en-US" sz="2000" dirty="0">
                          <a:latin typeface="+mj-lt"/>
                          <a:cs typeface="Times New Roman" pitchFamily="18" charset="0"/>
                        </a:rPr>
                        <a:t>Deterministic</a:t>
                      </a:r>
                      <a:endParaRPr kumimoji="0" lang="en-US" sz="2000" b="0" i="0" u="none" strike="noStrike" cap="none" normalizeH="0" baseline="0" dirty="0">
                        <a:ln>
                          <a:noFill/>
                        </a:ln>
                        <a:solidFill>
                          <a:schemeClr val="tx1"/>
                        </a:solidFill>
                        <a:effectLst/>
                        <a:latin typeface="+mj-lt"/>
                        <a:cs typeface="Arial" charset="0"/>
                      </a:endParaRPr>
                    </a:p>
                  </a:txBody>
                  <a:tcPr marL="91445" marR="9144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lang="en-US" sz="2000" dirty="0">
                          <a:latin typeface="+mj-lt"/>
                          <a:cs typeface="Times New Roman" pitchFamily="18" charset="0"/>
                        </a:rPr>
                        <a:t>Chance</a:t>
                      </a:r>
                      <a:endParaRPr kumimoji="0" lang="en-US" sz="2000" b="0" i="0" u="none" strike="noStrike" cap="none" normalizeH="0" baseline="0" dirty="0">
                        <a:ln>
                          <a:noFill/>
                        </a:ln>
                        <a:solidFill>
                          <a:schemeClr val="tx1"/>
                        </a:solidFill>
                        <a:effectLst/>
                        <a:latin typeface="+mj-lt"/>
                        <a:cs typeface="Arial" charset="0"/>
                      </a:endParaRPr>
                    </a:p>
                  </a:txBody>
                  <a:tcPr marL="91445" marR="9144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extLst>
                  <a:ext uri="{0D108BD9-81ED-4DB2-BD59-A6C34878D82A}">
                    <a16:rowId xmlns:a16="http://schemas.microsoft.com/office/drawing/2014/main" val="10000"/>
                  </a:ext>
                </a:extLst>
              </a:tr>
              <a:tr h="866231">
                <a:tc>
                  <a:txBody>
                    <a:bodyPr/>
                    <a:lstStyle/>
                    <a:p>
                      <a:pPr algn="ctr" rtl="0" eaLnBrk="0" hangingPunct="0">
                        <a:spcBef>
                          <a:spcPct val="20000"/>
                        </a:spcBef>
                      </a:pPr>
                      <a:r>
                        <a:rPr lang="en-US" sz="2000" dirty="0">
                          <a:latin typeface="+mj-lt"/>
                        </a:rPr>
                        <a:t>Perfect</a:t>
                      </a:r>
                    </a:p>
                    <a:p>
                      <a:pPr algn="ctr" rtl="0" eaLnBrk="0" hangingPunct="0">
                        <a:spcBef>
                          <a:spcPct val="20000"/>
                        </a:spcBef>
                      </a:pPr>
                      <a:r>
                        <a:rPr lang="en-US" sz="2000" dirty="0">
                          <a:latin typeface="+mj-lt"/>
                        </a:rPr>
                        <a:t>Information</a:t>
                      </a:r>
                    </a:p>
                  </a:txBody>
                  <a:tcPr marL="91445" marR="9144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0" i="0" u="none" strike="noStrike" cap="none" normalizeH="0" baseline="0" dirty="0">
                          <a:ln>
                            <a:noFill/>
                          </a:ln>
                          <a:solidFill>
                            <a:schemeClr val="tx1"/>
                          </a:solidFill>
                          <a:effectLst/>
                          <a:latin typeface="+mj-lt"/>
                          <a:cs typeface="Arial" charset="0"/>
                        </a:rPr>
                        <a:t>Chess, Checkers</a:t>
                      </a: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0" i="0" u="none" strike="noStrike" cap="none" normalizeH="0" baseline="0" dirty="0">
                          <a:ln>
                            <a:noFill/>
                          </a:ln>
                          <a:solidFill>
                            <a:schemeClr val="tx1"/>
                          </a:solidFill>
                          <a:effectLst/>
                          <a:latin typeface="+mj-lt"/>
                          <a:cs typeface="Arial" charset="0"/>
                        </a:rPr>
                        <a:t>Go, Othello</a:t>
                      </a:r>
                    </a:p>
                  </a:txBody>
                  <a:tcPr marL="91445" marR="9144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0" i="0" u="none" strike="noStrike" cap="none" normalizeH="0" baseline="0" dirty="0">
                          <a:ln>
                            <a:noFill/>
                          </a:ln>
                          <a:solidFill>
                            <a:schemeClr val="tx1"/>
                          </a:solidFill>
                          <a:effectLst/>
                          <a:latin typeface="+mj-lt"/>
                          <a:cs typeface="Arial" charset="0"/>
                        </a:rPr>
                        <a:t>Backgammon,</a:t>
                      </a: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0" i="0" u="none" strike="noStrike" cap="none" normalizeH="0" baseline="0" dirty="0">
                          <a:ln>
                            <a:noFill/>
                          </a:ln>
                          <a:solidFill>
                            <a:schemeClr val="tx1"/>
                          </a:solidFill>
                          <a:effectLst/>
                          <a:latin typeface="+mj-lt"/>
                          <a:cs typeface="Arial" charset="0"/>
                        </a:rPr>
                        <a:t>Monopoly</a:t>
                      </a:r>
                    </a:p>
                  </a:txBody>
                  <a:tcPr marL="91445" marR="9144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extLst>
                  <a:ext uri="{0D108BD9-81ED-4DB2-BD59-A6C34878D82A}">
                    <a16:rowId xmlns:a16="http://schemas.microsoft.com/office/drawing/2014/main" val="10001"/>
                  </a:ext>
                </a:extLst>
              </a:tr>
              <a:tr h="839697">
                <a:tc>
                  <a:txBody>
                    <a:bodyPr/>
                    <a:lstStyle/>
                    <a:p>
                      <a:pPr algn="ctr" rtl="0" eaLnBrk="0" hangingPunct="0">
                        <a:spcBef>
                          <a:spcPct val="20000"/>
                        </a:spcBef>
                      </a:pPr>
                      <a:r>
                        <a:rPr lang="en-US" sz="2000" dirty="0">
                          <a:latin typeface="+mj-lt"/>
                        </a:rPr>
                        <a:t>Imperfect</a:t>
                      </a:r>
                    </a:p>
                    <a:p>
                      <a:pPr algn="ctr" rtl="0" eaLnBrk="0" hangingPunct="0">
                        <a:spcBef>
                          <a:spcPct val="20000"/>
                        </a:spcBef>
                      </a:pPr>
                      <a:r>
                        <a:rPr lang="en-US" sz="2000" dirty="0">
                          <a:latin typeface="+mj-lt"/>
                        </a:rPr>
                        <a:t>Information</a:t>
                      </a:r>
                    </a:p>
                  </a:txBody>
                  <a:tcPr marL="91445" marR="9144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en-US" sz="2000" b="0" i="0" u="none" strike="noStrike" cap="none" normalizeH="0" baseline="0" dirty="0">
                          <a:ln>
                            <a:noFill/>
                          </a:ln>
                          <a:solidFill>
                            <a:schemeClr val="tx1"/>
                          </a:solidFill>
                          <a:effectLst/>
                          <a:latin typeface="+mj-lt"/>
                          <a:cs typeface="Arial" charset="0"/>
                        </a:rPr>
                        <a:t>Battleship</a:t>
                      </a:r>
                    </a:p>
                  </a:txBody>
                  <a:tcPr marL="91445" marR="9144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0" i="0" u="none" strike="noStrike" cap="none" normalizeH="0" baseline="0" dirty="0">
                          <a:ln>
                            <a:noFill/>
                          </a:ln>
                          <a:solidFill>
                            <a:schemeClr val="tx1"/>
                          </a:solidFill>
                          <a:effectLst/>
                          <a:latin typeface="+mj-lt"/>
                          <a:cs typeface="Arial" charset="0"/>
                        </a:rPr>
                        <a:t>Bridge, Poker, Scrabble,</a:t>
                      </a:r>
                    </a:p>
                  </a:txBody>
                  <a:tcPr marL="91445" marR="9144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0000"/>
                      </a:schemeClr>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BF8B4DF3-F451-7E4B-5B3C-B251525CF21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Adversarial Search</a:t>
            </a:r>
          </a:p>
        </p:txBody>
      </p:sp>
      <p:sp>
        <p:nvSpPr>
          <p:cNvPr id="3" name="TextBox 2">
            <a:extLst>
              <a:ext uri="{FF2B5EF4-FFF2-40B4-BE49-F238E27FC236}">
                <a16:creationId xmlns:a16="http://schemas.microsoft.com/office/drawing/2014/main" id="{CDF70F2F-A1BC-1212-4CB3-D0E41F955F2C}"/>
              </a:ext>
            </a:extLst>
          </p:cNvPr>
          <p:cNvSpPr txBox="1"/>
          <p:nvPr/>
        </p:nvSpPr>
        <p:spPr>
          <a:xfrm>
            <a:off x="452962" y="4700287"/>
            <a:ext cx="8238067" cy="1692771"/>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Games with perfect information (fully observable). No randomness is involved. </a:t>
            </a:r>
          </a:p>
          <a:p>
            <a:pPr marL="342900" indent="-342900" algn="just">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Games with imperfect information (players do not have complete knowledge about the state of the game). Random factors are part of the game. </a:t>
            </a:r>
          </a:p>
        </p:txBody>
      </p:sp>
      <p:sp>
        <p:nvSpPr>
          <p:cNvPr id="4" name="TextBox 3">
            <a:extLst>
              <a:ext uri="{FF2B5EF4-FFF2-40B4-BE49-F238E27FC236}">
                <a16:creationId xmlns:a16="http://schemas.microsoft.com/office/drawing/2014/main" id="{98B6B221-D52E-3861-268C-5B7534C9A2EF}"/>
              </a:ext>
            </a:extLst>
          </p:cNvPr>
          <p:cNvSpPr txBox="1"/>
          <p:nvPr/>
        </p:nvSpPr>
        <p:spPr>
          <a:xfrm>
            <a:off x="452961" y="1600680"/>
            <a:ext cx="8238067" cy="307777"/>
          </a:xfrm>
          <a:prstGeom prst="rect">
            <a:avLst/>
          </a:prstGeom>
          <a:noFill/>
        </p:spPr>
        <p:txBody>
          <a:bodyPr wrap="square" lIns="0" tIns="0" rIns="0" bIns="0" rtlCol="0" anchor="ctr">
            <a:spAutoFit/>
          </a:bodyPr>
          <a:lstStyle/>
          <a:p>
            <a:pPr marL="342900" indent="-342900">
              <a:spcAft>
                <a:spcPts val="1200"/>
              </a:spcAft>
              <a:buClr>
                <a:schemeClr val="accent1"/>
              </a:buClr>
              <a:buFont typeface="Wingdings" panose="05000000000000000000" pitchFamily="2" charset="2"/>
              <a:buChar char="Ø"/>
            </a:pPr>
            <a:r>
              <a:rPr lang="en-US" sz="2000" dirty="0">
                <a:latin typeface="+mj-lt"/>
                <a:ea typeface="CMU Serif" panose="02000603000000000000" pitchFamily="2" charset="0"/>
                <a:cs typeface="CMU Serif" panose="02000603000000000000" pitchFamily="2" charset="0"/>
              </a:rPr>
              <a:t>Different kinds of games: </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22921AD1-7AD3-45F5-80FF-0F364AD99727}"/>
                  </a:ext>
                </a:extLst>
              </p14:cNvPr>
              <p14:cNvContentPartPr/>
              <p14:nvPr/>
            </p14:nvContentPartPr>
            <p14:xfrm>
              <a:off x="1604601" y="2187198"/>
              <a:ext cx="511200" cy="538200"/>
            </p14:xfrm>
          </p:contentPart>
        </mc:Choice>
        <mc:Fallback>
          <p:pic>
            <p:nvPicPr>
              <p:cNvPr id="5" name="Ink 4">
                <a:extLst>
                  <a:ext uri="{FF2B5EF4-FFF2-40B4-BE49-F238E27FC236}">
                    <a16:creationId xmlns:a16="http://schemas.microsoft.com/office/drawing/2014/main" id="{22921AD1-7AD3-45F5-80FF-0F364AD99727}"/>
                  </a:ext>
                </a:extLst>
              </p:cNvPr>
              <p:cNvPicPr/>
              <p:nvPr/>
            </p:nvPicPr>
            <p:blipFill>
              <a:blip r:embed="rId3"/>
              <a:stretch>
                <a:fillRect/>
              </a:stretch>
            </p:blipFill>
            <p:spPr>
              <a:xfrm>
                <a:off x="1595601" y="2178198"/>
                <a:ext cx="528840" cy="555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E7A86E5A-6B5F-4359-BD21-2E48B4449D71}"/>
                  </a:ext>
                </a:extLst>
              </p14:cNvPr>
              <p14:cNvContentPartPr/>
              <p14:nvPr/>
            </p14:nvContentPartPr>
            <p14:xfrm>
              <a:off x="1688481" y="3398958"/>
              <a:ext cx="477720" cy="373320"/>
            </p14:xfrm>
          </p:contentPart>
        </mc:Choice>
        <mc:Fallback>
          <p:pic>
            <p:nvPicPr>
              <p:cNvPr id="6" name="Ink 5">
                <a:extLst>
                  <a:ext uri="{FF2B5EF4-FFF2-40B4-BE49-F238E27FC236}">
                    <a16:creationId xmlns:a16="http://schemas.microsoft.com/office/drawing/2014/main" id="{E7A86E5A-6B5F-4359-BD21-2E48B4449D71}"/>
                  </a:ext>
                </a:extLst>
              </p:cNvPr>
              <p:cNvPicPr/>
              <p:nvPr/>
            </p:nvPicPr>
            <p:blipFill>
              <a:blip r:embed="rId5"/>
              <a:stretch>
                <a:fillRect/>
              </a:stretch>
            </p:blipFill>
            <p:spPr>
              <a:xfrm>
                <a:off x="1679841" y="3389958"/>
                <a:ext cx="49536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80A41A10-55FC-4CC7-8A0F-57A1E1EE2487}"/>
                  </a:ext>
                </a:extLst>
              </p14:cNvPr>
              <p14:cNvContentPartPr/>
              <p14:nvPr/>
            </p14:nvContentPartPr>
            <p14:xfrm>
              <a:off x="1203561" y="2108718"/>
              <a:ext cx="1452960" cy="37800"/>
            </p14:xfrm>
          </p:contentPart>
        </mc:Choice>
        <mc:Fallback>
          <p:pic>
            <p:nvPicPr>
              <p:cNvPr id="7" name="Ink 6">
                <a:extLst>
                  <a:ext uri="{FF2B5EF4-FFF2-40B4-BE49-F238E27FC236}">
                    <a16:creationId xmlns:a16="http://schemas.microsoft.com/office/drawing/2014/main" id="{80A41A10-55FC-4CC7-8A0F-57A1E1EE2487}"/>
                  </a:ext>
                </a:extLst>
              </p:cNvPr>
              <p:cNvPicPr/>
              <p:nvPr/>
            </p:nvPicPr>
            <p:blipFill>
              <a:blip r:embed="rId7"/>
              <a:stretch>
                <a:fillRect/>
              </a:stretch>
            </p:blipFill>
            <p:spPr>
              <a:xfrm>
                <a:off x="1194921" y="2099718"/>
                <a:ext cx="1470600" cy="55440"/>
              </a:xfrm>
              <a:prstGeom prst="rect">
                <a:avLst/>
              </a:prstGeom>
            </p:spPr>
          </p:pic>
        </mc:Fallback>
      </mc:AlternateContent>
      <p:grpSp>
        <p:nvGrpSpPr>
          <p:cNvPr id="10" name="Group 9">
            <a:extLst>
              <a:ext uri="{FF2B5EF4-FFF2-40B4-BE49-F238E27FC236}">
                <a16:creationId xmlns:a16="http://schemas.microsoft.com/office/drawing/2014/main" id="{5B998C3F-4066-49B4-998D-EA5B5B41D3BC}"/>
              </a:ext>
            </a:extLst>
          </p:cNvPr>
          <p:cNvGrpSpPr/>
          <p:nvPr/>
        </p:nvGrpSpPr>
        <p:grpSpPr>
          <a:xfrm>
            <a:off x="475641" y="4750398"/>
            <a:ext cx="563040" cy="397440"/>
            <a:chOff x="475641" y="4750398"/>
            <a:chExt cx="563040" cy="397440"/>
          </a:xfrm>
        </p:grpSpPr>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9E074428-4CDE-430E-914E-356A996237C1}"/>
                    </a:ext>
                  </a:extLst>
                </p14:cNvPr>
                <p14:cNvContentPartPr/>
                <p14:nvPr/>
              </p14:nvContentPartPr>
              <p14:xfrm>
                <a:off x="475641" y="4813038"/>
                <a:ext cx="232920" cy="160920"/>
              </p14:xfrm>
            </p:contentPart>
          </mc:Choice>
          <mc:Fallback>
            <p:pic>
              <p:nvPicPr>
                <p:cNvPr id="8" name="Ink 7">
                  <a:extLst>
                    <a:ext uri="{FF2B5EF4-FFF2-40B4-BE49-F238E27FC236}">
                      <a16:creationId xmlns:a16="http://schemas.microsoft.com/office/drawing/2014/main" id="{9E074428-4CDE-430E-914E-356A996237C1}"/>
                    </a:ext>
                  </a:extLst>
                </p:cNvPr>
                <p:cNvPicPr/>
                <p:nvPr/>
              </p:nvPicPr>
              <p:blipFill>
                <a:blip r:embed="rId9"/>
                <a:stretch>
                  <a:fillRect/>
                </a:stretch>
              </p:blipFill>
              <p:spPr>
                <a:xfrm>
                  <a:off x="467001" y="4804398"/>
                  <a:ext cx="2505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C0180317-E78D-4007-8830-BFF543B58285}"/>
                    </a:ext>
                  </a:extLst>
                </p14:cNvPr>
                <p14:cNvContentPartPr/>
                <p14:nvPr/>
              </p14:nvContentPartPr>
              <p14:xfrm>
                <a:off x="596961" y="4750398"/>
                <a:ext cx="441720" cy="397440"/>
              </p14:xfrm>
            </p:contentPart>
          </mc:Choice>
          <mc:Fallback>
            <p:pic>
              <p:nvPicPr>
                <p:cNvPr id="9" name="Ink 8">
                  <a:extLst>
                    <a:ext uri="{FF2B5EF4-FFF2-40B4-BE49-F238E27FC236}">
                      <a16:creationId xmlns:a16="http://schemas.microsoft.com/office/drawing/2014/main" id="{C0180317-E78D-4007-8830-BFF543B58285}"/>
                    </a:ext>
                  </a:extLst>
                </p:cNvPr>
                <p:cNvPicPr/>
                <p:nvPr/>
              </p:nvPicPr>
              <p:blipFill>
                <a:blip r:embed="rId11"/>
                <a:stretch>
                  <a:fillRect/>
                </a:stretch>
              </p:blipFill>
              <p:spPr>
                <a:xfrm>
                  <a:off x="588321" y="4741398"/>
                  <a:ext cx="459360" cy="415080"/>
                </a:xfrm>
                <a:prstGeom prst="rect">
                  <a:avLst/>
                </a:prstGeom>
              </p:spPr>
            </p:pic>
          </mc:Fallback>
        </mc:AlternateContent>
      </p:grpSp>
      <p:grpSp>
        <p:nvGrpSpPr>
          <p:cNvPr id="13" name="Group 12">
            <a:extLst>
              <a:ext uri="{FF2B5EF4-FFF2-40B4-BE49-F238E27FC236}">
                <a16:creationId xmlns:a16="http://schemas.microsoft.com/office/drawing/2014/main" id="{9649FC60-07AC-492D-B096-21C0D8A502A5}"/>
              </a:ext>
            </a:extLst>
          </p:cNvPr>
          <p:cNvGrpSpPr/>
          <p:nvPr/>
        </p:nvGrpSpPr>
        <p:grpSpPr>
          <a:xfrm>
            <a:off x="335601" y="5380758"/>
            <a:ext cx="304560" cy="389520"/>
            <a:chOff x="335601" y="5380758"/>
            <a:chExt cx="304560" cy="389520"/>
          </a:xfrm>
        </p:grpSpPr>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262D93BC-B654-4EFE-8371-9CA356F59FF4}"/>
                    </a:ext>
                  </a:extLst>
                </p14:cNvPr>
                <p14:cNvContentPartPr/>
                <p14:nvPr/>
              </p14:nvContentPartPr>
              <p14:xfrm>
                <a:off x="335601" y="5380758"/>
                <a:ext cx="249840" cy="285120"/>
              </p14:xfrm>
            </p:contentPart>
          </mc:Choice>
          <mc:Fallback>
            <p:pic>
              <p:nvPicPr>
                <p:cNvPr id="11" name="Ink 10">
                  <a:extLst>
                    <a:ext uri="{FF2B5EF4-FFF2-40B4-BE49-F238E27FC236}">
                      <a16:creationId xmlns:a16="http://schemas.microsoft.com/office/drawing/2014/main" id="{262D93BC-B654-4EFE-8371-9CA356F59FF4}"/>
                    </a:ext>
                  </a:extLst>
                </p:cNvPr>
                <p:cNvPicPr/>
                <p:nvPr/>
              </p:nvPicPr>
              <p:blipFill>
                <a:blip r:embed="rId13"/>
                <a:stretch>
                  <a:fillRect/>
                </a:stretch>
              </p:blipFill>
              <p:spPr>
                <a:xfrm>
                  <a:off x="326961" y="5372118"/>
                  <a:ext cx="26748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D18EF5EB-E1AC-4E86-93A0-5DD8475EE156}"/>
                    </a:ext>
                  </a:extLst>
                </p14:cNvPr>
                <p14:cNvContentPartPr/>
                <p14:nvPr/>
              </p14:nvContentPartPr>
              <p14:xfrm>
                <a:off x="466281" y="5448078"/>
                <a:ext cx="173880" cy="322200"/>
              </p14:xfrm>
            </p:contentPart>
          </mc:Choice>
          <mc:Fallback>
            <p:pic>
              <p:nvPicPr>
                <p:cNvPr id="12" name="Ink 11">
                  <a:extLst>
                    <a:ext uri="{FF2B5EF4-FFF2-40B4-BE49-F238E27FC236}">
                      <a16:creationId xmlns:a16="http://schemas.microsoft.com/office/drawing/2014/main" id="{D18EF5EB-E1AC-4E86-93A0-5DD8475EE156}"/>
                    </a:ext>
                  </a:extLst>
                </p:cNvPr>
                <p:cNvPicPr/>
                <p:nvPr/>
              </p:nvPicPr>
              <p:blipFill>
                <a:blip r:embed="rId15"/>
                <a:stretch>
                  <a:fillRect/>
                </a:stretch>
              </p:blipFill>
              <p:spPr>
                <a:xfrm>
                  <a:off x="457281" y="5439078"/>
                  <a:ext cx="191520" cy="33984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D698A4-756E-608B-9C41-F4B1A18B44F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Searching in a two-player game</a:t>
            </a:r>
          </a:p>
        </p:txBody>
      </p:sp>
      <p:sp>
        <p:nvSpPr>
          <p:cNvPr id="3" name="TextBox 2">
            <a:extLst>
              <a:ext uri="{FF2B5EF4-FFF2-40B4-BE49-F238E27FC236}">
                <a16:creationId xmlns:a16="http://schemas.microsoft.com/office/drawing/2014/main" id="{27076D3F-BD77-BA9A-AD08-2B6E2D8AB4EE}"/>
              </a:ext>
            </a:extLst>
          </p:cNvPr>
          <p:cNvSpPr txBox="1"/>
          <p:nvPr/>
        </p:nvSpPr>
        <p:spPr>
          <a:xfrm>
            <a:off x="452964" y="1603649"/>
            <a:ext cx="8238067" cy="3631763"/>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Traditional (single-agent) search methods only consider how close the agent is to the goal state (e.g., best first search).</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In two player games, decisions of both agents must be considered: a decision made by one agent will </a:t>
            </a:r>
            <a:r>
              <a:rPr lang="en-US" sz="2400" dirty="0">
                <a:solidFill>
                  <a:schemeClr val="accent1"/>
                </a:solidFill>
                <a:latin typeface="+mj-lt"/>
                <a:ea typeface="CMU Serif" panose="02000603000000000000" pitchFamily="2" charset="0"/>
                <a:cs typeface="CMU Serif" panose="02000603000000000000" pitchFamily="2" charset="0"/>
              </a:rPr>
              <a:t>affect the resulting search space </a:t>
            </a:r>
            <a:r>
              <a:rPr lang="en-US" sz="2400" dirty="0">
                <a:latin typeface="+mj-lt"/>
                <a:ea typeface="CMU Serif" panose="02000603000000000000" pitchFamily="2" charset="0"/>
                <a:cs typeface="CMU Serif" panose="02000603000000000000" pitchFamily="2" charset="0"/>
              </a:rPr>
              <a:t>that the other agent would need to explore.</a:t>
            </a:r>
          </a:p>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mj-lt"/>
                <a:ea typeface="CMU Serif" panose="02000603000000000000" pitchFamily="2" charset="0"/>
                <a:cs typeface="CMU Serif" panose="02000603000000000000" pitchFamily="2" charset="0"/>
              </a:rPr>
              <a:t>Question: </a:t>
            </a:r>
            <a:r>
              <a:rPr lang="en-US" sz="2400" dirty="0">
                <a:latin typeface="+mj-lt"/>
                <a:ea typeface="CMU Serif" panose="02000603000000000000" pitchFamily="2" charset="0"/>
                <a:cs typeface="CMU Serif" panose="02000603000000000000" pitchFamily="2" charset="0"/>
              </a:rPr>
              <a:t>Do we have randomness here since the decision made by the opponent is NOT known in advance?</a:t>
            </a:r>
          </a:p>
        </p:txBody>
      </p:sp>
      <p:sp>
        <p:nvSpPr>
          <p:cNvPr id="4" name="TextBox 3">
            <a:extLst>
              <a:ext uri="{FF2B5EF4-FFF2-40B4-BE49-F238E27FC236}">
                <a16:creationId xmlns:a16="http://schemas.microsoft.com/office/drawing/2014/main" id="{F013B798-E57A-D060-DDE4-7E650A1607CC}"/>
              </a:ext>
            </a:extLst>
          </p:cNvPr>
          <p:cNvSpPr txBox="1"/>
          <p:nvPr/>
        </p:nvSpPr>
        <p:spPr>
          <a:xfrm>
            <a:off x="452963" y="5469466"/>
            <a:ext cx="8238067" cy="738664"/>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mj-lt"/>
                <a:ea typeface="CMU Serif" panose="02000603000000000000" pitchFamily="2" charset="0"/>
                <a:cs typeface="CMU Serif" panose="02000603000000000000" pitchFamily="2" charset="0"/>
              </a:rPr>
              <a:t> No. </a:t>
            </a:r>
            <a:r>
              <a:rPr lang="en-US" sz="2400" dirty="0">
                <a:latin typeface="+mj-lt"/>
                <a:ea typeface="CMU Serif" panose="02000603000000000000" pitchFamily="2" charset="0"/>
                <a:cs typeface="CMU Serif" panose="02000603000000000000" pitchFamily="2" charset="0"/>
              </a:rPr>
              <a:t>Not if all the moves or choices that the opponent can make are finite and can be known in advance. </a:t>
            </a:r>
          </a:p>
        </p:txBody>
      </p:sp>
      <p:grpSp>
        <p:nvGrpSpPr>
          <p:cNvPr id="10" name="Group 9">
            <a:extLst>
              <a:ext uri="{FF2B5EF4-FFF2-40B4-BE49-F238E27FC236}">
                <a16:creationId xmlns:a16="http://schemas.microsoft.com/office/drawing/2014/main" id="{272B4D7F-D8E3-4882-A817-1655C9831523}"/>
              </a:ext>
            </a:extLst>
          </p:cNvPr>
          <p:cNvGrpSpPr/>
          <p:nvPr/>
        </p:nvGrpSpPr>
        <p:grpSpPr>
          <a:xfrm>
            <a:off x="214281" y="1659078"/>
            <a:ext cx="723240" cy="691200"/>
            <a:chOff x="214281" y="1659078"/>
            <a:chExt cx="723240" cy="69120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D0C4BA4-CB56-4598-A681-D7882729BC40}"/>
                    </a:ext>
                  </a:extLst>
                </p14:cNvPr>
                <p14:cNvContentPartPr/>
                <p14:nvPr/>
              </p14:nvContentPartPr>
              <p14:xfrm>
                <a:off x="214281" y="1659078"/>
                <a:ext cx="622440" cy="641880"/>
              </p14:xfrm>
            </p:contentPart>
          </mc:Choice>
          <mc:Fallback>
            <p:pic>
              <p:nvPicPr>
                <p:cNvPr id="5" name="Ink 4">
                  <a:extLst>
                    <a:ext uri="{FF2B5EF4-FFF2-40B4-BE49-F238E27FC236}">
                      <a16:creationId xmlns:a16="http://schemas.microsoft.com/office/drawing/2014/main" id="{ED0C4BA4-CB56-4598-A681-D7882729BC40}"/>
                    </a:ext>
                  </a:extLst>
                </p:cNvPr>
                <p:cNvPicPr/>
                <p:nvPr/>
              </p:nvPicPr>
              <p:blipFill>
                <a:blip r:embed="rId3"/>
                <a:stretch>
                  <a:fillRect/>
                </a:stretch>
              </p:blipFill>
              <p:spPr>
                <a:xfrm>
                  <a:off x="205641" y="1650438"/>
                  <a:ext cx="640080" cy="659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F52B12D6-070C-47CB-A93C-17804DC090B2}"/>
                    </a:ext>
                  </a:extLst>
                </p14:cNvPr>
                <p14:cNvContentPartPr/>
                <p14:nvPr/>
              </p14:nvContentPartPr>
              <p14:xfrm>
                <a:off x="503721" y="1905678"/>
                <a:ext cx="433800" cy="444600"/>
              </p14:xfrm>
            </p:contentPart>
          </mc:Choice>
          <mc:Fallback>
            <p:pic>
              <p:nvPicPr>
                <p:cNvPr id="6" name="Ink 5">
                  <a:extLst>
                    <a:ext uri="{FF2B5EF4-FFF2-40B4-BE49-F238E27FC236}">
                      <a16:creationId xmlns:a16="http://schemas.microsoft.com/office/drawing/2014/main" id="{F52B12D6-070C-47CB-A93C-17804DC090B2}"/>
                    </a:ext>
                  </a:extLst>
                </p:cNvPr>
                <p:cNvPicPr/>
                <p:nvPr/>
              </p:nvPicPr>
              <p:blipFill>
                <a:blip r:embed="rId5"/>
                <a:stretch>
                  <a:fillRect/>
                </a:stretch>
              </p:blipFill>
              <p:spPr>
                <a:xfrm>
                  <a:off x="494721" y="1897038"/>
                  <a:ext cx="451440" cy="462240"/>
                </a:xfrm>
                <a:prstGeom prst="rect">
                  <a:avLst/>
                </a:prstGeom>
              </p:spPr>
            </p:pic>
          </mc:Fallback>
        </mc:AlternateContent>
      </p:grpSp>
      <p:grpSp>
        <p:nvGrpSpPr>
          <p:cNvPr id="9" name="Group 8">
            <a:extLst>
              <a:ext uri="{FF2B5EF4-FFF2-40B4-BE49-F238E27FC236}">
                <a16:creationId xmlns:a16="http://schemas.microsoft.com/office/drawing/2014/main" id="{1FA9C33F-2904-464F-85C2-4A5A8D333E67}"/>
              </a:ext>
            </a:extLst>
          </p:cNvPr>
          <p:cNvGrpSpPr/>
          <p:nvPr/>
        </p:nvGrpSpPr>
        <p:grpSpPr>
          <a:xfrm>
            <a:off x="363681" y="2624958"/>
            <a:ext cx="797400" cy="448200"/>
            <a:chOff x="363681" y="2624958"/>
            <a:chExt cx="797400" cy="448200"/>
          </a:xfrm>
        </p:grpSpPr>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3F6CD050-2A6E-488F-B11D-804202034FC6}"/>
                    </a:ext>
                  </a:extLst>
                </p14:cNvPr>
                <p14:cNvContentPartPr/>
                <p14:nvPr/>
              </p14:nvContentPartPr>
              <p14:xfrm>
                <a:off x="363681" y="2624958"/>
                <a:ext cx="343080" cy="448200"/>
              </p14:xfrm>
            </p:contentPart>
          </mc:Choice>
          <mc:Fallback>
            <p:pic>
              <p:nvPicPr>
                <p:cNvPr id="7" name="Ink 6">
                  <a:extLst>
                    <a:ext uri="{FF2B5EF4-FFF2-40B4-BE49-F238E27FC236}">
                      <a16:creationId xmlns:a16="http://schemas.microsoft.com/office/drawing/2014/main" id="{3F6CD050-2A6E-488F-B11D-804202034FC6}"/>
                    </a:ext>
                  </a:extLst>
                </p:cNvPr>
                <p:cNvPicPr/>
                <p:nvPr/>
              </p:nvPicPr>
              <p:blipFill>
                <a:blip r:embed="rId7"/>
                <a:stretch>
                  <a:fillRect/>
                </a:stretch>
              </p:blipFill>
              <p:spPr>
                <a:xfrm>
                  <a:off x="354681" y="2616318"/>
                  <a:ext cx="36072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F0671BF2-9383-4113-940F-2EDF6B75B521}"/>
                    </a:ext>
                  </a:extLst>
                </p14:cNvPr>
                <p14:cNvContentPartPr/>
                <p14:nvPr/>
              </p14:nvContentPartPr>
              <p14:xfrm>
                <a:off x="578241" y="2642598"/>
                <a:ext cx="582840" cy="316800"/>
              </p14:xfrm>
            </p:contentPart>
          </mc:Choice>
          <mc:Fallback>
            <p:pic>
              <p:nvPicPr>
                <p:cNvPr id="8" name="Ink 7">
                  <a:extLst>
                    <a:ext uri="{FF2B5EF4-FFF2-40B4-BE49-F238E27FC236}">
                      <a16:creationId xmlns:a16="http://schemas.microsoft.com/office/drawing/2014/main" id="{F0671BF2-9383-4113-940F-2EDF6B75B521}"/>
                    </a:ext>
                  </a:extLst>
                </p:cNvPr>
                <p:cNvPicPr/>
                <p:nvPr/>
              </p:nvPicPr>
              <p:blipFill>
                <a:blip r:embed="rId9"/>
                <a:stretch>
                  <a:fillRect/>
                </a:stretch>
              </p:blipFill>
              <p:spPr>
                <a:xfrm>
                  <a:off x="569601" y="2633598"/>
                  <a:ext cx="600480" cy="33444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DB504-7799-1D4C-EFCF-5BA89AAE987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Searching in a two-player game</a:t>
            </a:r>
          </a:p>
        </p:txBody>
      </p:sp>
      <p:sp>
        <p:nvSpPr>
          <p:cNvPr id="3" name="TextBox 2">
            <a:extLst>
              <a:ext uri="{FF2B5EF4-FFF2-40B4-BE49-F238E27FC236}">
                <a16:creationId xmlns:a16="http://schemas.microsoft.com/office/drawing/2014/main" id="{E9D18832-B2AC-440D-F513-4456FE028E8B}"/>
              </a:ext>
            </a:extLst>
          </p:cNvPr>
          <p:cNvSpPr txBox="1"/>
          <p:nvPr/>
        </p:nvSpPr>
        <p:spPr>
          <a:xfrm>
            <a:off x="452965" y="1591482"/>
            <a:ext cx="8238067" cy="4616648"/>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To formalize a two-player game as a search problem, we call our two players MAX and MIN, MAX moves first, and then opponent MIN takes turn.  </a:t>
            </a:r>
          </a:p>
          <a:p>
            <a:pPr marL="342900" indent="-342900">
              <a:spcAft>
                <a:spcPts val="1200"/>
              </a:spcAft>
              <a:buClr>
                <a:schemeClr val="accent1"/>
              </a:buClr>
              <a:buFont typeface="Arial" panose="020B0604020202020204" pitchFamily="34" charset="0"/>
              <a:buChar char="•"/>
            </a:pPr>
            <a:r>
              <a:rPr lang="en-US" sz="2000" u="sng" dirty="0">
                <a:latin typeface="+mj-lt"/>
                <a:ea typeface="CMU Serif" panose="02000603000000000000" pitchFamily="2" charset="0"/>
                <a:cs typeface="CMU Serif" panose="02000603000000000000" pitchFamily="2" charset="0"/>
              </a:rPr>
              <a:t>Problem Formulation:</a:t>
            </a:r>
          </a:p>
          <a:p>
            <a:pPr marL="342900" indent="-342900">
              <a:spcAft>
                <a:spcPts val="1200"/>
              </a:spcAft>
              <a:buClr>
                <a:schemeClr val="accent1"/>
              </a:buClr>
              <a:buFont typeface="Courier New" panose="02070309020205020404" pitchFamily="49" charset="0"/>
              <a:buChar char="o"/>
            </a:pPr>
            <a:r>
              <a:rPr lang="en-US" sz="2000" dirty="0">
                <a:solidFill>
                  <a:schemeClr val="accent1"/>
                </a:solidFill>
                <a:latin typeface="+mj-lt"/>
                <a:ea typeface="CMU Serif" panose="02000603000000000000" pitchFamily="2" charset="0"/>
                <a:cs typeface="CMU Serif" panose="02000603000000000000" pitchFamily="2" charset="0"/>
              </a:rPr>
              <a:t>Initial state: </a:t>
            </a:r>
            <a:r>
              <a:rPr lang="en-US" sz="2000" dirty="0">
                <a:latin typeface="+mj-lt"/>
                <a:ea typeface="CMU Serif" panose="02000603000000000000" pitchFamily="2" charset="0"/>
                <a:cs typeface="CMU Serif" panose="02000603000000000000" pitchFamily="2" charset="0"/>
              </a:rPr>
              <a:t>board configurations and the player to move.</a:t>
            </a:r>
          </a:p>
          <a:p>
            <a:pPr marL="342900" indent="-342900">
              <a:spcAft>
                <a:spcPts val="1200"/>
              </a:spcAft>
              <a:buClr>
                <a:schemeClr val="accent1"/>
              </a:buClr>
              <a:buFont typeface="Courier New" panose="02070309020205020404" pitchFamily="49" charset="0"/>
              <a:buChar char="o"/>
            </a:pPr>
            <a:r>
              <a:rPr lang="en-US" sz="2000" dirty="0">
                <a:solidFill>
                  <a:schemeClr val="accent1"/>
                </a:solidFill>
                <a:latin typeface="+mj-lt"/>
                <a:ea typeface="CMU Serif" panose="02000603000000000000" pitchFamily="2" charset="0"/>
                <a:cs typeface="CMU Serif" panose="02000603000000000000" pitchFamily="2" charset="0"/>
              </a:rPr>
              <a:t>Successor function: </a:t>
            </a:r>
            <a:r>
              <a:rPr lang="en-US" sz="2000" dirty="0">
                <a:latin typeface="+mj-lt"/>
                <a:ea typeface="CMU Serif" panose="02000603000000000000" pitchFamily="2" charset="0"/>
                <a:cs typeface="CMU Serif" panose="02000603000000000000" pitchFamily="2" charset="0"/>
              </a:rPr>
              <a:t>list of pairs (move, state) specifying legal moves and their resulting states. (moves + initial state = game tree)</a:t>
            </a:r>
          </a:p>
          <a:p>
            <a:pPr marL="342900" indent="-342900">
              <a:spcAft>
                <a:spcPts val="1200"/>
              </a:spcAft>
              <a:buClr>
                <a:schemeClr val="accent1"/>
              </a:buClr>
              <a:buFont typeface="Courier New" panose="02070309020205020404" pitchFamily="49" charset="0"/>
              <a:buChar char="o"/>
            </a:pPr>
            <a:r>
              <a:rPr lang="en-US" sz="2000" dirty="0">
                <a:solidFill>
                  <a:schemeClr val="accent1"/>
                </a:solidFill>
                <a:latin typeface="+mj-lt"/>
                <a:ea typeface="CMU Serif" panose="02000603000000000000" pitchFamily="2" charset="0"/>
                <a:cs typeface="CMU Serif" panose="02000603000000000000" pitchFamily="2" charset="0"/>
              </a:rPr>
              <a:t>A terminal test: </a:t>
            </a:r>
            <a:r>
              <a:rPr lang="en-US" sz="2000" dirty="0">
                <a:latin typeface="+mj-lt"/>
                <a:ea typeface="CMU Serif" panose="02000603000000000000" pitchFamily="2" charset="0"/>
                <a:cs typeface="CMU Serif" panose="02000603000000000000" pitchFamily="2" charset="0"/>
              </a:rPr>
              <a:t>decide if the game has finished.</a:t>
            </a:r>
          </a:p>
          <a:p>
            <a:pPr marL="342900" indent="-342900">
              <a:spcAft>
                <a:spcPts val="1200"/>
              </a:spcAft>
              <a:buClr>
                <a:schemeClr val="accent1"/>
              </a:buClr>
              <a:buFont typeface="Courier New" panose="02070309020205020404" pitchFamily="49" charset="0"/>
              <a:buChar char="o"/>
            </a:pPr>
            <a:r>
              <a:rPr lang="en-US" sz="2000" dirty="0">
                <a:solidFill>
                  <a:schemeClr val="accent1"/>
                </a:solidFill>
                <a:latin typeface="+mj-lt"/>
                <a:ea typeface="CMU Serif" panose="02000603000000000000" pitchFamily="2" charset="0"/>
                <a:cs typeface="CMU Serif" panose="02000603000000000000" pitchFamily="2" charset="0"/>
              </a:rPr>
              <a:t>A utility function: </a:t>
            </a:r>
            <a:r>
              <a:rPr lang="en-US" sz="2000" dirty="0">
                <a:latin typeface="+mj-lt"/>
                <a:ea typeface="CMU Serif" panose="02000603000000000000" pitchFamily="2" charset="0"/>
                <a:cs typeface="CMU Serif" panose="02000603000000000000" pitchFamily="2" charset="0"/>
              </a:rPr>
              <a:t>produces a numerical value for (only) the terminal states. Example: In chess, outcome = win/loss/draw, with values +1, -1, 0, respectively.</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Players need search tree to determine next move.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7CE6010-47A0-4ADB-BF91-E21E5E25F2DE}"/>
                  </a:ext>
                </a:extLst>
              </p14:cNvPr>
              <p14:cNvContentPartPr/>
              <p14:nvPr/>
            </p14:nvContentPartPr>
            <p14:xfrm>
              <a:off x="923481" y="2033478"/>
              <a:ext cx="5169960" cy="85680"/>
            </p14:xfrm>
          </p:contentPart>
        </mc:Choice>
        <mc:Fallback>
          <p:pic>
            <p:nvPicPr>
              <p:cNvPr id="4" name="Ink 3">
                <a:extLst>
                  <a:ext uri="{FF2B5EF4-FFF2-40B4-BE49-F238E27FC236}">
                    <a16:creationId xmlns:a16="http://schemas.microsoft.com/office/drawing/2014/main" id="{37CE6010-47A0-4ADB-BF91-E21E5E25F2DE}"/>
                  </a:ext>
                </a:extLst>
              </p:cNvPr>
              <p:cNvPicPr/>
              <p:nvPr/>
            </p:nvPicPr>
            <p:blipFill>
              <a:blip r:embed="rId3"/>
              <a:stretch>
                <a:fillRect/>
              </a:stretch>
            </p:blipFill>
            <p:spPr>
              <a:xfrm>
                <a:off x="914841" y="2024838"/>
                <a:ext cx="51876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CA3FD8F-9296-4FEF-B0CD-482E34DE5F6F}"/>
                  </a:ext>
                </a:extLst>
              </p14:cNvPr>
              <p14:cNvContentPartPr/>
              <p14:nvPr/>
            </p14:nvContentPartPr>
            <p14:xfrm>
              <a:off x="6307281" y="2052558"/>
              <a:ext cx="1620720" cy="57960"/>
            </p14:xfrm>
          </p:contentPart>
        </mc:Choice>
        <mc:Fallback>
          <p:pic>
            <p:nvPicPr>
              <p:cNvPr id="5" name="Ink 4">
                <a:extLst>
                  <a:ext uri="{FF2B5EF4-FFF2-40B4-BE49-F238E27FC236}">
                    <a16:creationId xmlns:a16="http://schemas.microsoft.com/office/drawing/2014/main" id="{ECA3FD8F-9296-4FEF-B0CD-482E34DE5F6F}"/>
                  </a:ext>
                </a:extLst>
              </p:cNvPr>
              <p:cNvPicPr/>
              <p:nvPr/>
            </p:nvPicPr>
            <p:blipFill>
              <a:blip r:embed="rId5"/>
              <a:stretch>
                <a:fillRect/>
              </a:stretch>
            </p:blipFill>
            <p:spPr>
              <a:xfrm>
                <a:off x="6298281" y="2043918"/>
                <a:ext cx="163836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D8B158A5-3AD2-4EBB-9DE1-EFB8000914DA}"/>
                  </a:ext>
                </a:extLst>
              </p14:cNvPr>
              <p14:cNvContentPartPr/>
              <p14:nvPr/>
            </p14:nvContentPartPr>
            <p14:xfrm>
              <a:off x="1082241" y="2444238"/>
              <a:ext cx="424080" cy="19800"/>
            </p14:xfrm>
          </p:contentPart>
        </mc:Choice>
        <mc:Fallback>
          <p:pic>
            <p:nvPicPr>
              <p:cNvPr id="6" name="Ink 5">
                <a:extLst>
                  <a:ext uri="{FF2B5EF4-FFF2-40B4-BE49-F238E27FC236}">
                    <a16:creationId xmlns:a16="http://schemas.microsoft.com/office/drawing/2014/main" id="{D8B158A5-3AD2-4EBB-9DE1-EFB8000914DA}"/>
                  </a:ext>
                </a:extLst>
              </p:cNvPr>
              <p:cNvPicPr/>
              <p:nvPr/>
            </p:nvPicPr>
            <p:blipFill>
              <a:blip r:embed="rId7"/>
              <a:stretch>
                <a:fillRect/>
              </a:stretch>
            </p:blipFill>
            <p:spPr>
              <a:xfrm>
                <a:off x="1073601" y="2435598"/>
                <a:ext cx="4417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79F1DB9B-529A-43DA-943B-56BDBA805CC3}"/>
                  </a:ext>
                </a:extLst>
              </p14:cNvPr>
              <p14:cNvContentPartPr/>
              <p14:nvPr/>
            </p14:nvContentPartPr>
            <p14:xfrm>
              <a:off x="559521" y="2362158"/>
              <a:ext cx="648000" cy="476640"/>
            </p14:xfrm>
          </p:contentPart>
        </mc:Choice>
        <mc:Fallback>
          <p:pic>
            <p:nvPicPr>
              <p:cNvPr id="7" name="Ink 6">
                <a:extLst>
                  <a:ext uri="{FF2B5EF4-FFF2-40B4-BE49-F238E27FC236}">
                    <a16:creationId xmlns:a16="http://schemas.microsoft.com/office/drawing/2014/main" id="{79F1DB9B-529A-43DA-943B-56BDBA805CC3}"/>
                  </a:ext>
                </a:extLst>
              </p:cNvPr>
              <p:cNvPicPr/>
              <p:nvPr/>
            </p:nvPicPr>
            <p:blipFill>
              <a:blip r:embed="rId9"/>
              <a:stretch>
                <a:fillRect/>
              </a:stretch>
            </p:blipFill>
            <p:spPr>
              <a:xfrm>
                <a:off x="550881" y="2353158"/>
                <a:ext cx="665640" cy="494280"/>
              </a:xfrm>
              <a:prstGeom prst="rect">
                <a:avLst/>
              </a:prstGeom>
            </p:spPr>
          </p:pic>
        </mc:Fallback>
      </mc:AlternateContent>
      <p:grpSp>
        <p:nvGrpSpPr>
          <p:cNvPr id="12" name="Group 11">
            <a:extLst>
              <a:ext uri="{FF2B5EF4-FFF2-40B4-BE49-F238E27FC236}">
                <a16:creationId xmlns:a16="http://schemas.microsoft.com/office/drawing/2014/main" id="{503CBA0C-1552-4F9C-A17C-F33966C500A1}"/>
              </a:ext>
            </a:extLst>
          </p:cNvPr>
          <p:cNvGrpSpPr/>
          <p:nvPr/>
        </p:nvGrpSpPr>
        <p:grpSpPr>
          <a:xfrm>
            <a:off x="270441" y="1429758"/>
            <a:ext cx="561240" cy="532440"/>
            <a:chOff x="270441" y="1429758"/>
            <a:chExt cx="561240" cy="532440"/>
          </a:xfrm>
        </p:grpSpPr>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5DD495D0-91D2-4506-801E-E6B1B5ECD87D}"/>
                    </a:ext>
                  </a:extLst>
                </p14:cNvPr>
                <p14:cNvContentPartPr/>
                <p14:nvPr/>
              </p14:nvContentPartPr>
              <p14:xfrm>
                <a:off x="466281" y="1565838"/>
                <a:ext cx="360" cy="1800"/>
              </p14:xfrm>
            </p:contentPart>
          </mc:Choice>
          <mc:Fallback>
            <p:pic>
              <p:nvPicPr>
                <p:cNvPr id="8" name="Ink 7">
                  <a:extLst>
                    <a:ext uri="{FF2B5EF4-FFF2-40B4-BE49-F238E27FC236}">
                      <a16:creationId xmlns:a16="http://schemas.microsoft.com/office/drawing/2014/main" id="{5DD495D0-91D2-4506-801E-E6B1B5ECD87D}"/>
                    </a:ext>
                  </a:extLst>
                </p:cNvPr>
                <p:cNvPicPr/>
                <p:nvPr/>
              </p:nvPicPr>
              <p:blipFill>
                <a:blip r:embed="rId11"/>
                <a:stretch>
                  <a:fillRect/>
                </a:stretch>
              </p:blipFill>
              <p:spPr>
                <a:xfrm>
                  <a:off x="457281" y="155683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E9A2F34D-BB26-4AC0-9F65-578A94E70238}"/>
                    </a:ext>
                  </a:extLst>
                </p14:cNvPr>
                <p14:cNvContentPartPr/>
                <p14:nvPr/>
              </p14:nvContentPartPr>
              <p14:xfrm>
                <a:off x="475641" y="1558278"/>
                <a:ext cx="360" cy="360"/>
              </p14:xfrm>
            </p:contentPart>
          </mc:Choice>
          <mc:Fallback>
            <p:pic>
              <p:nvPicPr>
                <p:cNvPr id="9" name="Ink 8">
                  <a:extLst>
                    <a:ext uri="{FF2B5EF4-FFF2-40B4-BE49-F238E27FC236}">
                      <a16:creationId xmlns:a16="http://schemas.microsoft.com/office/drawing/2014/main" id="{E9A2F34D-BB26-4AC0-9F65-578A94E70238}"/>
                    </a:ext>
                  </a:extLst>
                </p:cNvPr>
                <p:cNvPicPr/>
                <p:nvPr/>
              </p:nvPicPr>
              <p:blipFill>
                <a:blip r:embed="rId11"/>
                <a:stretch>
                  <a:fillRect/>
                </a:stretch>
              </p:blipFill>
              <p:spPr>
                <a:xfrm>
                  <a:off x="467001" y="154927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681ACD9E-6C18-4C73-9BF8-BEB97C055D66}"/>
                    </a:ext>
                  </a:extLst>
                </p14:cNvPr>
                <p14:cNvContentPartPr/>
                <p14:nvPr/>
              </p14:nvContentPartPr>
              <p14:xfrm>
                <a:off x="270441" y="1429758"/>
                <a:ext cx="514800" cy="520560"/>
              </p14:xfrm>
            </p:contentPart>
          </mc:Choice>
          <mc:Fallback>
            <p:pic>
              <p:nvPicPr>
                <p:cNvPr id="10" name="Ink 9">
                  <a:extLst>
                    <a:ext uri="{FF2B5EF4-FFF2-40B4-BE49-F238E27FC236}">
                      <a16:creationId xmlns:a16="http://schemas.microsoft.com/office/drawing/2014/main" id="{681ACD9E-6C18-4C73-9BF8-BEB97C055D66}"/>
                    </a:ext>
                  </a:extLst>
                </p:cNvPr>
                <p:cNvPicPr/>
                <p:nvPr/>
              </p:nvPicPr>
              <p:blipFill>
                <a:blip r:embed="rId14"/>
                <a:stretch>
                  <a:fillRect/>
                </a:stretch>
              </p:blipFill>
              <p:spPr>
                <a:xfrm>
                  <a:off x="261801" y="1420758"/>
                  <a:ext cx="532440" cy="538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9563D869-7A3A-4D68-9269-5A6BAE3C1DE1}"/>
                    </a:ext>
                  </a:extLst>
                </p14:cNvPr>
                <p14:cNvContentPartPr/>
                <p14:nvPr/>
              </p14:nvContentPartPr>
              <p14:xfrm>
                <a:off x="456921" y="1648278"/>
                <a:ext cx="374760" cy="313920"/>
              </p14:xfrm>
            </p:contentPart>
          </mc:Choice>
          <mc:Fallback>
            <p:pic>
              <p:nvPicPr>
                <p:cNvPr id="11" name="Ink 10">
                  <a:extLst>
                    <a:ext uri="{FF2B5EF4-FFF2-40B4-BE49-F238E27FC236}">
                      <a16:creationId xmlns:a16="http://schemas.microsoft.com/office/drawing/2014/main" id="{9563D869-7A3A-4D68-9269-5A6BAE3C1DE1}"/>
                    </a:ext>
                  </a:extLst>
                </p:cNvPr>
                <p:cNvPicPr/>
                <p:nvPr/>
              </p:nvPicPr>
              <p:blipFill>
                <a:blip r:embed="rId16"/>
                <a:stretch>
                  <a:fillRect/>
                </a:stretch>
              </p:blipFill>
              <p:spPr>
                <a:xfrm>
                  <a:off x="447921" y="1639638"/>
                  <a:ext cx="392400" cy="331560"/>
                </a:xfrm>
                <a:prstGeom prst="rect">
                  <a:avLst/>
                </a:prstGeom>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BB95F3-847F-40C9-296C-D9DA2A264697}"/>
              </a:ext>
            </a:extLst>
          </p:cNvPr>
          <p:cNvPicPr>
            <a:picLocks noChangeAspect="1"/>
          </p:cNvPicPr>
          <p:nvPr/>
        </p:nvPicPr>
        <p:blipFill>
          <a:blip r:embed="rId2"/>
          <a:stretch>
            <a:fillRect/>
          </a:stretch>
        </p:blipFill>
        <p:spPr>
          <a:xfrm>
            <a:off x="0" y="1280160"/>
            <a:ext cx="8565063" cy="5577840"/>
          </a:xfrm>
          <a:prstGeom prst="rect">
            <a:avLst/>
          </a:prstGeom>
        </p:spPr>
      </p:pic>
      <p:sp>
        <p:nvSpPr>
          <p:cNvPr id="2" name="TextBox 1">
            <a:extLst>
              <a:ext uri="{FF2B5EF4-FFF2-40B4-BE49-F238E27FC236}">
                <a16:creationId xmlns:a16="http://schemas.microsoft.com/office/drawing/2014/main" id="{B8DD67B3-20E9-E5E4-AEC5-C0707392BC1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p:sp>
        <p:nvSpPr>
          <p:cNvPr id="6" name="TextBox 5">
            <a:extLst>
              <a:ext uri="{FF2B5EF4-FFF2-40B4-BE49-F238E27FC236}">
                <a16:creationId xmlns:a16="http://schemas.microsoft.com/office/drawing/2014/main" id="{E3299F9C-8FC7-7742-1AE3-D0802A4F6F3F}"/>
              </a:ext>
            </a:extLst>
          </p:cNvPr>
          <p:cNvSpPr txBox="1"/>
          <p:nvPr/>
        </p:nvSpPr>
        <p:spPr>
          <a:xfrm>
            <a:off x="4571999" y="3268429"/>
            <a:ext cx="4119033" cy="3277820"/>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dirty="0">
                <a:latin typeface="+mj-lt"/>
                <a:ea typeface="CMU Serif" panose="02000603000000000000" pitchFamily="2" charset="0"/>
                <a:cs typeface="CMU Serif" panose="02000603000000000000" pitchFamily="2" charset="0"/>
              </a:rPr>
              <a:t>Each level of search nodes in the tree corresponds to all possible board configurations for a particular player MAX or MIN.</a:t>
            </a:r>
          </a:p>
          <a:p>
            <a:pPr marL="342900" indent="-342900" algn="just">
              <a:spcAft>
                <a:spcPts val="600"/>
              </a:spcAft>
              <a:buClr>
                <a:schemeClr val="accent1"/>
              </a:buClr>
              <a:buFont typeface="Arial" panose="020B0604020202020204" pitchFamily="34" charset="0"/>
              <a:buChar char="•"/>
            </a:pPr>
            <a:r>
              <a:rPr lang="en-US" dirty="0">
                <a:latin typeface="+mj-lt"/>
                <a:ea typeface="CMU Serif" panose="02000603000000000000" pitchFamily="2" charset="0"/>
                <a:cs typeface="CMU Serif" panose="02000603000000000000" pitchFamily="2" charset="0"/>
              </a:rPr>
              <a:t>Utility values found at the end can be returned to their parent nodes.</a:t>
            </a:r>
          </a:p>
          <a:p>
            <a:pPr marL="342900" indent="-342900" algn="just">
              <a:spcAft>
                <a:spcPts val="600"/>
              </a:spcAft>
              <a:buClr>
                <a:schemeClr val="accent1"/>
              </a:buClr>
              <a:buFont typeface="Arial" panose="020B0604020202020204" pitchFamily="34" charset="0"/>
              <a:buChar char="•"/>
            </a:pPr>
            <a:r>
              <a:rPr lang="en-US" dirty="0">
                <a:latin typeface="+mj-lt"/>
                <a:ea typeface="CMU Serif" panose="02000603000000000000" pitchFamily="2" charset="0"/>
                <a:cs typeface="CMU Serif" panose="02000603000000000000" pitchFamily="2" charset="0"/>
              </a:rPr>
              <a:t>Idea: MAX chooses the board with the max utility value, MIN the minimum.</a:t>
            </a:r>
          </a:p>
          <a:p>
            <a:pPr marL="342900" indent="-342900" algn="just">
              <a:spcAft>
                <a:spcPts val="600"/>
              </a:spcAft>
              <a:buClr>
                <a:schemeClr val="accent1"/>
              </a:buClr>
              <a:buFont typeface="Arial" panose="020B0604020202020204" pitchFamily="34" charset="0"/>
              <a:buChar char="•"/>
            </a:pPr>
            <a:r>
              <a:rPr lang="en-US" dirty="0">
                <a:latin typeface="+mj-lt"/>
                <a:ea typeface="CMU Serif" panose="02000603000000000000" pitchFamily="2" charset="0"/>
                <a:cs typeface="CMU Serif" panose="02000603000000000000" pitchFamily="2" charset="0"/>
              </a:rPr>
              <a:t>High values are good for MAX, bad for MIN.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a:extLst>
              <a:ext uri="{FF2B5EF4-FFF2-40B4-BE49-F238E27FC236}">
                <a16:creationId xmlns:a16="http://schemas.microsoft.com/office/drawing/2014/main" id="{FF369A18-3E95-613D-0A3B-4D4DBD952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11" y="1704975"/>
            <a:ext cx="7267575"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99E62D4-29DB-5CBB-FD4F-2AF1E719927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2">
            <a:extLst>
              <a:ext uri="{FF2B5EF4-FFF2-40B4-BE49-F238E27FC236}">
                <a16:creationId xmlns:a16="http://schemas.microsoft.com/office/drawing/2014/main" id="{28D6D95F-D995-62CB-B2DB-4CB2445F8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966" y="1521830"/>
            <a:ext cx="8238067"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961AF27-91C6-1D12-5422-A3A780F92B1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2">
            <a:extLst>
              <a:ext uri="{FF2B5EF4-FFF2-40B4-BE49-F238E27FC236}">
                <a16:creationId xmlns:a16="http://schemas.microsoft.com/office/drawing/2014/main" id="{3B3958BB-9269-86BC-7D11-B2CDC45F04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49" y="1394883"/>
            <a:ext cx="7048500"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DC9862F-FE8C-0FFC-221B-C5970EED332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7511B6D-510E-40BD-AABA-38C381CE695F}"/>
                  </a:ext>
                </a:extLst>
              </p14:cNvPr>
              <p14:cNvContentPartPr/>
              <p14:nvPr/>
            </p14:nvContentPartPr>
            <p14:xfrm>
              <a:off x="2348721" y="5453118"/>
              <a:ext cx="108000" cy="147240"/>
            </p14:xfrm>
          </p:contentPart>
        </mc:Choice>
        <mc:Fallback>
          <p:pic>
            <p:nvPicPr>
              <p:cNvPr id="3" name="Ink 2">
                <a:extLst>
                  <a:ext uri="{FF2B5EF4-FFF2-40B4-BE49-F238E27FC236}">
                    <a16:creationId xmlns:a16="http://schemas.microsoft.com/office/drawing/2014/main" id="{E7511B6D-510E-40BD-AABA-38C381CE695F}"/>
                  </a:ext>
                </a:extLst>
              </p:cNvPr>
              <p:cNvPicPr/>
              <p:nvPr/>
            </p:nvPicPr>
            <p:blipFill>
              <a:blip r:embed="rId4"/>
              <a:stretch>
                <a:fillRect/>
              </a:stretch>
            </p:blipFill>
            <p:spPr>
              <a:xfrm>
                <a:off x="2340081" y="5444118"/>
                <a:ext cx="1256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9F450121-20CE-49CB-8220-30BC6D684A9F}"/>
                  </a:ext>
                </a:extLst>
              </p14:cNvPr>
              <p14:cNvContentPartPr/>
              <p14:nvPr/>
            </p14:nvContentPartPr>
            <p14:xfrm>
              <a:off x="3305961" y="5822118"/>
              <a:ext cx="556920" cy="609480"/>
            </p14:xfrm>
          </p:contentPart>
        </mc:Choice>
        <mc:Fallback>
          <p:pic>
            <p:nvPicPr>
              <p:cNvPr id="4" name="Ink 3">
                <a:extLst>
                  <a:ext uri="{FF2B5EF4-FFF2-40B4-BE49-F238E27FC236}">
                    <a16:creationId xmlns:a16="http://schemas.microsoft.com/office/drawing/2014/main" id="{9F450121-20CE-49CB-8220-30BC6D684A9F}"/>
                  </a:ext>
                </a:extLst>
              </p:cNvPr>
              <p:cNvPicPr/>
              <p:nvPr/>
            </p:nvPicPr>
            <p:blipFill>
              <a:blip r:embed="rId6"/>
              <a:stretch>
                <a:fillRect/>
              </a:stretch>
            </p:blipFill>
            <p:spPr>
              <a:xfrm>
                <a:off x="3297321" y="5813118"/>
                <a:ext cx="574560" cy="627120"/>
              </a:xfrm>
              <a:prstGeom prst="rect">
                <a:avLst/>
              </a:prstGeom>
            </p:spPr>
          </p:pic>
        </mc:Fallback>
      </mc:AlternateContent>
      <p:grpSp>
        <p:nvGrpSpPr>
          <p:cNvPr id="8" name="Group 7">
            <a:extLst>
              <a:ext uri="{FF2B5EF4-FFF2-40B4-BE49-F238E27FC236}">
                <a16:creationId xmlns:a16="http://schemas.microsoft.com/office/drawing/2014/main" id="{6A0744A9-D0DD-4D8A-9F4F-5DB308E8C099}"/>
              </a:ext>
            </a:extLst>
          </p:cNvPr>
          <p:cNvGrpSpPr/>
          <p:nvPr/>
        </p:nvGrpSpPr>
        <p:grpSpPr>
          <a:xfrm>
            <a:off x="3274641" y="5271678"/>
            <a:ext cx="102240" cy="158760"/>
            <a:chOff x="3274641" y="5271678"/>
            <a:chExt cx="102240" cy="15876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95CD1809-1F6D-4011-A4C5-572834FE3AA6}"/>
                    </a:ext>
                  </a:extLst>
                </p14:cNvPr>
                <p14:cNvContentPartPr/>
                <p14:nvPr/>
              </p14:nvContentPartPr>
              <p14:xfrm>
                <a:off x="3349161" y="5271678"/>
                <a:ext cx="10080" cy="116280"/>
              </p14:xfrm>
            </p:contentPart>
          </mc:Choice>
          <mc:Fallback>
            <p:pic>
              <p:nvPicPr>
                <p:cNvPr id="5" name="Ink 4">
                  <a:extLst>
                    <a:ext uri="{FF2B5EF4-FFF2-40B4-BE49-F238E27FC236}">
                      <a16:creationId xmlns:a16="http://schemas.microsoft.com/office/drawing/2014/main" id="{95CD1809-1F6D-4011-A4C5-572834FE3AA6}"/>
                    </a:ext>
                  </a:extLst>
                </p:cNvPr>
                <p:cNvPicPr/>
                <p:nvPr/>
              </p:nvPicPr>
              <p:blipFill>
                <a:blip r:embed="rId8"/>
                <a:stretch>
                  <a:fillRect/>
                </a:stretch>
              </p:blipFill>
              <p:spPr>
                <a:xfrm>
                  <a:off x="3340161" y="5262678"/>
                  <a:ext cx="277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A6BA2D2E-121B-40A5-A900-83E99611BDF8}"/>
                    </a:ext>
                  </a:extLst>
                </p14:cNvPr>
                <p14:cNvContentPartPr/>
                <p14:nvPr/>
              </p14:nvContentPartPr>
              <p14:xfrm>
                <a:off x="3303081" y="5271678"/>
                <a:ext cx="46800" cy="11160"/>
              </p14:xfrm>
            </p:contentPart>
          </mc:Choice>
          <mc:Fallback>
            <p:pic>
              <p:nvPicPr>
                <p:cNvPr id="6" name="Ink 5">
                  <a:extLst>
                    <a:ext uri="{FF2B5EF4-FFF2-40B4-BE49-F238E27FC236}">
                      <a16:creationId xmlns:a16="http://schemas.microsoft.com/office/drawing/2014/main" id="{A6BA2D2E-121B-40A5-A900-83E99611BDF8}"/>
                    </a:ext>
                  </a:extLst>
                </p:cNvPr>
                <p:cNvPicPr/>
                <p:nvPr/>
              </p:nvPicPr>
              <p:blipFill>
                <a:blip r:embed="rId10"/>
                <a:stretch>
                  <a:fillRect/>
                </a:stretch>
              </p:blipFill>
              <p:spPr>
                <a:xfrm>
                  <a:off x="3294441" y="5262678"/>
                  <a:ext cx="644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DEEBA4A6-ACF5-49A4-A549-6ECE89118FED}"/>
                    </a:ext>
                  </a:extLst>
                </p14:cNvPr>
                <p14:cNvContentPartPr/>
                <p14:nvPr/>
              </p14:nvContentPartPr>
              <p14:xfrm>
                <a:off x="3274641" y="5417118"/>
                <a:ext cx="102240" cy="13320"/>
              </p14:xfrm>
            </p:contentPart>
          </mc:Choice>
          <mc:Fallback>
            <p:pic>
              <p:nvPicPr>
                <p:cNvPr id="7" name="Ink 6">
                  <a:extLst>
                    <a:ext uri="{FF2B5EF4-FFF2-40B4-BE49-F238E27FC236}">
                      <a16:creationId xmlns:a16="http://schemas.microsoft.com/office/drawing/2014/main" id="{DEEBA4A6-ACF5-49A4-A549-6ECE89118FED}"/>
                    </a:ext>
                  </a:extLst>
                </p:cNvPr>
                <p:cNvPicPr/>
                <p:nvPr/>
              </p:nvPicPr>
              <p:blipFill>
                <a:blip r:embed="rId12"/>
                <a:stretch>
                  <a:fillRect/>
                </a:stretch>
              </p:blipFill>
              <p:spPr>
                <a:xfrm>
                  <a:off x="3266001" y="5408478"/>
                  <a:ext cx="119880" cy="30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AD91FC28-9510-414D-A1EA-B9E8D4167633}"/>
                  </a:ext>
                </a:extLst>
              </p14:cNvPr>
              <p14:cNvContentPartPr/>
              <p14:nvPr/>
            </p14:nvContentPartPr>
            <p14:xfrm>
              <a:off x="4310361" y="6363558"/>
              <a:ext cx="503280" cy="10080"/>
            </p14:xfrm>
          </p:contentPart>
        </mc:Choice>
        <mc:Fallback>
          <p:pic>
            <p:nvPicPr>
              <p:cNvPr id="9" name="Ink 8">
                <a:extLst>
                  <a:ext uri="{FF2B5EF4-FFF2-40B4-BE49-F238E27FC236}">
                    <a16:creationId xmlns:a16="http://schemas.microsoft.com/office/drawing/2014/main" id="{AD91FC28-9510-414D-A1EA-B9E8D4167633}"/>
                  </a:ext>
                </a:extLst>
              </p:cNvPr>
              <p:cNvPicPr/>
              <p:nvPr/>
            </p:nvPicPr>
            <p:blipFill>
              <a:blip r:embed="rId14"/>
              <a:stretch>
                <a:fillRect/>
              </a:stretch>
            </p:blipFill>
            <p:spPr>
              <a:xfrm>
                <a:off x="4301721" y="6354558"/>
                <a:ext cx="52092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114A8FDB-550B-4FA9-B6B8-979E819B20C4}"/>
                  </a:ext>
                </a:extLst>
              </p14:cNvPr>
              <p14:cNvContentPartPr/>
              <p14:nvPr/>
            </p14:nvContentPartPr>
            <p14:xfrm>
              <a:off x="4320081" y="5309118"/>
              <a:ext cx="360" cy="194400"/>
            </p14:xfrm>
          </p:contentPart>
        </mc:Choice>
        <mc:Fallback>
          <p:pic>
            <p:nvPicPr>
              <p:cNvPr id="10" name="Ink 9">
                <a:extLst>
                  <a:ext uri="{FF2B5EF4-FFF2-40B4-BE49-F238E27FC236}">
                    <a16:creationId xmlns:a16="http://schemas.microsoft.com/office/drawing/2014/main" id="{114A8FDB-550B-4FA9-B6B8-979E819B20C4}"/>
                  </a:ext>
                </a:extLst>
              </p:cNvPr>
              <p:cNvPicPr/>
              <p:nvPr/>
            </p:nvPicPr>
            <p:blipFill>
              <a:blip r:embed="rId16"/>
              <a:stretch>
                <a:fillRect/>
              </a:stretch>
            </p:blipFill>
            <p:spPr>
              <a:xfrm>
                <a:off x="4311081" y="5300118"/>
                <a:ext cx="180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BC6FA5D6-3C86-4BD1-A063-C44F14077698}"/>
                  </a:ext>
                </a:extLst>
              </p14:cNvPr>
              <p14:cNvContentPartPr/>
              <p14:nvPr/>
            </p14:nvContentPartPr>
            <p14:xfrm>
              <a:off x="5586921" y="5269158"/>
              <a:ext cx="115920" cy="161640"/>
            </p14:xfrm>
          </p:contentPart>
        </mc:Choice>
        <mc:Fallback>
          <p:pic>
            <p:nvPicPr>
              <p:cNvPr id="11" name="Ink 10">
                <a:extLst>
                  <a:ext uri="{FF2B5EF4-FFF2-40B4-BE49-F238E27FC236}">
                    <a16:creationId xmlns:a16="http://schemas.microsoft.com/office/drawing/2014/main" id="{BC6FA5D6-3C86-4BD1-A063-C44F14077698}"/>
                  </a:ext>
                </a:extLst>
              </p:cNvPr>
              <p:cNvPicPr/>
              <p:nvPr/>
            </p:nvPicPr>
            <p:blipFill>
              <a:blip r:embed="rId18"/>
              <a:stretch>
                <a:fillRect/>
              </a:stretch>
            </p:blipFill>
            <p:spPr>
              <a:xfrm>
                <a:off x="5577921" y="5260158"/>
                <a:ext cx="1335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A2E1052E-FB7C-4DBB-99AC-8A6810705EAC}"/>
                  </a:ext>
                </a:extLst>
              </p14:cNvPr>
              <p14:cNvContentPartPr/>
              <p14:nvPr/>
            </p14:nvContentPartPr>
            <p14:xfrm>
              <a:off x="6232761" y="6353838"/>
              <a:ext cx="597240" cy="46800"/>
            </p14:xfrm>
          </p:contentPart>
        </mc:Choice>
        <mc:Fallback>
          <p:pic>
            <p:nvPicPr>
              <p:cNvPr id="12" name="Ink 11">
                <a:extLst>
                  <a:ext uri="{FF2B5EF4-FFF2-40B4-BE49-F238E27FC236}">
                    <a16:creationId xmlns:a16="http://schemas.microsoft.com/office/drawing/2014/main" id="{A2E1052E-FB7C-4DBB-99AC-8A6810705EAC}"/>
                  </a:ext>
                </a:extLst>
              </p:cNvPr>
              <p:cNvPicPr/>
              <p:nvPr/>
            </p:nvPicPr>
            <p:blipFill>
              <a:blip r:embed="rId20"/>
              <a:stretch>
                <a:fillRect/>
              </a:stretch>
            </p:blipFill>
            <p:spPr>
              <a:xfrm>
                <a:off x="6224121" y="6345198"/>
                <a:ext cx="61488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5A006015-0BEB-4E3B-B89C-169C00ED492A}"/>
                  </a:ext>
                </a:extLst>
              </p14:cNvPr>
              <p14:cNvContentPartPr/>
              <p14:nvPr/>
            </p14:nvContentPartPr>
            <p14:xfrm>
              <a:off x="6214041" y="5299398"/>
              <a:ext cx="27000" cy="204120"/>
            </p14:xfrm>
          </p:contentPart>
        </mc:Choice>
        <mc:Fallback>
          <p:pic>
            <p:nvPicPr>
              <p:cNvPr id="13" name="Ink 12">
                <a:extLst>
                  <a:ext uri="{FF2B5EF4-FFF2-40B4-BE49-F238E27FC236}">
                    <a16:creationId xmlns:a16="http://schemas.microsoft.com/office/drawing/2014/main" id="{5A006015-0BEB-4E3B-B89C-169C00ED492A}"/>
                  </a:ext>
                </a:extLst>
              </p:cNvPr>
              <p:cNvPicPr/>
              <p:nvPr/>
            </p:nvPicPr>
            <p:blipFill>
              <a:blip r:embed="rId22"/>
              <a:stretch>
                <a:fillRect/>
              </a:stretch>
            </p:blipFill>
            <p:spPr>
              <a:xfrm>
                <a:off x="6205401" y="5290758"/>
                <a:ext cx="446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EA661120-B95E-4AEE-9EFF-90FABF7ABAAC}"/>
                  </a:ext>
                </a:extLst>
              </p14:cNvPr>
              <p14:cNvContentPartPr/>
              <p14:nvPr/>
            </p14:nvContentPartPr>
            <p14:xfrm>
              <a:off x="7235001" y="5868558"/>
              <a:ext cx="444600" cy="572040"/>
            </p14:xfrm>
          </p:contentPart>
        </mc:Choice>
        <mc:Fallback>
          <p:pic>
            <p:nvPicPr>
              <p:cNvPr id="14" name="Ink 13">
                <a:extLst>
                  <a:ext uri="{FF2B5EF4-FFF2-40B4-BE49-F238E27FC236}">
                    <a16:creationId xmlns:a16="http://schemas.microsoft.com/office/drawing/2014/main" id="{EA661120-B95E-4AEE-9EFF-90FABF7ABAAC}"/>
                  </a:ext>
                </a:extLst>
              </p:cNvPr>
              <p:cNvPicPr/>
              <p:nvPr/>
            </p:nvPicPr>
            <p:blipFill>
              <a:blip r:embed="rId24"/>
              <a:stretch>
                <a:fillRect/>
              </a:stretch>
            </p:blipFill>
            <p:spPr>
              <a:xfrm>
                <a:off x="7226001" y="5859918"/>
                <a:ext cx="462240" cy="5896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6F793550-4B5B-4FFB-95C3-A2B134268E91}"/>
                  </a:ext>
                </a:extLst>
              </p14:cNvPr>
              <p14:cNvContentPartPr/>
              <p14:nvPr/>
            </p14:nvContentPartPr>
            <p14:xfrm>
              <a:off x="7632081" y="5169078"/>
              <a:ext cx="67680" cy="255240"/>
            </p14:xfrm>
          </p:contentPart>
        </mc:Choice>
        <mc:Fallback>
          <p:pic>
            <p:nvPicPr>
              <p:cNvPr id="15" name="Ink 14">
                <a:extLst>
                  <a:ext uri="{FF2B5EF4-FFF2-40B4-BE49-F238E27FC236}">
                    <a16:creationId xmlns:a16="http://schemas.microsoft.com/office/drawing/2014/main" id="{6F793550-4B5B-4FFB-95C3-A2B134268E91}"/>
                  </a:ext>
                </a:extLst>
              </p:cNvPr>
              <p:cNvPicPr/>
              <p:nvPr/>
            </p:nvPicPr>
            <p:blipFill>
              <a:blip r:embed="rId26"/>
              <a:stretch>
                <a:fillRect/>
              </a:stretch>
            </p:blipFill>
            <p:spPr>
              <a:xfrm>
                <a:off x="7623441" y="5160078"/>
                <a:ext cx="85320" cy="27288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Picture 2">
            <a:extLst>
              <a:ext uri="{FF2B5EF4-FFF2-40B4-BE49-F238E27FC236}">
                <a16:creationId xmlns:a16="http://schemas.microsoft.com/office/drawing/2014/main" id="{D8F64B8F-A524-8D1D-44CF-D5D84D174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007" y="1371600"/>
            <a:ext cx="6325986"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7386E494-BC1B-67F7-B142-A835DE4E782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DD47DE0-4B98-41D1-875C-AC51D306B6CA}"/>
                  </a:ext>
                </a:extLst>
              </p14:cNvPr>
              <p14:cNvContentPartPr/>
              <p14:nvPr/>
            </p14:nvContentPartPr>
            <p14:xfrm>
              <a:off x="2796561" y="4413078"/>
              <a:ext cx="80640" cy="123120"/>
            </p14:xfrm>
          </p:contentPart>
        </mc:Choice>
        <mc:Fallback>
          <p:pic>
            <p:nvPicPr>
              <p:cNvPr id="3" name="Ink 2">
                <a:extLst>
                  <a:ext uri="{FF2B5EF4-FFF2-40B4-BE49-F238E27FC236}">
                    <a16:creationId xmlns:a16="http://schemas.microsoft.com/office/drawing/2014/main" id="{1DD47DE0-4B98-41D1-875C-AC51D306B6CA}"/>
                  </a:ext>
                </a:extLst>
              </p:cNvPr>
              <p:cNvPicPr/>
              <p:nvPr/>
            </p:nvPicPr>
            <p:blipFill>
              <a:blip r:embed="rId4"/>
              <a:stretch>
                <a:fillRect/>
              </a:stretch>
            </p:blipFill>
            <p:spPr>
              <a:xfrm>
                <a:off x="2787921" y="4404078"/>
                <a:ext cx="9828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F02AB65-E832-4520-9D6B-1DE60C2B7A0C}"/>
                  </a:ext>
                </a:extLst>
              </p14:cNvPr>
              <p14:cNvContentPartPr/>
              <p14:nvPr/>
            </p14:nvContentPartPr>
            <p14:xfrm>
              <a:off x="3508281" y="4394718"/>
              <a:ext cx="61200" cy="223560"/>
            </p14:xfrm>
          </p:contentPart>
        </mc:Choice>
        <mc:Fallback>
          <p:pic>
            <p:nvPicPr>
              <p:cNvPr id="4" name="Ink 3">
                <a:extLst>
                  <a:ext uri="{FF2B5EF4-FFF2-40B4-BE49-F238E27FC236}">
                    <a16:creationId xmlns:a16="http://schemas.microsoft.com/office/drawing/2014/main" id="{EF02AB65-E832-4520-9D6B-1DE60C2B7A0C}"/>
                  </a:ext>
                </a:extLst>
              </p:cNvPr>
              <p:cNvPicPr/>
              <p:nvPr/>
            </p:nvPicPr>
            <p:blipFill>
              <a:blip r:embed="rId6"/>
              <a:stretch>
                <a:fillRect/>
              </a:stretch>
            </p:blipFill>
            <p:spPr>
              <a:xfrm>
                <a:off x="3499281" y="4385718"/>
                <a:ext cx="78840" cy="241200"/>
              </a:xfrm>
              <a:prstGeom prst="rect">
                <a:avLst/>
              </a:prstGeom>
            </p:spPr>
          </p:pic>
        </mc:Fallback>
      </mc:AlternateContent>
      <p:grpSp>
        <p:nvGrpSpPr>
          <p:cNvPr id="9" name="Group 8">
            <a:extLst>
              <a:ext uri="{FF2B5EF4-FFF2-40B4-BE49-F238E27FC236}">
                <a16:creationId xmlns:a16="http://schemas.microsoft.com/office/drawing/2014/main" id="{D1CE422D-F7B3-4F1F-934A-AC12E079EE66}"/>
              </a:ext>
            </a:extLst>
          </p:cNvPr>
          <p:cNvGrpSpPr/>
          <p:nvPr/>
        </p:nvGrpSpPr>
        <p:grpSpPr>
          <a:xfrm>
            <a:off x="269001" y="3369798"/>
            <a:ext cx="626760" cy="223200"/>
            <a:chOff x="269001" y="3369798"/>
            <a:chExt cx="626760" cy="223200"/>
          </a:xfrm>
        </p:grpSpPr>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686B3FB8-C38E-4D3C-93D6-B49520DD9A9C}"/>
                    </a:ext>
                  </a:extLst>
                </p14:cNvPr>
                <p14:cNvContentPartPr/>
                <p14:nvPr/>
              </p14:nvContentPartPr>
              <p14:xfrm>
                <a:off x="269001" y="3482478"/>
                <a:ext cx="143280" cy="110520"/>
              </p14:xfrm>
            </p:contentPart>
          </mc:Choice>
          <mc:Fallback>
            <p:pic>
              <p:nvPicPr>
                <p:cNvPr id="6" name="Ink 5">
                  <a:extLst>
                    <a:ext uri="{FF2B5EF4-FFF2-40B4-BE49-F238E27FC236}">
                      <a16:creationId xmlns:a16="http://schemas.microsoft.com/office/drawing/2014/main" id="{686B3FB8-C38E-4D3C-93D6-B49520DD9A9C}"/>
                    </a:ext>
                  </a:extLst>
                </p:cNvPr>
                <p:cNvPicPr/>
                <p:nvPr/>
              </p:nvPicPr>
              <p:blipFill>
                <a:blip r:embed="rId8"/>
                <a:stretch>
                  <a:fillRect/>
                </a:stretch>
              </p:blipFill>
              <p:spPr>
                <a:xfrm>
                  <a:off x="260001" y="3473478"/>
                  <a:ext cx="16092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55B651AF-0255-4A36-AEFB-9A3DDB1DBF8F}"/>
                    </a:ext>
                  </a:extLst>
                </p14:cNvPr>
                <p14:cNvContentPartPr/>
                <p14:nvPr/>
              </p14:nvContentPartPr>
              <p14:xfrm>
                <a:off x="529641" y="3369798"/>
                <a:ext cx="366120" cy="209520"/>
              </p14:xfrm>
            </p:contentPart>
          </mc:Choice>
          <mc:Fallback>
            <p:pic>
              <p:nvPicPr>
                <p:cNvPr id="7" name="Ink 6">
                  <a:extLst>
                    <a:ext uri="{FF2B5EF4-FFF2-40B4-BE49-F238E27FC236}">
                      <a16:creationId xmlns:a16="http://schemas.microsoft.com/office/drawing/2014/main" id="{55B651AF-0255-4A36-AEFB-9A3DDB1DBF8F}"/>
                    </a:ext>
                  </a:extLst>
                </p:cNvPr>
                <p:cNvPicPr/>
                <p:nvPr/>
              </p:nvPicPr>
              <p:blipFill>
                <a:blip r:embed="rId10"/>
                <a:stretch>
                  <a:fillRect/>
                </a:stretch>
              </p:blipFill>
              <p:spPr>
                <a:xfrm>
                  <a:off x="521001" y="3361158"/>
                  <a:ext cx="3837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8E47921E-B17F-4097-B8BA-D251FF9B4A78}"/>
                    </a:ext>
                  </a:extLst>
                </p14:cNvPr>
                <p14:cNvContentPartPr/>
                <p14:nvPr/>
              </p14:nvContentPartPr>
              <p14:xfrm>
                <a:off x="718281" y="3396078"/>
                <a:ext cx="162000" cy="182520"/>
              </p14:xfrm>
            </p:contentPart>
          </mc:Choice>
          <mc:Fallback>
            <p:pic>
              <p:nvPicPr>
                <p:cNvPr id="8" name="Ink 7">
                  <a:extLst>
                    <a:ext uri="{FF2B5EF4-FFF2-40B4-BE49-F238E27FC236}">
                      <a16:creationId xmlns:a16="http://schemas.microsoft.com/office/drawing/2014/main" id="{8E47921E-B17F-4097-B8BA-D251FF9B4A78}"/>
                    </a:ext>
                  </a:extLst>
                </p:cNvPr>
                <p:cNvPicPr/>
                <p:nvPr/>
              </p:nvPicPr>
              <p:blipFill>
                <a:blip r:embed="rId12"/>
                <a:stretch>
                  <a:fillRect/>
                </a:stretch>
              </p:blipFill>
              <p:spPr>
                <a:xfrm>
                  <a:off x="709641" y="3387438"/>
                  <a:ext cx="179640" cy="200160"/>
                </a:xfrm>
                <a:prstGeom prst="rect">
                  <a:avLst/>
                </a:prstGeom>
              </p:spPr>
            </p:pic>
          </mc:Fallback>
        </mc:AlternateContent>
      </p:grpSp>
      <p:grpSp>
        <p:nvGrpSpPr>
          <p:cNvPr id="17" name="Group 16">
            <a:extLst>
              <a:ext uri="{FF2B5EF4-FFF2-40B4-BE49-F238E27FC236}">
                <a16:creationId xmlns:a16="http://schemas.microsoft.com/office/drawing/2014/main" id="{B61E910C-5A6A-4D65-A6F0-5E8A2512E21F}"/>
              </a:ext>
            </a:extLst>
          </p:cNvPr>
          <p:cNvGrpSpPr/>
          <p:nvPr/>
        </p:nvGrpSpPr>
        <p:grpSpPr>
          <a:xfrm>
            <a:off x="167841" y="4299678"/>
            <a:ext cx="540720" cy="318240"/>
            <a:chOff x="167841" y="4299678"/>
            <a:chExt cx="540720" cy="318240"/>
          </a:xfrm>
        </p:grpSpPr>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877E4EFA-F63A-4069-A69C-C40B7EEB6A43}"/>
                    </a:ext>
                  </a:extLst>
                </p14:cNvPr>
                <p14:cNvContentPartPr/>
                <p14:nvPr/>
              </p14:nvContentPartPr>
              <p14:xfrm>
                <a:off x="167841" y="4476798"/>
                <a:ext cx="257040" cy="141120"/>
              </p14:xfrm>
            </p:contentPart>
          </mc:Choice>
          <mc:Fallback>
            <p:pic>
              <p:nvPicPr>
                <p:cNvPr id="10" name="Ink 9">
                  <a:extLst>
                    <a:ext uri="{FF2B5EF4-FFF2-40B4-BE49-F238E27FC236}">
                      <a16:creationId xmlns:a16="http://schemas.microsoft.com/office/drawing/2014/main" id="{877E4EFA-F63A-4069-A69C-C40B7EEB6A43}"/>
                    </a:ext>
                  </a:extLst>
                </p:cNvPr>
                <p:cNvPicPr/>
                <p:nvPr/>
              </p:nvPicPr>
              <p:blipFill>
                <a:blip r:embed="rId14"/>
                <a:stretch>
                  <a:fillRect/>
                </a:stretch>
              </p:blipFill>
              <p:spPr>
                <a:xfrm>
                  <a:off x="159201" y="4468158"/>
                  <a:ext cx="27468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06A97E8A-8572-4A69-A855-D26EDA08E5D0}"/>
                    </a:ext>
                  </a:extLst>
                </p14:cNvPr>
                <p14:cNvContentPartPr/>
                <p14:nvPr/>
              </p14:nvContentPartPr>
              <p14:xfrm>
                <a:off x="466281" y="4441158"/>
                <a:ext cx="9720" cy="118080"/>
              </p14:xfrm>
            </p:contentPart>
          </mc:Choice>
          <mc:Fallback>
            <p:pic>
              <p:nvPicPr>
                <p:cNvPr id="11" name="Ink 10">
                  <a:extLst>
                    <a:ext uri="{FF2B5EF4-FFF2-40B4-BE49-F238E27FC236}">
                      <a16:creationId xmlns:a16="http://schemas.microsoft.com/office/drawing/2014/main" id="{06A97E8A-8572-4A69-A855-D26EDA08E5D0}"/>
                    </a:ext>
                  </a:extLst>
                </p:cNvPr>
                <p:cNvPicPr/>
                <p:nvPr/>
              </p:nvPicPr>
              <p:blipFill>
                <a:blip r:embed="rId16"/>
                <a:stretch>
                  <a:fillRect/>
                </a:stretch>
              </p:blipFill>
              <p:spPr>
                <a:xfrm>
                  <a:off x="457281" y="4432158"/>
                  <a:ext cx="273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7EA6AE73-7E17-4526-BCC5-48157732B209}"/>
                    </a:ext>
                  </a:extLst>
                </p14:cNvPr>
                <p14:cNvContentPartPr/>
                <p14:nvPr/>
              </p14:nvContentPartPr>
              <p14:xfrm>
                <a:off x="414081" y="4299678"/>
                <a:ext cx="29520" cy="33120"/>
              </p14:xfrm>
            </p:contentPart>
          </mc:Choice>
          <mc:Fallback>
            <p:pic>
              <p:nvPicPr>
                <p:cNvPr id="12" name="Ink 11">
                  <a:extLst>
                    <a:ext uri="{FF2B5EF4-FFF2-40B4-BE49-F238E27FC236}">
                      <a16:creationId xmlns:a16="http://schemas.microsoft.com/office/drawing/2014/main" id="{7EA6AE73-7E17-4526-BCC5-48157732B209}"/>
                    </a:ext>
                  </a:extLst>
                </p:cNvPr>
                <p:cNvPicPr/>
                <p:nvPr/>
              </p:nvPicPr>
              <p:blipFill>
                <a:blip r:embed="rId18"/>
                <a:stretch>
                  <a:fillRect/>
                </a:stretch>
              </p:blipFill>
              <p:spPr>
                <a:xfrm>
                  <a:off x="405081" y="4290678"/>
                  <a:ext cx="471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E2E7D0C4-5653-4239-83D2-F6A4D0781801}"/>
                    </a:ext>
                  </a:extLst>
                </p14:cNvPr>
                <p14:cNvContentPartPr/>
                <p14:nvPr/>
              </p14:nvContentPartPr>
              <p14:xfrm>
                <a:off x="530001" y="4384998"/>
                <a:ext cx="178560" cy="171000"/>
              </p14:xfrm>
            </p:contentPart>
          </mc:Choice>
          <mc:Fallback>
            <p:pic>
              <p:nvPicPr>
                <p:cNvPr id="13" name="Ink 12">
                  <a:extLst>
                    <a:ext uri="{FF2B5EF4-FFF2-40B4-BE49-F238E27FC236}">
                      <a16:creationId xmlns:a16="http://schemas.microsoft.com/office/drawing/2014/main" id="{E2E7D0C4-5653-4239-83D2-F6A4D0781801}"/>
                    </a:ext>
                  </a:extLst>
                </p:cNvPr>
                <p:cNvPicPr/>
                <p:nvPr/>
              </p:nvPicPr>
              <p:blipFill>
                <a:blip r:embed="rId20"/>
                <a:stretch>
                  <a:fillRect/>
                </a:stretch>
              </p:blipFill>
              <p:spPr>
                <a:xfrm>
                  <a:off x="521001" y="4376358"/>
                  <a:ext cx="196200" cy="188640"/>
                </a:xfrm>
                <a:prstGeom prst="rect">
                  <a:avLst/>
                </a:prstGeom>
              </p:spPr>
            </p:pic>
          </mc:Fallback>
        </mc:AlternateContent>
      </p:grpSp>
      <p:grpSp>
        <p:nvGrpSpPr>
          <p:cNvPr id="16" name="Group 15">
            <a:extLst>
              <a:ext uri="{FF2B5EF4-FFF2-40B4-BE49-F238E27FC236}">
                <a16:creationId xmlns:a16="http://schemas.microsoft.com/office/drawing/2014/main" id="{432AC756-31D5-4D29-91D2-D584CD887910}"/>
              </a:ext>
            </a:extLst>
          </p:cNvPr>
          <p:cNvGrpSpPr/>
          <p:nvPr/>
        </p:nvGrpSpPr>
        <p:grpSpPr>
          <a:xfrm>
            <a:off x="298521" y="5394438"/>
            <a:ext cx="654120" cy="252000"/>
            <a:chOff x="298521" y="5394438"/>
            <a:chExt cx="654120" cy="252000"/>
          </a:xfrm>
        </p:grpSpPr>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CCB0979B-6E4F-40DA-AEE9-11067065F567}"/>
                    </a:ext>
                  </a:extLst>
                </p14:cNvPr>
                <p14:cNvContentPartPr/>
                <p14:nvPr/>
              </p14:nvContentPartPr>
              <p14:xfrm>
                <a:off x="298521" y="5394438"/>
                <a:ext cx="654120" cy="252000"/>
              </p14:xfrm>
            </p:contentPart>
          </mc:Choice>
          <mc:Fallback>
            <p:pic>
              <p:nvPicPr>
                <p:cNvPr id="14" name="Ink 13">
                  <a:extLst>
                    <a:ext uri="{FF2B5EF4-FFF2-40B4-BE49-F238E27FC236}">
                      <a16:creationId xmlns:a16="http://schemas.microsoft.com/office/drawing/2014/main" id="{CCB0979B-6E4F-40DA-AEE9-11067065F567}"/>
                    </a:ext>
                  </a:extLst>
                </p:cNvPr>
                <p:cNvPicPr/>
                <p:nvPr/>
              </p:nvPicPr>
              <p:blipFill>
                <a:blip r:embed="rId22"/>
                <a:stretch>
                  <a:fillRect/>
                </a:stretch>
              </p:blipFill>
              <p:spPr>
                <a:xfrm>
                  <a:off x="289521" y="5385438"/>
                  <a:ext cx="6717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DFA79CBE-8EC5-434D-A29F-DD44AB027BD8}"/>
                    </a:ext>
                  </a:extLst>
                </p14:cNvPr>
                <p14:cNvContentPartPr/>
                <p14:nvPr/>
              </p14:nvContentPartPr>
              <p14:xfrm>
                <a:off x="839601" y="5439438"/>
                <a:ext cx="96480" cy="138600"/>
              </p14:xfrm>
            </p:contentPart>
          </mc:Choice>
          <mc:Fallback>
            <p:pic>
              <p:nvPicPr>
                <p:cNvPr id="15" name="Ink 14">
                  <a:extLst>
                    <a:ext uri="{FF2B5EF4-FFF2-40B4-BE49-F238E27FC236}">
                      <a16:creationId xmlns:a16="http://schemas.microsoft.com/office/drawing/2014/main" id="{DFA79CBE-8EC5-434D-A29F-DD44AB027BD8}"/>
                    </a:ext>
                  </a:extLst>
                </p:cNvPr>
                <p:cNvPicPr/>
                <p:nvPr/>
              </p:nvPicPr>
              <p:blipFill>
                <a:blip r:embed="rId24"/>
                <a:stretch>
                  <a:fillRect/>
                </a:stretch>
              </p:blipFill>
              <p:spPr>
                <a:xfrm>
                  <a:off x="830961" y="5430798"/>
                  <a:ext cx="114120" cy="156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5830BE50-2900-4EAE-BE69-1DFB5CCD10B1}"/>
                  </a:ext>
                </a:extLst>
              </p14:cNvPr>
              <p14:cNvContentPartPr/>
              <p14:nvPr/>
            </p14:nvContentPartPr>
            <p14:xfrm>
              <a:off x="3515841" y="3253878"/>
              <a:ext cx="228240" cy="190080"/>
            </p14:xfrm>
          </p:contentPart>
        </mc:Choice>
        <mc:Fallback>
          <p:pic>
            <p:nvPicPr>
              <p:cNvPr id="18" name="Ink 17">
                <a:extLst>
                  <a:ext uri="{FF2B5EF4-FFF2-40B4-BE49-F238E27FC236}">
                    <a16:creationId xmlns:a16="http://schemas.microsoft.com/office/drawing/2014/main" id="{5830BE50-2900-4EAE-BE69-1DFB5CCD10B1}"/>
                  </a:ext>
                </a:extLst>
              </p:cNvPr>
              <p:cNvPicPr/>
              <p:nvPr/>
            </p:nvPicPr>
            <p:blipFill>
              <a:blip r:embed="rId26"/>
              <a:stretch>
                <a:fillRect/>
              </a:stretch>
            </p:blipFill>
            <p:spPr>
              <a:xfrm>
                <a:off x="3507201" y="3245238"/>
                <a:ext cx="24588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98B286E5-A293-447A-9343-F4FDC639938B}"/>
                  </a:ext>
                </a:extLst>
              </p14:cNvPr>
              <p14:cNvContentPartPr/>
              <p14:nvPr/>
            </p14:nvContentPartPr>
            <p14:xfrm>
              <a:off x="4506561" y="4422438"/>
              <a:ext cx="360" cy="121320"/>
            </p14:xfrm>
          </p:contentPart>
        </mc:Choice>
        <mc:Fallback>
          <p:pic>
            <p:nvPicPr>
              <p:cNvPr id="19" name="Ink 18">
                <a:extLst>
                  <a:ext uri="{FF2B5EF4-FFF2-40B4-BE49-F238E27FC236}">
                    <a16:creationId xmlns:a16="http://schemas.microsoft.com/office/drawing/2014/main" id="{98B286E5-A293-447A-9343-F4FDC639938B}"/>
                  </a:ext>
                </a:extLst>
              </p:cNvPr>
              <p:cNvPicPr/>
              <p:nvPr/>
            </p:nvPicPr>
            <p:blipFill>
              <a:blip r:embed="rId28"/>
              <a:stretch>
                <a:fillRect/>
              </a:stretch>
            </p:blipFill>
            <p:spPr>
              <a:xfrm>
                <a:off x="4497921" y="4413438"/>
                <a:ext cx="180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05D82C56-7CB6-4038-BC7B-A9739D27A8CD}"/>
                  </a:ext>
                </a:extLst>
              </p14:cNvPr>
              <p14:cNvContentPartPr/>
              <p14:nvPr/>
            </p14:nvContentPartPr>
            <p14:xfrm>
              <a:off x="5180841" y="4383558"/>
              <a:ext cx="158760" cy="159840"/>
            </p14:xfrm>
          </p:contentPart>
        </mc:Choice>
        <mc:Fallback>
          <p:pic>
            <p:nvPicPr>
              <p:cNvPr id="20" name="Ink 19">
                <a:extLst>
                  <a:ext uri="{FF2B5EF4-FFF2-40B4-BE49-F238E27FC236}">
                    <a16:creationId xmlns:a16="http://schemas.microsoft.com/office/drawing/2014/main" id="{05D82C56-7CB6-4038-BC7B-A9739D27A8CD}"/>
                  </a:ext>
                </a:extLst>
              </p:cNvPr>
              <p:cNvPicPr/>
              <p:nvPr/>
            </p:nvPicPr>
            <p:blipFill>
              <a:blip r:embed="rId30"/>
              <a:stretch>
                <a:fillRect/>
              </a:stretch>
            </p:blipFill>
            <p:spPr>
              <a:xfrm>
                <a:off x="5171841" y="4374918"/>
                <a:ext cx="1764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4C42E4DF-F26D-4390-8B17-3342A74CD1D3}"/>
                  </a:ext>
                </a:extLst>
              </p14:cNvPr>
              <p14:cNvContentPartPr/>
              <p14:nvPr/>
            </p14:nvContentPartPr>
            <p14:xfrm>
              <a:off x="6074001" y="4413438"/>
              <a:ext cx="74160" cy="228600"/>
            </p14:xfrm>
          </p:contentPart>
        </mc:Choice>
        <mc:Fallback>
          <p:pic>
            <p:nvPicPr>
              <p:cNvPr id="21" name="Ink 20">
                <a:extLst>
                  <a:ext uri="{FF2B5EF4-FFF2-40B4-BE49-F238E27FC236}">
                    <a16:creationId xmlns:a16="http://schemas.microsoft.com/office/drawing/2014/main" id="{4C42E4DF-F26D-4390-8B17-3342A74CD1D3}"/>
                  </a:ext>
                </a:extLst>
              </p:cNvPr>
              <p:cNvPicPr/>
              <p:nvPr/>
            </p:nvPicPr>
            <p:blipFill>
              <a:blip r:embed="rId32"/>
              <a:stretch>
                <a:fillRect/>
              </a:stretch>
            </p:blipFill>
            <p:spPr>
              <a:xfrm>
                <a:off x="6065361" y="4404438"/>
                <a:ext cx="9180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07FB6E7A-A32D-4399-B49B-8A48AD6E0E83}"/>
                  </a:ext>
                </a:extLst>
              </p14:cNvPr>
              <p14:cNvContentPartPr/>
              <p14:nvPr/>
            </p14:nvContentPartPr>
            <p14:xfrm>
              <a:off x="7025841" y="4450518"/>
              <a:ext cx="28800" cy="159120"/>
            </p14:xfrm>
          </p:contentPart>
        </mc:Choice>
        <mc:Fallback>
          <p:pic>
            <p:nvPicPr>
              <p:cNvPr id="22" name="Ink 21">
                <a:extLst>
                  <a:ext uri="{FF2B5EF4-FFF2-40B4-BE49-F238E27FC236}">
                    <a16:creationId xmlns:a16="http://schemas.microsoft.com/office/drawing/2014/main" id="{07FB6E7A-A32D-4399-B49B-8A48AD6E0E83}"/>
                  </a:ext>
                </a:extLst>
              </p:cNvPr>
              <p:cNvPicPr/>
              <p:nvPr/>
            </p:nvPicPr>
            <p:blipFill>
              <a:blip r:embed="rId34"/>
              <a:stretch>
                <a:fillRect/>
              </a:stretch>
            </p:blipFill>
            <p:spPr>
              <a:xfrm>
                <a:off x="7017201" y="4441878"/>
                <a:ext cx="4644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624D420B-F4DB-402D-9F8C-EB7506B5EF94}"/>
                  </a:ext>
                </a:extLst>
              </p14:cNvPr>
              <p14:cNvContentPartPr/>
              <p14:nvPr/>
            </p14:nvContentPartPr>
            <p14:xfrm>
              <a:off x="5242041" y="3209598"/>
              <a:ext cx="117000" cy="133560"/>
            </p14:xfrm>
          </p:contentPart>
        </mc:Choice>
        <mc:Fallback>
          <p:pic>
            <p:nvPicPr>
              <p:cNvPr id="23" name="Ink 22">
                <a:extLst>
                  <a:ext uri="{FF2B5EF4-FFF2-40B4-BE49-F238E27FC236}">
                    <a16:creationId xmlns:a16="http://schemas.microsoft.com/office/drawing/2014/main" id="{624D420B-F4DB-402D-9F8C-EB7506B5EF94}"/>
                  </a:ext>
                </a:extLst>
              </p:cNvPr>
              <p:cNvPicPr/>
              <p:nvPr/>
            </p:nvPicPr>
            <p:blipFill>
              <a:blip r:embed="rId36"/>
              <a:stretch>
                <a:fillRect/>
              </a:stretch>
            </p:blipFill>
            <p:spPr>
              <a:xfrm>
                <a:off x="5233401" y="3200958"/>
                <a:ext cx="1346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1E49784A-3DF8-4F8A-A037-A6C3CD759B42}"/>
                  </a:ext>
                </a:extLst>
              </p14:cNvPr>
              <p14:cNvContentPartPr/>
              <p14:nvPr/>
            </p14:nvContentPartPr>
            <p14:xfrm>
              <a:off x="6204681" y="3023118"/>
              <a:ext cx="24480" cy="203040"/>
            </p14:xfrm>
          </p:contentPart>
        </mc:Choice>
        <mc:Fallback>
          <p:pic>
            <p:nvPicPr>
              <p:cNvPr id="24" name="Ink 23">
                <a:extLst>
                  <a:ext uri="{FF2B5EF4-FFF2-40B4-BE49-F238E27FC236}">
                    <a16:creationId xmlns:a16="http://schemas.microsoft.com/office/drawing/2014/main" id="{1E49784A-3DF8-4F8A-A037-A6C3CD759B42}"/>
                  </a:ext>
                </a:extLst>
              </p:cNvPr>
              <p:cNvPicPr/>
              <p:nvPr/>
            </p:nvPicPr>
            <p:blipFill>
              <a:blip r:embed="rId38"/>
              <a:stretch>
                <a:fillRect/>
              </a:stretch>
            </p:blipFill>
            <p:spPr>
              <a:xfrm>
                <a:off x="6195681" y="3014118"/>
                <a:ext cx="42120" cy="220680"/>
              </a:xfrm>
              <a:prstGeom prst="rect">
                <a:avLst/>
              </a:prstGeom>
            </p:spPr>
          </p:pic>
        </mc:Fallback>
      </mc:AlternateContent>
      <p:grpSp>
        <p:nvGrpSpPr>
          <p:cNvPr id="28" name="Group 27">
            <a:extLst>
              <a:ext uri="{FF2B5EF4-FFF2-40B4-BE49-F238E27FC236}">
                <a16:creationId xmlns:a16="http://schemas.microsoft.com/office/drawing/2014/main" id="{78C7890F-61D5-4D51-B3AB-9D86C02E20DC}"/>
              </a:ext>
            </a:extLst>
          </p:cNvPr>
          <p:cNvGrpSpPr/>
          <p:nvPr/>
        </p:nvGrpSpPr>
        <p:grpSpPr>
          <a:xfrm>
            <a:off x="5118921" y="2114838"/>
            <a:ext cx="572760" cy="510480"/>
            <a:chOff x="5118921" y="2114838"/>
            <a:chExt cx="572760" cy="510480"/>
          </a:xfrm>
        </p:grpSpPr>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1C75A56F-F307-46D1-93BA-AB5181B9F933}"/>
                    </a:ext>
                  </a:extLst>
                </p14:cNvPr>
                <p14:cNvContentPartPr/>
                <p14:nvPr/>
              </p14:nvContentPartPr>
              <p14:xfrm>
                <a:off x="5291721" y="2239038"/>
                <a:ext cx="120600" cy="168480"/>
              </p14:xfrm>
            </p:contentPart>
          </mc:Choice>
          <mc:Fallback>
            <p:pic>
              <p:nvPicPr>
                <p:cNvPr id="25" name="Ink 24">
                  <a:extLst>
                    <a:ext uri="{FF2B5EF4-FFF2-40B4-BE49-F238E27FC236}">
                      <a16:creationId xmlns:a16="http://schemas.microsoft.com/office/drawing/2014/main" id="{1C75A56F-F307-46D1-93BA-AB5181B9F933}"/>
                    </a:ext>
                  </a:extLst>
                </p:cNvPr>
                <p:cNvPicPr/>
                <p:nvPr/>
              </p:nvPicPr>
              <p:blipFill>
                <a:blip r:embed="rId40"/>
                <a:stretch>
                  <a:fillRect/>
                </a:stretch>
              </p:blipFill>
              <p:spPr>
                <a:xfrm>
                  <a:off x="5282721" y="2230038"/>
                  <a:ext cx="13824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2D9F294D-5A1A-46CC-9619-1E3EA06EAB20}"/>
                    </a:ext>
                  </a:extLst>
                </p14:cNvPr>
                <p14:cNvContentPartPr/>
                <p14:nvPr/>
              </p14:nvContentPartPr>
              <p14:xfrm>
                <a:off x="5299641" y="2415798"/>
                <a:ext cx="149040" cy="47520"/>
              </p14:xfrm>
            </p:contentPart>
          </mc:Choice>
          <mc:Fallback>
            <p:pic>
              <p:nvPicPr>
                <p:cNvPr id="26" name="Ink 25">
                  <a:extLst>
                    <a:ext uri="{FF2B5EF4-FFF2-40B4-BE49-F238E27FC236}">
                      <a16:creationId xmlns:a16="http://schemas.microsoft.com/office/drawing/2014/main" id="{2D9F294D-5A1A-46CC-9619-1E3EA06EAB20}"/>
                    </a:ext>
                  </a:extLst>
                </p:cNvPr>
                <p:cNvPicPr/>
                <p:nvPr/>
              </p:nvPicPr>
              <p:blipFill>
                <a:blip r:embed="rId42"/>
                <a:stretch>
                  <a:fillRect/>
                </a:stretch>
              </p:blipFill>
              <p:spPr>
                <a:xfrm>
                  <a:off x="5291001" y="2406798"/>
                  <a:ext cx="1666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D6720968-F281-468C-B387-FB8AFADC7FA2}"/>
                    </a:ext>
                  </a:extLst>
                </p14:cNvPr>
                <p14:cNvContentPartPr/>
                <p14:nvPr/>
              </p14:nvContentPartPr>
              <p14:xfrm>
                <a:off x="5118921" y="2114838"/>
                <a:ext cx="572760" cy="510480"/>
              </p14:xfrm>
            </p:contentPart>
          </mc:Choice>
          <mc:Fallback>
            <p:pic>
              <p:nvPicPr>
                <p:cNvPr id="27" name="Ink 26">
                  <a:extLst>
                    <a:ext uri="{FF2B5EF4-FFF2-40B4-BE49-F238E27FC236}">
                      <a16:creationId xmlns:a16="http://schemas.microsoft.com/office/drawing/2014/main" id="{D6720968-F281-468C-B387-FB8AFADC7FA2}"/>
                    </a:ext>
                  </a:extLst>
                </p:cNvPr>
                <p:cNvPicPr/>
                <p:nvPr/>
              </p:nvPicPr>
              <p:blipFill>
                <a:blip r:embed="rId44"/>
                <a:stretch>
                  <a:fillRect/>
                </a:stretch>
              </p:blipFill>
              <p:spPr>
                <a:xfrm>
                  <a:off x="5109921" y="2105838"/>
                  <a:ext cx="590400" cy="528120"/>
                </a:xfrm>
                <a:prstGeom prst="rect">
                  <a:avLst/>
                </a:prstGeom>
              </p:spPr>
            </p:pic>
          </mc:Fallback>
        </mc:AlternateContent>
      </p:grpSp>
      <p:grpSp>
        <p:nvGrpSpPr>
          <p:cNvPr id="37" name="Group 36">
            <a:extLst>
              <a:ext uri="{FF2B5EF4-FFF2-40B4-BE49-F238E27FC236}">
                <a16:creationId xmlns:a16="http://schemas.microsoft.com/office/drawing/2014/main" id="{ABBB60B8-0F58-42AE-9295-6B3422B1D3FB}"/>
              </a:ext>
            </a:extLst>
          </p:cNvPr>
          <p:cNvGrpSpPr/>
          <p:nvPr/>
        </p:nvGrpSpPr>
        <p:grpSpPr>
          <a:xfrm>
            <a:off x="6382161" y="1732518"/>
            <a:ext cx="2404800" cy="1738800"/>
            <a:chOff x="6382161" y="1732518"/>
            <a:chExt cx="2404800" cy="1738800"/>
          </a:xfrm>
        </p:grpSpPr>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E762300A-CB0F-4E08-99D7-DD7BE6685C62}"/>
                    </a:ext>
                  </a:extLst>
                </p14:cNvPr>
                <p14:cNvContentPartPr/>
                <p14:nvPr/>
              </p14:nvContentPartPr>
              <p14:xfrm>
                <a:off x="6382161" y="2781198"/>
                <a:ext cx="681480" cy="690120"/>
              </p14:xfrm>
            </p:contentPart>
          </mc:Choice>
          <mc:Fallback>
            <p:pic>
              <p:nvPicPr>
                <p:cNvPr id="29" name="Ink 28">
                  <a:extLst>
                    <a:ext uri="{FF2B5EF4-FFF2-40B4-BE49-F238E27FC236}">
                      <a16:creationId xmlns:a16="http://schemas.microsoft.com/office/drawing/2014/main" id="{E762300A-CB0F-4E08-99D7-DD7BE6685C62}"/>
                    </a:ext>
                  </a:extLst>
                </p:cNvPr>
                <p:cNvPicPr/>
                <p:nvPr/>
              </p:nvPicPr>
              <p:blipFill>
                <a:blip r:embed="rId46"/>
                <a:stretch>
                  <a:fillRect/>
                </a:stretch>
              </p:blipFill>
              <p:spPr>
                <a:xfrm>
                  <a:off x="6373161" y="2772558"/>
                  <a:ext cx="699120" cy="707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5A9962F6-F70F-4F15-BB65-8AE8300C0DC1}"/>
                    </a:ext>
                  </a:extLst>
                </p14:cNvPr>
                <p14:cNvContentPartPr/>
                <p14:nvPr/>
              </p14:nvContentPartPr>
              <p14:xfrm>
                <a:off x="7239681" y="2487078"/>
                <a:ext cx="141480" cy="271440"/>
              </p14:xfrm>
            </p:contentPart>
          </mc:Choice>
          <mc:Fallback>
            <p:pic>
              <p:nvPicPr>
                <p:cNvPr id="30" name="Ink 29">
                  <a:extLst>
                    <a:ext uri="{FF2B5EF4-FFF2-40B4-BE49-F238E27FC236}">
                      <a16:creationId xmlns:a16="http://schemas.microsoft.com/office/drawing/2014/main" id="{5A9962F6-F70F-4F15-BB65-8AE8300C0DC1}"/>
                    </a:ext>
                  </a:extLst>
                </p:cNvPr>
                <p:cNvPicPr/>
                <p:nvPr/>
              </p:nvPicPr>
              <p:blipFill>
                <a:blip r:embed="rId48"/>
                <a:stretch>
                  <a:fillRect/>
                </a:stretch>
              </p:blipFill>
              <p:spPr>
                <a:xfrm>
                  <a:off x="7231041" y="2478438"/>
                  <a:ext cx="15912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E94DC84D-9589-4D2B-9094-BEC17E1D5F6B}"/>
                    </a:ext>
                  </a:extLst>
                </p14:cNvPr>
                <p14:cNvContentPartPr/>
                <p14:nvPr/>
              </p14:nvContentPartPr>
              <p14:xfrm>
                <a:off x="7445601" y="2121678"/>
                <a:ext cx="487080" cy="549000"/>
              </p14:xfrm>
            </p:contentPart>
          </mc:Choice>
          <mc:Fallback>
            <p:pic>
              <p:nvPicPr>
                <p:cNvPr id="31" name="Ink 30">
                  <a:extLst>
                    <a:ext uri="{FF2B5EF4-FFF2-40B4-BE49-F238E27FC236}">
                      <a16:creationId xmlns:a16="http://schemas.microsoft.com/office/drawing/2014/main" id="{E94DC84D-9589-4D2B-9094-BEC17E1D5F6B}"/>
                    </a:ext>
                  </a:extLst>
                </p:cNvPr>
                <p:cNvPicPr/>
                <p:nvPr/>
              </p:nvPicPr>
              <p:blipFill>
                <a:blip r:embed="rId50"/>
                <a:stretch>
                  <a:fillRect/>
                </a:stretch>
              </p:blipFill>
              <p:spPr>
                <a:xfrm>
                  <a:off x="7436601" y="2112678"/>
                  <a:ext cx="504720" cy="5666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A4099847-6922-49E6-857A-F2D1E3034064}"/>
                    </a:ext>
                  </a:extLst>
                </p14:cNvPr>
                <p14:cNvContentPartPr/>
                <p14:nvPr/>
              </p14:nvContentPartPr>
              <p14:xfrm>
                <a:off x="7809561" y="2248758"/>
                <a:ext cx="158760" cy="119520"/>
              </p14:xfrm>
            </p:contentPart>
          </mc:Choice>
          <mc:Fallback>
            <p:pic>
              <p:nvPicPr>
                <p:cNvPr id="32" name="Ink 31">
                  <a:extLst>
                    <a:ext uri="{FF2B5EF4-FFF2-40B4-BE49-F238E27FC236}">
                      <a16:creationId xmlns:a16="http://schemas.microsoft.com/office/drawing/2014/main" id="{A4099847-6922-49E6-857A-F2D1E3034064}"/>
                    </a:ext>
                  </a:extLst>
                </p:cNvPr>
                <p:cNvPicPr/>
                <p:nvPr/>
              </p:nvPicPr>
              <p:blipFill>
                <a:blip r:embed="rId52"/>
                <a:stretch>
                  <a:fillRect/>
                </a:stretch>
              </p:blipFill>
              <p:spPr>
                <a:xfrm>
                  <a:off x="7800921" y="2239758"/>
                  <a:ext cx="1764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38AE4861-8443-4962-A967-2BCAE00ADEF4}"/>
                    </a:ext>
                  </a:extLst>
                </p14:cNvPr>
                <p14:cNvContentPartPr/>
                <p14:nvPr/>
              </p14:nvContentPartPr>
              <p14:xfrm>
                <a:off x="8117361" y="1971198"/>
                <a:ext cx="319320" cy="291960"/>
              </p14:xfrm>
            </p:contentPart>
          </mc:Choice>
          <mc:Fallback>
            <p:pic>
              <p:nvPicPr>
                <p:cNvPr id="34" name="Ink 33">
                  <a:extLst>
                    <a:ext uri="{FF2B5EF4-FFF2-40B4-BE49-F238E27FC236}">
                      <a16:creationId xmlns:a16="http://schemas.microsoft.com/office/drawing/2014/main" id="{38AE4861-8443-4962-A967-2BCAE00ADEF4}"/>
                    </a:ext>
                  </a:extLst>
                </p:cNvPr>
                <p:cNvPicPr/>
                <p:nvPr/>
              </p:nvPicPr>
              <p:blipFill>
                <a:blip r:embed="rId54"/>
                <a:stretch>
                  <a:fillRect/>
                </a:stretch>
              </p:blipFill>
              <p:spPr>
                <a:xfrm>
                  <a:off x="8108721" y="1962558"/>
                  <a:ext cx="33696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C578F5D2-F37E-4DB5-9FC9-62B628318AB0}"/>
                    </a:ext>
                  </a:extLst>
                </p14:cNvPr>
                <p14:cNvContentPartPr/>
                <p14:nvPr/>
              </p14:nvContentPartPr>
              <p14:xfrm>
                <a:off x="8537481" y="1812438"/>
                <a:ext cx="138240" cy="156600"/>
              </p14:xfrm>
            </p:contentPart>
          </mc:Choice>
          <mc:Fallback>
            <p:pic>
              <p:nvPicPr>
                <p:cNvPr id="35" name="Ink 34">
                  <a:extLst>
                    <a:ext uri="{FF2B5EF4-FFF2-40B4-BE49-F238E27FC236}">
                      <a16:creationId xmlns:a16="http://schemas.microsoft.com/office/drawing/2014/main" id="{C578F5D2-F37E-4DB5-9FC9-62B628318AB0}"/>
                    </a:ext>
                  </a:extLst>
                </p:cNvPr>
                <p:cNvPicPr/>
                <p:nvPr/>
              </p:nvPicPr>
              <p:blipFill>
                <a:blip r:embed="rId56"/>
                <a:stretch>
                  <a:fillRect/>
                </a:stretch>
              </p:blipFill>
              <p:spPr>
                <a:xfrm>
                  <a:off x="8528481" y="1803798"/>
                  <a:ext cx="15588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5E365522-09CA-407B-80E8-924D654B68E1}"/>
                    </a:ext>
                  </a:extLst>
                </p14:cNvPr>
                <p14:cNvContentPartPr/>
                <p14:nvPr/>
              </p14:nvContentPartPr>
              <p14:xfrm>
                <a:off x="8696241" y="1732518"/>
                <a:ext cx="90720" cy="145800"/>
              </p14:xfrm>
            </p:contentPart>
          </mc:Choice>
          <mc:Fallback>
            <p:pic>
              <p:nvPicPr>
                <p:cNvPr id="36" name="Ink 35">
                  <a:extLst>
                    <a:ext uri="{FF2B5EF4-FFF2-40B4-BE49-F238E27FC236}">
                      <a16:creationId xmlns:a16="http://schemas.microsoft.com/office/drawing/2014/main" id="{5E365522-09CA-407B-80E8-924D654B68E1}"/>
                    </a:ext>
                  </a:extLst>
                </p:cNvPr>
                <p:cNvPicPr/>
                <p:nvPr/>
              </p:nvPicPr>
              <p:blipFill>
                <a:blip r:embed="rId58"/>
                <a:stretch>
                  <a:fillRect/>
                </a:stretch>
              </p:blipFill>
              <p:spPr>
                <a:xfrm>
                  <a:off x="8687241" y="1723878"/>
                  <a:ext cx="108360" cy="163440"/>
                </a:xfrm>
                <a:prstGeom prst="rect">
                  <a:avLst/>
                </a:prstGeom>
              </p:spPr>
            </p:pic>
          </mc:Fallback>
        </mc:AlternateContent>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F7626D26-31FD-438B-C55B-9FD4238F68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952" y="1371600"/>
            <a:ext cx="644209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65AD426-8FCB-2E56-C291-067DCAE91F7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Game Tree for </a:t>
            </a:r>
            <a:r>
              <a:rPr lang="en-US" sz="3600" dirty="0">
                <a:solidFill>
                  <a:schemeClr val="accent1"/>
                </a:solidFill>
                <a:latin typeface="Berlin Sans FB" panose="020E0602020502020306" pitchFamily="34" charset="0"/>
                <a:ea typeface="CMU Serif" panose="02000603000000000000" pitchFamily="2" charset="0"/>
                <a:cs typeface="CMU Serif" panose="02000603000000000000" pitchFamily="2" charset="0"/>
              </a:rPr>
              <a:t>Tic-Tac-Toe</a:t>
            </a:r>
          </a:p>
        </p:txBody>
      </p:sp>
      <p:sp>
        <p:nvSpPr>
          <p:cNvPr id="3" name="TextBox 2">
            <a:extLst>
              <a:ext uri="{FF2B5EF4-FFF2-40B4-BE49-F238E27FC236}">
                <a16:creationId xmlns:a16="http://schemas.microsoft.com/office/drawing/2014/main" id="{9FF18A85-26DB-87B9-D54A-045E96F562B3}"/>
              </a:ext>
            </a:extLst>
          </p:cNvPr>
          <p:cNvSpPr txBox="1"/>
          <p:nvPr/>
        </p:nvSpPr>
        <p:spPr>
          <a:xfrm>
            <a:off x="690551" y="4982597"/>
            <a:ext cx="660401" cy="307777"/>
          </a:xfrm>
          <a:prstGeom prst="rect">
            <a:avLst/>
          </a:prstGeom>
          <a:noFill/>
        </p:spPr>
        <p:txBody>
          <a:bodyPr wrap="square" lIns="0" tIns="0" rIns="0" bIns="0" rtlCol="0" anchor="ctr">
            <a:spAutoFit/>
          </a:bodyPr>
          <a:lstStyle/>
          <a:p>
            <a:pPr algn="ctr">
              <a:spcAft>
                <a:spcPts val="600"/>
              </a:spcAft>
              <a:buClr>
                <a:schemeClr val="accent1"/>
              </a:buClr>
            </a:pPr>
            <a:r>
              <a:rPr lang="en-US" sz="2000" b="1" dirty="0">
                <a:latin typeface="+mj-lt"/>
                <a:ea typeface="CMU Serif" panose="02000603000000000000" pitchFamily="2" charset="0"/>
                <a:cs typeface="CMU Serif" panose="02000603000000000000" pitchFamily="2" charset="0"/>
              </a:rPr>
              <a:t>MAX</a:t>
            </a:r>
          </a:p>
        </p:txBody>
      </p:sp>
      <p:sp>
        <p:nvSpPr>
          <p:cNvPr id="4" name="TextBox 3">
            <a:extLst>
              <a:ext uri="{FF2B5EF4-FFF2-40B4-BE49-F238E27FC236}">
                <a16:creationId xmlns:a16="http://schemas.microsoft.com/office/drawing/2014/main" id="{894BA5C4-A403-C357-9840-35ABDBEBC538}"/>
              </a:ext>
            </a:extLst>
          </p:cNvPr>
          <p:cNvSpPr txBox="1"/>
          <p:nvPr/>
        </p:nvSpPr>
        <p:spPr>
          <a:xfrm>
            <a:off x="690551" y="3661797"/>
            <a:ext cx="660401" cy="307777"/>
          </a:xfrm>
          <a:prstGeom prst="rect">
            <a:avLst/>
          </a:prstGeom>
          <a:noFill/>
        </p:spPr>
        <p:txBody>
          <a:bodyPr wrap="square" lIns="0" tIns="0" rIns="0" bIns="0" rtlCol="0" anchor="ctr">
            <a:spAutoFit/>
          </a:bodyPr>
          <a:lstStyle/>
          <a:p>
            <a:pPr algn="ctr">
              <a:spcAft>
                <a:spcPts val="600"/>
              </a:spcAft>
              <a:buClr>
                <a:schemeClr val="accent1"/>
              </a:buClr>
            </a:pPr>
            <a:r>
              <a:rPr lang="en-US" sz="2000" b="1" dirty="0">
                <a:latin typeface="+mj-lt"/>
                <a:ea typeface="CMU Serif" panose="02000603000000000000" pitchFamily="2" charset="0"/>
                <a:cs typeface="CMU Serif" panose="02000603000000000000" pitchFamily="2" charset="0"/>
              </a:rPr>
              <a:t>MIN</a:t>
            </a:r>
          </a:p>
        </p:txBody>
      </p:sp>
      <p:sp>
        <p:nvSpPr>
          <p:cNvPr id="5" name="TextBox 4">
            <a:extLst>
              <a:ext uri="{FF2B5EF4-FFF2-40B4-BE49-F238E27FC236}">
                <a16:creationId xmlns:a16="http://schemas.microsoft.com/office/drawing/2014/main" id="{51BD414E-DFD8-4DE9-D4D6-CCC311D44A65}"/>
              </a:ext>
            </a:extLst>
          </p:cNvPr>
          <p:cNvSpPr txBox="1"/>
          <p:nvPr/>
        </p:nvSpPr>
        <p:spPr>
          <a:xfrm>
            <a:off x="690550" y="2340997"/>
            <a:ext cx="660401" cy="307777"/>
          </a:xfrm>
          <a:prstGeom prst="rect">
            <a:avLst/>
          </a:prstGeom>
          <a:noFill/>
        </p:spPr>
        <p:txBody>
          <a:bodyPr wrap="square" lIns="0" tIns="0" rIns="0" bIns="0" rtlCol="0" anchor="ctr">
            <a:spAutoFit/>
          </a:bodyPr>
          <a:lstStyle/>
          <a:p>
            <a:pPr algn="ctr">
              <a:spcAft>
                <a:spcPts val="600"/>
              </a:spcAft>
              <a:buClr>
                <a:schemeClr val="accent1"/>
              </a:buClr>
            </a:pPr>
            <a:r>
              <a:rPr lang="en-US" sz="2000" b="1" dirty="0">
                <a:latin typeface="+mj-lt"/>
                <a:ea typeface="CMU Serif" panose="02000603000000000000" pitchFamily="2" charset="0"/>
                <a:cs typeface="CMU Serif" panose="02000603000000000000" pitchFamily="2" charset="0"/>
              </a:rPr>
              <a:t>MAX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E86F52-6B38-748C-9280-D730910B6D01}"/>
              </a:ext>
            </a:extLst>
          </p:cNvPr>
          <p:cNvSpPr txBox="1"/>
          <p:nvPr/>
        </p:nvSpPr>
        <p:spPr>
          <a:xfrm>
            <a:off x="452965" y="1519788"/>
            <a:ext cx="8238067" cy="2923877"/>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The search space in game playing is potentially very huge: Need for </a:t>
            </a:r>
            <a:r>
              <a:rPr lang="en-US" sz="2000" dirty="0">
                <a:solidFill>
                  <a:schemeClr val="accent1"/>
                </a:solidFill>
                <a:latin typeface="+mj-lt"/>
                <a:ea typeface="CMU Serif" panose="02000603000000000000" pitchFamily="2" charset="0"/>
                <a:cs typeface="CMU Serif" panose="02000603000000000000" pitchFamily="2" charset="0"/>
              </a:rPr>
              <a:t>optimal strategies.</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The goal is to find the sequence of moves that will lead to the winning for MAX.</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How to find the best strategy for MAX assuming that MIN is an infallible (do not make mistakes) opponent.</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Given a game tree, the </a:t>
            </a:r>
            <a:r>
              <a:rPr lang="en-US" sz="2000" dirty="0">
                <a:solidFill>
                  <a:schemeClr val="accent1"/>
                </a:solidFill>
                <a:latin typeface="+mj-lt"/>
                <a:ea typeface="CMU Serif" panose="02000603000000000000" pitchFamily="2" charset="0"/>
                <a:cs typeface="CMU Serif" panose="02000603000000000000" pitchFamily="2" charset="0"/>
              </a:rPr>
              <a:t>optimal strategy </a:t>
            </a:r>
            <a:r>
              <a:rPr lang="en-US" sz="2000" dirty="0">
                <a:latin typeface="+mj-lt"/>
                <a:ea typeface="CMU Serif" panose="02000603000000000000" pitchFamily="2" charset="0"/>
                <a:cs typeface="CMU Serif" panose="02000603000000000000" pitchFamily="2" charset="0"/>
              </a:rPr>
              <a:t>can be determined by the </a:t>
            </a:r>
            <a:r>
              <a:rPr lang="en-US" sz="2000" dirty="0">
                <a:solidFill>
                  <a:schemeClr val="accent1"/>
                </a:solidFill>
                <a:latin typeface="+mj-lt"/>
                <a:ea typeface="CMU Serif" panose="02000603000000000000" pitchFamily="2" charset="0"/>
                <a:cs typeface="CMU Serif" panose="02000603000000000000" pitchFamily="2" charset="0"/>
              </a:rPr>
              <a:t>MINIMAX-VALUE</a:t>
            </a:r>
            <a:r>
              <a:rPr lang="en-US" sz="2000" dirty="0">
                <a:latin typeface="+mj-lt"/>
                <a:ea typeface="CMU Serif" panose="02000603000000000000" pitchFamily="2" charset="0"/>
                <a:cs typeface="CMU Serif" panose="02000603000000000000" pitchFamily="2" charset="0"/>
              </a:rPr>
              <a:t> for each node. It returns:</a:t>
            </a:r>
          </a:p>
        </p:txBody>
      </p:sp>
      <p:sp>
        <p:nvSpPr>
          <p:cNvPr id="4" name="TextBox 3">
            <a:extLst>
              <a:ext uri="{FF2B5EF4-FFF2-40B4-BE49-F238E27FC236}">
                <a16:creationId xmlns:a16="http://schemas.microsoft.com/office/drawing/2014/main" id="{93437AD8-0142-5899-E023-058FD13F14EA}"/>
              </a:ext>
            </a:extLst>
          </p:cNvPr>
          <p:cNvSpPr txBox="1"/>
          <p:nvPr/>
        </p:nvSpPr>
        <p:spPr>
          <a:xfrm>
            <a:off x="452964" y="4674918"/>
            <a:ext cx="8238067" cy="1692771"/>
          </a:xfrm>
          <a:prstGeom prst="rect">
            <a:avLst/>
          </a:prstGeom>
          <a:noFill/>
        </p:spPr>
        <p:txBody>
          <a:bodyPr wrap="square" lIns="0" tIns="0" rIns="0" bIns="0" rtlCol="0" anchor="ctr">
            <a:spAutoFit/>
          </a:bodyPr>
          <a:lstStyle/>
          <a:p>
            <a:pPr marL="457200" indent="-457200">
              <a:spcAft>
                <a:spcPts val="600"/>
              </a:spcAft>
              <a:buClr>
                <a:schemeClr val="accent1"/>
              </a:buClr>
              <a:buFont typeface="+mj-lt"/>
              <a:buAutoNum type="arabicParenR"/>
            </a:pPr>
            <a:r>
              <a:rPr lang="en-US" sz="2000" dirty="0">
                <a:latin typeface="+mj-lt"/>
                <a:ea typeface="CMU Serif" panose="02000603000000000000" pitchFamily="2" charset="0"/>
                <a:cs typeface="CMU Serif" panose="02000603000000000000" pitchFamily="2" charset="0"/>
              </a:rPr>
              <a:t>Utility value of n if n is the terminal state.</a:t>
            </a:r>
          </a:p>
          <a:p>
            <a:pPr marL="457200" indent="-457200">
              <a:spcAft>
                <a:spcPts val="600"/>
              </a:spcAft>
              <a:buClr>
                <a:schemeClr val="accent1"/>
              </a:buClr>
              <a:buFont typeface="+mj-lt"/>
              <a:buAutoNum type="arabicParenR"/>
            </a:pPr>
            <a:r>
              <a:rPr lang="en-US" sz="2000" dirty="0">
                <a:latin typeface="+mj-lt"/>
                <a:ea typeface="CMU Serif" panose="02000603000000000000" pitchFamily="2" charset="0"/>
                <a:cs typeface="CMU Serif" panose="02000603000000000000" pitchFamily="2" charset="0"/>
              </a:rPr>
              <a:t>Maximum of the utility values of all the successor nodes s of n : n is a MAX’s current node.</a:t>
            </a:r>
          </a:p>
          <a:p>
            <a:pPr marL="457200" indent="-457200">
              <a:spcAft>
                <a:spcPts val="600"/>
              </a:spcAft>
              <a:buClr>
                <a:schemeClr val="accent1"/>
              </a:buClr>
              <a:buFont typeface="+mj-lt"/>
              <a:buAutoNum type="arabicParenR"/>
            </a:pPr>
            <a:r>
              <a:rPr lang="en-US" sz="2000" dirty="0">
                <a:latin typeface="+mj-lt"/>
                <a:ea typeface="CMU Serif" panose="02000603000000000000" pitchFamily="2" charset="0"/>
                <a:cs typeface="CMU Serif" panose="02000603000000000000" pitchFamily="2" charset="0"/>
              </a:rPr>
              <a:t>Minimum of the utility values of the successor node s of n : n is a MIN’s current node.</a:t>
            </a:r>
          </a:p>
        </p:txBody>
      </p:sp>
      <p:sp>
        <p:nvSpPr>
          <p:cNvPr id="5" name="TextBox 4">
            <a:extLst>
              <a:ext uri="{FF2B5EF4-FFF2-40B4-BE49-F238E27FC236}">
                <a16:creationId xmlns:a16="http://schemas.microsoft.com/office/drawing/2014/main" id="{85339249-A81C-1B3B-AD5B-4B4D2C4F892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Searching in a two-player game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57FA07-3A70-91B5-419A-83F624710D9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sp>
        <p:nvSpPr>
          <p:cNvPr id="3" name="TextBox 2">
            <a:extLst>
              <a:ext uri="{FF2B5EF4-FFF2-40B4-BE49-F238E27FC236}">
                <a16:creationId xmlns:a16="http://schemas.microsoft.com/office/drawing/2014/main" id="{86BBBC3B-C8DB-27B6-C77C-5DBDE2AE3CCB}"/>
              </a:ext>
            </a:extLst>
          </p:cNvPr>
          <p:cNvSpPr txBox="1"/>
          <p:nvPr/>
        </p:nvSpPr>
        <p:spPr>
          <a:xfrm>
            <a:off x="452965" y="2197893"/>
            <a:ext cx="8238067" cy="2462213"/>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Perfect for deterministic, 2-player game</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One opponent tries to maximize score (Max)</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One opponent tries to minimize score (Min)</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Goal: move to position of highest minimax value </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Identify best achievable payoff against best play</a:t>
            </a:r>
          </a:p>
        </p:txBody>
      </p:sp>
      <p:grpSp>
        <p:nvGrpSpPr>
          <p:cNvPr id="6" name="Group 5">
            <a:extLst>
              <a:ext uri="{FF2B5EF4-FFF2-40B4-BE49-F238E27FC236}">
                <a16:creationId xmlns:a16="http://schemas.microsoft.com/office/drawing/2014/main" id="{7B81FF10-DF28-4050-9CAA-F972FFEDCDA1}"/>
              </a:ext>
            </a:extLst>
          </p:cNvPr>
          <p:cNvGrpSpPr/>
          <p:nvPr/>
        </p:nvGrpSpPr>
        <p:grpSpPr>
          <a:xfrm>
            <a:off x="298521" y="728478"/>
            <a:ext cx="933840" cy="680760"/>
            <a:chOff x="298521" y="728478"/>
            <a:chExt cx="933840" cy="68076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2937A05-766A-451C-8A0D-7E81B1867F2C}"/>
                    </a:ext>
                  </a:extLst>
                </p14:cNvPr>
                <p14:cNvContentPartPr/>
                <p14:nvPr/>
              </p14:nvContentPartPr>
              <p14:xfrm>
                <a:off x="298521" y="742518"/>
                <a:ext cx="610560" cy="666720"/>
              </p14:xfrm>
            </p:contentPart>
          </mc:Choice>
          <mc:Fallback>
            <p:pic>
              <p:nvPicPr>
                <p:cNvPr id="4" name="Ink 3">
                  <a:extLst>
                    <a:ext uri="{FF2B5EF4-FFF2-40B4-BE49-F238E27FC236}">
                      <a16:creationId xmlns:a16="http://schemas.microsoft.com/office/drawing/2014/main" id="{E2937A05-766A-451C-8A0D-7E81B1867F2C}"/>
                    </a:ext>
                  </a:extLst>
                </p:cNvPr>
                <p:cNvPicPr/>
                <p:nvPr/>
              </p:nvPicPr>
              <p:blipFill>
                <a:blip r:embed="rId4"/>
                <a:stretch>
                  <a:fillRect/>
                </a:stretch>
              </p:blipFill>
              <p:spPr>
                <a:xfrm>
                  <a:off x="289521" y="733518"/>
                  <a:ext cx="628200" cy="684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7A6777A-2DA5-4466-91E1-5BE1719157E5}"/>
                    </a:ext>
                  </a:extLst>
                </p14:cNvPr>
                <p14:cNvContentPartPr/>
                <p14:nvPr/>
              </p14:nvContentPartPr>
              <p14:xfrm>
                <a:off x="662481" y="728478"/>
                <a:ext cx="569880" cy="634680"/>
              </p14:xfrm>
            </p:contentPart>
          </mc:Choice>
          <mc:Fallback>
            <p:pic>
              <p:nvPicPr>
                <p:cNvPr id="5" name="Ink 4">
                  <a:extLst>
                    <a:ext uri="{FF2B5EF4-FFF2-40B4-BE49-F238E27FC236}">
                      <a16:creationId xmlns:a16="http://schemas.microsoft.com/office/drawing/2014/main" id="{67A6777A-2DA5-4466-91E1-5BE1719157E5}"/>
                    </a:ext>
                  </a:extLst>
                </p:cNvPr>
                <p:cNvPicPr/>
                <p:nvPr/>
              </p:nvPicPr>
              <p:blipFill>
                <a:blip r:embed="rId6"/>
                <a:stretch>
                  <a:fillRect/>
                </a:stretch>
              </p:blipFill>
              <p:spPr>
                <a:xfrm>
                  <a:off x="653481" y="719838"/>
                  <a:ext cx="587520" cy="652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6A924DE0-3772-42E8-8FAD-6032E03078CB}"/>
                  </a:ext>
                </a:extLst>
              </p14:cNvPr>
              <p14:cNvContentPartPr/>
              <p14:nvPr/>
            </p14:nvContentPartPr>
            <p14:xfrm>
              <a:off x="615681" y="4216518"/>
              <a:ext cx="6356160" cy="635040"/>
            </p14:xfrm>
          </p:contentPart>
        </mc:Choice>
        <mc:Fallback>
          <p:pic>
            <p:nvPicPr>
              <p:cNvPr id="8" name="Ink 7">
                <a:extLst>
                  <a:ext uri="{FF2B5EF4-FFF2-40B4-BE49-F238E27FC236}">
                    <a16:creationId xmlns:a16="http://schemas.microsoft.com/office/drawing/2014/main" id="{6A924DE0-3772-42E8-8FAD-6032E03078CB}"/>
                  </a:ext>
                </a:extLst>
              </p:cNvPr>
              <p:cNvPicPr/>
              <p:nvPr/>
            </p:nvPicPr>
            <p:blipFill>
              <a:blip r:embed="rId8"/>
              <a:stretch>
                <a:fillRect/>
              </a:stretch>
            </p:blipFill>
            <p:spPr>
              <a:xfrm>
                <a:off x="606681" y="4207878"/>
                <a:ext cx="6373800" cy="65268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EA9AD2-536E-E758-C048-6DDD543DE91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pic>
        <p:nvPicPr>
          <p:cNvPr id="5" name="Picture 4">
            <a:extLst>
              <a:ext uri="{FF2B5EF4-FFF2-40B4-BE49-F238E27FC236}">
                <a16:creationId xmlns:a16="http://schemas.microsoft.com/office/drawing/2014/main" id="{6292630E-1378-6176-B0A9-DD4D56C6C58F}"/>
              </a:ext>
            </a:extLst>
          </p:cNvPr>
          <p:cNvPicPr>
            <a:picLocks noChangeAspect="1"/>
          </p:cNvPicPr>
          <p:nvPr/>
        </p:nvPicPr>
        <p:blipFill>
          <a:blip r:embed="rId3"/>
          <a:stretch>
            <a:fillRect/>
          </a:stretch>
        </p:blipFill>
        <p:spPr>
          <a:xfrm>
            <a:off x="1182329" y="1507707"/>
            <a:ext cx="6779340" cy="470042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C12EEF90-BE4D-0CC5-8B27-755654D454AE}"/>
              </a:ext>
            </a:extLst>
          </p:cNvPr>
          <p:cNvSpPr>
            <a:spLocks noGrp="1"/>
          </p:cNvSpPr>
          <p:nvPr>
            <p:ph sz="quarter" idx="4294967295"/>
          </p:nvPr>
        </p:nvSpPr>
        <p:spPr>
          <a:xfrm>
            <a:off x="914400" y="1571625"/>
            <a:ext cx="8229600" cy="4554538"/>
          </a:xfrm>
        </p:spPr>
        <p:txBody>
          <a:bodyPr/>
          <a:lstStyle/>
          <a:p>
            <a:pPr eaLnBrk="1" hangingPunct="1">
              <a:buClr>
                <a:schemeClr val="tx1"/>
              </a:buClr>
              <a:buFont typeface="Wingdings" panose="05000000000000000000" pitchFamily="2" charset="2"/>
              <a:buChar char="§"/>
            </a:pPr>
            <a:endParaRPr lang="fr-FR" altLang="en-US" sz="2000">
              <a:latin typeface="Times New Roman" panose="02020603050405020304" pitchFamily="18" charset="0"/>
              <a:cs typeface="Times New Roman" panose="02020603050405020304" pitchFamily="18" charset="0"/>
            </a:endParaRPr>
          </a:p>
          <a:p>
            <a:pPr eaLnBrk="1" hangingPunct="1">
              <a:buClr>
                <a:schemeClr val="tx1"/>
              </a:buClr>
              <a:buFont typeface="Wingdings" panose="05000000000000000000" pitchFamily="2" charset="2"/>
              <a:buNone/>
            </a:pPr>
            <a:endParaRPr lang="fr-FR" altLang="en-US" sz="2000">
              <a:latin typeface="Times New Roman" panose="02020603050405020304" pitchFamily="18" charset="0"/>
              <a:cs typeface="Times New Roman" panose="02020603050405020304" pitchFamily="18" charset="0"/>
            </a:endParaRPr>
          </a:p>
          <a:p>
            <a:pPr eaLnBrk="1" hangingPunct="1">
              <a:buClr>
                <a:schemeClr val="tx1"/>
              </a:buClr>
              <a:buFont typeface="Wingdings" panose="05000000000000000000" pitchFamily="2" charset="2"/>
              <a:buNone/>
            </a:pPr>
            <a:endParaRPr lang="fr-FR" altLang="en-US" sz="2000">
              <a:latin typeface="Times New Roman" panose="02020603050405020304" pitchFamily="18" charset="0"/>
              <a:cs typeface="Times New Roman" panose="02020603050405020304" pitchFamily="18" charset="0"/>
            </a:endParaRPr>
          </a:p>
          <a:p>
            <a:pPr eaLnBrk="1" hangingPunct="1">
              <a:buClr>
                <a:schemeClr val="tx1"/>
              </a:buClr>
              <a:buFont typeface="Wingdings" panose="05000000000000000000" pitchFamily="2" charset="2"/>
              <a:buChar char="§"/>
            </a:pPr>
            <a:endParaRPr lang="fr-FR" altLang="en-US" sz="2000">
              <a:latin typeface="Times New Roman" panose="02020603050405020304" pitchFamily="18" charset="0"/>
              <a:cs typeface="Times New Roman" panose="02020603050405020304" pitchFamily="18" charset="0"/>
            </a:endParaRPr>
          </a:p>
          <a:p>
            <a:pPr lvl="1" eaLnBrk="1" hangingPunct="1">
              <a:buClr>
                <a:schemeClr val="tx1"/>
              </a:buClr>
              <a:buFont typeface="Wingdings" panose="05000000000000000000" pitchFamily="2" charset="2"/>
              <a:buNone/>
            </a:pPr>
            <a:endParaRPr lang="fr-FR" altLang="en-US" sz="2200">
              <a:latin typeface="Times New Roman" panose="02020603050405020304" pitchFamily="18" charset="0"/>
              <a:cs typeface="Times New Roman" panose="02020603050405020304" pitchFamily="18" charset="0"/>
            </a:endParaRPr>
          </a:p>
        </p:txBody>
      </p:sp>
      <p:pic>
        <p:nvPicPr>
          <p:cNvPr id="28676" name="Picture 7" descr="fig05">
            <a:extLst>
              <a:ext uri="{FF2B5EF4-FFF2-40B4-BE49-F238E27FC236}">
                <a16:creationId xmlns:a16="http://schemas.microsoft.com/office/drawing/2014/main" id="{FB43F34D-87ED-97FA-0994-58C5F76F3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966" y="2352675"/>
            <a:ext cx="8305800"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Oval 8">
            <a:extLst>
              <a:ext uri="{FF2B5EF4-FFF2-40B4-BE49-F238E27FC236}">
                <a16:creationId xmlns:a16="http://schemas.microsoft.com/office/drawing/2014/main" id="{CBDFC4A4-FCA5-42DA-4A91-B45D3BC4319F}"/>
              </a:ext>
            </a:extLst>
          </p:cNvPr>
          <p:cNvSpPr>
            <a:spLocks noChangeArrowheads="1"/>
          </p:cNvSpPr>
          <p:nvPr/>
        </p:nvSpPr>
        <p:spPr bwMode="auto">
          <a:xfrm>
            <a:off x="6718829" y="3360738"/>
            <a:ext cx="838200" cy="838200"/>
          </a:xfrm>
          <a:prstGeom prst="ellipse">
            <a:avLst/>
          </a:prstGeom>
          <a:noFill/>
          <a:ln w="57150">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28678" name="Oval 9">
            <a:extLst>
              <a:ext uri="{FF2B5EF4-FFF2-40B4-BE49-F238E27FC236}">
                <a16:creationId xmlns:a16="http://schemas.microsoft.com/office/drawing/2014/main" id="{53C6BDF8-5732-4BA3-6C3E-E13BC81CD07D}"/>
              </a:ext>
            </a:extLst>
          </p:cNvPr>
          <p:cNvSpPr>
            <a:spLocks noChangeArrowheads="1"/>
          </p:cNvSpPr>
          <p:nvPr/>
        </p:nvSpPr>
        <p:spPr bwMode="auto">
          <a:xfrm>
            <a:off x="4629679" y="2209800"/>
            <a:ext cx="838200" cy="906463"/>
          </a:xfrm>
          <a:prstGeom prst="ellipse">
            <a:avLst/>
          </a:prstGeom>
          <a:noFill/>
          <a:ln w="57150">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28679" name="Text Box 10">
            <a:extLst>
              <a:ext uri="{FF2B5EF4-FFF2-40B4-BE49-F238E27FC236}">
                <a16:creationId xmlns:a16="http://schemas.microsoft.com/office/drawing/2014/main" id="{1E09571C-1896-52F6-0272-2E51683CC673}"/>
              </a:ext>
            </a:extLst>
          </p:cNvPr>
          <p:cNvSpPr txBox="1">
            <a:spLocks noChangeArrowheads="1"/>
          </p:cNvSpPr>
          <p:nvPr/>
        </p:nvSpPr>
        <p:spPr bwMode="auto">
          <a:xfrm>
            <a:off x="5637741" y="2352675"/>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fr-FR" altLang="en-US" sz="1800">
                <a:solidFill>
                  <a:srgbClr val="990000"/>
                </a:solidFill>
                <a:latin typeface="Arial" panose="020B0604020202020204" pitchFamily="34" charset="0"/>
              </a:rPr>
              <a:t>MAX node</a:t>
            </a:r>
          </a:p>
        </p:txBody>
      </p:sp>
      <p:sp>
        <p:nvSpPr>
          <p:cNvPr id="28680" name="Text Box 11">
            <a:extLst>
              <a:ext uri="{FF2B5EF4-FFF2-40B4-BE49-F238E27FC236}">
                <a16:creationId xmlns:a16="http://schemas.microsoft.com/office/drawing/2014/main" id="{C178C552-CACB-99E1-82C6-42BAF16121DC}"/>
              </a:ext>
            </a:extLst>
          </p:cNvPr>
          <p:cNvSpPr txBox="1">
            <a:spLocks noChangeArrowheads="1"/>
          </p:cNvSpPr>
          <p:nvPr/>
        </p:nvSpPr>
        <p:spPr bwMode="auto">
          <a:xfrm>
            <a:off x="7582429" y="343376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fr-FR" altLang="en-US" sz="1800">
                <a:solidFill>
                  <a:srgbClr val="990000"/>
                </a:solidFill>
                <a:latin typeface="Arial" panose="020B0604020202020204" pitchFamily="34" charset="0"/>
              </a:rPr>
              <a:t>MIN node</a:t>
            </a:r>
          </a:p>
        </p:txBody>
      </p:sp>
      <p:sp>
        <p:nvSpPr>
          <p:cNvPr id="28681" name="AutoShape 12">
            <a:extLst>
              <a:ext uri="{FF2B5EF4-FFF2-40B4-BE49-F238E27FC236}">
                <a16:creationId xmlns:a16="http://schemas.microsoft.com/office/drawing/2014/main" id="{9775E0A3-BEAB-6A91-BC8B-965759CBA031}"/>
              </a:ext>
            </a:extLst>
          </p:cNvPr>
          <p:cNvSpPr>
            <a:spLocks noChangeArrowheads="1"/>
          </p:cNvSpPr>
          <p:nvPr/>
        </p:nvSpPr>
        <p:spPr bwMode="auto">
          <a:xfrm>
            <a:off x="957791" y="1704975"/>
            <a:ext cx="287338" cy="309563"/>
          </a:xfrm>
          <a:prstGeom prst="triangle">
            <a:avLst>
              <a:gd name="adj" fmla="val 50000"/>
            </a:avLst>
          </a:prstGeom>
          <a:solidFill>
            <a:schemeClr val="bg2"/>
          </a:solidFill>
          <a:ln w="12700">
            <a:solidFill>
              <a:schemeClr val="tx1"/>
            </a:solidFill>
            <a:miter lim="800000"/>
            <a:headEnd type="none" w="sm" len="sm"/>
            <a:tailEnd type="none" w="sm" len="sm"/>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28682" name="AutoShape 13">
            <a:extLst>
              <a:ext uri="{FF2B5EF4-FFF2-40B4-BE49-F238E27FC236}">
                <a16:creationId xmlns:a16="http://schemas.microsoft.com/office/drawing/2014/main" id="{1136C69E-BD45-08D4-D74E-596FD5446F6F}"/>
              </a:ext>
            </a:extLst>
          </p:cNvPr>
          <p:cNvSpPr>
            <a:spLocks noChangeArrowheads="1"/>
          </p:cNvSpPr>
          <p:nvPr/>
        </p:nvSpPr>
        <p:spPr bwMode="auto">
          <a:xfrm flipV="1">
            <a:off x="2829454" y="1704975"/>
            <a:ext cx="358775" cy="288925"/>
          </a:xfrm>
          <a:prstGeom prst="triangle">
            <a:avLst>
              <a:gd name="adj" fmla="val 50000"/>
            </a:avLst>
          </a:prstGeom>
          <a:solidFill>
            <a:schemeClr val="bg2"/>
          </a:solidFill>
          <a:ln w="12700">
            <a:solidFill>
              <a:schemeClr val="tx1"/>
            </a:solidFill>
            <a:miter lim="800000"/>
            <a:headEnd type="none" w="sm" len="sm"/>
            <a:tailEnd type="none" w="sm" len="sm"/>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28683" name="Text Box 14">
            <a:extLst>
              <a:ext uri="{FF2B5EF4-FFF2-40B4-BE49-F238E27FC236}">
                <a16:creationId xmlns:a16="http://schemas.microsoft.com/office/drawing/2014/main" id="{419FCD84-52F8-105A-7BF8-3332CA2A8707}"/>
              </a:ext>
            </a:extLst>
          </p:cNvPr>
          <p:cNvSpPr txBox="1">
            <a:spLocks noChangeArrowheads="1"/>
          </p:cNvSpPr>
          <p:nvPr/>
        </p:nvSpPr>
        <p:spPr bwMode="auto">
          <a:xfrm>
            <a:off x="1318154" y="1704975"/>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fr-FR" altLang="en-US" sz="1800">
                <a:latin typeface="Arial" panose="020B0604020202020204" pitchFamily="34" charset="0"/>
              </a:rPr>
              <a:t>Max node</a:t>
            </a:r>
          </a:p>
        </p:txBody>
      </p:sp>
      <p:sp>
        <p:nvSpPr>
          <p:cNvPr id="28684" name="Text Box 16">
            <a:extLst>
              <a:ext uri="{FF2B5EF4-FFF2-40B4-BE49-F238E27FC236}">
                <a16:creationId xmlns:a16="http://schemas.microsoft.com/office/drawing/2014/main" id="{20E014E8-9F66-E86E-5AC9-C85DF1B2B9F9}"/>
              </a:ext>
            </a:extLst>
          </p:cNvPr>
          <p:cNvSpPr txBox="1">
            <a:spLocks noChangeArrowheads="1"/>
          </p:cNvSpPr>
          <p:nvPr/>
        </p:nvSpPr>
        <p:spPr bwMode="auto">
          <a:xfrm>
            <a:off x="3478741" y="1704975"/>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fr-FR" altLang="en-US" sz="1800">
                <a:latin typeface="Arial" panose="020B0604020202020204" pitchFamily="34" charset="0"/>
              </a:rPr>
              <a:t>Min node</a:t>
            </a:r>
          </a:p>
        </p:txBody>
      </p:sp>
      <p:sp>
        <p:nvSpPr>
          <p:cNvPr id="28685" name="Text Box 17">
            <a:extLst>
              <a:ext uri="{FF2B5EF4-FFF2-40B4-BE49-F238E27FC236}">
                <a16:creationId xmlns:a16="http://schemas.microsoft.com/office/drawing/2014/main" id="{9C84C735-9D44-B66B-3B59-44BFCC407BF9}"/>
              </a:ext>
            </a:extLst>
          </p:cNvPr>
          <p:cNvSpPr txBox="1">
            <a:spLocks noChangeArrowheads="1"/>
          </p:cNvSpPr>
          <p:nvPr/>
        </p:nvSpPr>
        <p:spPr bwMode="auto">
          <a:xfrm>
            <a:off x="4393141" y="5594350"/>
            <a:ext cx="21955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r>
              <a:rPr lang="en-US" altLang="en-US" sz="2400">
                <a:solidFill>
                  <a:schemeClr val="accent2"/>
                </a:solidFill>
                <a:latin typeface="Times New Roman" panose="02020603050405020304" pitchFamily="18" charset="0"/>
              </a:rPr>
              <a:t>value computed </a:t>
            </a:r>
          </a:p>
          <a:p>
            <a:pPr algn="ctr">
              <a:spcBef>
                <a:spcPct val="0"/>
              </a:spcBef>
              <a:buClrTx/>
              <a:buSzTx/>
              <a:buFontTx/>
              <a:buNone/>
            </a:pPr>
            <a:r>
              <a:rPr lang="en-US" altLang="en-US" sz="2400">
                <a:solidFill>
                  <a:schemeClr val="accent2"/>
                </a:solidFill>
                <a:latin typeface="Times New Roman" panose="02020603050405020304" pitchFamily="18" charset="0"/>
              </a:rPr>
              <a:t>by minimax</a:t>
            </a:r>
          </a:p>
        </p:txBody>
      </p:sp>
      <p:sp>
        <p:nvSpPr>
          <p:cNvPr id="28686" name="Line 18">
            <a:extLst>
              <a:ext uri="{FF2B5EF4-FFF2-40B4-BE49-F238E27FC236}">
                <a16:creationId xmlns:a16="http://schemas.microsoft.com/office/drawing/2014/main" id="{292D6D88-151D-1173-9FC3-25BAF1E64282}"/>
              </a:ext>
            </a:extLst>
          </p:cNvPr>
          <p:cNvSpPr>
            <a:spLocks noChangeShapeType="1"/>
          </p:cNvSpPr>
          <p:nvPr/>
        </p:nvSpPr>
        <p:spPr bwMode="auto">
          <a:xfrm flipH="1" flipV="1">
            <a:off x="3045354" y="4010025"/>
            <a:ext cx="1584325"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7" name="Line 19">
            <a:extLst>
              <a:ext uri="{FF2B5EF4-FFF2-40B4-BE49-F238E27FC236}">
                <a16:creationId xmlns:a16="http://schemas.microsoft.com/office/drawing/2014/main" id="{CE114F51-2FAE-B22A-1E04-28DD92D64A05}"/>
              </a:ext>
            </a:extLst>
          </p:cNvPr>
          <p:cNvSpPr>
            <a:spLocks noChangeShapeType="1"/>
          </p:cNvSpPr>
          <p:nvPr/>
        </p:nvSpPr>
        <p:spPr bwMode="auto">
          <a:xfrm flipV="1">
            <a:off x="4629679" y="3937000"/>
            <a:ext cx="649287" cy="1657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8" name="Rectangle 20">
            <a:extLst>
              <a:ext uri="{FF2B5EF4-FFF2-40B4-BE49-F238E27FC236}">
                <a16:creationId xmlns:a16="http://schemas.microsoft.com/office/drawing/2014/main" id="{1707EA52-FC2B-59F2-51C7-86FB01BB5B27}"/>
              </a:ext>
            </a:extLst>
          </p:cNvPr>
          <p:cNvSpPr>
            <a:spLocks noChangeArrowheads="1"/>
          </p:cNvSpPr>
          <p:nvPr/>
        </p:nvSpPr>
        <p:spPr bwMode="auto">
          <a:xfrm>
            <a:off x="1965854" y="5881688"/>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1800">
                <a:solidFill>
                  <a:schemeClr val="accent2"/>
                </a:solidFill>
                <a:latin typeface="Arial" panose="020B0604020202020204" pitchFamily="34" charset="0"/>
              </a:rPr>
              <a:t>Utility value</a:t>
            </a:r>
          </a:p>
        </p:txBody>
      </p:sp>
      <p:sp>
        <p:nvSpPr>
          <p:cNvPr id="28689" name="Line 21">
            <a:extLst>
              <a:ext uri="{FF2B5EF4-FFF2-40B4-BE49-F238E27FC236}">
                <a16:creationId xmlns:a16="http://schemas.microsoft.com/office/drawing/2014/main" id="{633D389A-421C-C334-6BEC-B61806E81C9D}"/>
              </a:ext>
            </a:extLst>
          </p:cNvPr>
          <p:cNvSpPr>
            <a:spLocks noChangeShapeType="1"/>
          </p:cNvSpPr>
          <p:nvPr/>
        </p:nvSpPr>
        <p:spPr bwMode="auto">
          <a:xfrm flipH="1" flipV="1">
            <a:off x="1678516" y="5594350"/>
            <a:ext cx="503238"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0" name="Line 22">
            <a:extLst>
              <a:ext uri="{FF2B5EF4-FFF2-40B4-BE49-F238E27FC236}">
                <a16:creationId xmlns:a16="http://schemas.microsoft.com/office/drawing/2014/main" id="{4C7092B1-66B3-F419-34B8-D155D1389F08}"/>
              </a:ext>
            </a:extLst>
          </p:cNvPr>
          <p:cNvSpPr>
            <a:spLocks noChangeShapeType="1"/>
          </p:cNvSpPr>
          <p:nvPr/>
        </p:nvSpPr>
        <p:spPr bwMode="auto">
          <a:xfrm flipV="1">
            <a:off x="2181754" y="5594350"/>
            <a:ext cx="1296987"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C6F23E01-2DDC-F8F6-716C-6DAD63CAE5F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3" descr="minimax">
            <a:extLst>
              <a:ext uri="{FF2B5EF4-FFF2-40B4-BE49-F238E27FC236}">
                <a16:creationId xmlns:a16="http://schemas.microsoft.com/office/drawing/2014/main" id="{07F6C9C4-6B56-015A-A90B-2B5C534470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7" y="1891771"/>
            <a:ext cx="7337425" cy="364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E1F8FA6-7C5B-73CF-98E9-C42B6694A99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grpSp>
        <p:nvGrpSpPr>
          <p:cNvPr id="17" name="Group 16">
            <a:extLst>
              <a:ext uri="{FF2B5EF4-FFF2-40B4-BE49-F238E27FC236}">
                <a16:creationId xmlns:a16="http://schemas.microsoft.com/office/drawing/2014/main" id="{17F786CF-0DDC-4F19-847A-70A70E0A37AB}"/>
              </a:ext>
            </a:extLst>
          </p:cNvPr>
          <p:cNvGrpSpPr/>
          <p:nvPr/>
        </p:nvGrpSpPr>
        <p:grpSpPr>
          <a:xfrm>
            <a:off x="6017481" y="2054358"/>
            <a:ext cx="934920" cy="305280"/>
            <a:chOff x="6017481" y="2054358"/>
            <a:chExt cx="934920" cy="30528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A3DBE47-D16B-46A7-AEC6-D59F72214EAE}"/>
                    </a:ext>
                  </a:extLst>
                </p14:cNvPr>
                <p14:cNvContentPartPr/>
                <p14:nvPr/>
              </p14:nvContentPartPr>
              <p14:xfrm>
                <a:off x="6017481" y="2054358"/>
                <a:ext cx="683640" cy="169920"/>
              </p14:xfrm>
            </p:contentPart>
          </mc:Choice>
          <mc:Fallback>
            <p:pic>
              <p:nvPicPr>
                <p:cNvPr id="4" name="Ink 3">
                  <a:extLst>
                    <a:ext uri="{FF2B5EF4-FFF2-40B4-BE49-F238E27FC236}">
                      <a16:creationId xmlns:a16="http://schemas.microsoft.com/office/drawing/2014/main" id="{4A3DBE47-D16B-46A7-AEC6-D59F72214EAE}"/>
                    </a:ext>
                  </a:extLst>
                </p:cNvPr>
                <p:cNvPicPr/>
                <p:nvPr/>
              </p:nvPicPr>
              <p:blipFill>
                <a:blip r:embed="rId5"/>
                <a:stretch>
                  <a:fillRect/>
                </a:stretch>
              </p:blipFill>
              <p:spPr>
                <a:xfrm>
                  <a:off x="6008841" y="2045358"/>
                  <a:ext cx="70128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FFBE3D9D-7698-4129-A02A-30D3FF2B3F23}"/>
                    </a:ext>
                  </a:extLst>
                </p14:cNvPr>
                <p14:cNvContentPartPr/>
                <p14:nvPr/>
              </p14:nvContentPartPr>
              <p14:xfrm>
                <a:off x="6652521" y="2071278"/>
                <a:ext cx="299880" cy="288360"/>
              </p14:xfrm>
            </p:contentPart>
          </mc:Choice>
          <mc:Fallback>
            <p:pic>
              <p:nvPicPr>
                <p:cNvPr id="5" name="Ink 4">
                  <a:extLst>
                    <a:ext uri="{FF2B5EF4-FFF2-40B4-BE49-F238E27FC236}">
                      <a16:creationId xmlns:a16="http://schemas.microsoft.com/office/drawing/2014/main" id="{FFBE3D9D-7698-4129-A02A-30D3FF2B3F23}"/>
                    </a:ext>
                  </a:extLst>
                </p:cNvPr>
                <p:cNvPicPr/>
                <p:nvPr/>
              </p:nvPicPr>
              <p:blipFill>
                <a:blip r:embed="rId7"/>
                <a:stretch>
                  <a:fillRect/>
                </a:stretch>
              </p:blipFill>
              <p:spPr>
                <a:xfrm>
                  <a:off x="6643521" y="2062638"/>
                  <a:ext cx="317520" cy="306000"/>
                </a:xfrm>
                <a:prstGeom prst="rect">
                  <a:avLst/>
                </a:prstGeom>
              </p:spPr>
            </p:pic>
          </mc:Fallback>
        </mc:AlternateContent>
      </p:grpSp>
      <p:grpSp>
        <p:nvGrpSpPr>
          <p:cNvPr id="16" name="Group 15">
            <a:extLst>
              <a:ext uri="{FF2B5EF4-FFF2-40B4-BE49-F238E27FC236}">
                <a16:creationId xmlns:a16="http://schemas.microsoft.com/office/drawing/2014/main" id="{6C6214A0-7CFC-4400-B5C1-86F8716B0EE6}"/>
              </a:ext>
            </a:extLst>
          </p:cNvPr>
          <p:cNvGrpSpPr/>
          <p:nvPr/>
        </p:nvGrpSpPr>
        <p:grpSpPr>
          <a:xfrm>
            <a:off x="7462521" y="3004398"/>
            <a:ext cx="536760" cy="205560"/>
            <a:chOff x="7462521" y="3004398"/>
            <a:chExt cx="536760" cy="205560"/>
          </a:xfrm>
        </p:grpSpPr>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FEDF630C-FFE5-4053-B156-E7E29D4366A1}"/>
                    </a:ext>
                  </a:extLst>
                </p14:cNvPr>
                <p14:cNvContentPartPr/>
                <p14:nvPr/>
              </p14:nvContentPartPr>
              <p14:xfrm>
                <a:off x="7462521" y="3060198"/>
                <a:ext cx="281160" cy="149760"/>
              </p14:xfrm>
            </p:contentPart>
          </mc:Choice>
          <mc:Fallback>
            <p:pic>
              <p:nvPicPr>
                <p:cNvPr id="6" name="Ink 5">
                  <a:extLst>
                    <a:ext uri="{FF2B5EF4-FFF2-40B4-BE49-F238E27FC236}">
                      <a16:creationId xmlns:a16="http://schemas.microsoft.com/office/drawing/2014/main" id="{FEDF630C-FFE5-4053-B156-E7E29D4366A1}"/>
                    </a:ext>
                  </a:extLst>
                </p:cNvPr>
                <p:cNvPicPr/>
                <p:nvPr/>
              </p:nvPicPr>
              <p:blipFill>
                <a:blip r:embed="rId9"/>
                <a:stretch>
                  <a:fillRect/>
                </a:stretch>
              </p:blipFill>
              <p:spPr>
                <a:xfrm>
                  <a:off x="7453521" y="3051198"/>
                  <a:ext cx="2988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274870E4-1AE5-44B7-BC52-CC376C3B6E8F}"/>
                    </a:ext>
                  </a:extLst>
                </p14:cNvPr>
                <p14:cNvContentPartPr/>
                <p14:nvPr/>
              </p14:nvContentPartPr>
              <p14:xfrm>
                <a:off x="7715961" y="3004398"/>
                <a:ext cx="360" cy="360"/>
              </p14:xfrm>
            </p:contentPart>
          </mc:Choice>
          <mc:Fallback>
            <p:pic>
              <p:nvPicPr>
                <p:cNvPr id="7" name="Ink 6">
                  <a:extLst>
                    <a:ext uri="{FF2B5EF4-FFF2-40B4-BE49-F238E27FC236}">
                      <a16:creationId xmlns:a16="http://schemas.microsoft.com/office/drawing/2014/main" id="{274870E4-1AE5-44B7-BC52-CC376C3B6E8F}"/>
                    </a:ext>
                  </a:extLst>
                </p:cNvPr>
                <p:cNvPicPr/>
                <p:nvPr/>
              </p:nvPicPr>
              <p:blipFill>
                <a:blip r:embed="rId11"/>
                <a:stretch>
                  <a:fillRect/>
                </a:stretch>
              </p:blipFill>
              <p:spPr>
                <a:xfrm>
                  <a:off x="7707321" y="299575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AF559F22-331B-4D82-BCF0-603DA27EEF5E}"/>
                    </a:ext>
                  </a:extLst>
                </p14:cNvPr>
                <p14:cNvContentPartPr/>
                <p14:nvPr/>
              </p14:nvContentPartPr>
              <p14:xfrm>
                <a:off x="7772121" y="3032118"/>
                <a:ext cx="227160" cy="141480"/>
              </p14:xfrm>
            </p:contentPart>
          </mc:Choice>
          <mc:Fallback>
            <p:pic>
              <p:nvPicPr>
                <p:cNvPr id="8" name="Ink 7">
                  <a:extLst>
                    <a:ext uri="{FF2B5EF4-FFF2-40B4-BE49-F238E27FC236}">
                      <a16:creationId xmlns:a16="http://schemas.microsoft.com/office/drawing/2014/main" id="{AF559F22-331B-4D82-BCF0-603DA27EEF5E}"/>
                    </a:ext>
                  </a:extLst>
                </p:cNvPr>
                <p:cNvPicPr/>
                <p:nvPr/>
              </p:nvPicPr>
              <p:blipFill>
                <a:blip r:embed="rId13"/>
                <a:stretch>
                  <a:fillRect/>
                </a:stretch>
              </p:blipFill>
              <p:spPr>
                <a:xfrm>
                  <a:off x="7763481" y="3023478"/>
                  <a:ext cx="244800" cy="159120"/>
                </a:xfrm>
                <a:prstGeom prst="rect">
                  <a:avLst/>
                </a:prstGeom>
              </p:spPr>
            </p:pic>
          </mc:Fallback>
        </mc:AlternateContent>
      </p:grpSp>
      <p:grpSp>
        <p:nvGrpSpPr>
          <p:cNvPr id="15" name="Group 14">
            <a:extLst>
              <a:ext uri="{FF2B5EF4-FFF2-40B4-BE49-F238E27FC236}">
                <a16:creationId xmlns:a16="http://schemas.microsoft.com/office/drawing/2014/main" id="{60B1D0A0-7888-4A6E-8244-F71A17D319F5}"/>
              </a:ext>
            </a:extLst>
          </p:cNvPr>
          <p:cNvGrpSpPr/>
          <p:nvPr/>
        </p:nvGrpSpPr>
        <p:grpSpPr>
          <a:xfrm>
            <a:off x="7781121" y="3805398"/>
            <a:ext cx="518040" cy="306000"/>
            <a:chOff x="7781121" y="3805398"/>
            <a:chExt cx="518040" cy="306000"/>
          </a:xfrm>
        </p:grpSpPr>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EB3DC1F0-2B8F-4EE0-B8B5-43896B4B6603}"/>
                    </a:ext>
                  </a:extLst>
                </p14:cNvPr>
                <p14:cNvContentPartPr/>
                <p14:nvPr/>
              </p14:nvContentPartPr>
              <p14:xfrm>
                <a:off x="7781121" y="3805398"/>
                <a:ext cx="488160" cy="306000"/>
              </p14:xfrm>
            </p:contentPart>
          </mc:Choice>
          <mc:Fallback>
            <p:pic>
              <p:nvPicPr>
                <p:cNvPr id="9" name="Ink 8">
                  <a:extLst>
                    <a:ext uri="{FF2B5EF4-FFF2-40B4-BE49-F238E27FC236}">
                      <a16:creationId xmlns:a16="http://schemas.microsoft.com/office/drawing/2014/main" id="{EB3DC1F0-2B8F-4EE0-B8B5-43896B4B6603}"/>
                    </a:ext>
                  </a:extLst>
                </p:cNvPr>
                <p:cNvPicPr/>
                <p:nvPr/>
              </p:nvPicPr>
              <p:blipFill>
                <a:blip r:embed="rId15"/>
                <a:stretch>
                  <a:fillRect/>
                </a:stretch>
              </p:blipFill>
              <p:spPr>
                <a:xfrm>
                  <a:off x="7772481" y="3796758"/>
                  <a:ext cx="50580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9A0EB36B-71A2-43B4-B59B-A24A98CA2521}"/>
                    </a:ext>
                  </a:extLst>
                </p14:cNvPr>
                <p14:cNvContentPartPr/>
                <p14:nvPr/>
              </p14:nvContentPartPr>
              <p14:xfrm>
                <a:off x="8203401" y="3946878"/>
                <a:ext cx="95760" cy="102960"/>
              </p14:xfrm>
            </p:contentPart>
          </mc:Choice>
          <mc:Fallback>
            <p:pic>
              <p:nvPicPr>
                <p:cNvPr id="10" name="Ink 9">
                  <a:extLst>
                    <a:ext uri="{FF2B5EF4-FFF2-40B4-BE49-F238E27FC236}">
                      <a16:creationId xmlns:a16="http://schemas.microsoft.com/office/drawing/2014/main" id="{9A0EB36B-71A2-43B4-B59B-A24A98CA2521}"/>
                    </a:ext>
                  </a:extLst>
                </p:cNvPr>
                <p:cNvPicPr/>
                <p:nvPr/>
              </p:nvPicPr>
              <p:blipFill>
                <a:blip r:embed="rId17"/>
                <a:stretch>
                  <a:fillRect/>
                </a:stretch>
              </p:blipFill>
              <p:spPr>
                <a:xfrm>
                  <a:off x="8194401" y="3937878"/>
                  <a:ext cx="113400" cy="120600"/>
                </a:xfrm>
                <a:prstGeom prst="rect">
                  <a:avLst/>
                </a:prstGeom>
              </p:spPr>
            </p:pic>
          </mc:Fallback>
        </mc:AlternateContent>
      </p:grpSp>
      <p:grpSp>
        <p:nvGrpSpPr>
          <p:cNvPr id="14" name="Group 13">
            <a:extLst>
              <a:ext uri="{FF2B5EF4-FFF2-40B4-BE49-F238E27FC236}">
                <a16:creationId xmlns:a16="http://schemas.microsoft.com/office/drawing/2014/main" id="{239261AB-6BBC-4F05-9BB0-4FAD23F2763B}"/>
              </a:ext>
            </a:extLst>
          </p:cNvPr>
          <p:cNvGrpSpPr/>
          <p:nvPr/>
        </p:nvGrpSpPr>
        <p:grpSpPr>
          <a:xfrm>
            <a:off x="8182161" y="4814478"/>
            <a:ext cx="600840" cy="279000"/>
            <a:chOff x="8182161" y="4814478"/>
            <a:chExt cx="600840" cy="279000"/>
          </a:xfrm>
        </p:grpSpPr>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8913434E-283B-469F-ABEA-4BC98728212C}"/>
                    </a:ext>
                  </a:extLst>
                </p14:cNvPr>
                <p14:cNvContentPartPr/>
                <p14:nvPr/>
              </p14:nvContentPartPr>
              <p14:xfrm>
                <a:off x="8182161" y="4900158"/>
                <a:ext cx="354960" cy="193320"/>
              </p14:xfrm>
            </p:contentPart>
          </mc:Choice>
          <mc:Fallback>
            <p:pic>
              <p:nvPicPr>
                <p:cNvPr id="11" name="Ink 10">
                  <a:extLst>
                    <a:ext uri="{FF2B5EF4-FFF2-40B4-BE49-F238E27FC236}">
                      <a16:creationId xmlns:a16="http://schemas.microsoft.com/office/drawing/2014/main" id="{8913434E-283B-469F-ABEA-4BC98728212C}"/>
                    </a:ext>
                  </a:extLst>
                </p:cNvPr>
                <p:cNvPicPr/>
                <p:nvPr/>
              </p:nvPicPr>
              <p:blipFill>
                <a:blip r:embed="rId19"/>
                <a:stretch>
                  <a:fillRect/>
                </a:stretch>
              </p:blipFill>
              <p:spPr>
                <a:xfrm>
                  <a:off x="8173521" y="4891158"/>
                  <a:ext cx="3726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5BD69AEB-26D8-41E2-8EBA-20CFC8D9F18E}"/>
                    </a:ext>
                  </a:extLst>
                </p14:cNvPr>
                <p14:cNvContentPartPr/>
                <p14:nvPr/>
              </p14:nvContentPartPr>
              <p14:xfrm>
                <a:off x="8541081" y="4814478"/>
                <a:ext cx="6120" cy="24120"/>
              </p14:xfrm>
            </p:contentPart>
          </mc:Choice>
          <mc:Fallback>
            <p:pic>
              <p:nvPicPr>
                <p:cNvPr id="12" name="Ink 11">
                  <a:extLst>
                    <a:ext uri="{FF2B5EF4-FFF2-40B4-BE49-F238E27FC236}">
                      <a16:creationId xmlns:a16="http://schemas.microsoft.com/office/drawing/2014/main" id="{5BD69AEB-26D8-41E2-8EBA-20CFC8D9F18E}"/>
                    </a:ext>
                  </a:extLst>
                </p:cNvPr>
                <p:cNvPicPr/>
                <p:nvPr/>
              </p:nvPicPr>
              <p:blipFill>
                <a:blip r:embed="rId21"/>
                <a:stretch>
                  <a:fillRect/>
                </a:stretch>
              </p:blipFill>
              <p:spPr>
                <a:xfrm>
                  <a:off x="8532081" y="4805838"/>
                  <a:ext cx="237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741C3972-2866-4870-B411-E41FDA625FFE}"/>
                    </a:ext>
                  </a:extLst>
                </p14:cNvPr>
                <p14:cNvContentPartPr/>
                <p14:nvPr/>
              </p14:nvContentPartPr>
              <p14:xfrm>
                <a:off x="8658801" y="4910238"/>
                <a:ext cx="124200" cy="128520"/>
              </p14:xfrm>
            </p:contentPart>
          </mc:Choice>
          <mc:Fallback>
            <p:pic>
              <p:nvPicPr>
                <p:cNvPr id="13" name="Ink 12">
                  <a:extLst>
                    <a:ext uri="{FF2B5EF4-FFF2-40B4-BE49-F238E27FC236}">
                      <a16:creationId xmlns:a16="http://schemas.microsoft.com/office/drawing/2014/main" id="{741C3972-2866-4870-B411-E41FDA625FFE}"/>
                    </a:ext>
                  </a:extLst>
                </p:cNvPr>
                <p:cNvPicPr/>
                <p:nvPr/>
              </p:nvPicPr>
              <p:blipFill>
                <a:blip r:embed="rId23"/>
                <a:stretch>
                  <a:fillRect/>
                </a:stretch>
              </p:blipFill>
              <p:spPr>
                <a:xfrm>
                  <a:off x="8649801" y="4901238"/>
                  <a:ext cx="141840" cy="146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E36277D9-EC9E-45E5-87AE-942E91DADCF2}"/>
                  </a:ext>
                </a:extLst>
              </p14:cNvPr>
              <p14:cNvContentPartPr/>
              <p14:nvPr/>
            </p14:nvContentPartPr>
            <p14:xfrm>
              <a:off x="2131641" y="3833838"/>
              <a:ext cx="183240" cy="202680"/>
            </p14:xfrm>
          </p:contentPart>
        </mc:Choice>
        <mc:Fallback>
          <p:pic>
            <p:nvPicPr>
              <p:cNvPr id="18" name="Ink 17">
                <a:extLst>
                  <a:ext uri="{FF2B5EF4-FFF2-40B4-BE49-F238E27FC236}">
                    <a16:creationId xmlns:a16="http://schemas.microsoft.com/office/drawing/2014/main" id="{E36277D9-EC9E-45E5-87AE-942E91DADCF2}"/>
                  </a:ext>
                </a:extLst>
              </p:cNvPr>
              <p:cNvPicPr/>
              <p:nvPr/>
            </p:nvPicPr>
            <p:blipFill>
              <a:blip r:embed="rId25"/>
              <a:stretch>
                <a:fillRect/>
              </a:stretch>
            </p:blipFill>
            <p:spPr>
              <a:xfrm>
                <a:off x="2123001" y="3824838"/>
                <a:ext cx="2008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3F5B085E-55E7-45B4-B6D1-3A689449F3E1}"/>
                  </a:ext>
                </a:extLst>
              </p14:cNvPr>
              <p14:cNvContentPartPr/>
              <p14:nvPr/>
            </p14:nvContentPartPr>
            <p14:xfrm>
              <a:off x="3693321" y="3907278"/>
              <a:ext cx="133200" cy="235800"/>
            </p14:xfrm>
          </p:contentPart>
        </mc:Choice>
        <mc:Fallback>
          <p:pic>
            <p:nvPicPr>
              <p:cNvPr id="19" name="Ink 18">
                <a:extLst>
                  <a:ext uri="{FF2B5EF4-FFF2-40B4-BE49-F238E27FC236}">
                    <a16:creationId xmlns:a16="http://schemas.microsoft.com/office/drawing/2014/main" id="{3F5B085E-55E7-45B4-B6D1-3A689449F3E1}"/>
                  </a:ext>
                </a:extLst>
              </p:cNvPr>
              <p:cNvPicPr/>
              <p:nvPr/>
            </p:nvPicPr>
            <p:blipFill>
              <a:blip r:embed="rId27"/>
              <a:stretch>
                <a:fillRect/>
              </a:stretch>
            </p:blipFill>
            <p:spPr>
              <a:xfrm>
                <a:off x="3684321" y="3898278"/>
                <a:ext cx="1508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AA49B5A3-C734-48D1-A78B-24C832E87492}"/>
                  </a:ext>
                </a:extLst>
              </p14:cNvPr>
              <p14:cNvContentPartPr/>
              <p14:nvPr/>
            </p14:nvContentPartPr>
            <p14:xfrm>
              <a:off x="4710681" y="3929958"/>
              <a:ext cx="60840" cy="145800"/>
            </p14:xfrm>
          </p:contentPart>
        </mc:Choice>
        <mc:Fallback>
          <p:pic>
            <p:nvPicPr>
              <p:cNvPr id="20" name="Ink 19">
                <a:extLst>
                  <a:ext uri="{FF2B5EF4-FFF2-40B4-BE49-F238E27FC236}">
                    <a16:creationId xmlns:a16="http://schemas.microsoft.com/office/drawing/2014/main" id="{AA49B5A3-C734-48D1-A78B-24C832E87492}"/>
                  </a:ext>
                </a:extLst>
              </p:cNvPr>
              <p:cNvPicPr/>
              <p:nvPr/>
            </p:nvPicPr>
            <p:blipFill>
              <a:blip r:embed="rId29"/>
              <a:stretch>
                <a:fillRect/>
              </a:stretch>
            </p:blipFill>
            <p:spPr>
              <a:xfrm>
                <a:off x="4701681" y="3921318"/>
                <a:ext cx="784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CF33538B-4976-481E-ADBF-293E4B232002}"/>
                  </a:ext>
                </a:extLst>
              </p14:cNvPr>
              <p14:cNvContentPartPr/>
              <p14:nvPr/>
            </p14:nvContentPartPr>
            <p14:xfrm>
              <a:off x="5663601" y="3862278"/>
              <a:ext cx="93960" cy="183960"/>
            </p14:xfrm>
          </p:contentPart>
        </mc:Choice>
        <mc:Fallback>
          <p:pic>
            <p:nvPicPr>
              <p:cNvPr id="21" name="Ink 20">
                <a:extLst>
                  <a:ext uri="{FF2B5EF4-FFF2-40B4-BE49-F238E27FC236}">
                    <a16:creationId xmlns:a16="http://schemas.microsoft.com/office/drawing/2014/main" id="{CF33538B-4976-481E-ADBF-293E4B232002}"/>
                  </a:ext>
                </a:extLst>
              </p:cNvPr>
              <p:cNvPicPr/>
              <p:nvPr/>
            </p:nvPicPr>
            <p:blipFill>
              <a:blip r:embed="rId31"/>
              <a:stretch>
                <a:fillRect/>
              </a:stretch>
            </p:blipFill>
            <p:spPr>
              <a:xfrm>
                <a:off x="5654961" y="3853638"/>
                <a:ext cx="11160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ACB51A10-7A55-4AA2-8BAB-3C4DFF840807}"/>
                  </a:ext>
                </a:extLst>
              </p14:cNvPr>
              <p14:cNvContentPartPr/>
              <p14:nvPr/>
            </p14:nvContentPartPr>
            <p14:xfrm>
              <a:off x="6372441" y="3788838"/>
              <a:ext cx="129600" cy="169920"/>
            </p14:xfrm>
          </p:contentPart>
        </mc:Choice>
        <mc:Fallback>
          <p:pic>
            <p:nvPicPr>
              <p:cNvPr id="22" name="Ink 21">
                <a:extLst>
                  <a:ext uri="{FF2B5EF4-FFF2-40B4-BE49-F238E27FC236}">
                    <a16:creationId xmlns:a16="http://schemas.microsoft.com/office/drawing/2014/main" id="{ACB51A10-7A55-4AA2-8BAB-3C4DFF840807}"/>
                  </a:ext>
                </a:extLst>
              </p:cNvPr>
              <p:cNvPicPr/>
              <p:nvPr/>
            </p:nvPicPr>
            <p:blipFill>
              <a:blip r:embed="rId33"/>
              <a:stretch>
                <a:fillRect/>
              </a:stretch>
            </p:blipFill>
            <p:spPr>
              <a:xfrm>
                <a:off x="6363801" y="3780198"/>
                <a:ext cx="147240" cy="187560"/>
              </a:xfrm>
              <a:prstGeom prst="rect">
                <a:avLst/>
              </a:prstGeom>
            </p:spPr>
          </p:pic>
        </mc:Fallback>
      </mc:AlternateContent>
      <p:grpSp>
        <p:nvGrpSpPr>
          <p:cNvPr id="25" name="Group 24">
            <a:extLst>
              <a:ext uri="{FF2B5EF4-FFF2-40B4-BE49-F238E27FC236}">
                <a16:creationId xmlns:a16="http://schemas.microsoft.com/office/drawing/2014/main" id="{7AB58C09-0846-4263-B2B3-C9C6375D6EB5}"/>
              </a:ext>
            </a:extLst>
          </p:cNvPr>
          <p:cNvGrpSpPr/>
          <p:nvPr/>
        </p:nvGrpSpPr>
        <p:grpSpPr>
          <a:xfrm>
            <a:off x="7129161" y="3767238"/>
            <a:ext cx="132840" cy="220320"/>
            <a:chOff x="7129161" y="3767238"/>
            <a:chExt cx="132840" cy="220320"/>
          </a:xfrm>
        </p:grpSpPr>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EB5DDE43-363E-4C68-9974-ED025A621DA3}"/>
                    </a:ext>
                  </a:extLst>
                </p14:cNvPr>
                <p14:cNvContentPartPr/>
                <p14:nvPr/>
              </p14:nvContentPartPr>
              <p14:xfrm>
                <a:off x="7129161" y="3806838"/>
                <a:ext cx="113400" cy="180720"/>
              </p14:xfrm>
            </p:contentPart>
          </mc:Choice>
          <mc:Fallback>
            <p:pic>
              <p:nvPicPr>
                <p:cNvPr id="23" name="Ink 22">
                  <a:extLst>
                    <a:ext uri="{FF2B5EF4-FFF2-40B4-BE49-F238E27FC236}">
                      <a16:creationId xmlns:a16="http://schemas.microsoft.com/office/drawing/2014/main" id="{EB5DDE43-363E-4C68-9974-ED025A621DA3}"/>
                    </a:ext>
                  </a:extLst>
                </p:cNvPr>
                <p:cNvPicPr/>
                <p:nvPr/>
              </p:nvPicPr>
              <p:blipFill>
                <a:blip r:embed="rId35"/>
                <a:stretch>
                  <a:fillRect/>
                </a:stretch>
              </p:blipFill>
              <p:spPr>
                <a:xfrm>
                  <a:off x="7120161" y="3797838"/>
                  <a:ext cx="13104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DCB30068-9745-4318-A73D-08771622FFB9}"/>
                    </a:ext>
                  </a:extLst>
                </p14:cNvPr>
                <p14:cNvContentPartPr/>
                <p14:nvPr/>
              </p14:nvContentPartPr>
              <p14:xfrm>
                <a:off x="7193961" y="3767238"/>
                <a:ext cx="68040" cy="49320"/>
              </p14:xfrm>
            </p:contentPart>
          </mc:Choice>
          <mc:Fallback>
            <p:pic>
              <p:nvPicPr>
                <p:cNvPr id="24" name="Ink 23">
                  <a:extLst>
                    <a:ext uri="{FF2B5EF4-FFF2-40B4-BE49-F238E27FC236}">
                      <a16:creationId xmlns:a16="http://schemas.microsoft.com/office/drawing/2014/main" id="{DCB30068-9745-4318-A73D-08771622FFB9}"/>
                    </a:ext>
                  </a:extLst>
                </p:cNvPr>
                <p:cNvPicPr/>
                <p:nvPr/>
              </p:nvPicPr>
              <p:blipFill>
                <a:blip r:embed="rId37"/>
                <a:stretch>
                  <a:fillRect/>
                </a:stretch>
              </p:blipFill>
              <p:spPr>
                <a:xfrm>
                  <a:off x="7184961" y="3758238"/>
                  <a:ext cx="85680" cy="66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CEFB276F-734B-4BE8-AD4B-1345FAEA77BE}"/>
                  </a:ext>
                </a:extLst>
              </p14:cNvPr>
              <p14:cNvContentPartPr/>
              <p14:nvPr/>
            </p14:nvContentPartPr>
            <p14:xfrm>
              <a:off x="2593881" y="2844558"/>
              <a:ext cx="196560" cy="224640"/>
            </p14:xfrm>
          </p:contentPart>
        </mc:Choice>
        <mc:Fallback>
          <p:pic>
            <p:nvPicPr>
              <p:cNvPr id="26" name="Ink 25">
                <a:extLst>
                  <a:ext uri="{FF2B5EF4-FFF2-40B4-BE49-F238E27FC236}">
                    <a16:creationId xmlns:a16="http://schemas.microsoft.com/office/drawing/2014/main" id="{CEFB276F-734B-4BE8-AD4B-1345FAEA77BE}"/>
                  </a:ext>
                </a:extLst>
              </p:cNvPr>
              <p:cNvPicPr/>
              <p:nvPr/>
            </p:nvPicPr>
            <p:blipFill>
              <a:blip r:embed="rId39"/>
              <a:stretch>
                <a:fillRect/>
              </a:stretch>
            </p:blipFill>
            <p:spPr>
              <a:xfrm>
                <a:off x="2584881" y="2835918"/>
                <a:ext cx="21420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EC9E9F6E-D61F-4A21-AFCA-1C400B372D32}"/>
                  </a:ext>
                </a:extLst>
              </p14:cNvPr>
              <p14:cNvContentPartPr/>
              <p14:nvPr/>
            </p14:nvContentPartPr>
            <p14:xfrm>
              <a:off x="5213961" y="2892438"/>
              <a:ext cx="134640" cy="160560"/>
            </p14:xfrm>
          </p:contentPart>
        </mc:Choice>
        <mc:Fallback>
          <p:pic>
            <p:nvPicPr>
              <p:cNvPr id="27" name="Ink 26">
                <a:extLst>
                  <a:ext uri="{FF2B5EF4-FFF2-40B4-BE49-F238E27FC236}">
                    <a16:creationId xmlns:a16="http://schemas.microsoft.com/office/drawing/2014/main" id="{EC9E9F6E-D61F-4A21-AFCA-1C400B372D32}"/>
                  </a:ext>
                </a:extLst>
              </p:cNvPr>
              <p:cNvPicPr/>
              <p:nvPr/>
            </p:nvPicPr>
            <p:blipFill>
              <a:blip r:embed="rId41"/>
              <a:stretch>
                <a:fillRect/>
              </a:stretch>
            </p:blipFill>
            <p:spPr>
              <a:xfrm>
                <a:off x="5205321" y="2883438"/>
                <a:ext cx="1522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A7B72209-1329-4F94-9DEC-E82812F98E75}"/>
                  </a:ext>
                </a:extLst>
              </p14:cNvPr>
              <p14:cNvContentPartPr/>
              <p14:nvPr/>
            </p14:nvContentPartPr>
            <p14:xfrm>
              <a:off x="6074001" y="2853198"/>
              <a:ext cx="204480" cy="153360"/>
            </p14:xfrm>
          </p:contentPart>
        </mc:Choice>
        <mc:Fallback>
          <p:pic>
            <p:nvPicPr>
              <p:cNvPr id="28" name="Ink 27">
                <a:extLst>
                  <a:ext uri="{FF2B5EF4-FFF2-40B4-BE49-F238E27FC236}">
                    <a16:creationId xmlns:a16="http://schemas.microsoft.com/office/drawing/2014/main" id="{A7B72209-1329-4F94-9DEC-E82812F98E75}"/>
                  </a:ext>
                </a:extLst>
              </p:cNvPr>
              <p:cNvPicPr/>
              <p:nvPr/>
            </p:nvPicPr>
            <p:blipFill>
              <a:blip r:embed="rId43"/>
              <a:stretch>
                <a:fillRect/>
              </a:stretch>
            </p:blipFill>
            <p:spPr>
              <a:xfrm>
                <a:off x="6065361" y="2844198"/>
                <a:ext cx="22212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E33CB33D-FBD8-44EF-9C14-B61C89D62256}"/>
                  </a:ext>
                </a:extLst>
              </p14:cNvPr>
              <p14:cNvContentPartPr/>
              <p14:nvPr/>
            </p14:nvContentPartPr>
            <p14:xfrm>
              <a:off x="5122161" y="1695438"/>
              <a:ext cx="235080" cy="308880"/>
            </p14:xfrm>
          </p:contentPart>
        </mc:Choice>
        <mc:Fallback>
          <p:pic>
            <p:nvPicPr>
              <p:cNvPr id="29" name="Ink 28">
                <a:extLst>
                  <a:ext uri="{FF2B5EF4-FFF2-40B4-BE49-F238E27FC236}">
                    <a16:creationId xmlns:a16="http://schemas.microsoft.com/office/drawing/2014/main" id="{E33CB33D-FBD8-44EF-9C14-B61C89D62256}"/>
                  </a:ext>
                </a:extLst>
              </p:cNvPr>
              <p:cNvPicPr/>
              <p:nvPr/>
            </p:nvPicPr>
            <p:blipFill>
              <a:blip r:embed="rId45"/>
              <a:stretch>
                <a:fillRect/>
              </a:stretch>
            </p:blipFill>
            <p:spPr>
              <a:xfrm>
                <a:off x="5113521" y="1686438"/>
                <a:ext cx="252720" cy="32652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minimax">
            <a:extLst>
              <a:ext uri="{FF2B5EF4-FFF2-40B4-BE49-F238E27FC236}">
                <a16:creationId xmlns:a16="http://schemas.microsoft.com/office/drawing/2014/main" id="{5D75EBAC-C50D-35EC-2775-E246FD0A3C6C}"/>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019175" y="1993372"/>
            <a:ext cx="7337425" cy="3643312"/>
          </a:xfrm>
          <a:noFill/>
        </p:spPr>
      </p:pic>
      <p:sp>
        <p:nvSpPr>
          <p:cNvPr id="31748" name="Text Box 4">
            <a:extLst>
              <a:ext uri="{FF2B5EF4-FFF2-40B4-BE49-F238E27FC236}">
                <a16:creationId xmlns:a16="http://schemas.microsoft.com/office/drawing/2014/main" id="{8A55409B-1132-D974-3127-BCC794C530D6}"/>
              </a:ext>
            </a:extLst>
          </p:cNvPr>
          <p:cNvSpPr txBox="1">
            <a:spLocks noChangeArrowheads="1"/>
          </p:cNvSpPr>
          <p:nvPr/>
        </p:nvSpPr>
        <p:spPr bwMode="auto">
          <a:xfrm>
            <a:off x="2500313" y="412696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3</a:t>
            </a:r>
          </a:p>
        </p:txBody>
      </p:sp>
      <p:sp>
        <p:nvSpPr>
          <p:cNvPr id="31749" name="Text Box 5">
            <a:extLst>
              <a:ext uri="{FF2B5EF4-FFF2-40B4-BE49-F238E27FC236}">
                <a16:creationId xmlns:a16="http://schemas.microsoft.com/office/drawing/2014/main" id="{CD84271C-FCB8-073C-7F2A-F4F985FC0869}"/>
              </a:ext>
            </a:extLst>
          </p:cNvPr>
          <p:cNvSpPr txBox="1">
            <a:spLocks noChangeArrowheads="1"/>
          </p:cNvSpPr>
          <p:nvPr/>
        </p:nvSpPr>
        <p:spPr bwMode="auto">
          <a:xfrm>
            <a:off x="3503613" y="412696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9</a:t>
            </a:r>
          </a:p>
        </p:txBody>
      </p:sp>
      <p:sp>
        <p:nvSpPr>
          <p:cNvPr id="31750" name="Text Box 6">
            <a:extLst>
              <a:ext uri="{FF2B5EF4-FFF2-40B4-BE49-F238E27FC236}">
                <a16:creationId xmlns:a16="http://schemas.microsoft.com/office/drawing/2014/main" id="{34B81F14-7AA3-344E-B584-1BAA5F8933CD}"/>
              </a:ext>
            </a:extLst>
          </p:cNvPr>
          <p:cNvSpPr txBox="1">
            <a:spLocks noChangeArrowheads="1"/>
          </p:cNvSpPr>
          <p:nvPr/>
        </p:nvSpPr>
        <p:spPr bwMode="auto">
          <a:xfrm>
            <a:off x="4480719" y="412696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0</a:t>
            </a:r>
          </a:p>
        </p:txBody>
      </p:sp>
      <p:sp>
        <p:nvSpPr>
          <p:cNvPr id="31751" name="Text Box 7">
            <a:extLst>
              <a:ext uri="{FF2B5EF4-FFF2-40B4-BE49-F238E27FC236}">
                <a16:creationId xmlns:a16="http://schemas.microsoft.com/office/drawing/2014/main" id="{BA848452-F074-B408-7F2F-5B9B3D7FD0DE}"/>
              </a:ext>
            </a:extLst>
          </p:cNvPr>
          <p:cNvSpPr txBox="1">
            <a:spLocks noChangeArrowheads="1"/>
          </p:cNvSpPr>
          <p:nvPr/>
        </p:nvSpPr>
        <p:spPr bwMode="auto">
          <a:xfrm>
            <a:off x="5488651" y="413755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7</a:t>
            </a:r>
          </a:p>
        </p:txBody>
      </p:sp>
      <p:sp>
        <p:nvSpPr>
          <p:cNvPr id="31752" name="Text Box 8">
            <a:extLst>
              <a:ext uri="{FF2B5EF4-FFF2-40B4-BE49-F238E27FC236}">
                <a16:creationId xmlns:a16="http://schemas.microsoft.com/office/drawing/2014/main" id="{789BA310-0E84-18AB-1A4A-26F20F94386A}"/>
              </a:ext>
            </a:extLst>
          </p:cNvPr>
          <p:cNvSpPr txBox="1">
            <a:spLocks noChangeArrowheads="1"/>
          </p:cNvSpPr>
          <p:nvPr/>
        </p:nvSpPr>
        <p:spPr bwMode="auto">
          <a:xfrm>
            <a:off x="6500218" y="412696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2</a:t>
            </a:r>
          </a:p>
        </p:txBody>
      </p:sp>
      <p:sp>
        <p:nvSpPr>
          <p:cNvPr id="31753" name="Text Box 9">
            <a:extLst>
              <a:ext uri="{FF2B5EF4-FFF2-40B4-BE49-F238E27FC236}">
                <a16:creationId xmlns:a16="http://schemas.microsoft.com/office/drawing/2014/main" id="{1494EBF6-2053-2F3B-2FB7-DA1BCF859951}"/>
              </a:ext>
            </a:extLst>
          </p:cNvPr>
          <p:cNvSpPr txBox="1">
            <a:spLocks noChangeArrowheads="1"/>
          </p:cNvSpPr>
          <p:nvPr/>
        </p:nvSpPr>
        <p:spPr bwMode="auto">
          <a:xfrm>
            <a:off x="7476167" y="4122734"/>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Times New Roman" panose="02020603050405020304" pitchFamily="18" charset="0"/>
              </a:rPr>
              <a:t>6</a:t>
            </a:r>
          </a:p>
        </p:txBody>
      </p:sp>
      <p:sp>
        <p:nvSpPr>
          <p:cNvPr id="31754" name="Line 10">
            <a:extLst>
              <a:ext uri="{FF2B5EF4-FFF2-40B4-BE49-F238E27FC236}">
                <a16:creationId xmlns:a16="http://schemas.microsoft.com/office/drawing/2014/main" id="{6B2006BD-A4D6-5ABD-9FED-A164E63600B9}"/>
              </a:ext>
            </a:extLst>
          </p:cNvPr>
          <p:cNvSpPr>
            <a:spLocks noChangeShapeType="1"/>
          </p:cNvSpPr>
          <p:nvPr/>
        </p:nvSpPr>
        <p:spPr bwMode="auto">
          <a:xfrm flipV="1">
            <a:off x="2815432" y="4493682"/>
            <a:ext cx="0" cy="685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5" name="Line 11">
            <a:extLst>
              <a:ext uri="{FF2B5EF4-FFF2-40B4-BE49-F238E27FC236}">
                <a16:creationId xmlns:a16="http://schemas.microsoft.com/office/drawing/2014/main" id="{4C78CABE-1071-1805-2355-8D3CD0F62BFE}"/>
              </a:ext>
            </a:extLst>
          </p:cNvPr>
          <p:cNvSpPr>
            <a:spLocks noChangeShapeType="1"/>
          </p:cNvSpPr>
          <p:nvPr/>
        </p:nvSpPr>
        <p:spPr bwMode="auto">
          <a:xfrm flipH="1" flipV="1">
            <a:off x="3815557" y="4422245"/>
            <a:ext cx="2286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6" name="Line 12">
            <a:extLst>
              <a:ext uri="{FF2B5EF4-FFF2-40B4-BE49-F238E27FC236}">
                <a16:creationId xmlns:a16="http://schemas.microsoft.com/office/drawing/2014/main" id="{201EBEA6-9000-F54F-BDD1-9E402FD5D971}"/>
              </a:ext>
            </a:extLst>
          </p:cNvPr>
          <p:cNvSpPr>
            <a:spLocks noChangeShapeType="1"/>
          </p:cNvSpPr>
          <p:nvPr/>
        </p:nvSpPr>
        <p:spPr bwMode="auto">
          <a:xfrm flipV="1">
            <a:off x="4772819" y="4422245"/>
            <a:ext cx="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7" name="Line 13">
            <a:extLst>
              <a:ext uri="{FF2B5EF4-FFF2-40B4-BE49-F238E27FC236}">
                <a16:creationId xmlns:a16="http://schemas.microsoft.com/office/drawing/2014/main" id="{33328799-9542-17B2-724F-755DC98FC688}"/>
              </a:ext>
            </a:extLst>
          </p:cNvPr>
          <p:cNvSpPr>
            <a:spLocks noChangeShapeType="1"/>
          </p:cNvSpPr>
          <p:nvPr/>
        </p:nvSpPr>
        <p:spPr bwMode="auto">
          <a:xfrm flipH="1" flipV="1">
            <a:off x="5774532" y="4431770"/>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8" name="Line 14">
            <a:extLst>
              <a:ext uri="{FF2B5EF4-FFF2-40B4-BE49-F238E27FC236}">
                <a16:creationId xmlns:a16="http://schemas.microsoft.com/office/drawing/2014/main" id="{72CF4B43-B27B-AA7D-DBD2-855B090BF762}"/>
              </a:ext>
            </a:extLst>
          </p:cNvPr>
          <p:cNvSpPr>
            <a:spLocks noChangeShapeType="1"/>
          </p:cNvSpPr>
          <p:nvPr/>
        </p:nvSpPr>
        <p:spPr bwMode="auto">
          <a:xfrm flipV="1">
            <a:off x="6458744" y="4493682"/>
            <a:ext cx="71438" cy="571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9" name="Line 15">
            <a:extLst>
              <a:ext uri="{FF2B5EF4-FFF2-40B4-BE49-F238E27FC236}">
                <a16:creationId xmlns:a16="http://schemas.microsoft.com/office/drawing/2014/main" id="{82CF628B-7E5B-5958-41F9-CD497325B3B9}"/>
              </a:ext>
            </a:extLst>
          </p:cNvPr>
          <p:cNvSpPr>
            <a:spLocks noChangeShapeType="1"/>
          </p:cNvSpPr>
          <p:nvPr/>
        </p:nvSpPr>
        <p:spPr bwMode="auto">
          <a:xfrm flipH="1" flipV="1">
            <a:off x="6815932" y="4422245"/>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0" name="Line 16">
            <a:extLst>
              <a:ext uri="{FF2B5EF4-FFF2-40B4-BE49-F238E27FC236}">
                <a16:creationId xmlns:a16="http://schemas.microsoft.com/office/drawing/2014/main" id="{37AA0B30-94CE-AE4C-4E0F-34BB720E6A98}"/>
              </a:ext>
            </a:extLst>
          </p:cNvPr>
          <p:cNvSpPr>
            <a:spLocks noChangeShapeType="1"/>
          </p:cNvSpPr>
          <p:nvPr/>
        </p:nvSpPr>
        <p:spPr bwMode="auto">
          <a:xfrm flipV="1">
            <a:off x="7387432" y="4422245"/>
            <a:ext cx="142875" cy="5000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1" name="Line 17">
            <a:extLst>
              <a:ext uri="{FF2B5EF4-FFF2-40B4-BE49-F238E27FC236}">
                <a16:creationId xmlns:a16="http://schemas.microsoft.com/office/drawing/2014/main" id="{98660733-0953-357A-7D67-C0B85D485AB8}"/>
              </a:ext>
            </a:extLst>
          </p:cNvPr>
          <p:cNvSpPr>
            <a:spLocks noChangeShapeType="1"/>
          </p:cNvSpPr>
          <p:nvPr/>
        </p:nvSpPr>
        <p:spPr bwMode="auto">
          <a:xfrm flipH="1" flipV="1">
            <a:off x="7801769" y="4422245"/>
            <a:ext cx="300038"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2" name="Line 18">
            <a:extLst>
              <a:ext uri="{FF2B5EF4-FFF2-40B4-BE49-F238E27FC236}">
                <a16:creationId xmlns:a16="http://schemas.microsoft.com/office/drawing/2014/main" id="{DA681F77-44C5-2A6F-E83B-CA5A8278BF73}"/>
              </a:ext>
            </a:extLst>
          </p:cNvPr>
          <p:cNvSpPr>
            <a:spLocks noChangeShapeType="1"/>
          </p:cNvSpPr>
          <p:nvPr/>
        </p:nvSpPr>
        <p:spPr bwMode="auto">
          <a:xfrm flipV="1">
            <a:off x="3315494" y="4493682"/>
            <a:ext cx="214313"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3" name="Line 19">
            <a:extLst>
              <a:ext uri="{FF2B5EF4-FFF2-40B4-BE49-F238E27FC236}">
                <a16:creationId xmlns:a16="http://schemas.microsoft.com/office/drawing/2014/main" id="{5D15088C-9201-24CD-A011-9384FD336445}"/>
              </a:ext>
            </a:extLst>
          </p:cNvPr>
          <p:cNvSpPr>
            <a:spLocks noChangeShapeType="1"/>
          </p:cNvSpPr>
          <p:nvPr/>
        </p:nvSpPr>
        <p:spPr bwMode="auto">
          <a:xfrm flipV="1">
            <a:off x="2017186" y="4422245"/>
            <a:ext cx="469633" cy="66622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4" name="Line 20">
            <a:extLst>
              <a:ext uri="{FF2B5EF4-FFF2-40B4-BE49-F238E27FC236}">
                <a16:creationId xmlns:a16="http://schemas.microsoft.com/office/drawing/2014/main" id="{21B48AC5-929C-2AF6-6064-D67B8933C277}"/>
              </a:ext>
            </a:extLst>
          </p:cNvPr>
          <p:cNvSpPr>
            <a:spLocks noChangeShapeType="1"/>
          </p:cNvSpPr>
          <p:nvPr/>
        </p:nvSpPr>
        <p:spPr bwMode="auto">
          <a:xfrm flipV="1">
            <a:off x="5306219" y="4493682"/>
            <a:ext cx="223838"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 name="TextBox 1">
            <a:extLst>
              <a:ext uri="{FF2B5EF4-FFF2-40B4-BE49-F238E27FC236}">
                <a16:creationId xmlns:a16="http://schemas.microsoft.com/office/drawing/2014/main" id="{77D97C3F-30DA-BE69-E8EA-12D16FDFEE8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descr="minimax">
            <a:extLst>
              <a:ext uri="{FF2B5EF4-FFF2-40B4-BE49-F238E27FC236}">
                <a16:creationId xmlns:a16="http://schemas.microsoft.com/office/drawing/2014/main" id="{9D93AD14-F7A5-B29B-9512-1EEA2BA6858F}"/>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903287" y="1942571"/>
            <a:ext cx="7337425" cy="3643312"/>
          </a:xfrm>
          <a:noFill/>
        </p:spPr>
      </p:pic>
      <p:sp>
        <p:nvSpPr>
          <p:cNvPr id="33796" name="Text Box 4">
            <a:extLst>
              <a:ext uri="{FF2B5EF4-FFF2-40B4-BE49-F238E27FC236}">
                <a16:creationId xmlns:a16="http://schemas.microsoft.com/office/drawing/2014/main" id="{DF929B5C-8730-62AA-1057-6AA4427B8C73}"/>
              </a:ext>
            </a:extLst>
          </p:cNvPr>
          <p:cNvSpPr txBox="1">
            <a:spLocks noChangeArrowheads="1"/>
          </p:cNvSpPr>
          <p:nvPr/>
        </p:nvSpPr>
        <p:spPr bwMode="auto">
          <a:xfrm>
            <a:off x="2390775" y="4080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3</a:t>
            </a:r>
          </a:p>
        </p:txBody>
      </p:sp>
      <p:sp>
        <p:nvSpPr>
          <p:cNvPr id="33797" name="Text Box 5">
            <a:extLst>
              <a:ext uri="{FF2B5EF4-FFF2-40B4-BE49-F238E27FC236}">
                <a16:creationId xmlns:a16="http://schemas.microsoft.com/office/drawing/2014/main" id="{D170C280-0F3C-2CB3-D3B1-33ECACFD9B3A}"/>
              </a:ext>
            </a:extLst>
          </p:cNvPr>
          <p:cNvSpPr txBox="1">
            <a:spLocks noChangeArrowheads="1"/>
          </p:cNvSpPr>
          <p:nvPr/>
        </p:nvSpPr>
        <p:spPr bwMode="auto">
          <a:xfrm>
            <a:off x="3394075" y="407140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9</a:t>
            </a:r>
          </a:p>
        </p:txBody>
      </p:sp>
      <p:sp>
        <p:nvSpPr>
          <p:cNvPr id="33798" name="Text Box 6">
            <a:extLst>
              <a:ext uri="{FF2B5EF4-FFF2-40B4-BE49-F238E27FC236}">
                <a16:creationId xmlns:a16="http://schemas.microsoft.com/office/drawing/2014/main" id="{3DE8C958-DC5B-2E74-25C6-64FF67B5FACB}"/>
              </a:ext>
            </a:extLst>
          </p:cNvPr>
          <p:cNvSpPr txBox="1">
            <a:spLocks noChangeArrowheads="1"/>
          </p:cNvSpPr>
          <p:nvPr/>
        </p:nvSpPr>
        <p:spPr bwMode="auto">
          <a:xfrm>
            <a:off x="4405312" y="4080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0</a:t>
            </a:r>
          </a:p>
        </p:txBody>
      </p:sp>
      <p:sp>
        <p:nvSpPr>
          <p:cNvPr id="33799" name="Text Box 7">
            <a:extLst>
              <a:ext uri="{FF2B5EF4-FFF2-40B4-BE49-F238E27FC236}">
                <a16:creationId xmlns:a16="http://schemas.microsoft.com/office/drawing/2014/main" id="{D1AF7E24-8784-1F15-7C3A-AE779B4E2BBD}"/>
              </a:ext>
            </a:extLst>
          </p:cNvPr>
          <p:cNvSpPr txBox="1">
            <a:spLocks noChangeArrowheads="1"/>
          </p:cNvSpPr>
          <p:nvPr/>
        </p:nvSpPr>
        <p:spPr bwMode="auto">
          <a:xfrm>
            <a:off x="5395912" y="4080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7</a:t>
            </a:r>
          </a:p>
        </p:txBody>
      </p:sp>
      <p:sp>
        <p:nvSpPr>
          <p:cNvPr id="33800" name="Text Box 8">
            <a:extLst>
              <a:ext uri="{FF2B5EF4-FFF2-40B4-BE49-F238E27FC236}">
                <a16:creationId xmlns:a16="http://schemas.microsoft.com/office/drawing/2014/main" id="{0BA013C9-16E3-9E97-FD63-868D525231C2}"/>
              </a:ext>
            </a:extLst>
          </p:cNvPr>
          <p:cNvSpPr txBox="1">
            <a:spLocks noChangeArrowheads="1"/>
          </p:cNvSpPr>
          <p:nvPr/>
        </p:nvSpPr>
        <p:spPr bwMode="auto">
          <a:xfrm>
            <a:off x="6399212" y="407140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2</a:t>
            </a:r>
          </a:p>
        </p:txBody>
      </p:sp>
      <p:sp>
        <p:nvSpPr>
          <p:cNvPr id="33801" name="Text Box 9">
            <a:extLst>
              <a:ext uri="{FF2B5EF4-FFF2-40B4-BE49-F238E27FC236}">
                <a16:creationId xmlns:a16="http://schemas.microsoft.com/office/drawing/2014/main" id="{0C4355CB-D04D-047E-3F4F-5E18E45A2C90}"/>
              </a:ext>
            </a:extLst>
          </p:cNvPr>
          <p:cNvSpPr txBox="1">
            <a:spLocks noChangeArrowheads="1"/>
          </p:cNvSpPr>
          <p:nvPr/>
        </p:nvSpPr>
        <p:spPr bwMode="auto">
          <a:xfrm>
            <a:off x="7378700" y="4080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6</a:t>
            </a:r>
          </a:p>
        </p:txBody>
      </p:sp>
      <p:sp>
        <p:nvSpPr>
          <p:cNvPr id="33802" name="Line 10">
            <a:extLst>
              <a:ext uri="{FF2B5EF4-FFF2-40B4-BE49-F238E27FC236}">
                <a16:creationId xmlns:a16="http://schemas.microsoft.com/office/drawing/2014/main" id="{0F5784C5-C442-0FD0-379E-159E6BD7B8FF}"/>
              </a:ext>
            </a:extLst>
          </p:cNvPr>
          <p:cNvSpPr>
            <a:spLocks noChangeShapeType="1"/>
          </p:cNvSpPr>
          <p:nvPr/>
        </p:nvSpPr>
        <p:spPr bwMode="auto">
          <a:xfrm flipV="1">
            <a:off x="2676525" y="4442883"/>
            <a:ext cx="0" cy="685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3" name="Line 11">
            <a:extLst>
              <a:ext uri="{FF2B5EF4-FFF2-40B4-BE49-F238E27FC236}">
                <a16:creationId xmlns:a16="http://schemas.microsoft.com/office/drawing/2014/main" id="{B1E16417-E8E8-4757-A831-421F6EC64833}"/>
              </a:ext>
            </a:extLst>
          </p:cNvPr>
          <p:cNvSpPr>
            <a:spLocks noChangeShapeType="1"/>
          </p:cNvSpPr>
          <p:nvPr/>
        </p:nvSpPr>
        <p:spPr bwMode="auto">
          <a:xfrm flipH="1" flipV="1">
            <a:off x="3676650" y="4371446"/>
            <a:ext cx="2286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4" name="Line 12">
            <a:extLst>
              <a:ext uri="{FF2B5EF4-FFF2-40B4-BE49-F238E27FC236}">
                <a16:creationId xmlns:a16="http://schemas.microsoft.com/office/drawing/2014/main" id="{462B1111-7CA6-5FAA-238C-E0FEC4FA400E}"/>
              </a:ext>
            </a:extLst>
          </p:cNvPr>
          <p:cNvSpPr>
            <a:spLocks noChangeShapeType="1"/>
          </p:cNvSpPr>
          <p:nvPr/>
        </p:nvSpPr>
        <p:spPr bwMode="auto">
          <a:xfrm flipV="1">
            <a:off x="4633912" y="4371446"/>
            <a:ext cx="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5" name="Line 13">
            <a:extLst>
              <a:ext uri="{FF2B5EF4-FFF2-40B4-BE49-F238E27FC236}">
                <a16:creationId xmlns:a16="http://schemas.microsoft.com/office/drawing/2014/main" id="{33DE683A-4D82-149A-784B-C6F1536B421B}"/>
              </a:ext>
            </a:extLst>
          </p:cNvPr>
          <p:cNvSpPr>
            <a:spLocks noChangeShapeType="1"/>
          </p:cNvSpPr>
          <p:nvPr/>
        </p:nvSpPr>
        <p:spPr bwMode="auto">
          <a:xfrm flipH="1" flipV="1">
            <a:off x="5635625" y="4380971"/>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6" name="Line 14">
            <a:extLst>
              <a:ext uri="{FF2B5EF4-FFF2-40B4-BE49-F238E27FC236}">
                <a16:creationId xmlns:a16="http://schemas.microsoft.com/office/drawing/2014/main" id="{C2FA478F-93EC-C913-14A1-E5DED051635D}"/>
              </a:ext>
            </a:extLst>
          </p:cNvPr>
          <p:cNvSpPr>
            <a:spLocks noChangeShapeType="1"/>
          </p:cNvSpPr>
          <p:nvPr/>
        </p:nvSpPr>
        <p:spPr bwMode="auto">
          <a:xfrm flipV="1">
            <a:off x="6319837" y="4442883"/>
            <a:ext cx="71438" cy="571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7" name="Line 15">
            <a:extLst>
              <a:ext uri="{FF2B5EF4-FFF2-40B4-BE49-F238E27FC236}">
                <a16:creationId xmlns:a16="http://schemas.microsoft.com/office/drawing/2014/main" id="{27B28088-3BF9-7E57-7774-3B1871F48B43}"/>
              </a:ext>
            </a:extLst>
          </p:cNvPr>
          <p:cNvSpPr>
            <a:spLocks noChangeShapeType="1"/>
          </p:cNvSpPr>
          <p:nvPr/>
        </p:nvSpPr>
        <p:spPr bwMode="auto">
          <a:xfrm flipH="1" flipV="1">
            <a:off x="6677025" y="4371446"/>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8" name="Line 16">
            <a:extLst>
              <a:ext uri="{FF2B5EF4-FFF2-40B4-BE49-F238E27FC236}">
                <a16:creationId xmlns:a16="http://schemas.microsoft.com/office/drawing/2014/main" id="{29AF67DB-CBE6-2E45-1D85-24AF38155223}"/>
              </a:ext>
            </a:extLst>
          </p:cNvPr>
          <p:cNvSpPr>
            <a:spLocks noChangeShapeType="1"/>
          </p:cNvSpPr>
          <p:nvPr/>
        </p:nvSpPr>
        <p:spPr bwMode="auto">
          <a:xfrm flipV="1">
            <a:off x="7248525" y="4371446"/>
            <a:ext cx="142875" cy="5000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9" name="Line 17">
            <a:extLst>
              <a:ext uri="{FF2B5EF4-FFF2-40B4-BE49-F238E27FC236}">
                <a16:creationId xmlns:a16="http://schemas.microsoft.com/office/drawing/2014/main" id="{9673E4DB-B6C0-E509-7C49-F659D4CB2600}"/>
              </a:ext>
            </a:extLst>
          </p:cNvPr>
          <p:cNvSpPr>
            <a:spLocks noChangeShapeType="1"/>
          </p:cNvSpPr>
          <p:nvPr/>
        </p:nvSpPr>
        <p:spPr bwMode="auto">
          <a:xfrm flipH="1" flipV="1">
            <a:off x="7662862" y="4371446"/>
            <a:ext cx="300038"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0" name="Line 18">
            <a:extLst>
              <a:ext uri="{FF2B5EF4-FFF2-40B4-BE49-F238E27FC236}">
                <a16:creationId xmlns:a16="http://schemas.microsoft.com/office/drawing/2014/main" id="{0BFC3957-207A-0D2B-D814-727B37E9AB6D}"/>
              </a:ext>
            </a:extLst>
          </p:cNvPr>
          <p:cNvSpPr>
            <a:spLocks noChangeShapeType="1"/>
          </p:cNvSpPr>
          <p:nvPr/>
        </p:nvSpPr>
        <p:spPr bwMode="auto">
          <a:xfrm flipV="1">
            <a:off x="3176587" y="4442883"/>
            <a:ext cx="214313"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1" name="Line 19">
            <a:extLst>
              <a:ext uri="{FF2B5EF4-FFF2-40B4-BE49-F238E27FC236}">
                <a16:creationId xmlns:a16="http://schemas.microsoft.com/office/drawing/2014/main" id="{BE40A0BA-92E1-B0E5-C46A-986B82A670A6}"/>
              </a:ext>
            </a:extLst>
          </p:cNvPr>
          <p:cNvSpPr>
            <a:spLocks noChangeShapeType="1"/>
          </p:cNvSpPr>
          <p:nvPr/>
        </p:nvSpPr>
        <p:spPr bwMode="auto">
          <a:xfrm flipV="1">
            <a:off x="1890712" y="4371446"/>
            <a:ext cx="4572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2" name="Line 20">
            <a:extLst>
              <a:ext uri="{FF2B5EF4-FFF2-40B4-BE49-F238E27FC236}">
                <a16:creationId xmlns:a16="http://schemas.microsoft.com/office/drawing/2014/main" id="{C1758FF1-684D-515C-FF8C-FFB282E42945}"/>
              </a:ext>
            </a:extLst>
          </p:cNvPr>
          <p:cNvSpPr>
            <a:spLocks noChangeShapeType="1"/>
          </p:cNvSpPr>
          <p:nvPr/>
        </p:nvSpPr>
        <p:spPr bwMode="auto">
          <a:xfrm flipV="1">
            <a:off x="5167312" y="4442883"/>
            <a:ext cx="223838"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4" name="Line 19">
            <a:extLst>
              <a:ext uri="{FF2B5EF4-FFF2-40B4-BE49-F238E27FC236}">
                <a16:creationId xmlns:a16="http://schemas.microsoft.com/office/drawing/2014/main" id="{5F0D8F0E-FAAF-5E1E-9642-2C53F78A6F13}"/>
              </a:ext>
            </a:extLst>
          </p:cNvPr>
          <p:cNvSpPr>
            <a:spLocks noChangeShapeType="1"/>
          </p:cNvSpPr>
          <p:nvPr/>
        </p:nvSpPr>
        <p:spPr bwMode="auto">
          <a:xfrm flipV="1">
            <a:off x="2462212" y="3371321"/>
            <a:ext cx="428625" cy="571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5" name="Line 11">
            <a:extLst>
              <a:ext uri="{FF2B5EF4-FFF2-40B4-BE49-F238E27FC236}">
                <a16:creationId xmlns:a16="http://schemas.microsoft.com/office/drawing/2014/main" id="{E595BCA3-5811-796F-D843-CB1FD82876EC}"/>
              </a:ext>
            </a:extLst>
          </p:cNvPr>
          <p:cNvSpPr>
            <a:spLocks noChangeShapeType="1"/>
          </p:cNvSpPr>
          <p:nvPr/>
        </p:nvSpPr>
        <p:spPr bwMode="auto">
          <a:xfrm flipH="1" flipV="1">
            <a:off x="3176587" y="3371321"/>
            <a:ext cx="428625"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6" name="Line 18">
            <a:extLst>
              <a:ext uri="{FF2B5EF4-FFF2-40B4-BE49-F238E27FC236}">
                <a16:creationId xmlns:a16="http://schemas.microsoft.com/office/drawing/2014/main" id="{C5B587B4-3144-0D08-B70E-D488C2E3AEC2}"/>
              </a:ext>
            </a:extLst>
          </p:cNvPr>
          <p:cNvSpPr>
            <a:spLocks noChangeShapeType="1"/>
          </p:cNvSpPr>
          <p:nvPr/>
        </p:nvSpPr>
        <p:spPr bwMode="auto">
          <a:xfrm flipV="1">
            <a:off x="4513262" y="3442758"/>
            <a:ext cx="377825" cy="5810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7" name="Line 12">
            <a:extLst>
              <a:ext uri="{FF2B5EF4-FFF2-40B4-BE49-F238E27FC236}">
                <a16:creationId xmlns:a16="http://schemas.microsoft.com/office/drawing/2014/main" id="{092783EC-3C9C-E82B-06C4-C909E3C64EA0}"/>
              </a:ext>
            </a:extLst>
          </p:cNvPr>
          <p:cNvSpPr>
            <a:spLocks noChangeShapeType="1"/>
          </p:cNvSpPr>
          <p:nvPr/>
        </p:nvSpPr>
        <p:spPr bwMode="auto">
          <a:xfrm flipH="1" flipV="1">
            <a:off x="5176837" y="3371321"/>
            <a:ext cx="500063"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8" name="Line 12">
            <a:extLst>
              <a:ext uri="{FF2B5EF4-FFF2-40B4-BE49-F238E27FC236}">
                <a16:creationId xmlns:a16="http://schemas.microsoft.com/office/drawing/2014/main" id="{E4A9CE0D-A14F-58F7-33E2-68AA0BF27F1A}"/>
              </a:ext>
            </a:extLst>
          </p:cNvPr>
          <p:cNvSpPr>
            <a:spLocks noChangeShapeType="1"/>
          </p:cNvSpPr>
          <p:nvPr/>
        </p:nvSpPr>
        <p:spPr bwMode="auto">
          <a:xfrm flipH="1" flipV="1">
            <a:off x="7177087" y="3371321"/>
            <a:ext cx="500063"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19" name="Line 18">
            <a:extLst>
              <a:ext uri="{FF2B5EF4-FFF2-40B4-BE49-F238E27FC236}">
                <a16:creationId xmlns:a16="http://schemas.microsoft.com/office/drawing/2014/main" id="{7DA6FCC7-2F34-89E9-9B99-E46FF835F1A3}"/>
              </a:ext>
            </a:extLst>
          </p:cNvPr>
          <p:cNvSpPr>
            <a:spLocks noChangeShapeType="1"/>
          </p:cNvSpPr>
          <p:nvPr/>
        </p:nvSpPr>
        <p:spPr bwMode="auto">
          <a:xfrm flipV="1">
            <a:off x="6492875" y="3412596"/>
            <a:ext cx="377825" cy="5810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20" name="Text Box 10">
            <a:extLst>
              <a:ext uri="{FF2B5EF4-FFF2-40B4-BE49-F238E27FC236}">
                <a16:creationId xmlns:a16="http://schemas.microsoft.com/office/drawing/2014/main" id="{365F8650-1DC2-E368-99E7-FE7549D3092C}"/>
              </a:ext>
            </a:extLst>
          </p:cNvPr>
          <p:cNvSpPr txBox="1">
            <a:spLocks noChangeArrowheads="1"/>
          </p:cNvSpPr>
          <p:nvPr/>
        </p:nvSpPr>
        <p:spPr bwMode="auto">
          <a:xfrm>
            <a:off x="2890837" y="3064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3</a:t>
            </a:r>
          </a:p>
        </p:txBody>
      </p:sp>
      <p:sp>
        <p:nvSpPr>
          <p:cNvPr id="33821" name="Text Box 11">
            <a:extLst>
              <a:ext uri="{FF2B5EF4-FFF2-40B4-BE49-F238E27FC236}">
                <a16:creationId xmlns:a16="http://schemas.microsoft.com/office/drawing/2014/main" id="{B53917D0-7B8C-F073-AE59-3F8AA68C3D24}"/>
              </a:ext>
            </a:extLst>
          </p:cNvPr>
          <p:cNvSpPr txBox="1">
            <a:spLocks noChangeArrowheads="1"/>
          </p:cNvSpPr>
          <p:nvPr/>
        </p:nvSpPr>
        <p:spPr bwMode="auto">
          <a:xfrm>
            <a:off x="4872037" y="3064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0</a:t>
            </a:r>
          </a:p>
        </p:txBody>
      </p:sp>
      <p:sp>
        <p:nvSpPr>
          <p:cNvPr id="33822" name="Text Box 12">
            <a:extLst>
              <a:ext uri="{FF2B5EF4-FFF2-40B4-BE49-F238E27FC236}">
                <a16:creationId xmlns:a16="http://schemas.microsoft.com/office/drawing/2014/main" id="{6D3DCC68-ABF1-9F0A-77D4-7B82731BADA3}"/>
              </a:ext>
            </a:extLst>
          </p:cNvPr>
          <p:cNvSpPr txBox="1">
            <a:spLocks noChangeArrowheads="1"/>
          </p:cNvSpPr>
          <p:nvPr/>
        </p:nvSpPr>
        <p:spPr bwMode="auto">
          <a:xfrm>
            <a:off x="6891337" y="306493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2</a:t>
            </a:r>
          </a:p>
        </p:txBody>
      </p:sp>
      <p:sp>
        <p:nvSpPr>
          <p:cNvPr id="2" name="TextBox 1">
            <a:extLst>
              <a:ext uri="{FF2B5EF4-FFF2-40B4-BE49-F238E27FC236}">
                <a16:creationId xmlns:a16="http://schemas.microsoft.com/office/drawing/2014/main" id="{D2DBA1D8-A9C1-85A4-56AE-BE82307A724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3" descr="minimax">
            <a:extLst>
              <a:ext uri="{FF2B5EF4-FFF2-40B4-BE49-F238E27FC236}">
                <a16:creationId xmlns:a16="http://schemas.microsoft.com/office/drawing/2014/main" id="{0F15D23F-17DE-EF61-5CE1-61883F492995}"/>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985309" y="2001838"/>
            <a:ext cx="7337425" cy="3643312"/>
          </a:xfrm>
          <a:noFill/>
        </p:spPr>
      </p:pic>
      <p:sp>
        <p:nvSpPr>
          <p:cNvPr id="35844" name="Text Box 4">
            <a:extLst>
              <a:ext uri="{FF2B5EF4-FFF2-40B4-BE49-F238E27FC236}">
                <a16:creationId xmlns:a16="http://schemas.microsoft.com/office/drawing/2014/main" id="{A6CA059B-5950-39EE-2E5F-85250AEAC2ED}"/>
              </a:ext>
            </a:extLst>
          </p:cNvPr>
          <p:cNvSpPr txBox="1">
            <a:spLocks noChangeArrowheads="1"/>
          </p:cNvSpPr>
          <p:nvPr/>
        </p:nvSpPr>
        <p:spPr bwMode="auto">
          <a:xfrm>
            <a:off x="2464331" y="414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3</a:t>
            </a:r>
          </a:p>
        </p:txBody>
      </p:sp>
      <p:sp>
        <p:nvSpPr>
          <p:cNvPr id="35845" name="Text Box 5">
            <a:extLst>
              <a:ext uri="{FF2B5EF4-FFF2-40B4-BE49-F238E27FC236}">
                <a16:creationId xmlns:a16="http://schemas.microsoft.com/office/drawing/2014/main" id="{2F5EB80D-3661-DB92-1533-8FBAAD404D65}"/>
              </a:ext>
            </a:extLst>
          </p:cNvPr>
          <p:cNvSpPr txBox="1">
            <a:spLocks noChangeArrowheads="1"/>
          </p:cNvSpPr>
          <p:nvPr/>
        </p:nvSpPr>
        <p:spPr bwMode="auto">
          <a:xfrm>
            <a:off x="3467631" y="41306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9</a:t>
            </a:r>
          </a:p>
        </p:txBody>
      </p:sp>
      <p:sp>
        <p:nvSpPr>
          <p:cNvPr id="35846" name="Text Box 6">
            <a:extLst>
              <a:ext uri="{FF2B5EF4-FFF2-40B4-BE49-F238E27FC236}">
                <a16:creationId xmlns:a16="http://schemas.microsoft.com/office/drawing/2014/main" id="{602C4699-6BA9-0F26-C59A-8DCE0CF12385}"/>
              </a:ext>
            </a:extLst>
          </p:cNvPr>
          <p:cNvSpPr txBox="1">
            <a:spLocks noChangeArrowheads="1"/>
          </p:cNvSpPr>
          <p:nvPr/>
        </p:nvSpPr>
        <p:spPr bwMode="auto">
          <a:xfrm>
            <a:off x="4478868" y="414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0</a:t>
            </a:r>
          </a:p>
        </p:txBody>
      </p:sp>
      <p:sp>
        <p:nvSpPr>
          <p:cNvPr id="35847" name="Text Box 7">
            <a:extLst>
              <a:ext uri="{FF2B5EF4-FFF2-40B4-BE49-F238E27FC236}">
                <a16:creationId xmlns:a16="http://schemas.microsoft.com/office/drawing/2014/main" id="{4E6C5402-F4DE-35F2-AAD0-A6CB969A10B7}"/>
              </a:ext>
            </a:extLst>
          </p:cNvPr>
          <p:cNvSpPr txBox="1">
            <a:spLocks noChangeArrowheads="1"/>
          </p:cNvSpPr>
          <p:nvPr/>
        </p:nvSpPr>
        <p:spPr bwMode="auto">
          <a:xfrm>
            <a:off x="5469468" y="414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7</a:t>
            </a:r>
          </a:p>
        </p:txBody>
      </p:sp>
      <p:sp>
        <p:nvSpPr>
          <p:cNvPr id="35848" name="Text Box 8">
            <a:extLst>
              <a:ext uri="{FF2B5EF4-FFF2-40B4-BE49-F238E27FC236}">
                <a16:creationId xmlns:a16="http://schemas.microsoft.com/office/drawing/2014/main" id="{B64B1E32-7964-B829-7BC8-0A28A6431DCC}"/>
              </a:ext>
            </a:extLst>
          </p:cNvPr>
          <p:cNvSpPr txBox="1">
            <a:spLocks noChangeArrowheads="1"/>
          </p:cNvSpPr>
          <p:nvPr/>
        </p:nvSpPr>
        <p:spPr bwMode="auto">
          <a:xfrm>
            <a:off x="6472768" y="41306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2</a:t>
            </a:r>
          </a:p>
        </p:txBody>
      </p:sp>
      <p:sp>
        <p:nvSpPr>
          <p:cNvPr id="35849" name="Text Box 9">
            <a:extLst>
              <a:ext uri="{FF2B5EF4-FFF2-40B4-BE49-F238E27FC236}">
                <a16:creationId xmlns:a16="http://schemas.microsoft.com/office/drawing/2014/main" id="{B2283925-5EC6-D2BD-C506-8B96D344FA58}"/>
              </a:ext>
            </a:extLst>
          </p:cNvPr>
          <p:cNvSpPr txBox="1">
            <a:spLocks noChangeArrowheads="1"/>
          </p:cNvSpPr>
          <p:nvPr/>
        </p:nvSpPr>
        <p:spPr bwMode="auto">
          <a:xfrm>
            <a:off x="7452256" y="414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6</a:t>
            </a:r>
          </a:p>
        </p:txBody>
      </p:sp>
      <p:sp>
        <p:nvSpPr>
          <p:cNvPr id="35850" name="Line 10">
            <a:extLst>
              <a:ext uri="{FF2B5EF4-FFF2-40B4-BE49-F238E27FC236}">
                <a16:creationId xmlns:a16="http://schemas.microsoft.com/office/drawing/2014/main" id="{52090FEE-434C-5D15-4F1A-E2502FDCC868}"/>
              </a:ext>
            </a:extLst>
          </p:cNvPr>
          <p:cNvSpPr>
            <a:spLocks noChangeShapeType="1"/>
          </p:cNvSpPr>
          <p:nvPr/>
        </p:nvSpPr>
        <p:spPr bwMode="auto">
          <a:xfrm flipV="1">
            <a:off x="2750081" y="4502150"/>
            <a:ext cx="0" cy="685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1" name="Line 11">
            <a:extLst>
              <a:ext uri="{FF2B5EF4-FFF2-40B4-BE49-F238E27FC236}">
                <a16:creationId xmlns:a16="http://schemas.microsoft.com/office/drawing/2014/main" id="{CFA442D6-FDC2-0407-2468-19FCB90B21B6}"/>
              </a:ext>
            </a:extLst>
          </p:cNvPr>
          <p:cNvSpPr>
            <a:spLocks noChangeShapeType="1"/>
          </p:cNvSpPr>
          <p:nvPr/>
        </p:nvSpPr>
        <p:spPr bwMode="auto">
          <a:xfrm flipH="1" flipV="1">
            <a:off x="3750206" y="4430713"/>
            <a:ext cx="2286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2" name="Line 12">
            <a:extLst>
              <a:ext uri="{FF2B5EF4-FFF2-40B4-BE49-F238E27FC236}">
                <a16:creationId xmlns:a16="http://schemas.microsoft.com/office/drawing/2014/main" id="{C57D2329-8B2F-86C0-BC04-930E39C16625}"/>
              </a:ext>
            </a:extLst>
          </p:cNvPr>
          <p:cNvSpPr>
            <a:spLocks noChangeShapeType="1"/>
          </p:cNvSpPr>
          <p:nvPr/>
        </p:nvSpPr>
        <p:spPr bwMode="auto">
          <a:xfrm flipV="1">
            <a:off x="4707468" y="4430713"/>
            <a:ext cx="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3" name="Line 13">
            <a:extLst>
              <a:ext uri="{FF2B5EF4-FFF2-40B4-BE49-F238E27FC236}">
                <a16:creationId xmlns:a16="http://schemas.microsoft.com/office/drawing/2014/main" id="{B87BE231-7B1E-15D5-D8D8-C45432B41EB5}"/>
              </a:ext>
            </a:extLst>
          </p:cNvPr>
          <p:cNvSpPr>
            <a:spLocks noChangeShapeType="1"/>
          </p:cNvSpPr>
          <p:nvPr/>
        </p:nvSpPr>
        <p:spPr bwMode="auto">
          <a:xfrm flipH="1" flipV="1">
            <a:off x="5709181" y="4440238"/>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4" name="Line 14">
            <a:extLst>
              <a:ext uri="{FF2B5EF4-FFF2-40B4-BE49-F238E27FC236}">
                <a16:creationId xmlns:a16="http://schemas.microsoft.com/office/drawing/2014/main" id="{DA2C7DCC-B33F-B605-1B73-BBD73C2A7C66}"/>
              </a:ext>
            </a:extLst>
          </p:cNvPr>
          <p:cNvSpPr>
            <a:spLocks noChangeShapeType="1"/>
          </p:cNvSpPr>
          <p:nvPr/>
        </p:nvSpPr>
        <p:spPr bwMode="auto">
          <a:xfrm flipV="1">
            <a:off x="6393393" y="4502150"/>
            <a:ext cx="71438" cy="571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5" name="Line 15">
            <a:extLst>
              <a:ext uri="{FF2B5EF4-FFF2-40B4-BE49-F238E27FC236}">
                <a16:creationId xmlns:a16="http://schemas.microsoft.com/office/drawing/2014/main" id="{443C97A7-D85B-6BA8-12F6-BB5D46BC0CD5}"/>
              </a:ext>
            </a:extLst>
          </p:cNvPr>
          <p:cNvSpPr>
            <a:spLocks noChangeShapeType="1"/>
          </p:cNvSpPr>
          <p:nvPr/>
        </p:nvSpPr>
        <p:spPr bwMode="auto">
          <a:xfrm flipH="1" flipV="1">
            <a:off x="6750581" y="4430713"/>
            <a:ext cx="285750"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6" name="Line 16">
            <a:extLst>
              <a:ext uri="{FF2B5EF4-FFF2-40B4-BE49-F238E27FC236}">
                <a16:creationId xmlns:a16="http://schemas.microsoft.com/office/drawing/2014/main" id="{828F5B62-5222-7F16-945E-39B68F1F38FA}"/>
              </a:ext>
            </a:extLst>
          </p:cNvPr>
          <p:cNvSpPr>
            <a:spLocks noChangeShapeType="1"/>
          </p:cNvSpPr>
          <p:nvPr/>
        </p:nvSpPr>
        <p:spPr bwMode="auto">
          <a:xfrm flipV="1">
            <a:off x="7322081" y="4430713"/>
            <a:ext cx="142875" cy="5000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7" name="Line 17">
            <a:extLst>
              <a:ext uri="{FF2B5EF4-FFF2-40B4-BE49-F238E27FC236}">
                <a16:creationId xmlns:a16="http://schemas.microsoft.com/office/drawing/2014/main" id="{FD867E46-E7B1-4C7D-124D-53FB54C7954C}"/>
              </a:ext>
            </a:extLst>
          </p:cNvPr>
          <p:cNvSpPr>
            <a:spLocks noChangeShapeType="1"/>
          </p:cNvSpPr>
          <p:nvPr/>
        </p:nvSpPr>
        <p:spPr bwMode="auto">
          <a:xfrm flipH="1" flipV="1">
            <a:off x="7736418" y="4430713"/>
            <a:ext cx="300038"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8" name="Line 18">
            <a:extLst>
              <a:ext uri="{FF2B5EF4-FFF2-40B4-BE49-F238E27FC236}">
                <a16:creationId xmlns:a16="http://schemas.microsoft.com/office/drawing/2014/main" id="{9753AE75-D194-96CC-E830-DCF811704A4B}"/>
              </a:ext>
            </a:extLst>
          </p:cNvPr>
          <p:cNvSpPr>
            <a:spLocks noChangeShapeType="1"/>
          </p:cNvSpPr>
          <p:nvPr/>
        </p:nvSpPr>
        <p:spPr bwMode="auto">
          <a:xfrm flipV="1">
            <a:off x="3250143" y="4502150"/>
            <a:ext cx="214313"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9" name="Line 19">
            <a:extLst>
              <a:ext uri="{FF2B5EF4-FFF2-40B4-BE49-F238E27FC236}">
                <a16:creationId xmlns:a16="http://schemas.microsoft.com/office/drawing/2014/main" id="{6AED24B3-120D-E897-AFE8-3C4ADEA84961}"/>
              </a:ext>
            </a:extLst>
          </p:cNvPr>
          <p:cNvSpPr>
            <a:spLocks noChangeShapeType="1"/>
          </p:cNvSpPr>
          <p:nvPr/>
        </p:nvSpPr>
        <p:spPr bwMode="auto">
          <a:xfrm flipV="1">
            <a:off x="1964268" y="4430713"/>
            <a:ext cx="4572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0" name="Line 20">
            <a:extLst>
              <a:ext uri="{FF2B5EF4-FFF2-40B4-BE49-F238E27FC236}">
                <a16:creationId xmlns:a16="http://schemas.microsoft.com/office/drawing/2014/main" id="{F68A786D-D692-4EE2-CD13-3EFD8E48CEBC}"/>
              </a:ext>
            </a:extLst>
          </p:cNvPr>
          <p:cNvSpPr>
            <a:spLocks noChangeShapeType="1"/>
          </p:cNvSpPr>
          <p:nvPr/>
        </p:nvSpPr>
        <p:spPr bwMode="auto">
          <a:xfrm flipV="1">
            <a:off x="5240868" y="4502150"/>
            <a:ext cx="223838" cy="614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1" name="Line 19">
            <a:extLst>
              <a:ext uri="{FF2B5EF4-FFF2-40B4-BE49-F238E27FC236}">
                <a16:creationId xmlns:a16="http://schemas.microsoft.com/office/drawing/2014/main" id="{74D92FFF-9C56-71CC-DB67-79E841B490D6}"/>
              </a:ext>
            </a:extLst>
          </p:cNvPr>
          <p:cNvSpPr>
            <a:spLocks noChangeShapeType="1"/>
          </p:cNvSpPr>
          <p:nvPr/>
        </p:nvSpPr>
        <p:spPr bwMode="auto">
          <a:xfrm flipV="1">
            <a:off x="2535768" y="3430588"/>
            <a:ext cx="428625" cy="571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2" name="Line 11">
            <a:extLst>
              <a:ext uri="{FF2B5EF4-FFF2-40B4-BE49-F238E27FC236}">
                <a16:creationId xmlns:a16="http://schemas.microsoft.com/office/drawing/2014/main" id="{EABAA272-B630-A903-436A-7418CFB76417}"/>
              </a:ext>
            </a:extLst>
          </p:cNvPr>
          <p:cNvSpPr>
            <a:spLocks noChangeShapeType="1"/>
          </p:cNvSpPr>
          <p:nvPr/>
        </p:nvSpPr>
        <p:spPr bwMode="auto">
          <a:xfrm flipH="1" flipV="1">
            <a:off x="3250143" y="3430588"/>
            <a:ext cx="428625" cy="642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3" name="Line 18">
            <a:extLst>
              <a:ext uri="{FF2B5EF4-FFF2-40B4-BE49-F238E27FC236}">
                <a16:creationId xmlns:a16="http://schemas.microsoft.com/office/drawing/2014/main" id="{007CB63A-64B1-CC71-CFDD-8128034C9A4D}"/>
              </a:ext>
            </a:extLst>
          </p:cNvPr>
          <p:cNvSpPr>
            <a:spLocks noChangeShapeType="1"/>
          </p:cNvSpPr>
          <p:nvPr/>
        </p:nvSpPr>
        <p:spPr bwMode="auto">
          <a:xfrm flipV="1">
            <a:off x="4586818" y="3502025"/>
            <a:ext cx="377825" cy="5810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4" name="Line 12">
            <a:extLst>
              <a:ext uri="{FF2B5EF4-FFF2-40B4-BE49-F238E27FC236}">
                <a16:creationId xmlns:a16="http://schemas.microsoft.com/office/drawing/2014/main" id="{240E697C-2E9D-C469-C085-1A1A1EAA6341}"/>
              </a:ext>
            </a:extLst>
          </p:cNvPr>
          <p:cNvSpPr>
            <a:spLocks noChangeShapeType="1"/>
          </p:cNvSpPr>
          <p:nvPr/>
        </p:nvSpPr>
        <p:spPr bwMode="auto">
          <a:xfrm flipH="1" flipV="1">
            <a:off x="5250393" y="3430588"/>
            <a:ext cx="500063"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5" name="Line 12">
            <a:extLst>
              <a:ext uri="{FF2B5EF4-FFF2-40B4-BE49-F238E27FC236}">
                <a16:creationId xmlns:a16="http://schemas.microsoft.com/office/drawing/2014/main" id="{3873C2AB-E9C1-D1A9-009B-28E0BE656A3F}"/>
              </a:ext>
            </a:extLst>
          </p:cNvPr>
          <p:cNvSpPr>
            <a:spLocks noChangeShapeType="1"/>
          </p:cNvSpPr>
          <p:nvPr/>
        </p:nvSpPr>
        <p:spPr bwMode="auto">
          <a:xfrm flipH="1" flipV="1">
            <a:off x="7250643" y="3430588"/>
            <a:ext cx="500063"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6" name="Line 18">
            <a:extLst>
              <a:ext uri="{FF2B5EF4-FFF2-40B4-BE49-F238E27FC236}">
                <a16:creationId xmlns:a16="http://schemas.microsoft.com/office/drawing/2014/main" id="{3EDA2F52-F59C-89F3-5FAC-127F051C607C}"/>
              </a:ext>
            </a:extLst>
          </p:cNvPr>
          <p:cNvSpPr>
            <a:spLocks noChangeShapeType="1"/>
          </p:cNvSpPr>
          <p:nvPr/>
        </p:nvSpPr>
        <p:spPr bwMode="auto">
          <a:xfrm flipV="1">
            <a:off x="6566431" y="3471863"/>
            <a:ext cx="377825" cy="5810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67" name="Text Box 10">
            <a:extLst>
              <a:ext uri="{FF2B5EF4-FFF2-40B4-BE49-F238E27FC236}">
                <a16:creationId xmlns:a16="http://schemas.microsoft.com/office/drawing/2014/main" id="{4A8276B0-D505-3363-7F60-BE59621FF420}"/>
              </a:ext>
            </a:extLst>
          </p:cNvPr>
          <p:cNvSpPr txBox="1">
            <a:spLocks noChangeArrowheads="1"/>
          </p:cNvSpPr>
          <p:nvPr/>
        </p:nvSpPr>
        <p:spPr bwMode="auto">
          <a:xfrm>
            <a:off x="2964393" y="3124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3</a:t>
            </a:r>
          </a:p>
        </p:txBody>
      </p:sp>
      <p:sp>
        <p:nvSpPr>
          <p:cNvPr id="35868" name="Text Box 11">
            <a:extLst>
              <a:ext uri="{FF2B5EF4-FFF2-40B4-BE49-F238E27FC236}">
                <a16:creationId xmlns:a16="http://schemas.microsoft.com/office/drawing/2014/main" id="{1DEFA347-5878-3FEB-BF6E-221D374938BB}"/>
              </a:ext>
            </a:extLst>
          </p:cNvPr>
          <p:cNvSpPr txBox="1">
            <a:spLocks noChangeArrowheads="1"/>
          </p:cNvSpPr>
          <p:nvPr/>
        </p:nvSpPr>
        <p:spPr bwMode="auto">
          <a:xfrm>
            <a:off x="4945593" y="3124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0</a:t>
            </a:r>
          </a:p>
        </p:txBody>
      </p:sp>
      <p:sp>
        <p:nvSpPr>
          <p:cNvPr id="35869" name="Text Box 12">
            <a:extLst>
              <a:ext uri="{FF2B5EF4-FFF2-40B4-BE49-F238E27FC236}">
                <a16:creationId xmlns:a16="http://schemas.microsoft.com/office/drawing/2014/main" id="{E0116B1E-3B5C-ACE7-F802-FF205A4ADAA5}"/>
              </a:ext>
            </a:extLst>
          </p:cNvPr>
          <p:cNvSpPr txBox="1">
            <a:spLocks noChangeArrowheads="1"/>
          </p:cNvSpPr>
          <p:nvPr/>
        </p:nvSpPr>
        <p:spPr bwMode="auto">
          <a:xfrm>
            <a:off x="6964893" y="3124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2</a:t>
            </a:r>
          </a:p>
        </p:txBody>
      </p:sp>
      <p:sp>
        <p:nvSpPr>
          <p:cNvPr id="35870" name="Line 19">
            <a:extLst>
              <a:ext uri="{FF2B5EF4-FFF2-40B4-BE49-F238E27FC236}">
                <a16:creationId xmlns:a16="http://schemas.microsoft.com/office/drawing/2014/main" id="{038826E2-7E44-3F70-C24D-9AD427CDEFB8}"/>
              </a:ext>
            </a:extLst>
          </p:cNvPr>
          <p:cNvSpPr>
            <a:spLocks noChangeShapeType="1"/>
          </p:cNvSpPr>
          <p:nvPr/>
        </p:nvSpPr>
        <p:spPr bwMode="auto">
          <a:xfrm flipV="1">
            <a:off x="3107268" y="2359025"/>
            <a:ext cx="1714500"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71" name="Line 11">
            <a:extLst>
              <a:ext uri="{FF2B5EF4-FFF2-40B4-BE49-F238E27FC236}">
                <a16:creationId xmlns:a16="http://schemas.microsoft.com/office/drawing/2014/main" id="{2BC8C707-F035-4022-3923-2E0789A14E7D}"/>
              </a:ext>
            </a:extLst>
          </p:cNvPr>
          <p:cNvSpPr>
            <a:spLocks noChangeShapeType="1"/>
          </p:cNvSpPr>
          <p:nvPr/>
        </p:nvSpPr>
        <p:spPr bwMode="auto">
          <a:xfrm flipH="1" flipV="1">
            <a:off x="5321831" y="2359025"/>
            <a:ext cx="1785937" cy="7143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72" name="Text Box 10">
            <a:extLst>
              <a:ext uri="{FF2B5EF4-FFF2-40B4-BE49-F238E27FC236}">
                <a16:creationId xmlns:a16="http://schemas.microsoft.com/office/drawing/2014/main" id="{25FB6428-6A91-73FE-1EE4-FEC4F0CE41A8}"/>
              </a:ext>
            </a:extLst>
          </p:cNvPr>
          <p:cNvSpPr txBox="1">
            <a:spLocks noChangeArrowheads="1"/>
          </p:cNvSpPr>
          <p:nvPr/>
        </p:nvSpPr>
        <p:spPr bwMode="auto">
          <a:xfrm>
            <a:off x="4974168" y="21145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Times New Roman" panose="02020603050405020304" pitchFamily="18" charset="0"/>
              </a:rPr>
              <a:t>3</a:t>
            </a:r>
          </a:p>
        </p:txBody>
      </p:sp>
      <p:sp>
        <p:nvSpPr>
          <p:cNvPr id="2" name="TextBox 1">
            <a:extLst>
              <a:ext uri="{FF2B5EF4-FFF2-40B4-BE49-F238E27FC236}">
                <a16:creationId xmlns:a16="http://schemas.microsoft.com/office/drawing/2014/main" id="{DCD3CCB5-2DD5-41DF-487D-1FC1BA1E3D5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9AAFEE-3E23-C2D5-4D6C-5565B104A95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E28A27-E22D-5B7B-580C-1930CF099228}"/>
                  </a:ext>
                </a:extLst>
              </p:cNvPr>
              <p:cNvSpPr txBox="1"/>
              <p:nvPr/>
            </p:nvSpPr>
            <p:spPr>
              <a:xfrm>
                <a:off x="452964" y="1811249"/>
                <a:ext cx="8238067" cy="2551404"/>
              </a:xfrm>
              <a:prstGeom prst="rect">
                <a:avLst/>
              </a:prstGeom>
              <a:noFill/>
            </p:spPr>
            <p:txBody>
              <a:bodyPr wrap="square" lIns="0" tIns="0" rIns="0" bIns="0" rtlCol="0" anchor="ctr">
                <a:spAutoFit/>
              </a:bodyPr>
              <a:lstStyle/>
              <a:p>
                <a:pPr marL="342900" indent="-342900">
                  <a:spcAft>
                    <a:spcPts val="1200"/>
                  </a:spcAft>
                  <a:buClr>
                    <a:schemeClr val="accent1"/>
                  </a:buClr>
                  <a:buFont typeface="Wingdings" panose="05000000000000000000" pitchFamily="2" charset="2"/>
                  <a:buChar char="q"/>
                </a:pPr>
                <a:r>
                  <a:rPr lang="en-US" sz="2400" dirty="0">
                    <a:latin typeface="+mj-lt"/>
                    <a:ea typeface="CMU Serif" panose="02000603000000000000" pitchFamily="2" charset="0"/>
                    <a:cs typeface="CMU Serif" panose="02000603000000000000" pitchFamily="2" charset="0"/>
                  </a:rPr>
                  <a:t>Properties of minimax algorithm:</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Complete? Yes (if tree is finite) </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Optimal? Yes (against an optimal opponent)</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Time complexity? O(</a:t>
                </a:r>
                <a14:m>
                  <m:oMath xmlns:m="http://schemas.openxmlformats.org/officeDocument/2006/math">
                    <m:sSup>
                      <m:sSupPr>
                        <m:ctrlPr>
                          <a:rPr lang="en-US" sz="2400" i="1" smtClean="0">
                            <a:latin typeface="Cambria Math" panose="02040503050406030204" pitchFamily="18" charset="0"/>
                            <a:ea typeface="CMU Serif" panose="02000603000000000000" pitchFamily="2" charset="0"/>
                            <a:cs typeface="CMU Serif" panose="02000603000000000000" pitchFamily="2" charset="0"/>
                          </a:rPr>
                        </m:ctrlPr>
                      </m:sSupPr>
                      <m:e>
                        <m:r>
                          <a:rPr lang="en-US" sz="24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400" b="0" i="1" smtClean="0">
                            <a:latin typeface="Cambria Math" panose="02040503050406030204" pitchFamily="18" charset="0"/>
                            <a:ea typeface="CMU Serif" panose="02000603000000000000" pitchFamily="2" charset="0"/>
                            <a:cs typeface="CMU Serif" panose="02000603000000000000" pitchFamily="2" charset="0"/>
                          </a:rPr>
                          <m:t>𝑚</m:t>
                        </m:r>
                      </m:sup>
                    </m:sSup>
                  </m:oMath>
                </a14:m>
                <a:r>
                  <a:rPr lang="en-US" sz="2400" dirty="0">
                    <a:latin typeface="+mj-lt"/>
                    <a:ea typeface="CMU Serif" panose="02000603000000000000" pitchFamily="2" charset="0"/>
                    <a:cs typeface="CMU Serif" panose="02000603000000000000" pitchFamily="2" charset="0"/>
                  </a:rPr>
                  <a:t>)</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Space complexity? O(bm) (depth-first exploration)</a:t>
                </a:r>
              </a:p>
            </p:txBody>
          </p:sp>
        </mc:Choice>
        <mc:Fallback xmlns="">
          <p:sp>
            <p:nvSpPr>
              <p:cNvPr id="3" name="TextBox 2">
                <a:extLst>
                  <a:ext uri="{FF2B5EF4-FFF2-40B4-BE49-F238E27FC236}">
                    <a16:creationId xmlns:a16="http://schemas.microsoft.com/office/drawing/2014/main" id="{B3E28A27-E22D-5B7B-580C-1930CF099228}"/>
                  </a:ext>
                </a:extLst>
              </p:cNvPr>
              <p:cNvSpPr txBox="1">
                <a:spLocks noRot="1" noChangeAspect="1" noMove="1" noResize="1" noEditPoints="1" noAdjustHandles="1" noChangeArrowheads="1" noChangeShapeType="1" noTextEdit="1"/>
              </p:cNvSpPr>
              <p:nvPr/>
            </p:nvSpPr>
            <p:spPr>
              <a:xfrm>
                <a:off x="452964" y="1811249"/>
                <a:ext cx="8238067" cy="2551404"/>
              </a:xfrm>
              <a:prstGeom prst="rect">
                <a:avLst/>
              </a:prstGeom>
              <a:blipFill>
                <a:blip r:embed="rId3"/>
                <a:stretch>
                  <a:fillRect l="-2071" t="-1671" b="-50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4FC5D1F-D637-8403-3FD8-D3BC4364D92E}"/>
                  </a:ext>
                </a:extLst>
              </p:cNvPr>
              <p:cNvSpPr txBox="1"/>
              <p:nvPr/>
            </p:nvSpPr>
            <p:spPr>
              <a:xfrm>
                <a:off x="452963" y="4843034"/>
                <a:ext cx="8238067" cy="1238096"/>
              </a:xfrm>
              <a:prstGeom prst="rect">
                <a:avLst/>
              </a:prstGeom>
              <a:solidFill>
                <a:schemeClr val="accent2">
                  <a:lumMod val="40000"/>
                  <a:lumOff val="60000"/>
                </a:schemeClr>
              </a:solidFill>
            </p:spPr>
            <p:txBody>
              <a:bodyPr wrap="square" lIns="0" tIns="0" rIns="0" bIns="0" rtlCol="0" anchor="ctr">
                <a:spAutoFit/>
              </a:bodyPr>
              <a:lstStyle/>
              <a:p>
                <a:pPr algn="just">
                  <a:spcAft>
                    <a:spcPts val="1200"/>
                  </a:spcAft>
                  <a:buClr>
                    <a:schemeClr val="accent1"/>
                  </a:buClr>
                </a:pPr>
                <a:r>
                  <a:rPr lang="en-US" sz="2000" dirty="0">
                    <a:latin typeface="+mj-lt"/>
                    <a:ea typeface="CMU Serif" panose="02000603000000000000" pitchFamily="2" charset="0"/>
                    <a:cs typeface="CMU Serif" panose="02000603000000000000" pitchFamily="2" charset="0"/>
                  </a:rPr>
                  <a:t>Note: For chess, b = 35, m = 80 for a “reasonable game.” Solution is completely infeasible, </a:t>
                </a:r>
                <a14:m>
                  <m:oMath xmlns:m="http://schemas.openxmlformats.org/officeDocument/2006/math">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35</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80</m:t>
                        </m:r>
                      </m:sup>
                    </m:sSup>
                    <m:r>
                      <a:rPr lang="en-US" sz="2000" b="0" i="1" smtClean="0">
                        <a:latin typeface="Cambria Math" panose="02040503050406030204" pitchFamily="18" charset="0"/>
                        <a:ea typeface="CMU Serif" panose="02000603000000000000" pitchFamily="2" charset="0"/>
                        <a:cs typeface="CMU Serif" panose="02000603000000000000" pitchFamily="2" charset="0"/>
                      </a:rPr>
                      <m:t>≈</m:t>
                    </m:r>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10</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123</m:t>
                        </m:r>
                      </m:sup>
                    </m:sSup>
                  </m:oMath>
                </a14:m>
                <a:r>
                  <a:rPr lang="en-US" sz="2000" dirty="0">
                    <a:latin typeface="+mj-lt"/>
                    <a:ea typeface="CMU Serif" panose="02000603000000000000" pitchFamily="2" charset="0"/>
                    <a:cs typeface="CMU Serif" panose="02000603000000000000" pitchFamily="2" charset="0"/>
                  </a:rPr>
                  <a:t> states. However, minimax serve as a basis for the mathematical analysis of games which leads to more practical algorithms. </a:t>
                </a:r>
              </a:p>
            </p:txBody>
          </p:sp>
        </mc:Choice>
        <mc:Fallback xmlns="">
          <p:sp>
            <p:nvSpPr>
              <p:cNvPr id="4" name="TextBox 3">
                <a:extLst>
                  <a:ext uri="{FF2B5EF4-FFF2-40B4-BE49-F238E27FC236}">
                    <a16:creationId xmlns:a16="http://schemas.microsoft.com/office/drawing/2014/main" id="{D4FC5D1F-D637-8403-3FD8-D3BC4364D92E}"/>
                  </a:ext>
                </a:extLst>
              </p:cNvPr>
              <p:cNvSpPr txBox="1">
                <a:spLocks noRot="1" noChangeAspect="1" noMove="1" noResize="1" noEditPoints="1" noAdjustHandles="1" noChangeArrowheads="1" noChangeShapeType="1" noTextEdit="1"/>
              </p:cNvSpPr>
              <p:nvPr/>
            </p:nvSpPr>
            <p:spPr>
              <a:xfrm>
                <a:off x="452963" y="4843034"/>
                <a:ext cx="8238067" cy="1238096"/>
              </a:xfrm>
              <a:prstGeom prst="rect">
                <a:avLst/>
              </a:prstGeom>
              <a:blipFill>
                <a:blip r:embed="rId4"/>
                <a:stretch>
                  <a:fillRect l="-1849" t="-4902" r="-1849" b="-1225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1CF01265-B46D-4D26-A08C-F2140C5FF0B2}"/>
              </a:ext>
            </a:extLst>
          </p:cNvPr>
          <p:cNvGrpSpPr/>
          <p:nvPr/>
        </p:nvGrpSpPr>
        <p:grpSpPr>
          <a:xfrm>
            <a:off x="326241" y="760518"/>
            <a:ext cx="1082160" cy="511560"/>
            <a:chOff x="326241" y="760518"/>
            <a:chExt cx="1082160" cy="51156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F36FF14A-DE32-4B25-8C46-17EE9682518A}"/>
                    </a:ext>
                  </a:extLst>
                </p14:cNvPr>
                <p14:cNvContentPartPr/>
                <p14:nvPr/>
              </p14:nvContentPartPr>
              <p14:xfrm>
                <a:off x="326241" y="760518"/>
                <a:ext cx="559440" cy="479520"/>
              </p14:xfrm>
            </p:contentPart>
          </mc:Choice>
          <mc:Fallback>
            <p:pic>
              <p:nvPicPr>
                <p:cNvPr id="5" name="Ink 4">
                  <a:extLst>
                    <a:ext uri="{FF2B5EF4-FFF2-40B4-BE49-F238E27FC236}">
                      <a16:creationId xmlns:a16="http://schemas.microsoft.com/office/drawing/2014/main" id="{F36FF14A-DE32-4B25-8C46-17EE9682518A}"/>
                    </a:ext>
                  </a:extLst>
                </p:cNvPr>
                <p:cNvPicPr/>
                <p:nvPr/>
              </p:nvPicPr>
              <p:blipFill>
                <a:blip r:embed="rId6"/>
                <a:stretch>
                  <a:fillRect/>
                </a:stretch>
              </p:blipFill>
              <p:spPr>
                <a:xfrm>
                  <a:off x="317241" y="751518"/>
                  <a:ext cx="577080" cy="497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8AAFD266-27AC-4AE6-AE85-3B4C4BD305C6}"/>
                    </a:ext>
                  </a:extLst>
                </p14:cNvPr>
                <p14:cNvContentPartPr/>
                <p14:nvPr/>
              </p14:nvContentPartPr>
              <p14:xfrm>
                <a:off x="559521" y="811638"/>
                <a:ext cx="848880" cy="460440"/>
              </p14:xfrm>
            </p:contentPart>
          </mc:Choice>
          <mc:Fallback>
            <p:pic>
              <p:nvPicPr>
                <p:cNvPr id="6" name="Ink 5">
                  <a:extLst>
                    <a:ext uri="{FF2B5EF4-FFF2-40B4-BE49-F238E27FC236}">
                      <a16:creationId xmlns:a16="http://schemas.microsoft.com/office/drawing/2014/main" id="{8AAFD266-27AC-4AE6-AE85-3B4C4BD305C6}"/>
                    </a:ext>
                  </a:extLst>
                </p:cNvPr>
                <p:cNvPicPr/>
                <p:nvPr/>
              </p:nvPicPr>
              <p:blipFill>
                <a:blip r:embed="rId8"/>
                <a:stretch>
                  <a:fillRect/>
                </a:stretch>
              </p:blipFill>
              <p:spPr>
                <a:xfrm>
                  <a:off x="550521" y="802638"/>
                  <a:ext cx="866520" cy="478080"/>
                </a:xfrm>
                <a:prstGeom prst="rect">
                  <a:avLst/>
                </a:prstGeom>
              </p:spPr>
            </p:pic>
          </mc:Fallback>
        </mc:AlternateContent>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895446-D383-59E2-C186-9218C99FF68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 Limitations</a:t>
            </a:r>
          </a:p>
        </p:txBody>
      </p:sp>
      <p:sp>
        <p:nvSpPr>
          <p:cNvPr id="3" name="TextBox 2">
            <a:extLst>
              <a:ext uri="{FF2B5EF4-FFF2-40B4-BE49-F238E27FC236}">
                <a16:creationId xmlns:a16="http://schemas.microsoft.com/office/drawing/2014/main" id="{39BF0509-425E-041E-CE4F-AD5FBBF64017}"/>
              </a:ext>
            </a:extLst>
          </p:cNvPr>
          <p:cNvSpPr txBox="1"/>
          <p:nvPr/>
        </p:nvSpPr>
        <p:spPr>
          <a:xfrm>
            <a:off x="452965" y="1732159"/>
            <a:ext cx="8238067" cy="3877985"/>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Limitations</a:t>
            </a:r>
          </a:p>
          <a:p>
            <a:pPr marL="914400" lvl="1" indent="-4572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Not always feasible to traverse entire tree</a:t>
            </a:r>
          </a:p>
          <a:p>
            <a:pPr marL="914400" lvl="1" indent="-4572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Time limitations</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Improvements</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Depth-first search improves speed</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Use evaluation function instead of utility</a:t>
            </a:r>
          </a:p>
          <a:p>
            <a:pPr marL="1257300" lvl="2" indent="-342900">
              <a:spcAft>
                <a:spcPts val="1200"/>
              </a:spcAft>
              <a:buClr>
                <a:schemeClr val="accent1"/>
              </a:buClr>
              <a:buFont typeface="Wingdings" panose="05000000000000000000" pitchFamily="2" charset="2"/>
              <a:buChar char="ü"/>
            </a:pPr>
            <a:r>
              <a:rPr lang="en-US" sz="2400" dirty="0">
                <a:latin typeface="+mj-lt"/>
                <a:ea typeface="CMU Serif" panose="02000603000000000000" pitchFamily="2" charset="0"/>
                <a:cs typeface="CMU Serif" panose="02000603000000000000" pitchFamily="2" charset="0"/>
              </a:rPr>
              <a:t>Evaluation function provides estimate of utility at given position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a:extLst>
              <a:ext uri="{FF2B5EF4-FFF2-40B4-BE49-F238E27FC236}">
                <a16:creationId xmlns:a16="http://schemas.microsoft.com/office/drawing/2014/main" id="{ED1F9D18-6428-0C52-6220-F5E5081DDAB8}"/>
              </a:ext>
            </a:extLst>
          </p:cNvPr>
          <p:cNvSpPr txBox="1">
            <a:spLocks noChangeArrowheads="1"/>
          </p:cNvSpPr>
          <p:nvPr/>
        </p:nvSpPr>
        <p:spPr bwMode="auto">
          <a:xfrm>
            <a:off x="6084463" y="3429000"/>
            <a:ext cx="441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2400" dirty="0">
                <a:latin typeface="Times New Roman" panose="02020603050405020304" pitchFamily="18" charset="0"/>
                <a:sym typeface="Wingdings" panose="05000000000000000000" pitchFamily="2" charset="2"/>
              </a:rPr>
              <a:t></a:t>
            </a:r>
          </a:p>
        </p:txBody>
      </p:sp>
      <p:sp>
        <p:nvSpPr>
          <p:cNvPr id="2" name="TextBox 1">
            <a:extLst>
              <a:ext uri="{FF2B5EF4-FFF2-40B4-BE49-F238E27FC236}">
                <a16:creationId xmlns:a16="http://schemas.microsoft.com/office/drawing/2014/main" id="{E57704C8-1CD8-22C6-2C75-C1D6B27AC6D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Minimax Algorithm: Limitations</a:t>
            </a:r>
          </a:p>
        </p:txBody>
      </p:sp>
      <p:sp>
        <p:nvSpPr>
          <p:cNvPr id="3" name="TextBox 2">
            <a:extLst>
              <a:ext uri="{FF2B5EF4-FFF2-40B4-BE49-F238E27FC236}">
                <a16:creationId xmlns:a16="http://schemas.microsoft.com/office/drawing/2014/main" id="{0AA08990-9EE1-10F0-EB01-AEBD52171F71}"/>
              </a:ext>
            </a:extLst>
          </p:cNvPr>
          <p:cNvSpPr txBox="1"/>
          <p:nvPr/>
        </p:nvSpPr>
        <p:spPr>
          <a:xfrm>
            <a:off x="452966" y="1986452"/>
            <a:ext cx="8238067" cy="3631763"/>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mj-lt"/>
                <a:ea typeface="CMU Serif" panose="02000603000000000000" pitchFamily="2" charset="0"/>
                <a:cs typeface="CMU Serif" panose="02000603000000000000" pitchFamily="2" charset="0"/>
              </a:rPr>
              <a:t>Problem: </a:t>
            </a:r>
            <a:r>
              <a:rPr lang="en-US" sz="2400" dirty="0">
                <a:latin typeface="+mj-lt"/>
                <a:ea typeface="CMU Serif" panose="02000603000000000000" pitchFamily="2" charset="0"/>
                <a:cs typeface="CMU Serif" panose="02000603000000000000" pitchFamily="2" charset="0"/>
              </a:rPr>
              <a:t>Number of games states is exponential to the number of moves.</a:t>
            </a:r>
          </a:p>
          <a:p>
            <a:pPr>
              <a:spcAft>
                <a:spcPts val="1200"/>
              </a:spcAft>
              <a:buClr>
                <a:schemeClr val="accent1"/>
              </a:buClr>
            </a:pPr>
            <a:r>
              <a:rPr lang="en-US" sz="2400" dirty="0">
                <a:solidFill>
                  <a:schemeClr val="accent1"/>
                </a:solidFill>
                <a:latin typeface="+mj-lt"/>
                <a:ea typeface="CMU Serif" panose="02000603000000000000" pitchFamily="2" charset="0"/>
                <a:cs typeface="CMU Serif" panose="02000603000000000000" pitchFamily="2" charset="0"/>
              </a:rPr>
              <a:t>Solution: </a:t>
            </a:r>
            <a:r>
              <a:rPr lang="en-US" sz="2400" dirty="0">
                <a:latin typeface="+mj-lt"/>
                <a:ea typeface="CMU Serif" panose="02000603000000000000" pitchFamily="2" charset="0"/>
                <a:cs typeface="CMU Serif" panose="02000603000000000000" pitchFamily="2" charset="0"/>
              </a:rPr>
              <a:t>Do not examine every node.</a:t>
            </a:r>
          </a:p>
          <a:p>
            <a:pPr algn="ctr">
              <a:spcAft>
                <a:spcPts val="1200"/>
              </a:spcAft>
              <a:buClr>
                <a:schemeClr val="accent1"/>
              </a:buClr>
            </a:pPr>
            <a:r>
              <a:rPr lang="en-US" sz="2800" dirty="0">
                <a:solidFill>
                  <a:schemeClr val="accent1"/>
                </a:solidFill>
                <a:latin typeface="Baguet Script" panose="00000500000000000000" pitchFamily="2" charset="0"/>
                <a:ea typeface="CMU Serif" panose="02000603000000000000" pitchFamily="2" charset="0"/>
                <a:cs typeface="CMU Serif" panose="02000603000000000000" pitchFamily="2" charset="0"/>
              </a:rPr>
              <a:t>Alpha-beta pruning</a:t>
            </a:r>
            <a:endParaRPr lang="en-US" sz="2800" dirty="0">
              <a:latin typeface="Baguet Script" panose="00000500000000000000" pitchFamily="2" charset="0"/>
              <a:ea typeface="CMU Serif" panose="02000603000000000000" pitchFamily="2" charset="0"/>
              <a:cs typeface="CMU Serif" panose="02000603000000000000" pitchFamily="2" charset="0"/>
            </a:endParaRP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Alpha = value of best choice found so far at any choice point along the MAX path.</a:t>
            </a: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Beta = value of best choice found so far at any choice point along the MIN path.</a:t>
            </a:r>
          </a:p>
        </p:txBody>
      </p:sp>
      <p:grpSp>
        <p:nvGrpSpPr>
          <p:cNvPr id="6" name="Group 5">
            <a:extLst>
              <a:ext uri="{FF2B5EF4-FFF2-40B4-BE49-F238E27FC236}">
                <a16:creationId xmlns:a16="http://schemas.microsoft.com/office/drawing/2014/main" id="{9018815A-676C-49F2-8903-1DA685790B1F}"/>
              </a:ext>
            </a:extLst>
          </p:cNvPr>
          <p:cNvGrpSpPr/>
          <p:nvPr/>
        </p:nvGrpSpPr>
        <p:grpSpPr>
          <a:xfrm>
            <a:off x="316881" y="1690398"/>
            <a:ext cx="1143720" cy="685080"/>
            <a:chOff x="316881" y="1690398"/>
            <a:chExt cx="1143720" cy="68508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714580B-E50F-4B0D-A0FA-EA71F70375C8}"/>
                    </a:ext>
                  </a:extLst>
                </p14:cNvPr>
                <p14:cNvContentPartPr/>
                <p14:nvPr/>
              </p14:nvContentPartPr>
              <p14:xfrm>
                <a:off x="316881" y="1827198"/>
                <a:ext cx="600840" cy="534240"/>
              </p14:xfrm>
            </p:contentPart>
          </mc:Choice>
          <mc:Fallback>
            <p:pic>
              <p:nvPicPr>
                <p:cNvPr id="4" name="Ink 3">
                  <a:extLst>
                    <a:ext uri="{FF2B5EF4-FFF2-40B4-BE49-F238E27FC236}">
                      <a16:creationId xmlns:a16="http://schemas.microsoft.com/office/drawing/2014/main" id="{0714580B-E50F-4B0D-A0FA-EA71F70375C8}"/>
                    </a:ext>
                  </a:extLst>
                </p:cNvPr>
                <p:cNvPicPr/>
                <p:nvPr/>
              </p:nvPicPr>
              <p:blipFill>
                <a:blip r:embed="rId3"/>
                <a:stretch>
                  <a:fillRect/>
                </a:stretch>
              </p:blipFill>
              <p:spPr>
                <a:xfrm>
                  <a:off x="308241" y="1818558"/>
                  <a:ext cx="618480" cy="551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F7B6A19-FE82-4E1B-AA50-423CD4FF0378}"/>
                    </a:ext>
                  </a:extLst>
                </p14:cNvPr>
                <p14:cNvContentPartPr/>
                <p14:nvPr/>
              </p14:nvContentPartPr>
              <p14:xfrm>
                <a:off x="718281" y="1690398"/>
                <a:ext cx="742320" cy="685080"/>
              </p14:xfrm>
            </p:contentPart>
          </mc:Choice>
          <mc:Fallback>
            <p:pic>
              <p:nvPicPr>
                <p:cNvPr id="5" name="Ink 4">
                  <a:extLst>
                    <a:ext uri="{FF2B5EF4-FFF2-40B4-BE49-F238E27FC236}">
                      <a16:creationId xmlns:a16="http://schemas.microsoft.com/office/drawing/2014/main" id="{FF7B6A19-FE82-4E1B-AA50-423CD4FF0378}"/>
                    </a:ext>
                  </a:extLst>
                </p:cNvPr>
                <p:cNvPicPr/>
                <p:nvPr/>
              </p:nvPicPr>
              <p:blipFill>
                <a:blip r:embed="rId5"/>
                <a:stretch>
                  <a:fillRect/>
                </a:stretch>
              </p:blipFill>
              <p:spPr>
                <a:xfrm>
                  <a:off x="709641" y="1681398"/>
                  <a:ext cx="759960" cy="702720"/>
                </a:xfrm>
                <a:prstGeom prst="rect">
                  <a:avLst/>
                </a:prstGeom>
              </p:spPr>
            </p:pic>
          </mc:Fallback>
        </mc:AlternateContent>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82C0E2-588C-2484-413D-99D6DDF72A95}"/>
              </a:ext>
            </a:extLst>
          </p:cNvPr>
          <p:cNvSpPr txBox="1"/>
          <p:nvPr/>
        </p:nvSpPr>
        <p:spPr>
          <a:xfrm>
            <a:off x="452966" y="649870"/>
            <a:ext cx="4147609"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Alpha-Beta Pruning</a:t>
            </a:r>
          </a:p>
        </p:txBody>
      </p:sp>
      <p:pic>
        <p:nvPicPr>
          <p:cNvPr id="1026" name="Picture 2" descr="How and When to Prune Plants and Trees - Best Time to Prune">
            <a:extLst>
              <a:ext uri="{FF2B5EF4-FFF2-40B4-BE49-F238E27FC236}">
                <a16:creationId xmlns:a16="http://schemas.microsoft.com/office/drawing/2014/main" id="{2D7062A8-9524-2F6D-13D3-FC0BE98DC4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55" r="1296"/>
          <a:stretch/>
        </p:blipFill>
        <p:spPr bwMode="auto">
          <a:xfrm>
            <a:off x="4702387" y="0"/>
            <a:ext cx="444161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3B2234A-38C0-E6FB-98C0-75D576867792}"/>
              </a:ext>
            </a:extLst>
          </p:cNvPr>
          <p:cNvSpPr txBox="1"/>
          <p:nvPr/>
        </p:nvSpPr>
        <p:spPr>
          <a:xfrm>
            <a:off x="452966" y="2458071"/>
            <a:ext cx="3844715" cy="2585323"/>
          </a:xfrm>
          <a:prstGeom prst="rect">
            <a:avLst/>
          </a:prstGeom>
          <a:noFill/>
        </p:spPr>
        <p:txBody>
          <a:bodyPr wrap="square" lIns="0" tIns="0" rIns="0" bIns="0" rtlCol="0" anchor="ctr">
            <a:spAutoFit/>
          </a:bodyPr>
          <a:lstStyle/>
          <a:p>
            <a:pPr algn="ctr">
              <a:spcAft>
                <a:spcPts val="1200"/>
              </a:spcAft>
              <a:buClr>
                <a:schemeClr val="accent1"/>
              </a:buClr>
            </a:pPr>
            <a:r>
              <a:rPr lang="en-US" sz="2800" dirty="0">
                <a:latin typeface="+mj-lt"/>
                <a:ea typeface="CMU Serif" panose="02000603000000000000" pitchFamily="2" charset="0"/>
                <a:cs typeface="CMU Serif" panose="02000603000000000000" pitchFamily="2" charset="0"/>
              </a:rPr>
              <a:t>“</a:t>
            </a:r>
            <a:r>
              <a:rPr lang="en-US" sz="2800" i="1" dirty="0">
                <a:latin typeface="+mj-lt"/>
                <a:ea typeface="CMU Serif" panose="02000603000000000000" pitchFamily="2" charset="0"/>
                <a:cs typeface="CMU Serif" panose="02000603000000000000" pitchFamily="2" charset="0"/>
              </a:rPr>
              <a:t>If you have an idea that is surely bad, don't take the time to see how truly awful it is.</a:t>
            </a:r>
            <a:r>
              <a:rPr lang="en-US" sz="2800" dirty="0">
                <a:latin typeface="+mj-lt"/>
                <a:ea typeface="CMU Serif" panose="02000603000000000000" pitchFamily="2" charset="0"/>
                <a:cs typeface="CMU Serif" panose="02000603000000000000" pitchFamily="2" charset="0"/>
              </a:rPr>
              <a:t>”</a:t>
            </a:r>
          </a:p>
          <a:p>
            <a:pPr>
              <a:spcAft>
                <a:spcPts val="1200"/>
              </a:spcAft>
              <a:buClr>
                <a:schemeClr val="accent1"/>
              </a:buClr>
            </a:pPr>
            <a:endParaRPr lang="en-US" sz="1000" dirty="0">
              <a:latin typeface="+mj-lt"/>
              <a:ea typeface="CMU Serif" panose="02000603000000000000" pitchFamily="2" charset="0"/>
              <a:cs typeface="CMU Serif" panose="02000603000000000000" pitchFamily="2" charset="0"/>
            </a:endParaRPr>
          </a:p>
          <a:p>
            <a:pPr>
              <a:spcAft>
                <a:spcPts val="1200"/>
              </a:spcAft>
              <a:buClr>
                <a:schemeClr val="accent1"/>
              </a:buClr>
            </a:pPr>
            <a:r>
              <a:rPr lang="en-US" sz="2400" dirty="0">
                <a:latin typeface="+mj-lt"/>
                <a:ea typeface="CMU Serif" panose="02000603000000000000" pitchFamily="2" charset="0"/>
                <a:cs typeface="CMU Serif" panose="02000603000000000000" pitchFamily="2" charset="0"/>
              </a:rPr>
              <a:t>- Pat Winston</a:t>
            </a:r>
          </a:p>
        </p:txBody>
      </p:sp>
    </p:spTree>
    <p:extLst>
      <p:ext uri="{BB962C8B-B14F-4D97-AF65-F5344CB8AC3E}">
        <p14:creationId xmlns:p14="http://schemas.microsoft.com/office/powerpoint/2010/main" val="3620458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AutoShape 5">
            <a:extLst>
              <a:ext uri="{FF2B5EF4-FFF2-40B4-BE49-F238E27FC236}">
                <a16:creationId xmlns:a16="http://schemas.microsoft.com/office/drawing/2014/main" id="{7A69B289-C46E-4C34-1B4C-A40B423AA289}"/>
              </a:ext>
            </a:extLst>
          </p:cNvPr>
          <p:cNvSpPr>
            <a:spLocks noChangeArrowheads="1"/>
          </p:cNvSpPr>
          <p:nvPr/>
        </p:nvSpPr>
        <p:spPr bwMode="auto">
          <a:xfrm>
            <a:off x="2057400" y="32080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4" name="AutoShape 6">
            <a:extLst>
              <a:ext uri="{FF2B5EF4-FFF2-40B4-BE49-F238E27FC236}">
                <a16:creationId xmlns:a16="http://schemas.microsoft.com/office/drawing/2014/main" id="{10B57D94-2A0E-D68F-06CA-2E2F3FCC41BF}"/>
              </a:ext>
            </a:extLst>
          </p:cNvPr>
          <p:cNvSpPr>
            <a:spLocks noChangeArrowheads="1"/>
          </p:cNvSpPr>
          <p:nvPr/>
        </p:nvSpPr>
        <p:spPr bwMode="auto">
          <a:xfrm flipV="1">
            <a:off x="2743200" y="40462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5" name="AutoShape 7">
            <a:extLst>
              <a:ext uri="{FF2B5EF4-FFF2-40B4-BE49-F238E27FC236}">
                <a16:creationId xmlns:a16="http://schemas.microsoft.com/office/drawing/2014/main" id="{1DAD6BB6-1BD0-8D64-57C3-863D8F7B06A8}"/>
              </a:ext>
            </a:extLst>
          </p:cNvPr>
          <p:cNvSpPr>
            <a:spLocks noChangeArrowheads="1"/>
          </p:cNvSpPr>
          <p:nvPr/>
        </p:nvSpPr>
        <p:spPr bwMode="auto">
          <a:xfrm flipV="1">
            <a:off x="1447800" y="40462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6" name="AutoShape 8">
            <a:extLst>
              <a:ext uri="{FF2B5EF4-FFF2-40B4-BE49-F238E27FC236}">
                <a16:creationId xmlns:a16="http://schemas.microsoft.com/office/drawing/2014/main" id="{270E830F-F23F-5E5C-AB84-6CE5D6B07F77}"/>
              </a:ext>
            </a:extLst>
          </p:cNvPr>
          <p:cNvSpPr>
            <a:spLocks noChangeArrowheads="1"/>
          </p:cNvSpPr>
          <p:nvPr/>
        </p:nvSpPr>
        <p:spPr bwMode="auto">
          <a:xfrm>
            <a:off x="1752600" y="51130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7" name="AutoShape 9">
            <a:extLst>
              <a:ext uri="{FF2B5EF4-FFF2-40B4-BE49-F238E27FC236}">
                <a16:creationId xmlns:a16="http://schemas.microsoft.com/office/drawing/2014/main" id="{327E30C6-B174-D4A7-EE75-1B743CE2F43E}"/>
              </a:ext>
            </a:extLst>
          </p:cNvPr>
          <p:cNvSpPr>
            <a:spLocks noChangeArrowheads="1"/>
          </p:cNvSpPr>
          <p:nvPr/>
        </p:nvSpPr>
        <p:spPr bwMode="auto">
          <a:xfrm>
            <a:off x="1143000" y="51130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8" name="AutoShape 10">
            <a:extLst>
              <a:ext uri="{FF2B5EF4-FFF2-40B4-BE49-F238E27FC236}">
                <a16:creationId xmlns:a16="http://schemas.microsoft.com/office/drawing/2014/main" id="{4F6F2719-57DE-C3DB-CDE8-46610D15F43C}"/>
              </a:ext>
            </a:extLst>
          </p:cNvPr>
          <p:cNvSpPr>
            <a:spLocks noChangeArrowheads="1"/>
          </p:cNvSpPr>
          <p:nvPr/>
        </p:nvSpPr>
        <p:spPr bwMode="auto">
          <a:xfrm>
            <a:off x="3124200" y="5113020"/>
            <a:ext cx="327025" cy="381000"/>
          </a:xfrm>
          <a:prstGeom prst="triangle">
            <a:avLst>
              <a:gd name="adj" fmla="val 50000"/>
            </a:avLst>
          </a:prstGeom>
          <a:solidFill>
            <a:schemeClr val="folHlink"/>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19" name="AutoShape 11">
            <a:extLst>
              <a:ext uri="{FF2B5EF4-FFF2-40B4-BE49-F238E27FC236}">
                <a16:creationId xmlns:a16="http://schemas.microsoft.com/office/drawing/2014/main" id="{CEB34593-BDD9-E326-F19B-758BF76CB491}"/>
              </a:ext>
            </a:extLst>
          </p:cNvPr>
          <p:cNvSpPr>
            <a:spLocks noChangeArrowheads="1"/>
          </p:cNvSpPr>
          <p:nvPr/>
        </p:nvSpPr>
        <p:spPr bwMode="auto">
          <a:xfrm>
            <a:off x="2514600" y="511302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r" rtl="1" eaLnBrk="1" hangingPunct="1">
              <a:spcBef>
                <a:spcPct val="0"/>
              </a:spcBef>
              <a:buClrTx/>
              <a:buSzTx/>
              <a:buFontTx/>
              <a:buNone/>
            </a:pPr>
            <a:endParaRPr lang="en-US" altLang="en-US" sz="1800">
              <a:latin typeface="Arial" panose="020B0604020202020204" pitchFamily="34" charset="0"/>
            </a:endParaRPr>
          </a:p>
        </p:txBody>
      </p:sp>
      <p:sp>
        <p:nvSpPr>
          <p:cNvPr id="43020" name="Line 12">
            <a:extLst>
              <a:ext uri="{FF2B5EF4-FFF2-40B4-BE49-F238E27FC236}">
                <a16:creationId xmlns:a16="http://schemas.microsoft.com/office/drawing/2014/main" id="{42A9DF93-A68C-3C05-F4EE-5F2AE54DB739}"/>
              </a:ext>
            </a:extLst>
          </p:cNvPr>
          <p:cNvSpPr>
            <a:spLocks noChangeShapeType="1"/>
          </p:cNvSpPr>
          <p:nvPr/>
        </p:nvSpPr>
        <p:spPr bwMode="auto">
          <a:xfrm flipV="1">
            <a:off x="1600200" y="3589020"/>
            <a:ext cx="6096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1" name="Line 13">
            <a:extLst>
              <a:ext uri="{FF2B5EF4-FFF2-40B4-BE49-F238E27FC236}">
                <a16:creationId xmlns:a16="http://schemas.microsoft.com/office/drawing/2014/main" id="{27AB5A38-6609-FAAD-375E-9D363CE72E5D}"/>
              </a:ext>
            </a:extLst>
          </p:cNvPr>
          <p:cNvSpPr>
            <a:spLocks noChangeShapeType="1"/>
          </p:cNvSpPr>
          <p:nvPr/>
        </p:nvSpPr>
        <p:spPr bwMode="auto">
          <a:xfrm flipH="1" flipV="1">
            <a:off x="2209800" y="3589020"/>
            <a:ext cx="685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2" name="Line 14">
            <a:extLst>
              <a:ext uri="{FF2B5EF4-FFF2-40B4-BE49-F238E27FC236}">
                <a16:creationId xmlns:a16="http://schemas.microsoft.com/office/drawing/2014/main" id="{8A069B78-B047-5E22-684C-AB50046DE7EC}"/>
              </a:ext>
            </a:extLst>
          </p:cNvPr>
          <p:cNvSpPr>
            <a:spLocks noChangeShapeType="1"/>
          </p:cNvSpPr>
          <p:nvPr/>
        </p:nvSpPr>
        <p:spPr bwMode="auto">
          <a:xfrm flipV="1">
            <a:off x="1295400" y="442722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3" name="Line 15">
            <a:extLst>
              <a:ext uri="{FF2B5EF4-FFF2-40B4-BE49-F238E27FC236}">
                <a16:creationId xmlns:a16="http://schemas.microsoft.com/office/drawing/2014/main" id="{C938553B-6B13-01EF-D67E-CF6E2F6429CD}"/>
              </a:ext>
            </a:extLst>
          </p:cNvPr>
          <p:cNvSpPr>
            <a:spLocks noChangeShapeType="1"/>
          </p:cNvSpPr>
          <p:nvPr/>
        </p:nvSpPr>
        <p:spPr bwMode="auto">
          <a:xfrm flipH="1" flipV="1">
            <a:off x="1600200" y="4427220"/>
            <a:ext cx="304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4" name="Line 16">
            <a:extLst>
              <a:ext uri="{FF2B5EF4-FFF2-40B4-BE49-F238E27FC236}">
                <a16:creationId xmlns:a16="http://schemas.microsoft.com/office/drawing/2014/main" id="{3F18A1DF-417B-4307-F569-78AECFD060AD}"/>
              </a:ext>
            </a:extLst>
          </p:cNvPr>
          <p:cNvSpPr>
            <a:spLocks noChangeShapeType="1"/>
          </p:cNvSpPr>
          <p:nvPr/>
        </p:nvSpPr>
        <p:spPr bwMode="auto">
          <a:xfrm flipV="1">
            <a:off x="2667000" y="4427220"/>
            <a:ext cx="2286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5" name="Line 17">
            <a:extLst>
              <a:ext uri="{FF2B5EF4-FFF2-40B4-BE49-F238E27FC236}">
                <a16:creationId xmlns:a16="http://schemas.microsoft.com/office/drawing/2014/main" id="{1211B94E-8790-F798-EFA9-29AD253E40CF}"/>
              </a:ext>
            </a:extLst>
          </p:cNvPr>
          <p:cNvSpPr>
            <a:spLocks noChangeShapeType="1"/>
          </p:cNvSpPr>
          <p:nvPr/>
        </p:nvSpPr>
        <p:spPr bwMode="auto">
          <a:xfrm flipH="1" flipV="1">
            <a:off x="2895600" y="4427220"/>
            <a:ext cx="3810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6" name="Text Box 18">
            <a:extLst>
              <a:ext uri="{FF2B5EF4-FFF2-40B4-BE49-F238E27FC236}">
                <a16:creationId xmlns:a16="http://schemas.microsoft.com/office/drawing/2014/main" id="{1B2403AB-B558-4529-D47F-8C1BC7447E19}"/>
              </a:ext>
            </a:extLst>
          </p:cNvPr>
          <p:cNvSpPr txBox="1">
            <a:spLocks noChangeArrowheads="1"/>
          </p:cNvSpPr>
          <p:nvPr/>
        </p:nvSpPr>
        <p:spPr bwMode="auto">
          <a:xfrm>
            <a:off x="1143000" y="549402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2</a:t>
            </a:r>
          </a:p>
        </p:txBody>
      </p:sp>
      <p:sp>
        <p:nvSpPr>
          <p:cNvPr id="43027" name="Text Box 19">
            <a:extLst>
              <a:ext uri="{FF2B5EF4-FFF2-40B4-BE49-F238E27FC236}">
                <a16:creationId xmlns:a16="http://schemas.microsoft.com/office/drawing/2014/main" id="{12EB2A5D-7766-5D0D-CFDC-574B81ACBD2F}"/>
              </a:ext>
            </a:extLst>
          </p:cNvPr>
          <p:cNvSpPr txBox="1">
            <a:spLocks noChangeArrowheads="1"/>
          </p:cNvSpPr>
          <p:nvPr/>
        </p:nvSpPr>
        <p:spPr bwMode="auto">
          <a:xfrm>
            <a:off x="1752600" y="549402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7</a:t>
            </a:r>
          </a:p>
        </p:txBody>
      </p:sp>
      <p:sp>
        <p:nvSpPr>
          <p:cNvPr id="43028" name="Text Box 20">
            <a:extLst>
              <a:ext uri="{FF2B5EF4-FFF2-40B4-BE49-F238E27FC236}">
                <a16:creationId xmlns:a16="http://schemas.microsoft.com/office/drawing/2014/main" id="{080C7234-D930-8FAC-B52B-6040F918E230}"/>
              </a:ext>
            </a:extLst>
          </p:cNvPr>
          <p:cNvSpPr txBox="1">
            <a:spLocks noChangeArrowheads="1"/>
          </p:cNvSpPr>
          <p:nvPr/>
        </p:nvSpPr>
        <p:spPr bwMode="auto">
          <a:xfrm>
            <a:off x="2514600" y="549402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1</a:t>
            </a:r>
          </a:p>
        </p:txBody>
      </p:sp>
      <p:sp>
        <p:nvSpPr>
          <p:cNvPr id="43029" name="Text Box 21">
            <a:extLst>
              <a:ext uri="{FF2B5EF4-FFF2-40B4-BE49-F238E27FC236}">
                <a16:creationId xmlns:a16="http://schemas.microsoft.com/office/drawing/2014/main" id="{02345919-8751-65C0-EFAB-B9878CC2ABE2}"/>
              </a:ext>
            </a:extLst>
          </p:cNvPr>
          <p:cNvSpPr txBox="1">
            <a:spLocks noChangeArrowheads="1"/>
          </p:cNvSpPr>
          <p:nvPr/>
        </p:nvSpPr>
        <p:spPr bwMode="auto">
          <a:xfrm>
            <a:off x="1066800" y="4046220"/>
            <a:ext cx="455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=2</a:t>
            </a:r>
          </a:p>
        </p:txBody>
      </p:sp>
      <p:sp>
        <p:nvSpPr>
          <p:cNvPr id="43030" name="Text Box 22">
            <a:extLst>
              <a:ext uri="{FF2B5EF4-FFF2-40B4-BE49-F238E27FC236}">
                <a16:creationId xmlns:a16="http://schemas.microsoft.com/office/drawing/2014/main" id="{5C4101C2-E904-01E1-F468-C8DF6DB528B4}"/>
              </a:ext>
            </a:extLst>
          </p:cNvPr>
          <p:cNvSpPr txBox="1">
            <a:spLocks noChangeArrowheads="1"/>
          </p:cNvSpPr>
          <p:nvPr/>
        </p:nvSpPr>
        <p:spPr bwMode="auto">
          <a:xfrm>
            <a:off x="2438400" y="3208020"/>
            <a:ext cx="600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&gt;=2</a:t>
            </a:r>
          </a:p>
        </p:txBody>
      </p:sp>
      <p:sp>
        <p:nvSpPr>
          <p:cNvPr id="43031" name="Text Box 23">
            <a:extLst>
              <a:ext uri="{FF2B5EF4-FFF2-40B4-BE49-F238E27FC236}">
                <a16:creationId xmlns:a16="http://schemas.microsoft.com/office/drawing/2014/main" id="{C3288BCA-0638-C3F1-624D-155F0939BFA9}"/>
              </a:ext>
            </a:extLst>
          </p:cNvPr>
          <p:cNvSpPr txBox="1">
            <a:spLocks noChangeArrowheads="1"/>
          </p:cNvSpPr>
          <p:nvPr/>
        </p:nvSpPr>
        <p:spPr bwMode="auto">
          <a:xfrm>
            <a:off x="3124200" y="4046220"/>
            <a:ext cx="600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&lt;=1</a:t>
            </a:r>
          </a:p>
        </p:txBody>
      </p:sp>
      <p:sp>
        <p:nvSpPr>
          <p:cNvPr id="43032" name="Text Box 24">
            <a:extLst>
              <a:ext uri="{FF2B5EF4-FFF2-40B4-BE49-F238E27FC236}">
                <a16:creationId xmlns:a16="http://schemas.microsoft.com/office/drawing/2014/main" id="{FC76DCE6-3AD5-9335-1AE1-F7C4E046F65C}"/>
              </a:ext>
            </a:extLst>
          </p:cNvPr>
          <p:cNvSpPr txBox="1">
            <a:spLocks noChangeArrowheads="1"/>
          </p:cNvSpPr>
          <p:nvPr/>
        </p:nvSpPr>
        <p:spPr bwMode="auto">
          <a:xfrm>
            <a:off x="3124200" y="549402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000" b="1">
                <a:latin typeface="Times New Roman" panose="02020603050405020304" pitchFamily="18" charset="0"/>
              </a:rPr>
              <a:t>?</a:t>
            </a:r>
          </a:p>
        </p:txBody>
      </p:sp>
      <p:sp>
        <p:nvSpPr>
          <p:cNvPr id="43033" name="Line 25">
            <a:extLst>
              <a:ext uri="{FF2B5EF4-FFF2-40B4-BE49-F238E27FC236}">
                <a16:creationId xmlns:a16="http://schemas.microsoft.com/office/drawing/2014/main" id="{DC532322-9502-2362-7904-CD9BAFDA397B}"/>
              </a:ext>
            </a:extLst>
          </p:cNvPr>
          <p:cNvSpPr>
            <a:spLocks noChangeShapeType="1"/>
          </p:cNvSpPr>
          <p:nvPr/>
        </p:nvSpPr>
        <p:spPr bwMode="auto">
          <a:xfrm flipH="1">
            <a:off x="3352800" y="3833495"/>
            <a:ext cx="1371600" cy="1600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4" name="Text Box 26">
            <a:extLst>
              <a:ext uri="{FF2B5EF4-FFF2-40B4-BE49-F238E27FC236}">
                <a16:creationId xmlns:a16="http://schemas.microsoft.com/office/drawing/2014/main" id="{037D9D0F-1259-7AC8-E54E-EE4CEE92E104}"/>
              </a:ext>
            </a:extLst>
          </p:cNvPr>
          <p:cNvSpPr txBox="1">
            <a:spLocks noChangeArrowheads="1"/>
          </p:cNvSpPr>
          <p:nvPr/>
        </p:nvSpPr>
        <p:spPr bwMode="auto">
          <a:xfrm>
            <a:off x="4648200" y="3562033"/>
            <a:ext cx="40386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4950" indent="-23495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Char char="•"/>
            </a:pPr>
            <a:r>
              <a:rPr lang="en-US" altLang="en-US" sz="2400" dirty="0">
                <a:solidFill>
                  <a:srgbClr val="FF0000"/>
                </a:solidFill>
                <a:latin typeface="+mj-lt"/>
              </a:rPr>
              <a:t>We don’t need to compute the value at this node.</a:t>
            </a:r>
            <a:endParaRPr lang="en-US" altLang="en-US" sz="2400" dirty="0">
              <a:latin typeface="+mj-lt"/>
            </a:endParaRPr>
          </a:p>
          <a:p>
            <a:pPr>
              <a:spcBef>
                <a:spcPct val="50000"/>
              </a:spcBef>
              <a:buClrTx/>
              <a:buSzTx/>
              <a:buFontTx/>
              <a:buChar char="•"/>
            </a:pPr>
            <a:r>
              <a:rPr lang="en-US" altLang="en-US" sz="2400" dirty="0">
                <a:latin typeface="+mj-lt"/>
              </a:rPr>
              <a:t>No matter what it is, it can’t affect the value of the root node.</a:t>
            </a:r>
          </a:p>
        </p:txBody>
      </p:sp>
      <p:sp>
        <p:nvSpPr>
          <p:cNvPr id="43035" name="Text Box 28">
            <a:extLst>
              <a:ext uri="{FF2B5EF4-FFF2-40B4-BE49-F238E27FC236}">
                <a16:creationId xmlns:a16="http://schemas.microsoft.com/office/drawing/2014/main" id="{988F1C7D-64A6-061D-FEE3-F8CFA6C25C51}"/>
              </a:ext>
            </a:extLst>
          </p:cNvPr>
          <p:cNvSpPr txBox="1">
            <a:spLocks noChangeArrowheads="1"/>
          </p:cNvSpPr>
          <p:nvPr/>
        </p:nvSpPr>
        <p:spPr bwMode="auto">
          <a:xfrm>
            <a:off x="2220912" y="3319780"/>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fr-FR" altLang="en-US"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E5EB87C-9DC1-D350-2D0C-6C58B763778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Alpha-Beta Pruning</a:t>
            </a:r>
          </a:p>
        </p:txBody>
      </p:sp>
      <p:sp>
        <p:nvSpPr>
          <p:cNvPr id="3" name="TextBox 2">
            <a:extLst>
              <a:ext uri="{FF2B5EF4-FFF2-40B4-BE49-F238E27FC236}">
                <a16:creationId xmlns:a16="http://schemas.microsoft.com/office/drawing/2014/main" id="{5267FDEC-82CC-4964-6910-EE045AC93DF7}"/>
              </a:ext>
            </a:extLst>
          </p:cNvPr>
          <p:cNvSpPr txBox="1"/>
          <p:nvPr/>
        </p:nvSpPr>
        <p:spPr>
          <a:xfrm>
            <a:off x="448733" y="1759668"/>
            <a:ext cx="8238067" cy="892552"/>
          </a:xfrm>
          <a:prstGeom prst="rect">
            <a:avLst/>
          </a:prstGeom>
          <a:noFill/>
        </p:spPr>
        <p:txBody>
          <a:bodyPr wrap="square" lIns="0" tIns="0" rIns="0" bIns="0" rtlCol="0" anchor="ctr">
            <a:spAutoFit/>
          </a:bodyPr>
          <a:lstStyle/>
          <a:p>
            <a:pPr algn="just">
              <a:spcAft>
                <a:spcPts val="1200"/>
              </a:spcAft>
              <a:buClr>
                <a:schemeClr val="accent1"/>
              </a:buClr>
            </a:pPr>
            <a:r>
              <a:rPr lang="en-US" sz="2400" dirty="0">
                <a:latin typeface="+mj-lt"/>
                <a:ea typeface="CMU Serif" panose="02000603000000000000" pitchFamily="2" charset="0"/>
                <a:cs typeface="CMU Serif" panose="02000603000000000000" pitchFamily="2" charset="0"/>
              </a:rPr>
              <a:t>Some branches will never be played by rational players since</a:t>
            </a:r>
          </a:p>
          <a:p>
            <a:pPr algn="just">
              <a:spcAft>
                <a:spcPts val="1200"/>
              </a:spcAft>
              <a:buClr>
                <a:schemeClr val="accent1"/>
              </a:buClr>
            </a:pPr>
            <a:r>
              <a:rPr lang="en-US" sz="2400" dirty="0">
                <a:latin typeface="+mj-lt"/>
                <a:ea typeface="CMU Serif" panose="02000603000000000000" pitchFamily="2" charset="0"/>
                <a:cs typeface="CMU Serif" panose="02000603000000000000" pitchFamily="2" charset="0"/>
              </a:rPr>
              <a:t>they include sub-optimal decisions (for either player).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C81DB62-B974-D55F-74E8-5293C8F9D24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5C81DB62-B974-D55F-74E8-5293C8F9D249}"/>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754F0379-AAD7-9F12-F51A-650B4BF6B5E7}"/>
              </a:ext>
            </a:extLst>
          </p:cNvPr>
          <p:cNvSpPr txBox="1"/>
          <p:nvPr/>
        </p:nvSpPr>
        <p:spPr>
          <a:xfrm>
            <a:off x="452965" y="2798058"/>
            <a:ext cx="8238067" cy="1261884"/>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Wingdings" panose="05000000000000000000" pitchFamily="2" charset="2"/>
              <a:buChar char="q"/>
            </a:pPr>
            <a:r>
              <a:rPr lang="en-US" sz="2400" dirty="0">
                <a:latin typeface="+mj-lt"/>
                <a:ea typeface="CMU Serif" panose="02000603000000000000" pitchFamily="2" charset="0"/>
                <a:cs typeface="CMU Serif" panose="02000603000000000000" pitchFamily="2" charset="0"/>
              </a:rPr>
              <a:t>Principle</a:t>
            </a:r>
          </a:p>
          <a:p>
            <a:pPr algn="just">
              <a:spcAft>
                <a:spcPts val="1200"/>
              </a:spcAft>
              <a:buClr>
                <a:schemeClr val="accent1"/>
              </a:buClr>
            </a:pPr>
            <a:r>
              <a:rPr lang="en-US" sz="2400" dirty="0">
                <a:latin typeface="+mj-lt"/>
                <a:ea typeface="CMU Serif" panose="02000603000000000000" pitchFamily="2" charset="0"/>
                <a:cs typeface="CMU Serif" panose="02000603000000000000" pitchFamily="2" charset="0"/>
              </a:rPr>
              <a:t>If a move is determined worse than another move already examined, then further examination deemed pointless.</a:t>
            </a:r>
          </a:p>
        </p:txBody>
      </p:sp>
      <p:grpSp>
        <p:nvGrpSpPr>
          <p:cNvPr id="6" name="Group 5">
            <a:extLst>
              <a:ext uri="{FF2B5EF4-FFF2-40B4-BE49-F238E27FC236}">
                <a16:creationId xmlns:a16="http://schemas.microsoft.com/office/drawing/2014/main" id="{20C2903C-4D81-46D3-9F75-318F74383813}"/>
              </a:ext>
            </a:extLst>
          </p:cNvPr>
          <p:cNvGrpSpPr/>
          <p:nvPr/>
        </p:nvGrpSpPr>
        <p:grpSpPr>
          <a:xfrm>
            <a:off x="382401" y="2767878"/>
            <a:ext cx="990000" cy="421200"/>
            <a:chOff x="382401" y="2767878"/>
            <a:chExt cx="990000" cy="42120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C7B2A32-7312-4653-8172-944C2E94F915}"/>
                    </a:ext>
                  </a:extLst>
                </p14:cNvPr>
                <p14:cNvContentPartPr/>
                <p14:nvPr/>
              </p14:nvContentPartPr>
              <p14:xfrm>
                <a:off x="382401" y="2767878"/>
                <a:ext cx="567360" cy="421200"/>
              </p14:xfrm>
            </p:contentPart>
          </mc:Choice>
          <mc:Fallback>
            <p:pic>
              <p:nvPicPr>
                <p:cNvPr id="4" name="Ink 3">
                  <a:extLst>
                    <a:ext uri="{FF2B5EF4-FFF2-40B4-BE49-F238E27FC236}">
                      <a16:creationId xmlns:a16="http://schemas.microsoft.com/office/drawing/2014/main" id="{DC7B2A32-7312-4653-8172-944C2E94F915}"/>
                    </a:ext>
                  </a:extLst>
                </p:cNvPr>
                <p:cNvPicPr/>
                <p:nvPr/>
              </p:nvPicPr>
              <p:blipFill>
                <a:blip r:embed="rId5"/>
                <a:stretch>
                  <a:fillRect/>
                </a:stretch>
              </p:blipFill>
              <p:spPr>
                <a:xfrm>
                  <a:off x="373401" y="2759238"/>
                  <a:ext cx="585000" cy="438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47D7EC8-B57C-4184-A758-A8588482771F}"/>
                    </a:ext>
                  </a:extLst>
                </p14:cNvPr>
                <p14:cNvContentPartPr/>
                <p14:nvPr/>
              </p14:nvContentPartPr>
              <p14:xfrm>
                <a:off x="689841" y="2794158"/>
                <a:ext cx="682560" cy="325080"/>
              </p14:xfrm>
            </p:contentPart>
          </mc:Choice>
          <mc:Fallback>
            <p:pic>
              <p:nvPicPr>
                <p:cNvPr id="5" name="Ink 4">
                  <a:extLst>
                    <a:ext uri="{FF2B5EF4-FFF2-40B4-BE49-F238E27FC236}">
                      <a16:creationId xmlns:a16="http://schemas.microsoft.com/office/drawing/2014/main" id="{247D7EC8-B57C-4184-A758-A8588482771F}"/>
                    </a:ext>
                  </a:extLst>
                </p:cNvPr>
                <p:cNvPicPr/>
                <p:nvPr/>
              </p:nvPicPr>
              <p:blipFill>
                <a:blip r:embed="rId7"/>
                <a:stretch>
                  <a:fillRect/>
                </a:stretch>
              </p:blipFill>
              <p:spPr>
                <a:xfrm>
                  <a:off x="680841" y="2785518"/>
                  <a:ext cx="700200" cy="342720"/>
                </a:xfrm>
                <a:prstGeom prst="rect">
                  <a:avLst/>
                </a:prstGeom>
              </p:spPr>
            </p:pic>
          </mc:Fallback>
        </mc:AlternateContent>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3">
            <a:extLst>
              <a:ext uri="{FF2B5EF4-FFF2-40B4-BE49-F238E27FC236}">
                <a16:creationId xmlns:a16="http://schemas.microsoft.com/office/drawing/2014/main" id="{A86B3204-FCD8-7FFF-33E4-D770518E2CA9}"/>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BB51723-AAA3-BD31-B248-CA19854226E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BBB51723-AAA3-BD31-B248-CA19854226E9}"/>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
            <a:extLst>
              <a:ext uri="{FF2B5EF4-FFF2-40B4-BE49-F238E27FC236}">
                <a16:creationId xmlns:a16="http://schemas.microsoft.com/office/drawing/2014/main" id="{790CB9CD-8C2E-214B-BFFF-9EE960181A4F}"/>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8363A2-D0D0-4F27-B202-886786DF6AC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0B8363A2-D0D0-4F27-B202-886786DF6ACD}"/>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a:extLst>
              <a:ext uri="{FF2B5EF4-FFF2-40B4-BE49-F238E27FC236}">
                <a16:creationId xmlns:a16="http://schemas.microsoft.com/office/drawing/2014/main" id="{677F24C4-9951-4931-49E5-EF5357290980}"/>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055C66C-0713-9C9A-972C-F4C9A522BEE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A055C66C-0713-9C9A-972C-F4C9A522BEEF}"/>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3">
            <a:extLst>
              <a:ext uri="{FF2B5EF4-FFF2-40B4-BE49-F238E27FC236}">
                <a16:creationId xmlns:a16="http://schemas.microsoft.com/office/drawing/2014/main" id="{70C883AD-F021-F6F4-EC26-E557AEB1BC78}"/>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40AA3B-1A25-0CED-7B7E-77BD3CFC640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7B40AA3B-1A25-0CED-7B7E-77BD3CFC6404}"/>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3">
            <a:extLst>
              <a:ext uri="{FF2B5EF4-FFF2-40B4-BE49-F238E27FC236}">
                <a16:creationId xmlns:a16="http://schemas.microsoft.com/office/drawing/2014/main" id="{B00FEBB8-F188-DB42-E1FA-5BA023BE1A4A}"/>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BFA54C6-48B1-F5C9-62BF-7873BF373C0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EBFA54C6-48B1-F5C9-62BF-7873BF373C0D}"/>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3" name="Picture 3">
            <a:extLst>
              <a:ext uri="{FF2B5EF4-FFF2-40B4-BE49-F238E27FC236}">
                <a16:creationId xmlns:a16="http://schemas.microsoft.com/office/drawing/2014/main" id="{1889FABE-2A4A-206C-C756-1E7D0D3E7390}"/>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b="1596"/>
          <a:stretch/>
        </p:blipFill>
        <p:spPr>
          <a:xfrm>
            <a:off x="457200" y="1865313"/>
            <a:ext cx="8229600" cy="4992687"/>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EBC4D70-3A64-1551-B941-8BEDF54834A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8EBC4D70-3A64-1551-B941-8BEDF54834A6}"/>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Picture 3">
            <a:extLst>
              <a:ext uri="{FF2B5EF4-FFF2-40B4-BE49-F238E27FC236}">
                <a16:creationId xmlns:a16="http://schemas.microsoft.com/office/drawing/2014/main" id="{F0D75EBF-B100-B7DF-025E-B97FEECCD48B}"/>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D1F4290-6408-A029-1CF1-853E36EC7B2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CD1F4290-6408-A029-1CF1-853E36EC7B22}"/>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1" name="Picture 3">
            <a:extLst>
              <a:ext uri="{FF2B5EF4-FFF2-40B4-BE49-F238E27FC236}">
                <a16:creationId xmlns:a16="http://schemas.microsoft.com/office/drawing/2014/main" id="{D27542C3-F800-A535-CE30-88FBD2A0EBE2}"/>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B37F9E-A8AE-1789-7238-AF75B7EFA2A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03B37F9E-A8AE-1789-7238-AF75B7EFA2A2}"/>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Picture 3">
            <a:extLst>
              <a:ext uri="{FF2B5EF4-FFF2-40B4-BE49-F238E27FC236}">
                <a16:creationId xmlns:a16="http://schemas.microsoft.com/office/drawing/2014/main" id="{7C389FDD-158C-017D-1077-8E3375FF1353}"/>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2966"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BB04469-640C-4B2A-9BF3-55AA101274E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CBB04469-640C-4B2A-9BF3-55AA101274E6}"/>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Picture 3">
            <a:extLst>
              <a:ext uri="{FF2B5EF4-FFF2-40B4-BE49-F238E27FC236}">
                <a16:creationId xmlns:a16="http://schemas.microsoft.com/office/drawing/2014/main" id="{46684156-106D-882C-6FC2-DA6BF7DA34A7}"/>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87EAE02-25A1-F8F0-8B35-03938A52D57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887EAE02-25A1-F8F0-8B35-03938A52D573}"/>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3" name="Picture 3">
            <a:extLst>
              <a:ext uri="{FF2B5EF4-FFF2-40B4-BE49-F238E27FC236}">
                <a16:creationId xmlns:a16="http://schemas.microsoft.com/office/drawing/2014/main" id="{9AEA7A48-0B1D-8847-56FF-5A64E72FBFAD}"/>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57200"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6BF504-211C-1702-4EC7-ACC6B3456FB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AE6BF504-211C-1702-4EC7-ACC6B3456FBA}"/>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7" name="Picture 3">
            <a:extLst>
              <a:ext uri="{FF2B5EF4-FFF2-40B4-BE49-F238E27FC236}">
                <a16:creationId xmlns:a16="http://schemas.microsoft.com/office/drawing/2014/main" id="{E67755C7-70C2-48FD-A2F3-E8344D7B0609}"/>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61433" y="1784350"/>
            <a:ext cx="8229600" cy="5073650"/>
          </a:xfr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F637D8A-2C0C-B19C-1808-ED445816DD5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FF637D8A-2C0C-B19C-1808-ED445816DD5F}"/>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FCE38E-D37F-8B96-638A-5456B15AFA4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Pruning</a:t>
                </a:r>
              </a:p>
            </p:txBody>
          </p:sp>
        </mc:Choice>
        <mc:Fallback xmlns="">
          <p:sp>
            <p:nvSpPr>
              <p:cNvPr id="2" name="TextBox 1">
                <a:extLst>
                  <a:ext uri="{FF2B5EF4-FFF2-40B4-BE49-F238E27FC236}">
                    <a16:creationId xmlns:a16="http://schemas.microsoft.com/office/drawing/2014/main" id="{43FCE38E-D37F-8B96-638A-5456B15AFA48}"/>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t="-21739" b="-51087"/>
                </a:stretch>
              </a:blipFill>
              <a:ln w="12700">
                <a:solidFill>
                  <a:schemeClr val="accent4"/>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3257C882-6307-8BD6-D0FE-EA11A7A5E472}"/>
              </a:ext>
            </a:extLst>
          </p:cNvPr>
          <p:cNvSpPr txBox="1"/>
          <p:nvPr/>
        </p:nvSpPr>
        <p:spPr>
          <a:xfrm>
            <a:off x="452966" y="2070913"/>
            <a:ext cx="8238067" cy="3508653"/>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Wingdings" panose="05000000000000000000" pitchFamily="2" charset="2"/>
              <a:buChar char="q"/>
            </a:pPr>
            <a:r>
              <a:rPr lang="en-US" sz="2400" dirty="0">
                <a:latin typeface="+mj-lt"/>
                <a:ea typeface="CMU Serif" panose="02000603000000000000" pitchFamily="2" charset="0"/>
                <a:cs typeface="CMU Serif" panose="02000603000000000000" pitchFamily="2" charset="0"/>
              </a:rPr>
              <a:t>Rules of Thumb </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α is the highest max found so far</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β is the lowest min value found so far</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If Min is on top Alpha prune</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If Max is on top Beta prune</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You will only have alpha prune at Min level</a:t>
            </a:r>
          </a:p>
          <a:p>
            <a:pPr marL="800100" lvl="1" indent="-342900" algn="just">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You will only have beta prune at Max level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C6B79B4-3841-7038-D406-1E587105F0B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Properties of </a:t>
                </a:r>
                <a14:m>
                  <m:oMath xmlns:m="http://schemas.openxmlformats.org/officeDocument/2006/math">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𝛼</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m:t>
                    </m:r>
                    <m:r>
                      <a:rPr lang="en-US" sz="3600" b="0" i="1" dirty="0" smtClean="0">
                        <a:solidFill>
                          <a:schemeClr val="accent1"/>
                        </a:solidFill>
                        <a:latin typeface="Cambria Math" panose="02040503050406030204" pitchFamily="18" charset="0"/>
                        <a:ea typeface="CMU Serif" panose="02000603000000000000" pitchFamily="2" charset="0"/>
                        <a:cs typeface="CMU Serif" panose="02000603000000000000" pitchFamily="2" charset="0"/>
                      </a:rPr>
                      <m:t>𝛽</m:t>
                    </m:r>
                  </m:oMath>
                </a14:m>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 Prune</a:t>
                </a:r>
              </a:p>
            </p:txBody>
          </p:sp>
        </mc:Choice>
        <mc:Fallback xmlns="">
          <p:sp>
            <p:nvSpPr>
              <p:cNvPr id="2" name="TextBox 1">
                <a:extLst>
                  <a:ext uri="{FF2B5EF4-FFF2-40B4-BE49-F238E27FC236}">
                    <a16:creationId xmlns:a16="http://schemas.microsoft.com/office/drawing/2014/main" id="{DC6B79B4-3841-7038-D406-1E587105F0B4}"/>
                  </a:ext>
                </a:extLst>
              </p:cNvPr>
              <p:cNvSpPr txBox="1">
                <a:spLocks noRot="1" noChangeAspect="1" noMove="1" noResize="1" noEditPoints="1" noAdjustHandles="1" noChangeArrowheads="1" noChangeShapeType="1" noTextEdit="1"/>
              </p:cNvSpPr>
              <p:nvPr/>
            </p:nvSpPr>
            <p:spPr>
              <a:xfrm>
                <a:off x="452966" y="649870"/>
                <a:ext cx="8238067" cy="553998"/>
              </a:xfrm>
              <a:prstGeom prst="rect">
                <a:avLst/>
              </a:prstGeom>
              <a:blipFill>
                <a:blip r:embed="rId3"/>
                <a:stretch>
                  <a:fillRect l="-3250" t="-21739" b="-51087"/>
                </a:stretch>
              </a:blipFill>
              <a:ln w="12700">
                <a:solidFill>
                  <a:schemeClr val="accent4"/>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9B27CF1-0C1A-3CE0-FA65-3EDEE5195F18}"/>
                  </a:ext>
                </a:extLst>
              </p:cNvPr>
              <p:cNvSpPr txBox="1"/>
              <p:nvPr/>
            </p:nvSpPr>
            <p:spPr>
              <a:xfrm>
                <a:off x="452965" y="2185643"/>
                <a:ext cx="8238067" cy="3583994"/>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Pruning does not affect the final result. </a:t>
                </a: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Effectiveness highly depends on order, in which the states are examined. </a:t>
                </a: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Good move ordering improves effectiveness of pruning. </a:t>
                </a: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With </a:t>
                </a:r>
                <a:r>
                  <a:rPr lang="en-US" sz="2400" dirty="0">
                    <a:solidFill>
                      <a:schemeClr val="accent1"/>
                    </a:solidFill>
                    <a:latin typeface="+mj-lt"/>
                    <a:ea typeface="CMU Serif" panose="02000603000000000000" pitchFamily="2" charset="0"/>
                    <a:cs typeface="CMU Serif" panose="02000603000000000000" pitchFamily="2" charset="0"/>
                  </a:rPr>
                  <a:t>“perfect ordering”</a:t>
                </a:r>
                <a:r>
                  <a:rPr lang="en-US" sz="2400" dirty="0">
                    <a:latin typeface="+mj-lt"/>
                    <a:ea typeface="CMU Serif" panose="02000603000000000000" pitchFamily="2" charset="0"/>
                    <a:cs typeface="CMU Serif" panose="02000603000000000000" pitchFamily="2" charset="0"/>
                  </a:rPr>
                  <a:t>,  time complexity = O(</a:t>
                </a:r>
                <a14:m>
                  <m:oMath xmlns:m="http://schemas.openxmlformats.org/officeDocument/2006/math">
                    <m:sSup>
                      <m:sSupPr>
                        <m:ctrlPr>
                          <a:rPr lang="en-US" sz="2400" i="1" smtClean="0">
                            <a:latin typeface="Cambria Math" panose="02040503050406030204" pitchFamily="18" charset="0"/>
                            <a:ea typeface="CMU Serif" panose="02000603000000000000" pitchFamily="2" charset="0"/>
                            <a:cs typeface="CMU Serif" panose="02000603000000000000" pitchFamily="2" charset="0"/>
                          </a:rPr>
                        </m:ctrlPr>
                      </m:sSupPr>
                      <m:e>
                        <m:r>
                          <a:rPr lang="en-US" sz="24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400" b="0" i="1" smtClean="0">
                            <a:latin typeface="Cambria Math" panose="02040503050406030204" pitchFamily="18" charset="0"/>
                            <a:ea typeface="CMU Serif" panose="02000603000000000000" pitchFamily="2" charset="0"/>
                            <a:cs typeface="CMU Serif" panose="02000603000000000000" pitchFamily="2" charset="0"/>
                          </a:rPr>
                          <m:t>𝑚</m:t>
                        </m:r>
                        <m:r>
                          <a:rPr lang="en-US" sz="2400" b="0" i="1" smtClean="0">
                            <a:latin typeface="Cambria Math" panose="02040503050406030204" pitchFamily="18" charset="0"/>
                            <a:ea typeface="CMU Serif" panose="02000603000000000000" pitchFamily="2" charset="0"/>
                            <a:cs typeface="CMU Serif" panose="02000603000000000000" pitchFamily="2" charset="0"/>
                          </a:rPr>
                          <m:t>/2</m:t>
                        </m:r>
                      </m:sup>
                    </m:sSup>
                  </m:oMath>
                </a14:m>
                <a:r>
                  <a:rPr lang="en-US" sz="2400" dirty="0">
                    <a:latin typeface="+mj-lt"/>
                    <a:ea typeface="CMU Serif" panose="02000603000000000000" pitchFamily="2" charset="0"/>
                    <a:cs typeface="CMU Serif" panose="02000603000000000000" pitchFamily="2" charset="0"/>
                  </a:rPr>
                  <a:t>)</a:t>
                </a:r>
              </a:p>
              <a:p>
                <a:pPr marL="342900" indent="-342900" algn="just">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Doubles the depth of search: with same resources, since branching factor is half, then we can explore twice of depth. </a:t>
                </a:r>
              </a:p>
            </p:txBody>
          </p:sp>
        </mc:Choice>
        <mc:Fallback xmlns="">
          <p:sp>
            <p:nvSpPr>
              <p:cNvPr id="3" name="TextBox 2">
                <a:extLst>
                  <a:ext uri="{FF2B5EF4-FFF2-40B4-BE49-F238E27FC236}">
                    <a16:creationId xmlns:a16="http://schemas.microsoft.com/office/drawing/2014/main" id="{A9B27CF1-0C1A-3CE0-FA65-3EDEE5195F18}"/>
                  </a:ext>
                </a:extLst>
              </p:cNvPr>
              <p:cNvSpPr txBox="1">
                <a:spLocks noRot="1" noChangeAspect="1" noMove="1" noResize="1" noEditPoints="1" noAdjustHandles="1" noChangeArrowheads="1" noChangeShapeType="1" noTextEdit="1"/>
              </p:cNvSpPr>
              <p:nvPr/>
            </p:nvSpPr>
            <p:spPr>
              <a:xfrm>
                <a:off x="452965" y="2185643"/>
                <a:ext cx="8238067" cy="3583994"/>
              </a:xfrm>
              <a:prstGeom prst="rect">
                <a:avLst/>
              </a:prstGeom>
              <a:blipFill>
                <a:blip r:embed="rId4"/>
                <a:stretch>
                  <a:fillRect l="-2071" t="-2385" r="-2219" b="-4770"/>
                </a:stretch>
              </a:blipFill>
            </p:spPr>
            <p:txBody>
              <a:bodyPr/>
              <a:lstStyle/>
              <a:p>
                <a:r>
                  <a:rPr 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BFD803-9788-0128-8ED1-B3D92E60C38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Algorithm</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
        <p:nvSpPr>
          <p:cNvPr id="3" name="TextBox 2">
            <a:extLst>
              <a:ext uri="{FF2B5EF4-FFF2-40B4-BE49-F238E27FC236}">
                <a16:creationId xmlns:a16="http://schemas.microsoft.com/office/drawing/2014/main" id="{7BB2ECFF-B442-5C40-7651-383A1375B7B4}"/>
              </a:ext>
            </a:extLst>
          </p:cNvPr>
          <p:cNvSpPr txBox="1"/>
          <p:nvPr/>
        </p:nvSpPr>
        <p:spPr>
          <a:xfrm>
            <a:off x="452966" y="1722033"/>
            <a:ext cx="8174567" cy="4462760"/>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Traverse the search tree in depth-first order. </a:t>
            </a:r>
          </a:p>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At each </a:t>
            </a:r>
            <a:r>
              <a:rPr lang="en-US" sz="2000" dirty="0">
                <a:solidFill>
                  <a:schemeClr val="accent1"/>
                </a:solidFill>
                <a:latin typeface="+mj-lt"/>
                <a:ea typeface="CMU Serif" panose="02000603000000000000" pitchFamily="2" charset="0"/>
                <a:cs typeface="CMU Serif" panose="02000603000000000000" pitchFamily="2" charset="0"/>
              </a:rPr>
              <a:t>Max</a:t>
            </a:r>
            <a:r>
              <a:rPr lang="en-US" sz="2000" dirty="0">
                <a:latin typeface="+mj-lt"/>
                <a:ea typeface="CMU Serif" panose="02000603000000000000" pitchFamily="2" charset="0"/>
                <a:cs typeface="CMU Serif" panose="02000603000000000000" pitchFamily="2" charset="0"/>
              </a:rPr>
              <a:t> node n, </a:t>
            </a:r>
            <a:r>
              <a:rPr lang="en-US" sz="2000" dirty="0">
                <a:solidFill>
                  <a:schemeClr val="accent1"/>
                </a:solidFill>
                <a:latin typeface="+mj-lt"/>
                <a:ea typeface="CMU Serif" panose="02000603000000000000" pitchFamily="2" charset="0"/>
                <a:cs typeface="CMU Serif" panose="02000603000000000000" pitchFamily="2" charset="0"/>
              </a:rPr>
              <a:t>alpha(n)</a:t>
            </a:r>
            <a:r>
              <a:rPr lang="en-US" sz="2000" dirty="0">
                <a:latin typeface="+mj-lt"/>
                <a:ea typeface="CMU Serif" panose="02000603000000000000" pitchFamily="2" charset="0"/>
                <a:cs typeface="CMU Serif" panose="02000603000000000000" pitchFamily="2" charset="0"/>
              </a:rPr>
              <a:t> = maximum value found so far </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Start with - infinity and only increase.</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Increases if a child of n returns a value greater than current alpha.</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Serve as a tentative lower bound of the final pay-off.</a:t>
            </a:r>
          </a:p>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At each </a:t>
            </a:r>
            <a:r>
              <a:rPr lang="en-US" sz="2000" dirty="0">
                <a:solidFill>
                  <a:schemeClr val="accent1"/>
                </a:solidFill>
                <a:latin typeface="+mj-lt"/>
                <a:ea typeface="CMU Serif" panose="02000603000000000000" pitchFamily="2" charset="0"/>
                <a:cs typeface="CMU Serif" panose="02000603000000000000" pitchFamily="2" charset="0"/>
              </a:rPr>
              <a:t>Min</a:t>
            </a:r>
            <a:r>
              <a:rPr lang="en-US" sz="2000" dirty="0">
                <a:latin typeface="+mj-lt"/>
                <a:ea typeface="CMU Serif" panose="02000603000000000000" pitchFamily="2" charset="0"/>
                <a:cs typeface="CMU Serif" panose="02000603000000000000" pitchFamily="2" charset="0"/>
              </a:rPr>
              <a:t> node n, </a:t>
            </a:r>
            <a:r>
              <a:rPr lang="en-US" sz="2000" dirty="0">
                <a:solidFill>
                  <a:schemeClr val="accent1"/>
                </a:solidFill>
                <a:latin typeface="+mj-lt"/>
                <a:ea typeface="CMU Serif" panose="02000603000000000000" pitchFamily="2" charset="0"/>
                <a:cs typeface="CMU Serif" panose="02000603000000000000" pitchFamily="2" charset="0"/>
              </a:rPr>
              <a:t>beta(n)</a:t>
            </a:r>
            <a:r>
              <a:rPr lang="en-US" sz="2000" dirty="0">
                <a:latin typeface="+mj-lt"/>
                <a:ea typeface="CMU Serif" panose="02000603000000000000" pitchFamily="2" charset="0"/>
                <a:cs typeface="CMU Serif" panose="02000603000000000000" pitchFamily="2" charset="0"/>
              </a:rPr>
              <a:t> =  minimum value found so far</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Start with infinity and only decrease.</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Decreases if a child of n returns a value less than current beta.</a:t>
            </a:r>
          </a:p>
          <a:p>
            <a:pPr marL="800100" lvl="1" indent="-342900" algn="just">
              <a:spcAft>
                <a:spcPts val="6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Serve as a tentative upper bound of the final pay-off.</a:t>
            </a:r>
          </a:p>
          <a:p>
            <a:pPr marL="342900" indent="-342900" algn="just">
              <a:spcAft>
                <a:spcPts val="600"/>
              </a:spcAft>
              <a:buClr>
                <a:schemeClr val="accent1"/>
              </a:buClr>
              <a:buFont typeface="Arial" panose="020B0604020202020204" pitchFamily="34" charset="0"/>
              <a:buChar char="•"/>
            </a:pPr>
            <a:r>
              <a:rPr lang="en-US" sz="2000" dirty="0">
                <a:solidFill>
                  <a:schemeClr val="accent1"/>
                </a:solidFill>
                <a:latin typeface="+mj-lt"/>
                <a:ea typeface="CMU Serif" panose="02000603000000000000" pitchFamily="2" charset="0"/>
                <a:cs typeface="CMU Serif" panose="02000603000000000000" pitchFamily="2" charset="0"/>
              </a:rPr>
              <a:t>beta(n)</a:t>
            </a:r>
            <a:r>
              <a:rPr lang="en-US" sz="2000" dirty="0">
                <a:latin typeface="+mj-lt"/>
                <a:ea typeface="CMU Serif" panose="02000603000000000000" pitchFamily="2" charset="0"/>
                <a:cs typeface="CMU Serif" panose="02000603000000000000" pitchFamily="2" charset="0"/>
              </a:rPr>
              <a:t> for </a:t>
            </a:r>
            <a:r>
              <a:rPr lang="en-US" sz="2000" dirty="0">
                <a:solidFill>
                  <a:schemeClr val="accent1"/>
                </a:solidFill>
                <a:latin typeface="+mj-lt"/>
                <a:ea typeface="CMU Serif" panose="02000603000000000000" pitchFamily="2" charset="0"/>
                <a:cs typeface="CMU Serif" panose="02000603000000000000" pitchFamily="2" charset="0"/>
              </a:rPr>
              <a:t>MAX</a:t>
            </a:r>
            <a:r>
              <a:rPr lang="en-US" sz="2000" dirty="0">
                <a:latin typeface="+mj-lt"/>
                <a:ea typeface="CMU Serif" panose="02000603000000000000" pitchFamily="2" charset="0"/>
                <a:cs typeface="CMU Serif" panose="02000603000000000000" pitchFamily="2" charset="0"/>
              </a:rPr>
              <a:t> node n: smallest beta value of its MIN ancestors.</a:t>
            </a:r>
          </a:p>
          <a:p>
            <a:pPr marL="342900" indent="-342900" algn="just">
              <a:spcAft>
                <a:spcPts val="600"/>
              </a:spcAft>
              <a:buClr>
                <a:schemeClr val="accent1"/>
              </a:buClr>
              <a:buFont typeface="Arial" panose="020B0604020202020204" pitchFamily="34" charset="0"/>
              <a:buChar char="•"/>
            </a:pPr>
            <a:r>
              <a:rPr lang="en-US" sz="2000" dirty="0">
                <a:solidFill>
                  <a:schemeClr val="accent1"/>
                </a:solidFill>
                <a:latin typeface="+mj-lt"/>
                <a:ea typeface="CMU Serif" panose="02000603000000000000" pitchFamily="2" charset="0"/>
                <a:cs typeface="CMU Serif" panose="02000603000000000000" pitchFamily="2" charset="0"/>
              </a:rPr>
              <a:t>alpha(n) </a:t>
            </a:r>
            <a:r>
              <a:rPr lang="en-US" sz="2000" dirty="0">
                <a:latin typeface="+mj-lt"/>
                <a:ea typeface="CMU Serif" panose="02000603000000000000" pitchFamily="2" charset="0"/>
                <a:cs typeface="CMU Serif" panose="02000603000000000000" pitchFamily="2" charset="0"/>
              </a:rPr>
              <a:t>for </a:t>
            </a:r>
            <a:r>
              <a:rPr lang="en-US" sz="2000" dirty="0">
                <a:solidFill>
                  <a:schemeClr val="accent1"/>
                </a:solidFill>
                <a:latin typeface="+mj-lt"/>
                <a:ea typeface="CMU Serif" panose="02000603000000000000" pitchFamily="2" charset="0"/>
                <a:cs typeface="CMU Serif" panose="02000603000000000000" pitchFamily="2" charset="0"/>
              </a:rPr>
              <a:t>MIN</a:t>
            </a:r>
            <a:r>
              <a:rPr lang="en-US" sz="2000" dirty="0">
                <a:latin typeface="+mj-lt"/>
                <a:ea typeface="CMU Serif" panose="02000603000000000000" pitchFamily="2" charset="0"/>
                <a:cs typeface="CMU Serif" panose="02000603000000000000" pitchFamily="2" charset="0"/>
              </a:rPr>
              <a:t> node n: greatest alpha value of its MAX ancestors.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DFFDC25-A82B-DCB7-A0BC-B6EF29D10D47}"/>
              </a:ext>
            </a:extLst>
          </p:cNvPr>
          <p:cNvSpPr>
            <a:spLocks noGrp="1"/>
          </p:cNvSpPr>
          <p:nvPr>
            <p:ph type="title" idx="4294967295"/>
          </p:nvPr>
        </p:nvSpPr>
        <p:spPr>
          <a:xfrm>
            <a:off x="0" y="293688"/>
            <a:ext cx="7772400" cy="706437"/>
          </a:xfrm>
        </p:spPr>
        <p:txBody>
          <a:bodyPr>
            <a:normAutofit fontScale="90000"/>
          </a:bodyPr>
          <a:lstStyle/>
          <a:p>
            <a:pPr eaLnBrk="1" hangingPunct="1"/>
            <a:r>
              <a:rPr lang="en-US" altLang="en-US" sz="3200"/>
              <a:t>General description of </a:t>
            </a:r>
            <a:r>
              <a:rPr lang="el-GR" altLang="en-US" sz="3200">
                <a:cs typeface="Times New Roman" panose="02020603050405020304" pitchFamily="18" charset="0"/>
              </a:rPr>
              <a:t>α</a:t>
            </a:r>
            <a:r>
              <a:rPr lang="fr-FR" altLang="en-US" sz="3200">
                <a:cs typeface="Times New Roman" panose="02020603050405020304" pitchFamily="18" charset="0"/>
              </a:rPr>
              <a:t>-</a:t>
            </a:r>
            <a:r>
              <a:rPr lang="el-GR" altLang="en-US" sz="3200"/>
              <a:t>β</a:t>
            </a:r>
            <a:r>
              <a:rPr lang="fr-FR" altLang="en-US" sz="3200"/>
              <a:t> pruning algorithm</a:t>
            </a:r>
            <a:endParaRPr lang="fr-FR" altLang="en-US" sz="3200" i="1" u="sng"/>
          </a:p>
        </p:txBody>
      </p:sp>
      <p:sp>
        <p:nvSpPr>
          <p:cNvPr id="2" name="TextBox 1">
            <a:extLst>
              <a:ext uri="{FF2B5EF4-FFF2-40B4-BE49-F238E27FC236}">
                <a16:creationId xmlns:a16="http://schemas.microsoft.com/office/drawing/2014/main" id="{66832841-C302-4F8D-820B-E48A55CAD84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Algorithm</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
        <p:nvSpPr>
          <p:cNvPr id="3" name="TextBox 2">
            <a:extLst>
              <a:ext uri="{FF2B5EF4-FFF2-40B4-BE49-F238E27FC236}">
                <a16:creationId xmlns:a16="http://schemas.microsoft.com/office/drawing/2014/main" id="{BF7607D3-4315-DA6F-83DB-9097D3EDDADF}"/>
              </a:ext>
            </a:extLst>
          </p:cNvPr>
          <p:cNvSpPr txBox="1"/>
          <p:nvPr/>
        </p:nvSpPr>
        <p:spPr>
          <a:xfrm>
            <a:off x="452966" y="1744888"/>
            <a:ext cx="8238067" cy="4385816"/>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Carry alpha and beta values down during search</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alpha can be changed only at MAX nodes</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beta can be changed only at MIN nodes</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Pruning occurs whenever </a:t>
            </a:r>
            <a:r>
              <a:rPr lang="en-US" sz="2000" dirty="0">
                <a:solidFill>
                  <a:schemeClr val="accent1"/>
                </a:solidFill>
                <a:latin typeface="+mj-lt"/>
                <a:ea typeface="CMU Serif" panose="02000603000000000000" pitchFamily="2" charset="0"/>
                <a:cs typeface="CMU Serif" panose="02000603000000000000" pitchFamily="2" charset="0"/>
              </a:rPr>
              <a:t>alpha &gt;= beta</a:t>
            </a:r>
          </a:p>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Alpha cutoff: </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Given a Max node n, cutoff the search below n (i.e., don't generate any more of n's children) </a:t>
            </a:r>
            <a:r>
              <a:rPr lang="en-US" sz="2000" dirty="0">
                <a:solidFill>
                  <a:schemeClr val="accent1"/>
                </a:solidFill>
                <a:latin typeface="+mj-lt"/>
                <a:ea typeface="CMU Serif" panose="02000603000000000000" pitchFamily="2" charset="0"/>
                <a:cs typeface="CMU Serif" panose="02000603000000000000" pitchFamily="2" charset="0"/>
              </a:rPr>
              <a:t>if alpha(n) &gt;= beta(n) </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(alpha increases and passes beta from below)</a:t>
            </a:r>
          </a:p>
          <a:p>
            <a:pPr marL="342900"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Beta cutoff: </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Given a Min node n, cutoff the search below n (i.e., don't generate any more of n's children) </a:t>
            </a:r>
            <a:r>
              <a:rPr lang="en-US" sz="2000" dirty="0">
                <a:solidFill>
                  <a:schemeClr val="accent1"/>
                </a:solidFill>
                <a:latin typeface="+mj-lt"/>
                <a:ea typeface="CMU Serif" panose="02000603000000000000" pitchFamily="2" charset="0"/>
                <a:cs typeface="CMU Serif" panose="02000603000000000000" pitchFamily="2" charset="0"/>
              </a:rPr>
              <a:t>if beta(n) &lt;= alpha(n) </a:t>
            </a:r>
          </a:p>
          <a:p>
            <a:pPr marL="800100" lvl="1" indent="-342900" algn="just">
              <a:spcAft>
                <a:spcPts val="6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(beta decreases and passes alpha from above)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a:extLst>
              <a:ext uri="{FF2B5EF4-FFF2-40B4-BE49-F238E27FC236}">
                <a16:creationId xmlns:a16="http://schemas.microsoft.com/office/drawing/2014/main" id="{09197C36-6603-5CAD-EC98-E3EA58BF33A9}"/>
              </a:ext>
            </a:extLst>
          </p:cNvPr>
          <p:cNvSpPr>
            <a:spLocks noGrp="1"/>
          </p:cNvSpPr>
          <p:nvPr>
            <p:ph sz="quarter" idx="4294967295"/>
          </p:nvPr>
        </p:nvSpPr>
        <p:spPr>
          <a:xfrm>
            <a:off x="1671636" y="1414992"/>
            <a:ext cx="5800725" cy="5197475"/>
          </a:xfrm>
        </p:spPr>
        <p:txBody>
          <a:bodyPr>
            <a:normAutofit fontScale="85000" lnSpcReduction="20000"/>
          </a:bodyPr>
          <a:lstStyle/>
          <a:p>
            <a:pPr eaLnBrk="1" hangingPunct="1">
              <a:lnSpc>
                <a:spcPct val="80000"/>
              </a:lnSpc>
              <a:buFont typeface="Wingdings" panose="05000000000000000000" pitchFamily="2" charset="2"/>
              <a:buNone/>
            </a:pPr>
            <a:r>
              <a:rPr lang="en-US" altLang="en-US" sz="1600" b="1" dirty="0">
                <a:latin typeface="+mj-lt"/>
              </a:rPr>
              <a:t>function </a:t>
            </a:r>
            <a:r>
              <a:rPr lang="en-US" altLang="en-US" sz="1600" dirty="0">
                <a:latin typeface="+mj-lt"/>
              </a:rPr>
              <a:t>ALPHA-BETA-SEARCH(</a:t>
            </a:r>
            <a:r>
              <a:rPr lang="en-US" altLang="en-US" sz="1600" i="1" dirty="0">
                <a:latin typeface="+mj-lt"/>
              </a:rPr>
              <a:t>state</a:t>
            </a:r>
            <a:r>
              <a:rPr lang="en-US" altLang="en-US" sz="1600" dirty="0">
                <a:latin typeface="+mj-lt"/>
              </a:rPr>
              <a:t>)</a:t>
            </a:r>
            <a:r>
              <a:rPr lang="en-US" altLang="en-US" sz="1600" b="1" dirty="0">
                <a:latin typeface="+mj-lt"/>
              </a:rPr>
              <a:t> returns </a:t>
            </a:r>
            <a:r>
              <a:rPr lang="en-US" altLang="en-US" sz="1600" i="1" dirty="0">
                <a:latin typeface="+mj-lt"/>
              </a:rPr>
              <a:t>an action</a:t>
            </a:r>
          </a:p>
          <a:p>
            <a:pPr eaLnBrk="1" hangingPunct="1">
              <a:lnSpc>
                <a:spcPct val="80000"/>
              </a:lnSpc>
              <a:buFont typeface="Wingdings" panose="05000000000000000000" pitchFamily="2" charset="2"/>
              <a:buNone/>
            </a:pPr>
            <a:r>
              <a:rPr lang="en-US" altLang="en-US" sz="1600" b="1" dirty="0">
                <a:latin typeface="+mj-lt"/>
              </a:rPr>
              <a:t>   inputs: </a:t>
            </a:r>
            <a:r>
              <a:rPr lang="en-US" altLang="en-US" sz="1600" i="1" dirty="0">
                <a:latin typeface="+mj-lt"/>
              </a:rPr>
              <a:t>state</a:t>
            </a:r>
            <a:r>
              <a:rPr lang="en-US" altLang="en-US" sz="1600" dirty="0">
                <a:latin typeface="+mj-lt"/>
              </a:rPr>
              <a:t>, current state in game</a:t>
            </a:r>
          </a:p>
          <a:p>
            <a:pPr eaLnBrk="1" hangingPunct="1">
              <a:lnSpc>
                <a:spcPct val="80000"/>
              </a:lnSpc>
              <a:buFont typeface="Wingdings" panose="05000000000000000000" pitchFamily="2" charset="2"/>
              <a:buNone/>
            </a:pPr>
            <a:r>
              <a:rPr lang="en-US" altLang="en-US" sz="1600" b="1" dirty="0">
                <a:latin typeface="+mj-lt"/>
              </a:rPr>
              <a:t>   </a:t>
            </a:r>
            <a:r>
              <a:rPr lang="en-US" altLang="en-US" sz="1600" i="1" dirty="0">
                <a:latin typeface="+mj-lt"/>
              </a:rPr>
              <a:t>v</a:t>
            </a:r>
            <a:r>
              <a:rPr lang="en-US" altLang="en-US" sz="1600" dirty="0">
                <a:latin typeface="+mj-lt"/>
                <a:sym typeface="Symbol" panose="05050102010706020507" pitchFamily="18" charset="2"/>
              </a:rPr>
              <a:t>← </a:t>
            </a:r>
            <a:r>
              <a:rPr lang="en-US" altLang="en-US" sz="1600" dirty="0">
                <a:latin typeface="+mj-lt"/>
              </a:rPr>
              <a:t>MAX-VALUE(</a:t>
            </a:r>
            <a:r>
              <a:rPr lang="en-US" altLang="en-US" sz="1600" i="1" dirty="0">
                <a:latin typeface="+mj-lt"/>
              </a:rPr>
              <a:t>state, - </a:t>
            </a:r>
            <a:r>
              <a:rPr lang="en-US" altLang="en-US" sz="1600" dirty="0">
                <a:latin typeface="+mj-lt"/>
              </a:rPr>
              <a:t>∞</a:t>
            </a:r>
            <a:r>
              <a:rPr lang="en-US" altLang="en-US" sz="1600" i="1" dirty="0">
                <a:latin typeface="+mj-lt"/>
              </a:rPr>
              <a:t> , +</a:t>
            </a:r>
            <a:r>
              <a:rPr lang="en-US" altLang="en-US" sz="1600" dirty="0">
                <a:latin typeface="+mj-lt"/>
              </a:rPr>
              <a:t>∞)</a:t>
            </a:r>
          </a:p>
          <a:p>
            <a:pPr eaLnBrk="1" hangingPunct="1">
              <a:lnSpc>
                <a:spcPct val="80000"/>
              </a:lnSpc>
              <a:buFont typeface="Wingdings" panose="05000000000000000000" pitchFamily="2" charset="2"/>
              <a:buNone/>
            </a:pPr>
            <a:r>
              <a:rPr lang="en-US" altLang="en-US" sz="1600" b="1" dirty="0">
                <a:latin typeface="+mj-lt"/>
              </a:rPr>
              <a:t>   return </a:t>
            </a:r>
            <a:r>
              <a:rPr lang="en-US" altLang="en-US" sz="1600" dirty="0">
                <a:latin typeface="+mj-lt"/>
              </a:rPr>
              <a:t>the </a:t>
            </a:r>
            <a:r>
              <a:rPr lang="en-US" altLang="en-US" sz="1600" i="1" dirty="0">
                <a:latin typeface="+mj-lt"/>
              </a:rPr>
              <a:t>action</a:t>
            </a:r>
            <a:r>
              <a:rPr lang="en-US" altLang="en-US" sz="1600" dirty="0">
                <a:latin typeface="+mj-lt"/>
              </a:rPr>
              <a:t> in SUCCESSORS(</a:t>
            </a:r>
            <a:r>
              <a:rPr lang="en-US" altLang="en-US" sz="1600" i="1" dirty="0">
                <a:latin typeface="+mj-lt"/>
              </a:rPr>
              <a:t>state</a:t>
            </a:r>
            <a:r>
              <a:rPr lang="en-US" altLang="en-US" sz="1600" dirty="0">
                <a:latin typeface="+mj-lt"/>
              </a:rPr>
              <a:t>) with value </a:t>
            </a:r>
            <a:r>
              <a:rPr lang="en-US" altLang="en-US" sz="1600" i="1" dirty="0">
                <a:latin typeface="+mj-lt"/>
              </a:rPr>
              <a:t>v</a:t>
            </a:r>
            <a:endParaRPr lang="en-US" altLang="en-US" sz="1600" dirty="0">
              <a:latin typeface="+mj-lt"/>
            </a:endParaRPr>
          </a:p>
          <a:p>
            <a:pPr eaLnBrk="1" hangingPunct="1">
              <a:lnSpc>
                <a:spcPct val="80000"/>
              </a:lnSpc>
              <a:buFont typeface="Wingdings" panose="05000000000000000000" pitchFamily="2" charset="2"/>
              <a:buNone/>
            </a:pPr>
            <a:endParaRPr lang="en-US" altLang="en-US" sz="1600" dirty="0">
              <a:latin typeface="+mj-lt"/>
            </a:endParaRPr>
          </a:p>
          <a:p>
            <a:pPr eaLnBrk="1" hangingPunct="1">
              <a:lnSpc>
                <a:spcPct val="80000"/>
              </a:lnSpc>
              <a:buFont typeface="Wingdings" panose="05000000000000000000" pitchFamily="2" charset="2"/>
              <a:buNone/>
            </a:pPr>
            <a:r>
              <a:rPr lang="en-US" altLang="en-US" sz="1600" b="1" dirty="0">
                <a:solidFill>
                  <a:srgbClr val="990000"/>
                </a:solidFill>
                <a:latin typeface="+mj-lt"/>
              </a:rPr>
              <a:t>function MAX-value </a:t>
            </a:r>
            <a:r>
              <a:rPr lang="en-US" altLang="en-US" sz="1600" dirty="0">
                <a:solidFill>
                  <a:srgbClr val="990000"/>
                </a:solidFill>
                <a:latin typeface="+mj-lt"/>
              </a:rPr>
              <a:t>(n, alpha, beta)</a:t>
            </a:r>
            <a:r>
              <a:rPr lang="en-US" altLang="en-US" sz="1600" b="1" dirty="0">
                <a:solidFill>
                  <a:srgbClr val="990000"/>
                </a:solidFill>
                <a:latin typeface="+mj-lt"/>
              </a:rPr>
              <a:t> return</a:t>
            </a:r>
            <a:r>
              <a:rPr lang="en-US" altLang="en-US" sz="1600" dirty="0">
                <a:solidFill>
                  <a:srgbClr val="990000"/>
                </a:solidFill>
                <a:latin typeface="+mj-lt"/>
              </a:rPr>
              <a:t> utility value</a:t>
            </a:r>
          </a:p>
          <a:p>
            <a:pPr eaLnBrk="1" hangingPunct="1">
              <a:lnSpc>
                <a:spcPct val="80000"/>
              </a:lnSpc>
              <a:buFont typeface="Wingdings" panose="05000000000000000000" pitchFamily="2" charset="2"/>
              <a:buNone/>
            </a:pPr>
            <a:r>
              <a:rPr lang="en-US" altLang="en-US" sz="1600" dirty="0">
                <a:solidFill>
                  <a:srgbClr val="990000"/>
                </a:solidFill>
                <a:latin typeface="+mj-lt"/>
              </a:rPr>
              <a:t>   </a:t>
            </a:r>
            <a:r>
              <a:rPr lang="en-US" altLang="en-US" sz="1600" b="1" dirty="0">
                <a:solidFill>
                  <a:srgbClr val="990000"/>
                </a:solidFill>
                <a:latin typeface="+mj-lt"/>
              </a:rPr>
              <a:t>if </a:t>
            </a:r>
            <a:r>
              <a:rPr lang="en-US" altLang="en-US" sz="1600" dirty="0">
                <a:solidFill>
                  <a:srgbClr val="990000"/>
                </a:solidFill>
                <a:latin typeface="+mj-lt"/>
              </a:rPr>
              <a:t>n is a leaf node </a:t>
            </a:r>
            <a:r>
              <a:rPr lang="en-US" altLang="en-US" sz="1600" b="1" dirty="0">
                <a:solidFill>
                  <a:srgbClr val="990000"/>
                </a:solidFill>
                <a:latin typeface="+mj-lt"/>
              </a:rPr>
              <a:t>then return</a:t>
            </a:r>
            <a:r>
              <a:rPr lang="en-US" altLang="en-US" sz="1600" dirty="0">
                <a:solidFill>
                  <a:srgbClr val="990000"/>
                </a:solidFill>
                <a:latin typeface="+mj-lt"/>
              </a:rPr>
              <a:t> f(n);</a:t>
            </a:r>
          </a:p>
          <a:p>
            <a:pPr eaLnBrk="1" hangingPunct="1">
              <a:lnSpc>
                <a:spcPct val="80000"/>
              </a:lnSpc>
              <a:buFont typeface="Wingdings" panose="05000000000000000000" pitchFamily="2" charset="2"/>
              <a:buNone/>
            </a:pPr>
            <a:r>
              <a:rPr lang="en-US" altLang="en-US" sz="1600" dirty="0">
                <a:solidFill>
                  <a:srgbClr val="990000"/>
                </a:solidFill>
                <a:latin typeface="+mj-lt"/>
              </a:rPr>
              <a:t>   </a:t>
            </a:r>
            <a:r>
              <a:rPr lang="en-US" altLang="en-US" sz="1600" b="1" dirty="0">
                <a:solidFill>
                  <a:srgbClr val="990000"/>
                </a:solidFill>
                <a:latin typeface="+mj-lt"/>
              </a:rPr>
              <a:t>for </a:t>
            </a:r>
            <a:r>
              <a:rPr lang="en-US" altLang="en-US" sz="1600" dirty="0">
                <a:solidFill>
                  <a:srgbClr val="990000"/>
                </a:solidFill>
                <a:latin typeface="+mj-lt"/>
              </a:rPr>
              <a:t>each child n’ of n </a:t>
            </a:r>
            <a:r>
              <a:rPr lang="en-US" altLang="en-US" sz="1600" b="1" dirty="0">
                <a:solidFill>
                  <a:srgbClr val="990000"/>
                </a:solidFill>
                <a:latin typeface="+mj-lt"/>
              </a:rPr>
              <a:t>do</a:t>
            </a:r>
          </a:p>
          <a:p>
            <a:pPr eaLnBrk="1" hangingPunct="1">
              <a:lnSpc>
                <a:spcPct val="80000"/>
              </a:lnSpc>
              <a:buFont typeface="Wingdings" panose="05000000000000000000" pitchFamily="2" charset="2"/>
              <a:buNone/>
            </a:pPr>
            <a:r>
              <a:rPr lang="en-US" altLang="en-US" sz="1600" dirty="0">
                <a:solidFill>
                  <a:srgbClr val="990000"/>
                </a:solidFill>
                <a:latin typeface="+mj-lt"/>
              </a:rPr>
              <a:t>         alpha :=max{alpha, MIN-value(n’, alpha, beta)};</a:t>
            </a:r>
          </a:p>
          <a:p>
            <a:pPr eaLnBrk="1" hangingPunct="1">
              <a:lnSpc>
                <a:spcPct val="80000"/>
              </a:lnSpc>
              <a:buFont typeface="Wingdings" panose="05000000000000000000" pitchFamily="2" charset="2"/>
              <a:buNone/>
            </a:pPr>
            <a:r>
              <a:rPr lang="en-US" altLang="en-US" sz="1600" dirty="0">
                <a:solidFill>
                  <a:srgbClr val="990000"/>
                </a:solidFill>
                <a:latin typeface="+mj-lt"/>
              </a:rPr>
              <a:t>         </a:t>
            </a:r>
            <a:r>
              <a:rPr lang="en-US" altLang="en-US" sz="1600" b="1" dirty="0">
                <a:solidFill>
                  <a:srgbClr val="990000"/>
                </a:solidFill>
                <a:latin typeface="+mj-lt"/>
              </a:rPr>
              <a:t>if </a:t>
            </a:r>
            <a:r>
              <a:rPr lang="en-US" altLang="en-US" sz="1600" dirty="0">
                <a:solidFill>
                  <a:srgbClr val="990000"/>
                </a:solidFill>
                <a:latin typeface="+mj-lt"/>
              </a:rPr>
              <a:t>alpha &gt;= beta </a:t>
            </a:r>
            <a:r>
              <a:rPr lang="en-US" altLang="en-US" sz="1600" b="1" dirty="0">
                <a:solidFill>
                  <a:srgbClr val="990000"/>
                </a:solidFill>
                <a:latin typeface="+mj-lt"/>
              </a:rPr>
              <a:t>then return </a:t>
            </a:r>
            <a:r>
              <a:rPr lang="en-US" altLang="en-US" sz="1600" dirty="0">
                <a:solidFill>
                  <a:srgbClr val="990000"/>
                </a:solidFill>
                <a:latin typeface="+mj-lt"/>
              </a:rPr>
              <a:t>beta   /* pruning */</a:t>
            </a:r>
          </a:p>
          <a:p>
            <a:pPr eaLnBrk="1" hangingPunct="1">
              <a:lnSpc>
                <a:spcPct val="80000"/>
              </a:lnSpc>
              <a:buFont typeface="Wingdings" panose="05000000000000000000" pitchFamily="2" charset="2"/>
              <a:buNone/>
            </a:pPr>
            <a:r>
              <a:rPr lang="en-US" altLang="en-US" sz="1600" dirty="0">
                <a:solidFill>
                  <a:srgbClr val="990000"/>
                </a:solidFill>
                <a:latin typeface="+mj-lt"/>
              </a:rPr>
              <a:t>   </a:t>
            </a:r>
            <a:r>
              <a:rPr lang="en-US" altLang="en-US" sz="1600" b="1" dirty="0">
                <a:solidFill>
                  <a:srgbClr val="990000"/>
                </a:solidFill>
                <a:latin typeface="+mj-lt"/>
              </a:rPr>
              <a:t>end{do}</a:t>
            </a:r>
          </a:p>
          <a:p>
            <a:pPr eaLnBrk="1" hangingPunct="1">
              <a:lnSpc>
                <a:spcPct val="80000"/>
              </a:lnSpc>
              <a:buFont typeface="Wingdings" panose="05000000000000000000" pitchFamily="2" charset="2"/>
              <a:buNone/>
            </a:pPr>
            <a:r>
              <a:rPr lang="en-US" altLang="en-US" sz="1600" b="1" dirty="0">
                <a:solidFill>
                  <a:srgbClr val="990000"/>
                </a:solidFill>
                <a:latin typeface="+mj-lt"/>
              </a:rPr>
              <a:t>   return </a:t>
            </a:r>
            <a:r>
              <a:rPr lang="en-US" altLang="en-US" sz="1600" dirty="0">
                <a:solidFill>
                  <a:srgbClr val="990000"/>
                </a:solidFill>
                <a:latin typeface="+mj-lt"/>
              </a:rPr>
              <a:t>alpha</a:t>
            </a:r>
          </a:p>
          <a:p>
            <a:pPr eaLnBrk="1" hangingPunct="1">
              <a:lnSpc>
                <a:spcPct val="80000"/>
              </a:lnSpc>
              <a:buFont typeface="Wingdings" panose="05000000000000000000" pitchFamily="2" charset="2"/>
              <a:buNone/>
            </a:pPr>
            <a:endParaRPr lang="en-US" altLang="en-US" sz="1600" dirty="0">
              <a:solidFill>
                <a:srgbClr val="990000"/>
              </a:solidFill>
              <a:latin typeface="+mj-lt"/>
            </a:endParaRPr>
          </a:p>
          <a:p>
            <a:pPr eaLnBrk="1" hangingPunct="1">
              <a:lnSpc>
                <a:spcPct val="80000"/>
              </a:lnSpc>
              <a:buFont typeface="Wingdings" panose="05000000000000000000" pitchFamily="2" charset="2"/>
              <a:buNone/>
            </a:pPr>
            <a:r>
              <a:rPr lang="en-US" altLang="en-US" sz="1600" b="1" dirty="0">
                <a:latin typeface="+mj-lt"/>
              </a:rPr>
              <a:t>function MIN-value </a:t>
            </a:r>
            <a:r>
              <a:rPr lang="en-US" altLang="en-US" sz="1600" dirty="0">
                <a:latin typeface="+mj-lt"/>
              </a:rPr>
              <a:t>(n, alpha, beta) </a:t>
            </a:r>
            <a:r>
              <a:rPr lang="en-US" altLang="en-US" sz="1600" b="1" dirty="0">
                <a:latin typeface="+mj-lt"/>
              </a:rPr>
              <a:t>return</a:t>
            </a:r>
            <a:r>
              <a:rPr lang="en-US" altLang="en-US" sz="1600" dirty="0">
                <a:latin typeface="+mj-lt"/>
              </a:rPr>
              <a:t> utility value</a:t>
            </a:r>
          </a:p>
          <a:p>
            <a:pPr eaLnBrk="1" hangingPunct="1">
              <a:lnSpc>
                <a:spcPct val="80000"/>
              </a:lnSpc>
              <a:buFont typeface="Wingdings" panose="05000000000000000000" pitchFamily="2" charset="2"/>
              <a:buNone/>
            </a:pPr>
            <a:r>
              <a:rPr lang="en-US" altLang="en-US" sz="1600" dirty="0">
                <a:latin typeface="+mj-lt"/>
              </a:rPr>
              <a:t>   </a:t>
            </a:r>
            <a:r>
              <a:rPr lang="en-US" altLang="en-US" sz="1600" b="1" dirty="0">
                <a:latin typeface="+mj-lt"/>
              </a:rPr>
              <a:t>if </a:t>
            </a:r>
            <a:r>
              <a:rPr lang="en-US" altLang="en-US" sz="1600" dirty="0">
                <a:latin typeface="+mj-lt"/>
              </a:rPr>
              <a:t>n is a leaf node </a:t>
            </a:r>
            <a:r>
              <a:rPr lang="en-US" altLang="en-US" sz="1600" b="1" dirty="0">
                <a:latin typeface="+mj-lt"/>
              </a:rPr>
              <a:t>then return</a:t>
            </a:r>
            <a:r>
              <a:rPr lang="en-US" altLang="en-US" sz="1600" dirty="0">
                <a:latin typeface="+mj-lt"/>
              </a:rPr>
              <a:t> f(n);</a:t>
            </a:r>
          </a:p>
          <a:p>
            <a:pPr eaLnBrk="1" hangingPunct="1">
              <a:lnSpc>
                <a:spcPct val="80000"/>
              </a:lnSpc>
              <a:buFont typeface="Wingdings" panose="05000000000000000000" pitchFamily="2" charset="2"/>
              <a:buNone/>
            </a:pPr>
            <a:r>
              <a:rPr lang="en-US" altLang="en-US" sz="1600" dirty="0">
                <a:latin typeface="+mj-lt"/>
              </a:rPr>
              <a:t>   </a:t>
            </a:r>
            <a:r>
              <a:rPr lang="en-US" altLang="en-US" sz="1600" b="1" dirty="0">
                <a:latin typeface="+mj-lt"/>
              </a:rPr>
              <a:t>for </a:t>
            </a:r>
            <a:r>
              <a:rPr lang="en-US" altLang="en-US" sz="1600" dirty="0">
                <a:latin typeface="+mj-lt"/>
              </a:rPr>
              <a:t>each child n’ of n </a:t>
            </a:r>
            <a:r>
              <a:rPr lang="en-US" altLang="en-US" sz="1600" b="1" dirty="0">
                <a:latin typeface="+mj-lt"/>
              </a:rPr>
              <a:t>do</a:t>
            </a:r>
          </a:p>
          <a:p>
            <a:pPr eaLnBrk="1" hangingPunct="1">
              <a:lnSpc>
                <a:spcPct val="80000"/>
              </a:lnSpc>
              <a:buFont typeface="Wingdings" panose="05000000000000000000" pitchFamily="2" charset="2"/>
              <a:buNone/>
            </a:pPr>
            <a:r>
              <a:rPr lang="en-US" altLang="en-US" sz="1600" dirty="0">
                <a:latin typeface="+mj-lt"/>
              </a:rPr>
              <a:t>         beta :=min{beta, MAX-value(n’, alpha, beta)};</a:t>
            </a:r>
          </a:p>
          <a:p>
            <a:pPr eaLnBrk="1" hangingPunct="1">
              <a:lnSpc>
                <a:spcPct val="80000"/>
              </a:lnSpc>
              <a:buFont typeface="Wingdings" panose="05000000000000000000" pitchFamily="2" charset="2"/>
              <a:buNone/>
            </a:pPr>
            <a:r>
              <a:rPr lang="en-US" altLang="en-US" sz="1600" dirty="0">
                <a:latin typeface="+mj-lt"/>
              </a:rPr>
              <a:t>         </a:t>
            </a:r>
            <a:r>
              <a:rPr lang="en-US" altLang="en-US" sz="1600" b="1" dirty="0">
                <a:latin typeface="+mj-lt"/>
              </a:rPr>
              <a:t>if </a:t>
            </a:r>
            <a:r>
              <a:rPr lang="en-US" altLang="en-US" sz="1600" dirty="0">
                <a:latin typeface="+mj-lt"/>
              </a:rPr>
              <a:t>beta &lt;= alpha </a:t>
            </a:r>
            <a:r>
              <a:rPr lang="en-US" altLang="en-US" sz="1600" b="1" dirty="0">
                <a:latin typeface="+mj-lt"/>
              </a:rPr>
              <a:t>then return </a:t>
            </a:r>
            <a:r>
              <a:rPr lang="en-US" altLang="en-US" sz="1600" dirty="0">
                <a:latin typeface="+mj-lt"/>
              </a:rPr>
              <a:t>alpha   /* pruning */</a:t>
            </a:r>
          </a:p>
          <a:p>
            <a:pPr eaLnBrk="1" hangingPunct="1">
              <a:lnSpc>
                <a:spcPct val="80000"/>
              </a:lnSpc>
              <a:buFont typeface="Wingdings" panose="05000000000000000000" pitchFamily="2" charset="2"/>
              <a:buNone/>
            </a:pPr>
            <a:r>
              <a:rPr lang="en-US" altLang="en-US" sz="1600" dirty="0">
                <a:latin typeface="+mj-lt"/>
              </a:rPr>
              <a:t>   </a:t>
            </a:r>
            <a:r>
              <a:rPr lang="en-US" altLang="en-US" sz="1600" b="1" dirty="0">
                <a:latin typeface="+mj-lt"/>
              </a:rPr>
              <a:t>end{do}</a:t>
            </a:r>
          </a:p>
          <a:p>
            <a:pPr eaLnBrk="1" hangingPunct="1">
              <a:lnSpc>
                <a:spcPct val="80000"/>
              </a:lnSpc>
              <a:buFont typeface="Wingdings" panose="05000000000000000000" pitchFamily="2" charset="2"/>
              <a:buNone/>
            </a:pPr>
            <a:r>
              <a:rPr lang="en-US" altLang="en-US" sz="1600" b="1" dirty="0">
                <a:latin typeface="+mj-lt"/>
              </a:rPr>
              <a:t>   return </a:t>
            </a:r>
            <a:r>
              <a:rPr lang="en-US" altLang="en-US" sz="1600" dirty="0">
                <a:latin typeface="+mj-lt"/>
              </a:rPr>
              <a:t>beta</a:t>
            </a:r>
            <a:endParaRPr lang="fr-FR" altLang="en-US" sz="1600" dirty="0">
              <a:latin typeface="+mj-lt"/>
            </a:endParaRPr>
          </a:p>
        </p:txBody>
      </p:sp>
      <p:sp>
        <p:nvSpPr>
          <p:cNvPr id="3" name="TextBox 2">
            <a:extLst>
              <a:ext uri="{FF2B5EF4-FFF2-40B4-BE49-F238E27FC236}">
                <a16:creationId xmlns:a16="http://schemas.microsoft.com/office/drawing/2014/main" id="{874C6391-9955-6FCC-2F24-057DC59D9F6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Algorithm</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4">
            <a:extLst>
              <a:ext uri="{FF2B5EF4-FFF2-40B4-BE49-F238E27FC236}">
                <a16:creationId xmlns:a16="http://schemas.microsoft.com/office/drawing/2014/main" id="{4B5A8EE1-DE1F-E395-F59B-445E8BBD441E}"/>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181098" y="1970088"/>
            <a:ext cx="6781800" cy="4543425"/>
          </a:xfrm>
        </p:spPr>
      </p:pic>
      <p:sp>
        <p:nvSpPr>
          <p:cNvPr id="2" name="TextBox 1">
            <a:extLst>
              <a:ext uri="{FF2B5EF4-FFF2-40B4-BE49-F238E27FC236}">
                <a16:creationId xmlns:a16="http://schemas.microsoft.com/office/drawing/2014/main" id="{50D4BEAB-6A06-B0D1-630E-D91E873FD55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Algorithm</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
        <p:nvSpPr>
          <p:cNvPr id="3" name="TextBox 2">
            <a:extLst>
              <a:ext uri="{FF2B5EF4-FFF2-40B4-BE49-F238E27FC236}">
                <a16:creationId xmlns:a16="http://schemas.microsoft.com/office/drawing/2014/main" id="{96372179-7D5D-CFD5-2922-A4A72BF8E196}"/>
              </a:ext>
            </a:extLst>
          </p:cNvPr>
          <p:cNvSpPr txBox="1"/>
          <p:nvPr/>
        </p:nvSpPr>
        <p:spPr>
          <a:xfrm>
            <a:off x="452965" y="1662311"/>
            <a:ext cx="8238067" cy="307777"/>
          </a:xfrm>
          <a:prstGeom prst="rect">
            <a:avLst/>
          </a:prstGeom>
          <a:noFill/>
        </p:spPr>
        <p:txBody>
          <a:bodyPr wrap="square" lIns="0" tIns="0" rIns="0" bIns="0" rtlCol="0" anchor="ctr">
            <a:spAutoFit/>
          </a:bodyPr>
          <a:lstStyle/>
          <a:p>
            <a:pPr algn="just">
              <a:spcAft>
                <a:spcPts val="600"/>
              </a:spcAft>
              <a:buClr>
                <a:schemeClr val="accent1"/>
              </a:buClr>
            </a:pPr>
            <a:r>
              <a:rPr lang="en-US" sz="2000" dirty="0">
                <a:latin typeface="+mj-lt"/>
                <a:ea typeface="CMU Serif" panose="02000603000000000000" pitchFamily="2" charset="0"/>
                <a:cs typeface="CMU Serif" panose="02000603000000000000" pitchFamily="2" charset="0"/>
              </a:rPr>
              <a:t>In another way: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AD49BD-6A66-2497-230C-01E512AAB88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Example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4" name="Picture 3">
            <a:extLst>
              <a:ext uri="{FF2B5EF4-FFF2-40B4-BE49-F238E27FC236}">
                <a16:creationId xmlns:a16="http://schemas.microsoft.com/office/drawing/2014/main" id="{D14E08ED-2FD1-A0E8-25EF-1CF5E8798543}"/>
              </a:ext>
            </a:extLst>
          </p:cNvPr>
          <p:cNvPicPr>
            <a:picLocks noChangeAspect="1"/>
          </p:cNvPicPr>
          <p:nvPr/>
        </p:nvPicPr>
        <p:blipFill>
          <a:blip r:embed="rId2"/>
          <a:stretch>
            <a:fillRect/>
          </a:stretch>
        </p:blipFill>
        <p:spPr>
          <a:xfrm>
            <a:off x="566177" y="2161420"/>
            <a:ext cx="8011643" cy="3229426"/>
          </a:xfrm>
          <a:prstGeom prst="rect">
            <a:avLst/>
          </a:prstGeom>
        </p:spPr>
      </p:pic>
      <p:grpSp>
        <p:nvGrpSpPr>
          <p:cNvPr id="34" name="Group 33">
            <a:extLst>
              <a:ext uri="{FF2B5EF4-FFF2-40B4-BE49-F238E27FC236}">
                <a16:creationId xmlns:a16="http://schemas.microsoft.com/office/drawing/2014/main" id="{BC4851EA-02DB-4233-A639-7BA0625267D8}"/>
              </a:ext>
            </a:extLst>
          </p:cNvPr>
          <p:cNvGrpSpPr/>
          <p:nvPr/>
        </p:nvGrpSpPr>
        <p:grpSpPr>
          <a:xfrm>
            <a:off x="1919961" y="2793078"/>
            <a:ext cx="739440" cy="782640"/>
            <a:chOff x="1919961" y="2793078"/>
            <a:chExt cx="739440" cy="782640"/>
          </a:xfrm>
        </p:grpSpPr>
        <mc:AlternateContent xmlns:mc="http://schemas.openxmlformats.org/markup-compatibility/2006">
          <mc:Choice xmlns:p14="http://schemas.microsoft.com/office/powerpoint/2010/main" Requires="p14">
            <p:contentPart p14:bwMode="auto" r:id="rId3">
              <p14:nvContentPartPr>
                <p14:cNvPr id="18" name="Ink 17">
                  <a:extLst>
                    <a:ext uri="{FF2B5EF4-FFF2-40B4-BE49-F238E27FC236}">
                      <a16:creationId xmlns:a16="http://schemas.microsoft.com/office/drawing/2014/main" id="{23C07C8D-C929-4E83-B133-06DD97BC06A5}"/>
                    </a:ext>
                  </a:extLst>
                </p14:cNvPr>
                <p14:cNvContentPartPr/>
                <p14:nvPr/>
              </p14:nvContentPartPr>
              <p14:xfrm>
                <a:off x="1919961" y="2883078"/>
                <a:ext cx="261000" cy="263160"/>
              </p14:xfrm>
            </p:contentPart>
          </mc:Choice>
          <mc:Fallback>
            <p:pic>
              <p:nvPicPr>
                <p:cNvPr id="18" name="Ink 17">
                  <a:extLst>
                    <a:ext uri="{FF2B5EF4-FFF2-40B4-BE49-F238E27FC236}">
                      <a16:creationId xmlns:a16="http://schemas.microsoft.com/office/drawing/2014/main" id="{23C07C8D-C929-4E83-B133-06DD97BC06A5}"/>
                    </a:ext>
                  </a:extLst>
                </p:cNvPr>
                <p:cNvPicPr/>
                <p:nvPr/>
              </p:nvPicPr>
              <p:blipFill>
                <a:blip r:embed="rId4"/>
                <a:stretch>
                  <a:fillRect/>
                </a:stretch>
              </p:blipFill>
              <p:spPr>
                <a:xfrm>
                  <a:off x="1911321" y="2874438"/>
                  <a:ext cx="27864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9" name="Ink 18">
                  <a:extLst>
                    <a:ext uri="{FF2B5EF4-FFF2-40B4-BE49-F238E27FC236}">
                      <a16:creationId xmlns:a16="http://schemas.microsoft.com/office/drawing/2014/main" id="{679DC59D-7F1B-4B8D-8C9F-13568D367950}"/>
                    </a:ext>
                  </a:extLst>
                </p14:cNvPr>
                <p14:cNvContentPartPr/>
                <p14:nvPr/>
              </p14:nvContentPartPr>
              <p14:xfrm>
                <a:off x="2220561" y="2845638"/>
                <a:ext cx="13320" cy="3960"/>
              </p14:xfrm>
            </p:contentPart>
          </mc:Choice>
          <mc:Fallback>
            <p:pic>
              <p:nvPicPr>
                <p:cNvPr id="19" name="Ink 18">
                  <a:extLst>
                    <a:ext uri="{FF2B5EF4-FFF2-40B4-BE49-F238E27FC236}">
                      <a16:creationId xmlns:a16="http://schemas.microsoft.com/office/drawing/2014/main" id="{679DC59D-7F1B-4B8D-8C9F-13568D367950}"/>
                    </a:ext>
                  </a:extLst>
                </p:cNvPr>
                <p:cNvPicPr/>
                <p:nvPr/>
              </p:nvPicPr>
              <p:blipFill>
                <a:blip r:embed="rId6"/>
                <a:stretch>
                  <a:fillRect/>
                </a:stretch>
              </p:blipFill>
              <p:spPr>
                <a:xfrm>
                  <a:off x="2211921" y="2836998"/>
                  <a:ext cx="3096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0" name="Ink 19">
                  <a:extLst>
                    <a:ext uri="{FF2B5EF4-FFF2-40B4-BE49-F238E27FC236}">
                      <a16:creationId xmlns:a16="http://schemas.microsoft.com/office/drawing/2014/main" id="{D3471418-D5E6-45E7-B6C3-DF2261B6CF3C}"/>
                    </a:ext>
                  </a:extLst>
                </p14:cNvPr>
                <p14:cNvContentPartPr/>
                <p14:nvPr/>
              </p14:nvContentPartPr>
              <p14:xfrm>
                <a:off x="2248641" y="3004398"/>
                <a:ext cx="360" cy="360"/>
              </p14:xfrm>
            </p:contentPart>
          </mc:Choice>
          <mc:Fallback>
            <p:pic>
              <p:nvPicPr>
                <p:cNvPr id="20" name="Ink 19">
                  <a:extLst>
                    <a:ext uri="{FF2B5EF4-FFF2-40B4-BE49-F238E27FC236}">
                      <a16:creationId xmlns:a16="http://schemas.microsoft.com/office/drawing/2014/main" id="{D3471418-D5E6-45E7-B6C3-DF2261B6CF3C}"/>
                    </a:ext>
                  </a:extLst>
                </p:cNvPr>
                <p:cNvPicPr/>
                <p:nvPr/>
              </p:nvPicPr>
              <p:blipFill>
                <a:blip r:embed="rId8"/>
                <a:stretch>
                  <a:fillRect/>
                </a:stretch>
              </p:blipFill>
              <p:spPr>
                <a:xfrm>
                  <a:off x="2239641" y="299575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8CA03051-CBBE-4A3E-8EC1-3C05BB9816C2}"/>
                    </a:ext>
                  </a:extLst>
                </p14:cNvPr>
                <p14:cNvContentPartPr/>
                <p14:nvPr/>
              </p14:nvContentPartPr>
              <p14:xfrm>
                <a:off x="2360241" y="2793078"/>
                <a:ext cx="121680" cy="34560"/>
              </p14:xfrm>
            </p:contentPart>
          </mc:Choice>
          <mc:Fallback>
            <p:pic>
              <p:nvPicPr>
                <p:cNvPr id="22" name="Ink 21">
                  <a:extLst>
                    <a:ext uri="{FF2B5EF4-FFF2-40B4-BE49-F238E27FC236}">
                      <a16:creationId xmlns:a16="http://schemas.microsoft.com/office/drawing/2014/main" id="{8CA03051-CBBE-4A3E-8EC1-3C05BB9816C2}"/>
                    </a:ext>
                  </a:extLst>
                </p:cNvPr>
                <p:cNvPicPr/>
                <p:nvPr/>
              </p:nvPicPr>
              <p:blipFill>
                <a:blip r:embed="rId10"/>
                <a:stretch>
                  <a:fillRect/>
                </a:stretch>
              </p:blipFill>
              <p:spPr>
                <a:xfrm>
                  <a:off x="2351601" y="2784078"/>
                  <a:ext cx="13932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4" name="Ink 23">
                  <a:extLst>
                    <a:ext uri="{FF2B5EF4-FFF2-40B4-BE49-F238E27FC236}">
                      <a16:creationId xmlns:a16="http://schemas.microsoft.com/office/drawing/2014/main" id="{88DAD2C3-6B49-49BA-8075-2B94F4407857}"/>
                    </a:ext>
                  </a:extLst>
                </p14:cNvPr>
                <p14:cNvContentPartPr/>
                <p14:nvPr/>
              </p14:nvContentPartPr>
              <p14:xfrm>
                <a:off x="2052441" y="3302838"/>
                <a:ext cx="82440" cy="272880"/>
              </p14:xfrm>
            </p:contentPart>
          </mc:Choice>
          <mc:Fallback>
            <p:pic>
              <p:nvPicPr>
                <p:cNvPr id="24" name="Ink 23">
                  <a:extLst>
                    <a:ext uri="{FF2B5EF4-FFF2-40B4-BE49-F238E27FC236}">
                      <a16:creationId xmlns:a16="http://schemas.microsoft.com/office/drawing/2014/main" id="{88DAD2C3-6B49-49BA-8075-2B94F4407857}"/>
                    </a:ext>
                  </a:extLst>
                </p:cNvPr>
                <p:cNvPicPr/>
                <p:nvPr/>
              </p:nvPicPr>
              <p:blipFill>
                <a:blip r:embed="rId12"/>
                <a:stretch>
                  <a:fillRect/>
                </a:stretch>
              </p:blipFill>
              <p:spPr>
                <a:xfrm>
                  <a:off x="2043801" y="3293838"/>
                  <a:ext cx="10008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5" name="Ink 24">
                  <a:extLst>
                    <a:ext uri="{FF2B5EF4-FFF2-40B4-BE49-F238E27FC236}">
                      <a16:creationId xmlns:a16="http://schemas.microsoft.com/office/drawing/2014/main" id="{B715FE7D-644B-428A-B2A7-C88F83AFE719}"/>
                    </a:ext>
                  </a:extLst>
                </p14:cNvPr>
                <p14:cNvContentPartPr/>
                <p14:nvPr/>
              </p14:nvContentPartPr>
              <p14:xfrm>
                <a:off x="2043441" y="3227598"/>
                <a:ext cx="147240" cy="141480"/>
              </p14:xfrm>
            </p:contentPart>
          </mc:Choice>
          <mc:Fallback>
            <p:pic>
              <p:nvPicPr>
                <p:cNvPr id="25" name="Ink 24">
                  <a:extLst>
                    <a:ext uri="{FF2B5EF4-FFF2-40B4-BE49-F238E27FC236}">
                      <a16:creationId xmlns:a16="http://schemas.microsoft.com/office/drawing/2014/main" id="{B715FE7D-644B-428A-B2A7-C88F83AFE719}"/>
                    </a:ext>
                  </a:extLst>
                </p:cNvPr>
                <p:cNvPicPr/>
                <p:nvPr/>
              </p:nvPicPr>
              <p:blipFill>
                <a:blip r:embed="rId14"/>
                <a:stretch>
                  <a:fillRect/>
                </a:stretch>
              </p:blipFill>
              <p:spPr>
                <a:xfrm>
                  <a:off x="2034441" y="3218958"/>
                  <a:ext cx="16488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6" name="Ink 25">
                  <a:extLst>
                    <a:ext uri="{FF2B5EF4-FFF2-40B4-BE49-F238E27FC236}">
                      <a16:creationId xmlns:a16="http://schemas.microsoft.com/office/drawing/2014/main" id="{CE0BE1A6-A1B7-4CA1-AB07-ADD3F86C9AF6}"/>
                    </a:ext>
                  </a:extLst>
                </p14:cNvPr>
                <p14:cNvContentPartPr/>
                <p14:nvPr/>
              </p14:nvContentPartPr>
              <p14:xfrm>
                <a:off x="2323161" y="3201318"/>
                <a:ext cx="75600" cy="46080"/>
              </p14:xfrm>
            </p:contentPart>
          </mc:Choice>
          <mc:Fallback>
            <p:pic>
              <p:nvPicPr>
                <p:cNvPr id="26" name="Ink 25">
                  <a:extLst>
                    <a:ext uri="{FF2B5EF4-FFF2-40B4-BE49-F238E27FC236}">
                      <a16:creationId xmlns:a16="http://schemas.microsoft.com/office/drawing/2014/main" id="{CE0BE1A6-A1B7-4CA1-AB07-ADD3F86C9AF6}"/>
                    </a:ext>
                  </a:extLst>
                </p:cNvPr>
                <p:cNvPicPr/>
                <p:nvPr/>
              </p:nvPicPr>
              <p:blipFill>
                <a:blip r:embed="rId16"/>
                <a:stretch>
                  <a:fillRect/>
                </a:stretch>
              </p:blipFill>
              <p:spPr>
                <a:xfrm>
                  <a:off x="2314521" y="3192318"/>
                  <a:ext cx="932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7" name="Ink 26">
                  <a:extLst>
                    <a:ext uri="{FF2B5EF4-FFF2-40B4-BE49-F238E27FC236}">
                      <a16:creationId xmlns:a16="http://schemas.microsoft.com/office/drawing/2014/main" id="{C5C4FC60-185C-49DE-841E-7A6BE2A3AC7D}"/>
                    </a:ext>
                  </a:extLst>
                </p14:cNvPr>
                <p14:cNvContentPartPr/>
                <p14:nvPr/>
              </p14:nvContentPartPr>
              <p14:xfrm>
                <a:off x="2360241" y="3223278"/>
                <a:ext cx="89280" cy="63360"/>
              </p14:xfrm>
            </p:contentPart>
          </mc:Choice>
          <mc:Fallback>
            <p:pic>
              <p:nvPicPr>
                <p:cNvPr id="27" name="Ink 26">
                  <a:extLst>
                    <a:ext uri="{FF2B5EF4-FFF2-40B4-BE49-F238E27FC236}">
                      <a16:creationId xmlns:a16="http://schemas.microsoft.com/office/drawing/2014/main" id="{C5C4FC60-185C-49DE-841E-7A6BE2A3AC7D}"/>
                    </a:ext>
                  </a:extLst>
                </p:cNvPr>
                <p:cNvPicPr/>
                <p:nvPr/>
              </p:nvPicPr>
              <p:blipFill>
                <a:blip r:embed="rId18"/>
                <a:stretch>
                  <a:fillRect/>
                </a:stretch>
              </p:blipFill>
              <p:spPr>
                <a:xfrm>
                  <a:off x="2351601" y="3214638"/>
                  <a:ext cx="10692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8" name="Ink 27">
                  <a:extLst>
                    <a:ext uri="{FF2B5EF4-FFF2-40B4-BE49-F238E27FC236}">
                      <a16:creationId xmlns:a16="http://schemas.microsoft.com/office/drawing/2014/main" id="{1EB129AF-9A7F-424B-B262-63A16EFA5700}"/>
                    </a:ext>
                  </a:extLst>
                </p14:cNvPr>
                <p14:cNvContentPartPr/>
                <p14:nvPr/>
              </p14:nvContentPartPr>
              <p14:xfrm>
                <a:off x="2433321" y="3023118"/>
                <a:ext cx="226080" cy="148320"/>
              </p14:xfrm>
            </p:contentPart>
          </mc:Choice>
          <mc:Fallback>
            <p:pic>
              <p:nvPicPr>
                <p:cNvPr id="28" name="Ink 27">
                  <a:extLst>
                    <a:ext uri="{FF2B5EF4-FFF2-40B4-BE49-F238E27FC236}">
                      <a16:creationId xmlns:a16="http://schemas.microsoft.com/office/drawing/2014/main" id="{1EB129AF-9A7F-424B-B262-63A16EFA5700}"/>
                    </a:ext>
                  </a:extLst>
                </p:cNvPr>
                <p:cNvPicPr/>
                <p:nvPr/>
              </p:nvPicPr>
              <p:blipFill>
                <a:blip r:embed="rId20"/>
                <a:stretch>
                  <a:fillRect/>
                </a:stretch>
              </p:blipFill>
              <p:spPr>
                <a:xfrm>
                  <a:off x="2424681" y="3014118"/>
                  <a:ext cx="243720" cy="165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35" name="Ink 34">
                <a:extLst>
                  <a:ext uri="{FF2B5EF4-FFF2-40B4-BE49-F238E27FC236}">
                    <a16:creationId xmlns:a16="http://schemas.microsoft.com/office/drawing/2014/main" id="{EFA12C6A-7F20-4CDA-81C8-F2C00F09E94B}"/>
                  </a:ext>
                </a:extLst>
              </p14:cNvPr>
              <p14:cNvContentPartPr/>
              <p14:nvPr/>
            </p14:nvContentPartPr>
            <p14:xfrm>
              <a:off x="2574801" y="2563038"/>
              <a:ext cx="226800" cy="209520"/>
            </p14:xfrm>
          </p:contentPart>
        </mc:Choice>
        <mc:Fallback>
          <p:pic>
            <p:nvPicPr>
              <p:cNvPr id="35" name="Ink 34">
                <a:extLst>
                  <a:ext uri="{FF2B5EF4-FFF2-40B4-BE49-F238E27FC236}">
                    <a16:creationId xmlns:a16="http://schemas.microsoft.com/office/drawing/2014/main" id="{EFA12C6A-7F20-4CDA-81C8-F2C00F09E94B}"/>
                  </a:ext>
                </a:extLst>
              </p:cNvPr>
              <p:cNvPicPr/>
              <p:nvPr/>
            </p:nvPicPr>
            <p:blipFill>
              <a:blip r:embed="rId22"/>
              <a:stretch>
                <a:fillRect/>
              </a:stretch>
            </p:blipFill>
            <p:spPr>
              <a:xfrm>
                <a:off x="2566161" y="2554038"/>
                <a:ext cx="244440" cy="227160"/>
              </a:xfrm>
              <a:prstGeom prst="rect">
                <a:avLst/>
              </a:prstGeom>
            </p:spPr>
          </p:pic>
        </mc:Fallback>
      </mc:AlternateContent>
      <p:grpSp>
        <p:nvGrpSpPr>
          <p:cNvPr id="46" name="Group 45">
            <a:extLst>
              <a:ext uri="{FF2B5EF4-FFF2-40B4-BE49-F238E27FC236}">
                <a16:creationId xmlns:a16="http://schemas.microsoft.com/office/drawing/2014/main" id="{04415E31-0CF3-43F4-84EA-A385039387B1}"/>
              </a:ext>
            </a:extLst>
          </p:cNvPr>
          <p:cNvGrpSpPr/>
          <p:nvPr/>
        </p:nvGrpSpPr>
        <p:grpSpPr>
          <a:xfrm>
            <a:off x="1274121" y="3731958"/>
            <a:ext cx="695880" cy="698760"/>
            <a:chOff x="1274121" y="3731958"/>
            <a:chExt cx="695880" cy="698760"/>
          </a:xfrm>
        </p:grpSpPr>
        <mc:AlternateContent xmlns:mc="http://schemas.openxmlformats.org/markup-compatibility/2006">
          <mc:Choice xmlns:p14="http://schemas.microsoft.com/office/powerpoint/2010/main" Requires="p14">
            <p:contentPart p14:bwMode="auto" r:id="rId23">
              <p14:nvContentPartPr>
                <p14:cNvPr id="36" name="Ink 35">
                  <a:extLst>
                    <a:ext uri="{FF2B5EF4-FFF2-40B4-BE49-F238E27FC236}">
                      <a16:creationId xmlns:a16="http://schemas.microsoft.com/office/drawing/2014/main" id="{98712716-049D-4A1A-A140-9D03AD35B050}"/>
                    </a:ext>
                  </a:extLst>
                </p14:cNvPr>
                <p14:cNvContentPartPr/>
                <p14:nvPr/>
              </p14:nvContentPartPr>
              <p14:xfrm>
                <a:off x="1274121" y="3853278"/>
                <a:ext cx="218880" cy="228600"/>
              </p14:xfrm>
            </p:contentPart>
          </mc:Choice>
          <mc:Fallback>
            <p:pic>
              <p:nvPicPr>
                <p:cNvPr id="36" name="Ink 35">
                  <a:extLst>
                    <a:ext uri="{FF2B5EF4-FFF2-40B4-BE49-F238E27FC236}">
                      <a16:creationId xmlns:a16="http://schemas.microsoft.com/office/drawing/2014/main" id="{98712716-049D-4A1A-A140-9D03AD35B050}"/>
                    </a:ext>
                  </a:extLst>
                </p:cNvPr>
                <p:cNvPicPr/>
                <p:nvPr/>
              </p:nvPicPr>
              <p:blipFill>
                <a:blip r:embed="rId24"/>
                <a:stretch>
                  <a:fillRect/>
                </a:stretch>
              </p:blipFill>
              <p:spPr>
                <a:xfrm>
                  <a:off x="1265481" y="3844278"/>
                  <a:ext cx="2365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7" name="Ink 36">
                  <a:extLst>
                    <a:ext uri="{FF2B5EF4-FFF2-40B4-BE49-F238E27FC236}">
                      <a16:creationId xmlns:a16="http://schemas.microsoft.com/office/drawing/2014/main" id="{DAC169DA-C145-4704-BE09-FCC1BB2BFB44}"/>
                    </a:ext>
                  </a:extLst>
                </p14:cNvPr>
                <p14:cNvContentPartPr/>
                <p14:nvPr/>
              </p14:nvContentPartPr>
              <p14:xfrm>
                <a:off x="1576881" y="3816198"/>
                <a:ext cx="360" cy="360"/>
              </p14:xfrm>
            </p:contentPart>
          </mc:Choice>
          <mc:Fallback>
            <p:pic>
              <p:nvPicPr>
                <p:cNvPr id="37" name="Ink 36">
                  <a:extLst>
                    <a:ext uri="{FF2B5EF4-FFF2-40B4-BE49-F238E27FC236}">
                      <a16:creationId xmlns:a16="http://schemas.microsoft.com/office/drawing/2014/main" id="{DAC169DA-C145-4704-BE09-FCC1BB2BFB44}"/>
                    </a:ext>
                  </a:extLst>
                </p:cNvPr>
                <p:cNvPicPr/>
                <p:nvPr/>
              </p:nvPicPr>
              <p:blipFill>
                <a:blip r:embed="rId8"/>
                <a:stretch>
                  <a:fillRect/>
                </a:stretch>
              </p:blipFill>
              <p:spPr>
                <a:xfrm>
                  <a:off x="1567881" y="380755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8" name="Ink 37">
                  <a:extLst>
                    <a:ext uri="{FF2B5EF4-FFF2-40B4-BE49-F238E27FC236}">
                      <a16:creationId xmlns:a16="http://schemas.microsoft.com/office/drawing/2014/main" id="{92AD0411-35C0-4C63-B4CA-6B68183A9065}"/>
                    </a:ext>
                  </a:extLst>
                </p14:cNvPr>
                <p14:cNvContentPartPr/>
                <p14:nvPr/>
              </p14:nvContentPartPr>
              <p14:xfrm>
                <a:off x="1595601" y="3937158"/>
                <a:ext cx="9720" cy="360"/>
              </p14:xfrm>
            </p:contentPart>
          </mc:Choice>
          <mc:Fallback>
            <p:pic>
              <p:nvPicPr>
                <p:cNvPr id="38" name="Ink 37">
                  <a:extLst>
                    <a:ext uri="{FF2B5EF4-FFF2-40B4-BE49-F238E27FC236}">
                      <a16:creationId xmlns:a16="http://schemas.microsoft.com/office/drawing/2014/main" id="{92AD0411-35C0-4C63-B4CA-6B68183A9065}"/>
                    </a:ext>
                  </a:extLst>
                </p:cNvPr>
                <p:cNvPicPr/>
                <p:nvPr/>
              </p:nvPicPr>
              <p:blipFill>
                <a:blip r:embed="rId27"/>
                <a:stretch>
                  <a:fillRect/>
                </a:stretch>
              </p:blipFill>
              <p:spPr>
                <a:xfrm>
                  <a:off x="1586601" y="3928518"/>
                  <a:ext cx="273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96DDFC59-AB3F-4776-8A76-CC1F43A02C19}"/>
                    </a:ext>
                  </a:extLst>
                </p14:cNvPr>
                <p14:cNvContentPartPr/>
                <p14:nvPr/>
              </p14:nvContentPartPr>
              <p14:xfrm>
                <a:off x="1352961" y="4273398"/>
                <a:ext cx="35640" cy="157320"/>
              </p14:xfrm>
            </p:contentPart>
          </mc:Choice>
          <mc:Fallback>
            <p:pic>
              <p:nvPicPr>
                <p:cNvPr id="39" name="Ink 38">
                  <a:extLst>
                    <a:ext uri="{FF2B5EF4-FFF2-40B4-BE49-F238E27FC236}">
                      <a16:creationId xmlns:a16="http://schemas.microsoft.com/office/drawing/2014/main" id="{96DDFC59-AB3F-4776-8A76-CC1F43A02C19}"/>
                    </a:ext>
                  </a:extLst>
                </p:cNvPr>
                <p:cNvPicPr/>
                <p:nvPr/>
              </p:nvPicPr>
              <p:blipFill>
                <a:blip r:embed="rId29"/>
                <a:stretch>
                  <a:fillRect/>
                </a:stretch>
              </p:blipFill>
              <p:spPr>
                <a:xfrm>
                  <a:off x="1343961" y="4264398"/>
                  <a:ext cx="532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CB7545AA-7223-49F8-A825-D2E1C3E191E7}"/>
                    </a:ext>
                  </a:extLst>
                </p14:cNvPr>
                <p14:cNvContentPartPr/>
                <p14:nvPr/>
              </p14:nvContentPartPr>
              <p14:xfrm>
                <a:off x="1333881" y="4205718"/>
                <a:ext cx="148320" cy="152640"/>
              </p14:xfrm>
            </p:contentPart>
          </mc:Choice>
          <mc:Fallback>
            <p:pic>
              <p:nvPicPr>
                <p:cNvPr id="40" name="Ink 39">
                  <a:extLst>
                    <a:ext uri="{FF2B5EF4-FFF2-40B4-BE49-F238E27FC236}">
                      <a16:creationId xmlns:a16="http://schemas.microsoft.com/office/drawing/2014/main" id="{CB7545AA-7223-49F8-A825-D2E1C3E191E7}"/>
                    </a:ext>
                  </a:extLst>
                </p:cNvPr>
                <p:cNvPicPr/>
                <p:nvPr/>
              </p:nvPicPr>
              <p:blipFill>
                <a:blip r:embed="rId31"/>
                <a:stretch>
                  <a:fillRect/>
                </a:stretch>
              </p:blipFill>
              <p:spPr>
                <a:xfrm>
                  <a:off x="1324881" y="4196718"/>
                  <a:ext cx="1659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1" name="Ink 40">
                  <a:extLst>
                    <a:ext uri="{FF2B5EF4-FFF2-40B4-BE49-F238E27FC236}">
                      <a16:creationId xmlns:a16="http://schemas.microsoft.com/office/drawing/2014/main" id="{D82A327A-5364-4BE1-B5B5-540CF3D6A1EB}"/>
                    </a:ext>
                  </a:extLst>
                </p14:cNvPr>
                <p14:cNvContentPartPr/>
                <p14:nvPr/>
              </p14:nvContentPartPr>
              <p14:xfrm>
                <a:off x="1548801" y="4152078"/>
                <a:ext cx="360" cy="360"/>
              </p14:xfrm>
            </p:contentPart>
          </mc:Choice>
          <mc:Fallback>
            <p:pic>
              <p:nvPicPr>
                <p:cNvPr id="41" name="Ink 40">
                  <a:extLst>
                    <a:ext uri="{FF2B5EF4-FFF2-40B4-BE49-F238E27FC236}">
                      <a16:creationId xmlns:a16="http://schemas.microsoft.com/office/drawing/2014/main" id="{D82A327A-5364-4BE1-B5B5-540CF3D6A1EB}"/>
                    </a:ext>
                  </a:extLst>
                </p:cNvPr>
                <p:cNvPicPr/>
                <p:nvPr/>
              </p:nvPicPr>
              <p:blipFill>
                <a:blip r:embed="rId8"/>
                <a:stretch>
                  <a:fillRect/>
                </a:stretch>
              </p:blipFill>
              <p:spPr>
                <a:xfrm>
                  <a:off x="1540161" y="414307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2" name="Ink 41">
                  <a:extLst>
                    <a:ext uri="{FF2B5EF4-FFF2-40B4-BE49-F238E27FC236}">
                      <a16:creationId xmlns:a16="http://schemas.microsoft.com/office/drawing/2014/main" id="{022A8620-01F1-49EE-A1FC-A8063F20E77F}"/>
                    </a:ext>
                  </a:extLst>
                </p14:cNvPr>
                <p14:cNvContentPartPr/>
                <p14:nvPr/>
              </p14:nvContentPartPr>
              <p14:xfrm>
                <a:off x="1576881" y="4292118"/>
                <a:ext cx="360" cy="360"/>
              </p14:xfrm>
            </p:contentPart>
          </mc:Choice>
          <mc:Fallback>
            <p:pic>
              <p:nvPicPr>
                <p:cNvPr id="42" name="Ink 41">
                  <a:extLst>
                    <a:ext uri="{FF2B5EF4-FFF2-40B4-BE49-F238E27FC236}">
                      <a16:creationId xmlns:a16="http://schemas.microsoft.com/office/drawing/2014/main" id="{022A8620-01F1-49EE-A1FC-A8063F20E77F}"/>
                    </a:ext>
                  </a:extLst>
                </p:cNvPr>
                <p:cNvPicPr/>
                <p:nvPr/>
              </p:nvPicPr>
              <p:blipFill>
                <a:blip r:embed="rId8"/>
                <a:stretch>
                  <a:fillRect/>
                </a:stretch>
              </p:blipFill>
              <p:spPr>
                <a:xfrm>
                  <a:off x="1567881" y="428311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3" name="Ink 42">
                  <a:extLst>
                    <a:ext uri="{FF2B5EF4-FFF2-40B4-BE49-F238E27FC236}">
                      <a16:creationId xmlns:a16="http://schemas.microsoft.com/office/drawing/2014/main" id="{8082AE03-0DEE-4455-9F94-F68ECEE1875C}"/>
                    </a:ext>
                  </a:extLst>
                </p14:cNvPr>
                <p14:cNvContentPartPr/>
                <p14:nvPr/>
              </p14:nvContentPartPr>
              <p14:xfrm>
                <a:off x="1660761" y="3883158"/>
                <a:ext cx="75600" cy="17640"/>
              </p14:xfrm>
            </p:contentPart>
          </mc:Choice>
          <mc:Fallback>
            <p:pic>
              <p:nvPicPr>
                <p:cNvPr id="43" name="Ink 42">
                  <a:extLst>
                    <a:ext uri="{FF2B5EF4-FFF2-40B4-BE49-F238E27FC236}">
                      <a16:creationId xmlns:a16="http://schemas.microsoft.com/office/drawing/2014/main" id="{8082AE03-0DEE-4455-9F94-F68ECEE1875C}"/>
                    </a:ext>
                  </a:extLst>
                </p:cNvPr>
                <p:cNvPicPr/>
                <p:nvPr/>
              </p:nvPicPr>
              <p:blipFill>
                <a:blip r:embed="rId35"/>
                <a:stretch>
                  <a:fillRect/>
                </a:stretch>
              </p:blipFill>
              <p:spPr>
                <a:xfrm>
                  <a:off x="1651761" y="3874158"/>
                  <a:ext cx="932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4" name="Ink 43">
                  <a:extLst>
                    <a:ext uri="{FF2B5EF4-FFF2-40B4-BE49-F238E27FC236}">
                      <a16:creationId xmlns:a16="http://schemas.microsoft.com/office/drawing/2014/main" id="{E5AE5CE3-AD76-4830-82D7-31637CC8D836}"/>
                    </a:ext>
                  </a:extLst>
                </p14:cNvPr>
                <p14:cNvContentPartPr/>
                <p14:nvPr/>
              </p14:nvContentPartPr>
              <p14:xfrm>
                <a:off x="1762281" y="3731958"/>
                <a:ext cx="207720" cy="151920"/>
              </p14:xfrm>
            </p:contentPart>
          </mc:Choice>
          <mc:Fallback>
            <p:pic>
              <p:nvPicPr>
                <p:cNvPr id="44" name="Ink 43">
                  <a:extLst>
                    <a:ext uri="{FF2B5EF4-FFF2-40B4-BE49-F238E27FC236}">
                      <a16:creationId xmlns:a16="http://schemas.microsoft.com/office/drawing/2014/main" id="{E5AE5CE3-AD76-4830-82D7-31637CC8D836}"/>
                    </a:ext>
                  </a:extLst>
                </p:cNvPr>
                <p:cNvPicPr/>
                <p:nvPr/>
              </p:nvPicPr>
              <p:blipFill>
                <a:blip r:embed="rId37"/>
                <a:stretch>
                  <a:fillRect/>
                </a:stretch>
              </p:blipFill>
              <p:spPr>
                <a:xfrm>
                  <a:off x="1753281" y="3722958"/>
                  <a:ext cx="22536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5" name="Ink 44">
                  <a:extLst>
                    <a:ext uri="{FF2B5EF4-FFF2-40B4-BE49-F238E27FC236}">
                      <a16:creationId xmlns:a16="http://schemas.microsoft.com/office/drawing/2014/main" id="{F9BE2F70-BEA0-4D7D-BFF0-1DDD5E42CD60}"/>
                    </a:ext>
                  </a:extLst>
                </p14:cNvPr>
                <p14:cNvContentPartPr/>
                <p14:nvPr/>
              </p14:nvContentPartPr>
              <p14:xfrm>
                <a:off x="1612161" y="4074678"/>
                <a:ext cx="197640" cy="154440"/>
              </p14:xfrm>
            </p:contentPart>
          </mc:Choice>
          <mc:Fallback>
            <p:pic>
              <p:nvPicPr>
                <p:cNvPr id="45" name="Ink 44">
                  <a:extLst>
                    <a:ext uri="{FF2B5EF4-FFF2-40B4-BE49-F238E27FC236}">
                      <a16:creationId xmlns:a16="http://schemas.microsoft.com/office/drawing/2014/main" id="{F9BE2F70-BEA0-4D7D-BFF0-1DDD5E42CD60}"/>
                    </a:ext>
                  </a:extLst>
                </p:cNvPr>
                <p:cNvPicPr/>
                <p:nvPr/>
              </p:nvPicPr>
              <p:blipFill>
                <a:blip r:embed="rId39"/>
                <a:stretch>
                  <a:fillRect/>
                </a:stretch>
              </p:blipFill>
              <p:spPr>
                <a:xfrm>
                  <a:off x="1603521" y="4065678"/>
                  <a:ext cx="215280" cy="172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
            <p14:nvContentPartPr>
              <p14:cNvPr id="47" name="Ink 46">
                <a:extLst>
                  <a:ext uri="{FF2B5EF4-FFF2-40B4-BE49-F238E27FC236}">
                    <a16:creationId xmlns:a16="http://schemas.microsoft.com/office/drawing/2014/main" id="{A436DCEB-2BFF-4AA0-9E62-7395B1B34955}"/>
                  </a:ext>
                </a:extLst>
              </p14:cNvPr>
              <p14:cNvContentPartPr/>
              <p14:nvPr/>
            </p14:nvContentPartPr>
            <p14:xfrm>
              <a:off x="-1595799" y="1474038"/>
              <a:ext cx="1800" cy="360"/>
            </p14:xfrm>
          </p:contentPart>
        </mc:Choice>
        <mc:Fallback>
          <p:pic>
            <p:nvPicPr>
              <p:cNvPr id="47" name="Ink 46">
                <a:extLst>
                  <a:ext uri="{FF2B5EF4-FFF2-40B4-BE49-F238E27FC236}">
                    <a16:creationId xmlns:a16="http://schemas.microsoft.com/office/drawing/2014/main" id="{A436DCEB-2BFF-4AA0-9E62-7395B1B34955}"/>
                  </a:ext>
                </a:extLst>
              </p:cNvPr>
              <p:cNvPicPr/>
              <p:nvPr/>
            </p:nvPicPr>
            <p:blipFill>
              <a:blip r:embed="rId41"/>
              <a:stretch>
                <a:fillRect/>
              </a:stretch>
            </p:blipFill>
            <p:spPr>
              <a:xfrm>
                <a:off x="-1604439" y="1465038"/>
                <a:ext cx="19440" cy="18000"/>
              </a:xfrm>
              <a:prstGeom prst="rect">
                <a:avLst/>
              </a:prstGeom>
            </p:spPr>
          </p:pic>
        </mc:Fallback>
      </mc:AlternateContent>
      <p:grpSp>
        <p:nvGrpSpPr>
          <p:cNvPr id="52" name="Group 51">
            <a:extLst>
              <a:ext uri="{FF2B5EF4-FFF2-40B4-BE49-F238E27FC236}">
                <a16:creationId xmlns:a16="http://schemas.microsoft.com/office/drawing/2014/main" id="{18A24BF5-6511-4D46-997B-62BFAD5EBB31}"/>
              </a:ext>
            </a:extLst>
          </p:cNvPr>
          <p:cNvGrpSpPr/>
          <p:nvPr/>
        </p:nvGrpSpPr>
        <p:grpSpPr>
          <a:xfrm>
            <a:off x="1791081" y="3640158"/>
            <a:ext cx="329400" cy="249120"/>
            <a:chOff x="1791081" y="3640158"/>
            <a:chExt cx="329400" cy="249120"/>
          </a:xfrm>
        </p:grpSpPr>
        <mc:AlternateContent xmlns:mc="http://schemas.openxmlformats.org/markup-compatibility/2006">
          <mc:Choice xmlns:p14="http://schemas.microsoft.com/office/powerpoint/2010/main" Requires="p14">
            <p:contentPart p14:bwMode="auto" r:id="rId42">
              <p14:nvContentPartPr>
                <p14:cNvPr id="48" name="Ink 47">
                  <a:extLst>
                    <a:ext uri="{FF2B5EF4-FFF2-40B4-BE49-F238E27FC236}">
                      <a16:creationId xmlns:a16="http://schemas.microsoft.com/office/drawing/2014/main" id="{A0C66066-D669-480E-AFF9-A43D1240632E}"/>
                    </a:ext>
                  </a:extLst>
                </p14:cNvPr>
                <p14:cNvContentPartPr/>
                <p14:nvPr/>
              </p14:nvContentPartPr>
              <p14:xfrm>
                <a:off x="1816641" y="3694878"/>
                <a:ext cx="142920" cy="176040"/>
              </p14:xfrm>
            </p:contentPart>
          </mc:Choice>
          <mc:Fallback>
            <p:pic>
              <p:nvPicPr>
                <p:cNvPr id="48" name="Ink 47">
                  <a:extLst>
                    <a:ext uri="{FF2B5EF4-FFF2-40B4-BE49-F238E27FC236}">
                      <a16:creationId xmlns:a16="http://schemas.microsoft.com/office/drawing/2014/main" id="{A0C66066-D669-480E-AFF9-A43D1240632E}"/>
                    </a:ext>
                  </a:extLst>
                </p:cNvPr>
                <p:cNvPicPr/>
                <p:nvPr/>
              </p:nvPicPr>
              <p:blipFill>
                <a:blip r:embed="rId43"/>
                <a:stretch>
                  <a:fillRect/>
                </a:stretch>
              </p:blipFill>
              <p:spPr>
                <a:xfrm>
                  <a:off x="1808001" y="3686238"/>
                  <a:ext cx="1605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9" name="Ink 48">
                  <a:extLst>
                    <a:ext uri="{FF2B5EF4-FFF2-40B4-BE49-F238E27FC236}">
                      <a16:creationId xmlns:a16="http://schemas.microsoft.com/office/drawing/2014/main" id="{F4164885-6174-474B-B04B-3BA95D5C7B7F}"/>
                    </a:ext>
                  </a:extLst>
                </p14:cNvPr>
                <p14:cNvContentPartPr/>
                <p14:nvPr/>
              </p14:nvContentPartPr>
              <p14:xfrm>
                <a:off x="1791081" y="3666798"/>
                <a:ext cx="172440" cy="222480"/>
              </p14:xfrm>
            </p:contentPart>
          </mc:Choice>
          <mc:Fallback>
            <p:pic>
              <p:nvPicPr>
                <p:cNvPr id="49" name="Ink 48">
                  <a:extLst>
                    <a:ext uri="{FF2B5EF4-FFF2-40B4-BE49-F238E27FC236}">
                      <a16:creationId xmlns:a16="http://schemas.microsoft.com/office/drawing/2014/main" id="{F4164885-6174-474B-B04B-3BA95D5C7B7F}"/>
                    </a:ext>
                  </a:extLst>
                </p:cNvPr>
                <p:cNvPicPr/>
                <p:nvPr/>
              </p:nvPicPr>
              <p:blipFill>
                <a:blip r:embed="rId45"/>
                <a:stretch>
                  <a:fillRect/>
                </a:stretch>
              </p:blipFill>
              <p:spPr>
                <a:xfrm>
                  <a:off x="1782441" y="3657798"/>
                  <a:ext cx="19008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0" name="Ink 49">
                  <a:extLst>
                    <a:ext uri="{FF2B5EF4-FFF2-40B4-BE49-F238E27FC236}">
                      <a16:creationId xmlns:a16="http://schemas.microsoft.com/office/drawing/2014/main" id="{CBC88232-ABD2-44A8-AB6C-E59C1892A5F5}"/>
                    </a:ext>
                  </a:extLst>
                </p14:cNvPr>
                <p14:cNvContentPartPr/>
                <p14:nvPr/>
              </p14:nvContentPartPr>
              <p14:xfrm>
                <a:off x="2033721" y="3640158"/>
                <a:ext cx="84960" cy="36360"/>
              </p14:xfrm>
            </p:contentPart>
          </mc:Choice>
          <mc:Fallback>
            <p:pic>
              <p:nvPicPr>
                <p:cNvPr id="50" name="Ink 49">
                  <a:extLst>
                    <a:ext uri="{FF2B5EF4-FFF2-40B4-BE49-F238E27FC236}">
                      <a16:creationId xmlns:a16="http://schemas.microsoft.com/office/drawing/2014/main" id="{CBC88232-ABD2-44A8-AB6C-E59C1892A5F5}"/>
                    </a:ext>
                  </a:extLst>
                </p:cNvPr>
                <p:cNvPicPr/>
                <p:nvPr/>
              </p:nvPicPr>
              <p:blipFill>
                <a:blip r:embed="rId47"/>
                <a:stretch>
                  <a:fillRect/>
                </a:stretch>
              </p:blipFill>
              <p:spPr>
                <a:xfrm>
                  <a:off x="2025081" y="3631158"/>
                  <a:ext cx="1026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1" name="Ink 50">
                  <a:extLst>
                    <a:ext uri="{FF2B5EF4-FFF2-40B4-BE49-F238E27FC236}">
                      <a16:creationId xmlns:a16="http://schemas.microsoft.com/office/drawing/2014/main" id="{AAA0801B-F34E-42B1-8400-0591EA9A1258}"/>
                    </a:ext>
                  </a:extLst>
                </p14:cNvPr>
                <p14:cNvContentPartPr/>
                <p14:nvPr/>
              </p14:nvContentPartPr>
              <p14:xfrm>
                <a:off x="1993761" y="3676158"/>
                <a:ext cx="126720" cy="157320"/>
              </p14:xfrm>
            </p:contentPart>
          </mc:Choice>
          <mc:Fallback>
            <p:pic>
              <p:nvPicPr>
                <p:cNvPr id="51" name="Ink 50">
                  <a:extLst>
                    <a:ext uri="{FF2B5EF4-FFF2-40B4-BE49-F238E27FC236}">
                      <a16:creationId xmlns:a16="http://schemas.microsoft.com/office/drawing/2014/main" id="{AAA0801B-F34E-42B1-8400-0591EA9A1258}"/>
                    </a:ext>
                  </a:extLst>
                </p:cNvPr>
                <p:cNvPicPr/>
                <p:nvPr/>
              </p:nvPicPr>
              <p:blipFill>
                <a:blip r:embed="rId49"/>
                <a:stretch>
                  <a:fillRect/>
                </a:stretch>
              </p:blipFill>
              <p:spPr>
                <a:xfrm>
                  <a:off x="1984761" y="3667518"/>
                  <a:ext cx="144360" cy="174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56" name="Ink 55">
                <a:extLst>
                  <a:ext uri="{FF2B5EF4-FFF2-40B4-BE49-F238E27FC236}">
                    <a16:creationId xmlns:a16="http://schemas.microsoft.com/office/drawing/2014/main" id="{C7490731-2EAA-46F0-95D7-7206E4E8B943}"/>
                  </a:ext>
                </a:extLst>
              </p14:cNvPr>
              <p14:cNvContentPartPr/>
              <p14:nvPr/>
            </p14:nvContentPartPr>
            <p14:xfrm>
              <a:off x="2733921" y="2852838"/>
              <a:ext cx="131760" cy="20880"/>
            </p14:xfrm>
          </p:contentPart>
        </mc:Choice>
        <mc:Fallback>
          <p:pic>
            <p:nvPicPr>
              <p:cNvPr id="56" name="Ink 55">
                <a:extLst>
                  <a:ext uri="{FF2B5EF4-FFF2-40B4-BE49-F238E27FC236}">
                    <a16:creationId xmlns:a16="http://schemas.microsoft.com/office/drawing/2014/main" id="{C7490731-2EAA-46F0-95D7-7206E4E8B943}"/>
                  </a:ext>
                </a:extLst>
              </p:cNvPr>
              <p:cNvPicPr/>
              <p:nvPr/>
            </p:nvPicPr>
            <p:blipFill>
              <a:blip r:embed="rId51"/>
              <a:stretch>
                <a:fillRect/>
              </a:stretch>
            </p:blipFill>
            <p:spPr>
              <a:xfrm>
                <a:off x="2724921" y="2844198"/>
                <a:ext cx="149400" cy="38520"/>
              </a:xfrm>
              <a:prstGeom prst="rect">
                <a:avLst/>
              </a:prstGeom>
            </p:spPr>
          </p:pic>
        </mc:Fallback>
      </mc:AlternateContent>
      <p:grpSp>
        <p:nvGrpSpPr>
          <p:cNvPr id="64" name="Group 63">
            <a:extLst>
              <a:ext uri="{FF2B5EF4-FFF2-40B4-BE49-F238E27FC236}">
                <a16:creationId xmlns:a16="http://schemas.microsoft.com/office/drawing/2014/main" id="{1A981CC1-2FAD-40F2-AAD4-B2BADD2EDED9}"/>
              </a:ext>
            </a:extLst>
          </p:cNvPr>
          <p:cNvGrpSpPr/>
          <p:nvPr/>
        </p:nvGrpSpPr>
        <p:grpSpPr>
          <a:xfrm>
            <a:off x="2472561" y="2817558"/>
            <a:ext cx="448920" cy="479880"/>
            <a:chOff x="2472561" y="2817558"/>
            <a:chExt cx="448920" cy="479880"/>
          </a:xfrm>
        </p:grpSpPr>
        <mc:AlternateContent xmlns:mc="http://schemas.openxmlformats.org/markup-compatibility/2006">
          <mc:Choice xmlns:p14="http://schemas.microsoft.com/office/powerpoint/2010/main" Requires="p14">
            <p:contentPart p14:bwMode="auto" r:id="rId52">
              <p14:nvContentPartPr>
                <p14:cNvPr id="53" name="Ink 52">
                  <a:extLst>
                    <a:ext uri="{FF2B5EF4-FFF2-40B4-BE49-F238E27FC236}">
                      <a16:creationId xmlns:a16="http://schemas.microsoft.com/office/drawing/2014/main" id="{1FCD6C82-1581-4FF2-8306-AECA5973A8E0}"/>
                    </a:ext>
                  </a:extLst>
                </p14:cNvPr>
                <p14:cNvContentPartPr/>
                <p14:nvPr/>
              </p14:nvContentPartPr>
              <p14:xfrm>
                <a:off x="2503521" y="2929518"/>
                <a:ext cx="99720" cy="367920"/>
              </p14:xfrm>
            </p:contentPart>
          </mc:Choice>
          <mc:Fallback>
            <p:pic>
              <p:nvPicPr>
                <p:cNvPr id="53" name="Ink 52">
                  <a:extLst>
                    <a:ext uri="{FF2B5EF4-FFF2-40B4-BE49-F238E27FC236}">
                      <a16:creationId xmlns:a16="http://schemas.microsoft.com/office/drawing/2014/main" id="{1FCD6C82-1581-4FF2-8306-AECA5973A8E0}"/>
                    </a:ext>
                  </a:extLst>
                </p:cNvPr>
                <p:cNvPicPr/>
                <p:nvPr/>
              </p:nvPicPr>
              <p:blipFill>
                <a:blip r:embed="rId53"/>
                <a:stretch>
                  <a:fillRect/>
                </a:stretch>
              </p:blipFill>
              <p:spPr>
                <a:xfrm>
                  <a:off x="2494881" y="2920878"/>
                  <a:ext cx="11736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4" name="Ink 53">
                  <a:extLst>
                    <a:ext uri="{FF2B5EF4-FFF2-40B4-BE49-F238E27FC236}">
                      <a16:creationId xmlns:a16="http://schemas.microsoft.com/office/drawing/2014/main" id="{36D8A96C-DF3F-4F20-B8B7-6BF57C53A9BD}"/>
                    </a:ext>
                  </a:extLst>
                </p14:cNvPr>
                <p14:cNvContentPartPr/>
                <p14:nvPr/>
              </p14:nvContentPartPr>
              <p14:xfrm>
                <a:off x="2472561" y="2957598"/>
                <a:ext cx="237600" cy="201600"/>
              </p14:xfrm>
            </p:contentPart>
          </mc:Choice>
          <mc:Fallback>
            <p:pic>
              <p:nvPicPr>
                <p:cNvPr id="54" name="Ink 53">
                  <a:extLst>
                    <a:ext uri="{FF2B5EF4-FFF2-40B4-BE49-F238E27FC236}">
                      <a16:creationId xmlns:a16="http://schemas.microsoft.com/office/drawing/2014/main" id="{36D8A96C-DF3F-4F20-B8B7-6BF57C53A9BD}"/>
                    </a:ext>
                  </a:extLst>
                </p:cNvPr>
                <p:cNvPicPr/>
                <p:nvPr/>
              </p:nvPicPr>
              <p:blipFill>
                <a:blip r:embed="rId55"/>
                <a:stretch>
                  <a:fillRect/>
                </a:stretch>
              </p:blipFill>
              <p:spPr>
                <a:xfrm>
                  <a:off x="2463561" y="2948598"/>
                  <a:ext cx="25524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7" name="Ink 56">
                  <a:extLst>
                    <a:ext uri="{FF2B5EF4-FFF2-40B4-BE49-F238E27FC236}">
                      <a16:creationId xmlns:a16="http://schemas.microsoft.com/office/drawing/2014/main" id="{9C8E43DD-674E-4D03-9A1A-7B5A6CB473CC}"/>
                    </a:ext>
                  </a:extLst>
                </p14:cNvPr>
                <p14:cNvContentPartPr/>
                <p14:nvPr/>
              </p14:nvContentPartPr>
              <p14:xfrm>
                <a:off x="2733561" y="2892438"/>
                <a:ext cx="187920" cy="150480"/>
              </p14:xfrm>
            </p:contentPart>
          </mc:Choice>
          <mc:Fallback>
            <p:pic>
              <p:nvPicPr>
                <p:cNvPr id="57" name="Ink 56">
                  <a:extLst>
                    <a:ext uri="{FF2B5EF4-FFF2-40B4-BE49-F238E27FC236}">
                      <a16:creationId xmlns:a16="http://schemas.microsoft.com/office/drawing/2014/main" id="{9C8E43DD-674E-4D03-9A1A-7B5A6CB473CC}"/>
                    </a:ext>
                  </a:extLst>
                </p:cNvPr>
                <p:cNvPicPr/>
                <p:nvPr/>
              </p:nvPicPr>
              <p:blipFill>
                <a:blip r:embed="rId57"/>
                <a:stretch>
                  <a:fillRect/>
                </a:stretch>
              </p:blipFill>
              <p:spPr>
                <a:xfrm>
                  <a:off x="2724921" y="2883438"/>
                  <a:ext cx="20556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9" name="Ink 58">
                  <a:extLst>
                    <a:ext uri="{FF2B5EF4-FFF2-40B4-BE49-F238E27FC236}">
                      <a16:creationId xmlns:a16="http://schemas.microsoft.com/office/drawing/2014/main" id="{F8DF39A3-42BE-4545-A100-BD1668F4F67C}"/>
                    </a:ext>
                  </a:extLst>
                </p14:cNvPr>
                <p14:cNvContentPartPr/>
                <p14:nvPr/>
              </p14:nvContentPartPr>
              <p14:xfrm>
                <a:off x="2761641" y="2817558"/>
                <a:ext cx="158400" cy="56520"/>
              </p14:xfrm>
            </p:contentPart>
          </mc:Choice>
          <mc:Fallback>
            <p:pic>
              <p:nvPicPr>
                <p:cNvPr id="59" name="Ink 58">
                  <a:extLst>
                    <a:ext uri="{FF2B5EF4-FFF2-40B4-BE49-F238E27FC236}">
                      <a16:creationId xmlns:a16="http://schemas.microsoft.com/office/drawing/2014/main" id="{F8DF39A3-42BE-4545-A100-BD1668F4F67C}"/>
                    </a:ext>
                  </a:extLst>
                </p:cNvPr>
                <p:cNvPicPr/>
                <p:nvPr/>
              </p:nvPicPr>
              <p:blipFill>
                <a:blip r:embed="rId59"/>
                <a:stretch>
                  <a:fillRect/>
                </a:stretch>
              </p:blipFill>
              <p:spPr>
                <a:xfrm>
                  <a:off x="2753001" y="2808558"/>
                  <a:ext cx="176040" cy="74160"/>
                </a:xfrm>
                <a:prstGeom prst="rect">
                  <a:avLst/>
                </a:prstGeom>
              </p:spPr>
            </p:pic>
          </mc:Fallback>
        </mc:AlternateContent>
      </p:grpSp>
      <p:grpSp>
        <p:nvGrpSpPr>
          <p:cNvPr id="77" name="Group 76">
            <a:extLst>
              <a:ext uri="{FF2B5EF4-FFF2-40B4-BE49-F238E27FC236}">
                <a16:creationId xmlns:a16="http://schemas.microsoft.com/office/drawing/2014/main" id="{5DCF8AD9-168D-4B5E-AAE4-BAF66452C49A}"/>
              </a:ext>
            </a:extLst>
          </p:cNvPr>
          <p:cNvGrpSpPr/>
          <p:nvPr/>
        </p:nvGrpSpPr>
        <p:grpSpPr>
          <a:xfrm>
            <a:off x="3338361" y="3312198"/>
            <a:ext cx="898920" cy="694440"/>
            <a:chOff x="3338361" y="3312198"/>
            <a:chExt cx="898920" cy="694440"/>
          </a:xfrm>
        </p:grpSpPr>
        <mc:AlternateContent xmlns:mc="http://schemas.openxmlformats.org/markup-compatibility/2006">
          <mc:Choice xmlns:p14="http://schemas.microsoft.com/office/powerpoint/2010/main" Requires="p14">
            <p:contentPart p14:bwMode="auto" r:id="rId60">
              <p14:nvContentPartPr>
                <p14:cNvPr id="60" name="Ink 59">
                  <a:extLst>
                    <a:ext uri="{FF2B5EF4-FFF2-40B4-BE49-F238E27FC236}">
                      <a16:creationId xmlns:a16="http://schemas.microsoft.com/office/drawing/2014/main" id="{DFFF934C-EDB6-406D-ADA2-6F1610B4549F}"/>
                    </a:ext>
                  </a:extLst>
                </p14:cNvPr>
                <p14:cNvContentPartPr/>
                <p14:nvPr/>
              </p14:nvContentPartPr>
              <p14:xfrm>
                <a:off x="3338361" y="3433518"/>
                <a:ext cx="241920" cy="218520"/>
              </p14:xfrm>
            </p:contentPart>
          </mc:Choice>
          <mc:Fallback>
            <p:pic>
              <p:nvPicPr>
                <p:cNvPr id="60" name="Ink 59">
                  <a:extLst>
                    <a:ext uri="{FF2B5EF4-FFF2-40B4-BE49-F238E27FC236}">
                      <a16:creationId xmlns:a16="http://schemas.microsoft.com/office/drawing/2014/main" id="{DFFF934C-EDB6-406D-ADA2-6F1610B4549F}"/>
                    </a:ext>
                  </a:extLst>
                </p:cNvPr>
                <p:cNvPicPr/>
                <p:nvPr/>
              </p:nvPicPr>
              <p:blipFill>
                <a:blip r:embed="rId61"/>
                <a:stretch>
                  <a:fillRect/>
                </a:stretch>
              </p:blipFill>
              <p:spPr>
                <a:xfrm>
                  <a:off x="3329721" y="3424878"/>
                  <a:ext cx="25956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1" name="Ink 60">
                  <a:extLst>
                    <a:ext uri="{FF2B5EF4-FFF2-40B4-BE49-F238E27FC236}">
                      <a16:creationId xmlns:a16="http://schemas.microsoft.com/office/drawing/2014/main" id="{1403D2B9-EFB9-40C1-8C4F-C687B94A3C30}"/>
                    </a:ext>
                  </a:extLst>
                </p14:cNvPr>
                <p14:cNvContentPartPr/>
                <p14:nvPr/>
              </p14:nvContentPartPr>
              <p14:xfrm>
                <a:off x="3667041" y="3396078"/>
                <a:ext cx="360" cy="360"/>
              </p14:xfrm>
            </p:contentPart>
          </mc:Choice>
          <mc:Fallback>
            <p:pic>
              <p:nvPicPr>
                <p:cNvPr id="61" name="Ink 60">
                  <a:extLst>
                    <a:ext uri="{FF2B5EF4-FFF2-40B4-BE49-F238E27FC236}">
                      <a16:creationId xmlns:a16="http://schemas.microsoft.com/office/drawing/2014/main" id="{1403D2B9-EFB9-40C1-8C4F-C687B94A3C30}"/>
                    </a:ext>
                  </a:extLst>
                </p:cNvPr>
                <p:cNvPicPr/>
                <p:nvPr/>
              </p:nvPicPr>
              <p:blipFill>
                <a:blip r:embed="rId63"/>
                <a:stretch>
                  <a:fillRect/>
                </a:stretch>
              </p:blipFill>
              <p:spPr>
                <a:xfrm>
                  <a:off x="3658041" y="338743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2" name="Ink 61">
                  <a:extLst>
                    <a:ext uri="{FF2B5EF4-FFF2-40B4-BE49-F238E27FC236}">
                      <a16:creationId xmlns:a16="http://schemas.microsoft.com/office/drawing/2014/main" id="{F85CCA16-4177-478E-909F-C65E39AC386C}"/>
                    </a:ext>
                  </a:extLst>
                </p14:cNvPr>
                <p14:cNvContentPartPr/>
                <p14:nvPr/>
              </p14:nvContentPartPr>
              <p14:xfrm>
                <a:off x="3713481" y="3564198"/>
                <a:ext cx="1800" cy="1800"/>
              </p14:xfrm>
            </p:contentPart>
          </mc:Choice>
          <mc:Fallback>
            <p:pic>
              <p:nvPicPr>
                <p:cNvPr id="62" name="Ink 61">
                  <a:extLst>
                    <a:ext uri="{FF2B5EF4-FFF2-40B4-BE49-F238E27FC236}">
                      <a16:creationId xmlns:a16="http://schemas.microsoft.com/office/drawing/2014/main" id="{F85CCA16-4177-478E-909F-C65E39AC386C}"/>
                    </a:ext>
                  </a:extLst>
                </p:cNvPr>
                <p:cNvPicPr/>
                <p:nvPr/>
              </p:nvPicPr>
              <p:blipFill>
                <a:blip r:embed="rId65"/>
                <a:stretch>
                  <a:fillRect/>
                </a:stretch>
              </p:blipFill>
              <p:spPr>
                <a:xfrm>
                  <a:off x="3704481" y="3555198"/>
                  <a:ext cx="1944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5" name="Ink 64">
                  <a:extLst>
                    <a:ext uri="{FF2B5EF4-FFF2-40B4-BE49-F238E27FC236}">
                      <a16:creationId xmlns:a16="http://schemas.microsoft.com/office/drawing/2014/main" id="{305E00F4-4C8A-4006-82D5-0E2F4BE2DCCC}"/>
                    </a:ext>
                  </a:extLst>
                </p14:cNvPr>
                <p14:cNvContentPartPr/>
                <p14:nvPr/>
              </p14:nvContentPartPr>
              <p14:xfrm>
                <a:off x="3816081" y="3429918"/>
                <a:ext cx="60120" cy="3960"/>
              </p14:xfrm>
            </p:contentPart>
          </mc:Choice>
          <mc:Fallback>
            <p:pic>
              <p:nvPicPr>
                <p:cNvPr id="65" name="Ink 64">
                  <a:extLst>
                    <a:ext uri="{FF2B5EF4-FFF2-40B4-BE49-F238E27FC236}">
                      <a16:creationId xmlns:a16="http://schemas.microsoft.com/office/drawing/2014/main" id="{305E00F4-4C8A-4006-82D5-0E2F4BE2DCCC}"/>
                    </a:ext>
                  </a:extLst>
                </p:cNvPr>
                <p:cNvPicPr/>
                <p:nvPr/>
              </p:nvPicPr>
              <p:blipFill>
                <a:blip r:embed="rId67"/>
                <a:stretch>
                  <a:fillRect/>
                </a:stretch>
              </p:blipFill>
              <p:spPr>
                <a:xfrm>
                  <a:off x="3807441" y="3420918"/>
                  <a:ext cx="7776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6" name="Ink 65">
                  <a:extLst>
                    <a:ext uri="{FF2B5EF4-FFF2-40B4-BE49-F238E27FC236}">
                      <a16:creationId xmlns:a16="http://schemas.microsoft.com/office/drawing/2014/main" id="{E35B1C39-9D76-477B-A5BA-A486974EF258}"/>
                    </a:ext>
                  </a:extLst>
                </p14:cNvPr>
                <p14:cNvContentPartPr/>
                <p14:nvPr/>
              </p14:nvContentPartPr>
              <p14:xfrm>
                <a:off x="3971241" y="3312198"/>
                <a:ext cx="266040" cy="139320"/>
              </p14:xfrm>
            </p:contentPart>
          </mc:Choice>
          <mc:Fallback>
            <p:pic>
              <p:nvPicPr>
                <p:cNvPr id="66" name="Ink 65">
                  <a:extLst>
                    <a:ext uri="{FF2B5EF4-FFF2-40B4-BE49-F238E27FC236}">
                      <a16:creationId xmlns:a16="http://schemas.microsoft.com/office/drawing/2014/main" id="{E35B1C39-9D76-477B-A5BA-A486974EF258}"/>
                    </a:ext>
                  </a:extLst>
                </p:cNvPr>
                <p:cNvPicPr/>
                <p:nvPr/>
              </p:nvPicPr>
              <p:blipFill>
                <a:blip r:embed="rId69"/>
                <a:stretch>
                  <a:fillRect/>
                </a:stretch>
              </p:blipFill>
              <p:spPr>
                <a:xfrm>
                  <a:off x="3962241" y="3303558"/>
                  <a:ext cx="28368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7" name="Ink 66">
                  <a:extLst>
                    <a:ext uri="{FF2B5EF4-FFF2-40B4-BE49-F238E27FC236}">
                      <a16:creationId xmlns:a16="http://schemas.microsoft.com/office/drawing/2014/main" id="{9C06E8F7-A30A-4CC8-B115-D7CBC642BE80}"/>
                    </a:ext>
                  </a:extLst>
                </p14:cNvPr>
                <p14:cNvContentPartPr/>
                <p14:nvPr/>
              </p14:nvContentPartPr>
              <p14:xfrm>
                <a:off x="3657321" y="3788118"/>
                <a:ext cx="50760" cy="102240"/>
              </p14:xfrm>
            </p:contentPart>
          </mc:Choice>
          <mc:Fallback>
            <p:pic>
              <p:nvPicPr>
                <p:cNvPr id="67" name="Ink 66">
                  <a:extLst>
                    <a:ext uri="{FF2B5EF4-FFF2-40B4-BE49-F238E27FC236}">
                      <a16:creationId xmlns:a16="http://schemas.microsoft.com/office/drawing/2014/main" id="{9C06E8F7-A30A-4CC8-B115-D7CBC642BE80}"/>
                    </a:ext>
                  </a:extLst>
                </p:cNvPr>
                <p:cNvPicPr/>
                <p:nvPr/>
              </p:nvPicPr>
              <p:blipFill>
                <a:blip r:embed="rId71"/>
                <a:stretch>
                  <a:fillRect/>
                </a:stretch>
              </p:blipFill>
              <p:spPr>
                <a:xfrm>
                  <a:off x="3648681" y="3779118"/>
                  <a:ext cx="6840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8" name="Ink 67">
                  <a:extLst>
                    <a:ext uri="{FF2B5EF4-FFF2-40B4-BE49-F238E27FC236}">
                      <a16:creationId xmlns:a16="http://schemas.microsoft.com/office/drawing/2014/main" id="{3F58D2AC-158E-48CD-996E-703C8D88D1FF}"/>
                    </a:ext>
                  </a:extLst>
                </p14:cNvPr>
                <p14:cNvContentPartPr/>
                <p14:nvPr/>
              </p14:nvContentPartPr>
              <p14:xfrm>
                <a:off x="3741201" y="3937158"/>
                <a:ext cx="360" cy="360"/>
              </p14:xfrm>
            </p:contentPart>
          </mc:Choice>
          <mc:Fallback>
            <p:pic>
              <p:nvPicPr>
                <p:cNvPr id="68" name="Ink 67">
                  <a:extLst>
                    <a:ext uri="{FF2B5EF4-FFF2-40B4-BE49-F238E27FC236}">
                      <a16:creationId xmlns:a16="http://schemas.microsoft.com/office/drawing/2014/main" id="{3F58D2AC-158E-48CD-996E-703C8D88D1FF}"/>
                    </a:ext>
                  </a:extLst>
                </p:cNvPr>
                <p:cNvPicPr/>
                <p:nvPr/>
              </p:nvPicPr>
              <p:blipFill>
                <a:blip r:embed="rId63"/>
                <a:stretch>
                  <a:fillRect/>
                </a:stretch>
              </p:blipFill>
              <p:spPr>
                <a:xfrm>
                  <a:off x="3732561" y="392851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9" name="Ink 68">
                  <a:extLst>
                    <a:ext uri="{FF2B5EF4-FFF2-40B4-BE49-F238E27FC236}">
                      <a16:creationId xmlns:a16="http://schemas.microsoft.com/office/drawing/2014/main" id="{BD355B42-D454-4396-9DFF-D00A60344710}"/>
                    </a:ext>
                  </a:extLst>
                </p14:cNvPr>
                <p14:cNvContentPartPr/>
                <p14:nvPr/>
              </p14:nvContentPartPr>
              <p14:xfrm>
                <a:off x="3667041" y="3806838"/>
                <a:ext cx="90720" cy="199800"/>
              </p14:xfrm>
            </p:contentPart>
          </mc:Choice>
          <mc:Fallback>
            <p:pic>
              <p:nvPicPr>
                <p:cNvPr id="69" name="Ink 68">
                  <a:extLst>
                    <a:ext uri="{FF2B5EF4-FFF2-40B4-BE49-F238E27FC236}">
                      <a16:creationId xmlns:a16="http://schemas.microsoft.com/office/drawing/2014/main" id="{BD355B42-D454-4396-9DFF-D00A60344710}"/>
                    </a:ext>
                  </a:extLst>
                </p:cNvPr>
                <p:cNvPicPr/>
                <p:nvPr/>
              </p:nvPicPr>
              <p:blipFill>
                <a:blip r:embed="rId74"/>
                <a:stretch>
                  <a:fillRect/>
                </a:stretch>
              </p:blipFill>
              <p:spPr>
                <a:xfrm>
                  <a:off x="3658041" y="3797838"/>
                  <a:ext cx="1083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70" name="Ink 69">
                  <a:extLst>
                    <a:ext uri="{FF2B5EF4-FFF2-40B4-BE49-F238E27FC236}">
                      <a16:creationId xmlns:a16="http://schemas.microsoft.com/office/drawing/2014/main" id="{9D87DE49-6DA8-4E88-8652-8BE0F2EC28F8}"/>
                    </a:ext>
                  </a:extLst>
                </p14:cNvPr>
                <p14:cNvContentPartPr/>
                <p14:nvPr/>
              </p14:nvContentPartPr>
              <p14:xfrm>
                <a:off x="3657321" y="3748518"/>
                <a:ext cx="132120" cy="161640"/>
              </p14:xfrm>
            </p:contentPart>
          </mc:Choice>
          <mc:Fallback>
            <p:pic>
              <p:nvPicPr>
                <p:cNvPr id="70" name="Ink 69">
                  <a:extLst>
                    <a:ext uri="{FF2B5EF4-FFF2-40B4-BE49-F238E27FC236}">
                      <a16:creationId xmlns:a16="http://schemas.microsoft.com/office/drawing/2014/main" id="{9D87DE49-6DA8-4E88-8652-8BE0F2EC28F8}"/>
                    </a:ext>
                  </a:extLst>
                </p:cNvPr>
                <p:cNvPicPr/>
                <p:nvPr/>
              </p:nvPicPr>
              <p:blipFill>
                <a:blip r:embed="rId76"/>
                <a:stretch>
                  <a:fillRect/>
                </a:stretch>
              </p:blipFill>
              <p:spPr>
                <a:xfrm>
                  <a:off x="3648681" y="3739878"/>
                  <a:ext cx="1497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71" name="Ink 70">
                  <a:extLst>
                    <a:ext uri="{FF2B5EF4-FFF2-40B4-BE49-F238E27FC236}">
                      <a16:creationId xmlns:a16="http://schemas.microsoft.com/office/drawing/2014/main" id="{B22EE12E-EA1A-4ED0-A2F4-9CF0D04EBF84}"/>
                    </a:ext>
                  </a:extLst>
                </p14:cNvPr>
                <p14:cNvContentPartPr/>
                <p14:nvPr/>
              </p14:nvContentPartPr>
              <p14:xfrm>
                <a:off x="3834801" y="3722598"/>
                <a:ext cx="360" cy="360"/>
              </p14:xfrm>
            </p:contentPart>
          </mc:Choice>
          <mc:Fallback>
            <p:pic>
              <p:nvPicPr>
                <p:cNvPr id="71" name="Ink 70">
                  <a:extLst>
                    <a:ext uri="{FF2B5EF4-FFF2-40B4-BE49-F238E27FC236}">
                      <a16:creationId xmlns:a16="http://schemas.microsoft.com/office/drawing/2014/main" id="{B22EE12E-EA1A-4ED0-A2F4-9CF0D04EBF84}"/>
                    </a:ext>
                  </a:extLst>
                </p:cNvPr>
                <p:cNvPicPr/>
                <p:nvPr/>
              </p:nvPicPr>
              <p:blipFill>
                <a:blip r:embed="rId63"/>
                <a:stretch>
                  <a:fillRect/>
                </a:stretch>
              </p:blipFill>
              <p:spPr>
                <a:xfrm>
                  <a:off x="3825801" y="371395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2" name="Ink 71">
                  <a:extLst>
                    <a:ext uri="{FF2B5EF4-FFF2-40B4-BE49-F238E27FC236}">
                      <a16:creationId xmlns:a16="http://schemas.microsoft.com/office/drawing/2014/main" id="{4B910602-590B-4142-A4B8-4C6F779033EA}"/>
                    </a:ext>
                  </a:extLst>
                </p14:cNvPr>
                <p14:cNvContentPartPr/>
                <p14:nvPr/>
              </p14:nvContentPartPr>
              <p14:xfrm>
                <a:off x="3872241" y="3862638"/>
                <a:ext cx="7560" cy="9720"/>
              </p14:xfrm>
            </p:contentPart>
          </mc:Choice>
          <mc:Fallback>
            <p:pic>
              <p:nvPicPr>
                <p:cNvPr id="72" name="Ink 71">
                  <a:extLst>
                    <a:ext uri="{FF2B5EF4-FFF2-40B4-BE49-F238E27FC236}">
                      <a16:creationId xmlns:a16="http://schemas.microsoft.com/office/drawing/2014/main" id="{4B910602-590B-4142-A4B8-4C6F779033EA}"/>
                    </a:ext>
                  </a:extLst>
                </p:cNvPr>
                <p:cNvPicPr/>
                <p:nvPr/>
              </p:nvPicPr>
              <p:blipFill>
                <a:blip r:embed="rId79"/>
                <a:stretch>
                  <a:fillRect/>
                </a:stretch>
              </p:blipFill>
              <p:spPr>
                <a:xfrm>
                  <a:off x="3863241" y="3853638"/>
                  <a:ext cx="252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5" name="Ink 74">
                  <a:extLst>
                    <a:ext uri="{FF2B5EF4-FFF2-40B4-BE49-F238E27FC236}">
                      <a16:creationId xmlns:a16="http://schemas.microsoft.com/office/drawing/2014/main" id="{C1D035D6-780F-42AC-B17F-0D46F20169B0}"/>
                    </a:ext>
                  </a:extLst>
                </p14:cNvPr>
                <p14:cNvContentPartPr/>
                <p14:nvPr/>
              </p14:nvContentPartPr>
              <p14:xfrm>
                <a:off x="3993561" y="3569598"/>
                <a:ext cx="140040" cy="50760"/>
              </p14:xfrm>
            </p:contentPart>
          </mc:Choice>
          <mc:Fallback>
            <p:pic>
              <p:nvPicPr>
                <p:cNvPr id="75" name="Ink 74">
                  <a:extLst>
                    <a:ext uri="{FF2B5EF4-FFF2-40B4-BE49-F238E27FC236}">
                      <a16:creationId xmlns:a16="http://schemas.microsoft.com/office/drawing/2014/main" id="{C1D035D6-780F-42AC-B17F-0D46F20169B0}"/>
                    </a:ext>
                  </a:extLst>
                </p:cNvPr>
                <p:cNvPicPr/>
                <p:nvPr/>
              </p:nvPicPr>
              <p:blipFill>
                <a:blip r:embed="rId81"/>
                <a:stretch>
                  <a:fillRect/>
                </a:stretch>
              </p:blipFill>
              <p:spPr>
                <a:xfrm>
                  <a:off x="3984561" y="3560598"/>
                  <a:ext cx="1576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6" name="Ink 75">
                  <a:extLst>
                    <a:ext uri="{FF2B5EF4-FFF2-40B4-BE49-F238E27FC236}">
                      <a16:creationId xmlns:a16="http://schemas.microsoft.com/office/drawing/2014/main" id="{DFED6948-10C4-4446-9236-470445259B3B}"/>
                    </a:ext>
                  </a:extLst>
                </p14:cNvPr>
                <p14:cNvContentPartPr/>
                <p14:nvPr/>
              </p14:nvContentPartPr>
              <p14:xfrm>
                <a:off x="4012281" y="3610638"/>
                <a:ext cx="153000" cy="214920"/>
              </p14:xfrm>
            </p:contentPart>
          </mc:Choice>
          <mc:Fallback>
            <p:pic>
              <p:nvPicPr>
                <p:cNvPr id="76" name="Ink 75">
                  <a:extLst>
                    <a:ext uri="{FF2B5EF4-FFF2-40B4-BE49-F238E27FC236}">
                      <a16:creationId xmlns:a16="http://schemas.microsoft.com/office/drawing/2014/main" id="{DFED6948-10C4-4446-9236-470445259B3B}"/>
                    </a:ext>
                  </a:extLst>
                </p:cNvPr>
                <p:cNvPicPr/>
                <p:nvPr/>
              </p:nvPicPr>
              <p:blipFill>
                <a:blip r:embed="rId83"/>
                <a:stretch>
                  <a:fillRect/>
                </a:stretch>
              </p:blipFill>
              <p:spPr>
                <a:xfrm>
                  <a:off x="4003281" y="3601638"/>
                  <a:ext cx="170640" cy="232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4">
            <p14:nvContentPartPr>
              <p14:cNvPr id="78" name="Ink 77">
                <a:extLst>
                  <a:ext uri="{FF2B5EF4-FFF2-40B4-BE49-F238E27FC236}">
                    <a16:creationId xmlns:a16="http://schemas.microsoft.com/office/drawing/2014/main" id="{7D86CF74-EDE4-4954-A801-09F748642530}"/>
                  </a:ext>
                </a:extLst>
              </p14:cNvPr>
              <p14:cNvContentPartPr/>
              <p14:nvPr/>
            </p14:nvContentPartPr>
            <p14:xfrm>
              <a:off x="2071161" y="811638"/>
              <a:ext cx="360" cy="360"/>
            </p14:xfrm>
          </p:contentPart>
        </mc:Choice>
        <mc:Fallback>
          <p:pic>
            <p:nvPicPr>
              <p:cNvPr id="78" name="Ink 77">
                <a:extLst>
                  <a:ext uri="{FF2B5EF4-FFF2-40B4-BE49-F238E27FC236}">
                    <a16:creationId xmlns:a16="http://schemas.microsoft.com/office/drawing/2014/main" id="{7D86CF74-EDE4-4954-A801-09F748642530}"/>
                  </a:ext>
                </a:extLst>
              </p:cNvPr>
              <p:cNvPicPr/>
              <p:nvPr/>
            </p:nvPicPr>
            <p:blipFill>
              <a:blip r:embed="rId8"/>
              <a:stretch>
                <a:fillRect/>
              </a:stretch>
            </p:blipFill>
            <p:spPr>
              <a:xfrm>
                <a:off x="2062161" y="802638"/>
                <a:ext cx="18000" cy="18000"/>
              </a:xfrm>
              <a:prstGeom prst="rect">
                <a:avLst/>
              </a:prstGeom>
            </p:spPr>
          </p:pic>
        </mc:Fallback>
      </mc:AlternateContent>
      <p:grpSp>
        <p:nvGrpSpPr>
          <p:cNvPr id="82" name="Group 81">
            <a:extLst>
              <a:ext uri="{FF2B5EF4-FFF2-40B4-BE49-F238E27FC236}">
                <a16:creationId xmlns:a16="http://schemas.microsoft.com/office/drawing/2014/main" id="{392E24F9-7FB0-44BF-8F10-049270FAB0E6}"/>
              </a:ext>
            </a:extLst>
          </p:cNvPr>
          <p:cNvGrpSpPr/>
          <p:nvPr/>
        </p:nvGrpSpPr>
        <p:grpSpPr>
          <a:xfrm>
            <a:off x="3993561" y="3144438"/>
            <a:ext cx="627840" cy="423720"/>
            <a:chOff x="3993561" y="3144438"/>
            <a:chExt cx="627840" cy="423720"/>
          </a:xfrm>
        </p:grpSpPr>
        <mc:AlternateContent xmlns:mc="http://schemas.openxmlformats.org/markup-compatibility/2006">
          <mc:Choice xmlns:p14="http://schemas.microsoft.com/office/powerpoint/2010/main" Requires="p14">
            <p:contentPart p14:bwMode="auto" r:id="rId85">
              <p14:nvContentPartPr>
                <p14:cNvPr id="79" name="Ink 78">
                  <a:extLst>
                    <a:ext uri="{FF2B5EF4-FFF2-40B4-BE49-F238E27FC236}">
                      <a16:creationId xmlns:a16="http://schemas.microsoft.com/office/drawing/2014/main" id="{78E40762-04AE-4158-A52F-6483B309140B}"/>
                    </a:ext>
                  </a:extLst>
                </p14:cNvPr>
                <p14:cNvContentPartPr/>
                <p14:nvPr/>
              </p14:nvContentPartPr>
              <p14:xfrm>
                <a:off x="4068081" y="3144438"/>
                <a:ext cx="214920" cy="423720"/>
              </p14:xfrm>
            </p:contentPart>
          </mc:Choice>
          <mc:Fallback>
            <p:pic>
              <p:nvPicPr>
                <p:cNvPr id="79" name="Ink 78">
                  <a:extLst>
                    <a:ext uri="{FF2B5EF4-FFF2-40B4-BE49-F238E27FC236}">
                      <a16:creationId xmlns:a16="http://schemas.microsoft.com/office/drawing/2014/main" id="{78E40762-04AE-4158-A52F-6483B309140B}"/>
                    </a:ext>
                  </a:extLst>
                </p:cNvPr>
                <p:cNvPicPr/>
                <p:nvPr/>
              </p:nvPicPr>
              <p:blipFill>
                <a:blip r:embed="rId86"/>
                <a:stretch>
                  <a:fillRect/>
                </a:stretch>
              </p:blipFill>
              <p:spPr>
                <a:xfrm>
                  <a:off x="4059441" y="3135438"/>
                  <a:ext cx="23256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80" name="Ink 79">
                  <a:extLst>
                    <a:ext uri="{FF2B5EF4-FFF2-40B4-BE49-F238E27FC236}">
                      <a16:creationId xmlns:a16="http://schemas.microsoft.com/office/drawing/2014/main" id="{662AF180-CDFC-4018-A358-1F7EEC607972}"/>
                    </a:ext>
                  </a:extLst>
                </p14:cNvPr>
                <p14:cNvContentPartPr/>
                <p14:nvPr/>
              </p14:nvContentPartPr>
              <p14:xfrm>
                <a:off x="3993561" y="3181518"/>
                <a:ext cx="300600" cy="236520"/>
              </p14:xfrm>
            </p:contentPart>
          </mc:Choice>
          <mc:Fallback>
            <p:pic>
              <p:nvPicPr>
                <p:cNvPr id="80" name="Ink 79">
                  <a:extLst>
                    <a:ext uri="{FF2B5EF4-FFF2-40B4-BE49-F238E27FC236}">
                      <a16:creationId xmlns:a16="http://schemas.microsoft.com/office/drawing/2014/main" id="{662AF180-CDFC-4018-A358-1F7EEC607972}"/>
                    </a:ext>
                  </a:extLst>
                </p:cNvPr>
                <p:cNvPicPr/>
                <p:nvPr/>
              </p:nvPicPr>
              <p:blipFill>
                <a:blip r:embed="rId88"/>
                <a:stretch>
                  <a:fillRect/>
                </a:stretch>
              </p:blipFill>
              <p:spPr>
                <a:xfrm>
                  <a:off x="3984561" y="3172518"/>
                  <a:ext cx="31824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81" name="Ink 80">
                  <a:extLst>
                    <a:ext uri="{FF2B5EF4-FFF2-40B4-BE49-F238E27FC236}">
                      <a16:creationId xmlns:a16="http://schemas.microsoft.com/office/drawing/2014/main" id="{63066059-4738-40A2-8837-D7D4C484AB02}"/>
                    </a:ext>
                  </a:extLst>
                </p14:cNvPr>
                <p14:cNvContentPartPr/>
                <p14:nvPr/>
              </p14:nvContentPartPr>
              <p14:xfrm>
                <a:off x="4420521" y="3153438"/>
                <a:ext cx="200880" cy="310680"/>
              </p14:xfrm>
            </p:contentPart>
          </mc:Choice>
          <mc:Fallback>
            <p:pic>
              <p:nvPicPr>
                <p:cNvPr id="81" name="Ink 80">
                  <a:extLst>
                    <a:ext uri="{FF2B5EF4-FFF2-40B4-BE49-F238E27FC236}">
                      <a16:creationId xmlns:a16="http://schemas.microsoft.com/office/drawing/2014/main" id="{63066059-4738-40A2-8837-D7D4C484AB02}"/>
                    </a:ext>
                  </a:extLst>
                </p:cNvPr>
                <p:cNvPicPr/>
                <p:nvPr/>
              </p:nvPicPr>
              <p:blipFill>
                <a:blip r:embed="rId90"/>
                <a:stretch>
                  <a:fillRect/>
                </a:stretch>
              </p:blipFill>
              <p:spPr>
                <a:xfrm>
                  <a:off x="4411521" y="3144798"/>
                  <a:ext cx="218520" cy="328320"/>
                </a:xfrm>
                <a:prstGeom prst="rect">
                  <a:avLst/>
                </a:prstGeom>
              </p:spPr>
            </p:pic>
          </mc:Fallback>
        </mc:AlternateContent>
      </p:grpSp>
      <p:grpSp>
        <p:nvGrpSpPr>
          <p:cNvPr id="85" name="Group 84">
            <a:extLst>
              <a:ext uri="{FF2B5EF4-FFF2-40B4-BE49-F238E27FC236}">
                <a16:creationId xmlns:a16="http://schemas.microsoft.com/office/drawing/2014/main" id="{046351B6-F640-40C8-BFF0-A6E87688B317}"/>
              </a:ext>
            </a:extLst>
          </p:cNvPr>
          <p:cNvGrpSpPr/>
          <p:nvPr/>
        </p:nvGrpSpPr>
        <p:grpSpPr>
          <a:xfrm>
            <a:off x="3988161" y="4394718"/>
            <a:ext cx="285120" cy="375840"/>
            <a:chOff x="3988161" y="4394718"/>
            <a:chExt cx="285120" cy="375840"/>
          </a:xfrm>
        </p:grpSpPr>
        <mc:AlternateContent xmlns:mc="http://schemas.openxmlformats.org/markup-compatibility/2006">
          <mc:Choice xmlns:p14="http://schemas.microsoft.com/office/powerpoint/2010/main" Requires="p14">
            <p:contentPart p14:bwMode="auto" r:id="rId91">
              <p14:nvContentPartPr>
                <p14:cNvPr id="83" name="Ink 82">
                  <a:extLst>
                    <a:ext uri="{FF2B5EF4-FFF2-40B4-BE49-F238E27FC236}">
                      <a16:creationId xmlns:a16="http://schemas.microsoft.com/office/drawing/2014/main" id="{21985699-AE04-4042-AACF-28C72EF68294}"/>
                    </a:ext>
                  </a:extLst>
                </p14:cNvPr>
                <p14:cNvContentPartPr/>
                <p14:nvPr/>
              </p14:nvContentPartPr>
              <p14:xfrm>
                <a:off x="3988161" y="4394718"/>
                <a:ext cx="220320" cy="285840"/>
              </p14:xfrm>
            </p:contentPart>
          </mc:Choice>
          <mc:Fallback>
            <p:pic>
              <p:nvPicPr>
                <p:cNvPr id="83" name="Ink 82">
                  <a:extLst>
                    <a:ext uri="{FF2B5EF4-FFF2-40B4-BE49-F238E27FC236}">
                      <a16:creationId xmlns:a16="http://schemas.microsoft.com/office/drawing/2014/main" id="{21985699-AE04-4042-AACF-28C72EF68294}"/>
                    </a:ext>
                  </a:extLst>
                </p:cNvPr>
                <p:cNvPicPr/>
                <p:nvPr/>
              </p:nvPicPr>
              <p:blipFill>
                <a:blip r:embed="rId92"/>
                <a:stretch>
                  <a:fillRect/>
                </a:stretch>
              </p:blipFill>
              <p:spPr>
                <a:xfrm>
                  <a:off x="3979161" y="4385718"/>
                  <a:ext cx="23796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84" name="Ink 83">
                  <a:extLst>
                    <a:ext uri="{FF2B5EF4-FFF2-40B4-BE49-F238E27FC236}">
                      <a16:creationId xmlns:a16="http://schemas.microsoft.com/office/drawing/2014/main" id="{7A51D5CD-529A-4220-910D-F3EA2BAD3784}"/>
                    </a:ext>
                  </a:extLst>
                </p14:cNvPr>
                <p14:cNvContentPartPr/>
                <p14:nvPr/>
              </p14:nvContentPartPr>
              <p14:xfrm>
                <a:off x="4058001" y="4525038"/>
                <a:ext cx="215280" cy="245520"/>
              </p14:xfrm>
            </p:contentPart>
          </mc:Choice>
          <mc:Fallback>
            <p:pic>
              <p:nvPicPr>
                <p:cNvPr id="84" name="Ink 83">
                  <a:extLst>
                    <a:ext uri="{FF2B5EF4-FFF2-40B4-BE49-F238E27FC236}">
                      <a16:creationId xmlns:a16="http://schemas.microsoft.com/office/drawing/2014/main" id="{7A51D5CD-529A-4220-910D-F3EA2BAD3784}"/>
                    </a:ext>
                  </a:extLst>
                </p:cNvPr>
                <p:cNvPicPr/>
                <p:nvPr/>
              </p:nvPicPr>
              <p:blipFill>
                <a:blip r:embed="rId94"/>
                <a:stretch>
                  <a:fillRect/>
                </a:stretch>
              </p:blipFill>
              <p:spPr>
                <a:xfrm>
                  <a:off x="4049361" y="4516398"/>
                  <a:ext cx="232920" cy="263160"/>
                </a:xfrm>
                <a:prstGeom prst="rect">
                  <a:avLst/>
                </a:prstGeom>
              </p:spPr>
            </p:pic>
          </mc:Fallback>
        </mc:AlternateContent>
      </p:grpSp>
      <p:grpSp>
        <p:nvGrpSpPr>
          <p:cNvPr id="91" name="Group 90">
            <a:extLst>
              <a:ext uri="{FF2B5EF4-FFF2-40B4-BE49-F238E27FC236}">
                <a16:creationId xmlns:a16="http://schemas.microsoft.com/office/drawing/2014/main" id="{BA739010-8FF9-4671-98EC-78ADB24F3D8B}"/>
              </a:ext>
            </a:extLst>
          </p:cNvPr>
          <p:cNvGrpSpPr/>
          <p:nvPr/>
        </p:nvGrpSpPr>
        <p:grpSpPr>
          <a:xfrm>
            <a:off x="2294361" y="4172238"/>
            <a:ext cx="204840" cy="205920"/>
            <a:chOff x="2294361" y="4172238"/>
            <a:chExt cx="204840" cy="205920"/>
          </a:xfrm>
        </p:grpSpPr>
        <mc:AlternateContent xmlns:mc="http://schemas.openxmlformats.org/markup-compatibility/2006">
          <mc:Choice xmlns:p14="http://schemas.microsoft.com/office/powerpoint/2010/main" Requires="p14">
            <p:contentPart p14:bwMode="auto" r:id="rId95">
              <p14:nvContentPartPr>
                <p14:cNvPr id="89" name="Ink 88">
                  <a:extLst>
                    <a:ext uri="{FF2B5EF4-FFF2-40B4-BE49-F238E27FC236}">
                      <a16:creationId xmlns:a16="http://schemas.microsoft.com/office/drawing/2014/main" id="{D81E4FD8-25F9-442B-BFCC-F56442E4E10C}"/>
                    </a:ext>
                  </a:extLst>
                </p14:cNvPr>
                <p14:cNvContentPartPr/>
                <p14:nvPr/>
              </p14:nvContentPartPr>
              <p14:xfrm>
                <a:off x="2295081" y="4172238"/>
                <a:ext cx="129960" cy="17280"/>
              </p14:xfrm>
            </p:contentPart>
          </mc:Choice>
          <mc:Fallback>
            <p:pic>
              <p:nvPicPr>
                <p:cNvPr id="89" name="Ink 88">
                  <a:extLst>
                    <a:ext uri="{FF2B5EF4-FFF2-40B4-BE49-F238E27FC236}">
                      <a16:creationId xmlns:a16="http://schemas.microsoft.com/office/drawing/2014/main" id="{D81E4FD8-25F9-442B-BFCC-F56442E4E10C}"/>
                    </a:ext>
                  </a:extLst>
                </p:cNvPr>
                <p:cNvPicPr/>
                <p:nvPr/>
              </p:nvPicPr>
              <p:blipFill>
                <a:blip r:embed="rId96"/>
                <a:stretch>
                  <a:fillRect/>
                </a:stretch>
              </p:blipFill>
              <p:spPr>
                <a:xfrm>
                  <a:off x="2286441" y="4163598"/>
                  <a:ext cx="14760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90" name="Ink 89">
                  <a:extLst>
                    <a:ext uri="{FF2B5EF4-FFF2-40B4-BE49-F238E27FC236}">
                      <a16:creationId xmlns:a16="http://schemas.microsoft.com/office/drawing/2014/main" id="{8F01C094-9BCA-43F0-8E35-127C15B9566C}"/>
                    </a:ext>
                  </a:extLst>
                </p14:cNvPr>
                <p14:cNvContentPartPr/>
                <p14:nvPr/>
              </p14:nvContentPartPr>
              <p14:xfrm>
                <a:off x="2294361" y="4179798"/>
                <a:ext cx="204840" cy="198360"/>
              </p14:xfrm>
            </p:contentPart>
          </mc:Choice>
          <mc:Fallback>
            <p:pic>
              <p:nvPicPr>
                <p:cNvPr id="90" name="Ink 89">
                  <a:extLst>
                    <a:ext uri="{FF2B5EF4-FFF2-40B4-BE49-F238E27FC236}">
                      <a16:creationId xmlns:a16="http://schemas.microsoft.com/office/drawing/2014/main" id="{8F01C094-9BCA-43F0-8E35-127C15B9566C}"/>
                    </a:ext>
                  </a:extLst>
                </p:cNvPr>
                <p:cNvPicPr/>
                <p:nvPr/>
              </p:nvPicPr>
              <p:blipFill>
                <a:blip r:embed="rId98"/>
                <a:stretch>
                  <a:fillRect/>
                </a:stretch>
              </p:blipFill>
              <p:spPr>
                <a:xfrm>
                  <a:off x="2285721" y="4171158"/>
                  <a:ext cx="222480" cy="21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9">
            <p14:nvContentPartPr>
              <p14:cNvPr id="92" name="Ink 91">
                <a:extLst>
                  <a:ext uri="{FF2B5EF4-FFF2-40B4-BE49-F238E27FC236}">
                    <a16:creationId xmlns:a16="http://schemas.microsoft.com/office/drawing/2014/main" id="{BD1D3701-1D15-46BE-BF95-9862DF35B344}"/>
                  </a:ext>
                </a:extLst>
              </p14:cNvPr>
              <p14:cNvContentPartPr/>
              <p14:nvPr/>
            </p14:nvContentPartPr>
            <p14:xfrm>
              <a:off x="4251681" y="4002678"/>
              <a:ext cx="180000" cy="338400"/>
            </p14:xfrm>
          </p:contentPart>
        </mc:Choice>
        <mc:Fallback>
          <p:pic>
            <p:nvPicPr>
              <p:cNvPr id="92" name="Ink 91">
                <a:extLst>
                  <a:ext uri="{FF2B5EF4-FFF2-40B4-BE49-F238E27FC236}">
                    <a16:creationId xmlns:a16="http://schemas.microsoft.com/office/drawing/2014/main" id="{BD1D3701-1D15-46BE-BF95-9862DF35B344}"/>
                  </a:ext>
                </a:extLst>
              </p:cNvPr>
              <p:cNvPicPr/>
              <p:nvPr/>
            </p:nvPicPr>
            <p:blipFill>
              <a:blip r:embed="rId100"/>
              <a:stretch>
                <a:fillRect/>
              </a:stretch>
            </p:blipFill>
            <p:spPr>
              <a:xfrm>
                <a:off x="4243041" y="3994038"/>
                <a:ext cx="197640" cy="356040"/>
              </a:xfrm>
              <a:prstGeom prst="rect">
                <a:avLst/>
              </a:prstGeom>
            </p:spPr>
          </p:pic>
        </mc:Fallback>
      </mc:AlternateContent>
      <p:grpSp>
        <p:nvGrpSpPr>
          <p:cNvPr id="95" name="Group 94">
            <a:extLst>
              <a:ext uri="{FF2B5EF4-FFF2-40B4-BE49-F238E27FC236}">
                <a16:creationId xmlns:a16="http://schemas.microsoft.com/office/drawing/2014/main" id="{606F6744-CD70-4DD5-8CF4-0F2FC71DCE26}"/>
              </a:ext>
            </a:extLst>
          </p:cNvPr>
          <p:cNvGrpSpPr/>
          <p:nvPr/>
        </p:nvGrpSpPr>
        <p:grpSpPr>
          <a:xfrm>
            <a:off x="5644881" y="1455678"/>
            <a:ext cx="344520" cy="559080"/>
            <a:chOff x="5644881" y="1455678"/>
            <a:chExt cx="344520" cy="559080"/>
          </a:xfrm>
        </p:grpSpPr>
        <mc:AlternateContent xmlns:mc="http://schemas.openxmlformats.org/markup-compatibility/2006">
          <mc:Choice xmlns:p14="http://schemas.microsoft.com/office/powerpoint/2010/main" Requires="p14">
            <p:contentPart p14:bwMode="auto" r:id="rId101">
              <p14:nvContentPartPr>
                <p14:cNvPr id="93" name="Ink 92">
                  <a:extLst>
                    <a:ext uri="{FF2B5EF4-FFF2-40B4-BE49-F238E27FC236}">
                      <a16:creationId xmlns:a16="http://schemas.microsoft.com/office/drawing/2014/main" id="{4C2EBFD9-C2D7-4A6D-92D4-225F14725990}"/>
                    </a:ext>
                  </a:extLst>
                </p14:cNvPr>
                <p14:cNvContentPartPr/>
                <p14:nvPr/>
              </p14:nvContentPartPr>
              <p14:xfrm>
                <a:off x="5657481" y="1455678"/>
                <a:ext cx="323640" cy="559080"/>
              </p14:xfrm>
            </p:contentPart>
          </mc:Choice>
          <mc:Fallback>
            <p:pic>
              <p:nvPicPr>
                <p:cNvPr id="93" name="Ink 92">
                  <a:extLst>
                    <a:ext uri="{FF2B5EF4-FFF2-40B4-BE49-F238E27FC236}">
                      <a16:creationId xmlns:a16="http://schemas.microsoft.com/office/drawing/2014/main" id="{4C2EBFD9-C2D7-4A6D-92D4-225F14725990}"/>
                    </a:ext>
                  </a:extLst>
                </p:cNvPr>
                <p:cNvPicPr/>
                <p:nvPr/>
              </p:nvPicPr>
              <p:blipFill>
                <a:blip r:embed="rId102"/>
                <a:stretch>
                  <a:fillRect/>
                </a:stretch>
              </p:blipFill>
              <p:spPr>
                <a:xfrm>
                  <a:off x="5648481" y="1446678"/>
                  <a:ext cx="341280" cy="5767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94" name="Ink 93">
                  <a:extLst>
                    <a:ext uri="{FF2B5EF4-FFF2-40B4-BE49-F238E27FC236}">
                      <a16:creationId xmlns:a16="http://schemas.microsoft.com/office/drawing/2014/main" id="{35192973-0705-4F4D-AEE7-BFC33DBE2BBE}"/>
                    </a:ext>
                  </a:extLst>
                </p14:cNvPr>
                <p14:cNvContentPartPr/>
                <p14:nvPr/>
              </p14:nvContentPartPr>
              <p14:xfrm>
                <a:off x="5644881" y="1511118"/>
                <a:ext cx="344520" cy="291600"/>
              </p14:xfrm>
            </p:contentPart>
          </mc:Choice>
          <mc:Fallback>
            <p:pic>
              <p:nvPicPr>
                <p:cNvPr id="94" name="Ink 93">
                  <a:extLst>
                    <a:ext uri="{FF2B5EF4-FFF2-40B4-BE49-F238E27FC236}">
                      <a16:creationId xmlns:a16="http://schemas.microsoft.com/office/drawing/2014/main" id="{35192973-0705-4F4D-AEE7-BFC33DBE2BBE}"/>
                    </a:ext>
                  </a:extLst>
                </p:cNvPr>
                <p:cNvPicPr/>
                <p:nvPr/>
              </p:nvPicPr>
              <p:blipFill>
                <a:blip r:embed="rId104"/>
                <a:stretch>
                  <a:fillRect/>
                </a:stretch>
              </p:blipFill>
              <p:spPr>
                <a:xfrm>
                  <a:off x="5636241" y="1502478"/>
                  <a:ext cx="362160" cy="309240"/>
                </a:xfrm>
                <a:prstGeom prst="rect">
                  <a:avLst/>
                </a:prstGeom>
              </p:spPr>
            </p:pic>
          </mc:Fallback>
        </mc:AlternateContent>
      </p:grpSp>
      <p:grpSp>
        <p:nvGrpSpPr>
          <p:cNvPr id="98" name="Group 97">
            <a:extLst>
              <a:ext uri="{FF2B5EF4-FFF2-40B4-BE49-F238E27FC236}">
                <a16:creationId xmlns:a16="http://schemas.microsoft.com/office/drawing/2014/main" id="{DBA4BF07-E761-4139-8C61-57946A1711B5}"/>
              </a:ext>
            </a:extLst>
          </p:cNvPr>
          <p:cNvGrpSpPr/>
          <p:nvPr/>
        </p:nvGrpSpPr>
        <p:grpSpPr>
          <a:xfrm>
            <a:off x="6194961" y="1427238"/>
            <a:ext cx="236520" cy="367200"/>
            <a:chOff x="6194961" y="1427238"/>
            <a:chExt cx="236520" cy="367200"/>
          </a:xfrm>
        </p:grpSpPr>
        <mc:AlternateContent xmlns:mc="http://schemas.openxmlformats.org/markup-compatibility/2006">
          <mc:Choice xmlns:p14="http://schemas.microsoft.com/office/powerpoint/2010/main" Requires="p14">
            <p:contentPart p14:bwMode="auto" r:id="rId105">
              <p14:nvContentPartPr>
                <p14:cNvPr id="96" name="Ink 95">
                  <a:extLst>
                    <a:ext uri="{FF2B5EF4-FFF2-40B4-BE49-F238E27FC236}">
                      <a16:creationId xmlns:a16="http://schemas.microsoft.com/office/drawing/2014/main" id="{4653F4BC-4EA7-42A8-8FCD-EFF7B905DB1D}"/>
                    </a:ext>
                  </a:extLst>
                </p14:cNvPr>
                <p14:cNvContentPartPr/>
                <p14:nvPr/>
              </p14:nvContentPartPr>
              <p14:xfrm>
                <a:off x="6204681" y="1429038"/>
                <a:ext cx="155160" cy="17280"/>
              </p14:xfrm>
            </p:contentPart>
          </mc:Choice>
          <mc:Fallback>
            <p:pic>
              <p:nvPicPr>
                <p:cNvPr id="96" name="Ink 95">
                  <a:extLst>
                    <a:ext uri="{FF2B5EF4-FFF2-40B4-BE49-F238E27FC236}">
                      <a16:creationId xmlns:a16="http://schemas.microsoft.com/office/drawing/2014/main" id="{4653F4BC-4EA7-42A8-8FCD-EFF7B905DB1D}"/>
                    </a:ext>
                  </a:extLst>
                </p:cNvPr>
                <p:cNvPicPr/>
                <p:nvPr/>
              </p:nvPicPr>
              <p:blipFill>
                <a:blip r:embed="rId106"/>
                <a:stretch>
                  <a:fillRect/>
                </a:stretch>
              </p:blipFill>
              <p:spPr>
                <a:xfrm>
                  <a:off x="6195681" y="1420398"/>
                  <a:ext cx="17280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97" name="Ink 96">
                  <a:extLst>
                    <a:ext uri="{FF2B5EF4-FFF2-40B4-BE49-F238E27FC236}">
                      <a16:creationId xmlns:a16="http://schemas.microsoft.com/office/drawing/2014/main" id="{F5BFBA64-8D4F-476B-8974-BB220FB5610E}"/>
                    </a:ext>
                  </a:extLst>
                </p14:cNvPr>
                <p14:cNvContentPartPr/>
                <p14:nvPr/>
              </p14:nvContentPartPr>
              <p14:xfrm>
                <a:off x="6194961" y="1427238"/>
                <a:ext cx="236520" cy="367200"/>
              </p14:xfrm>
            </p:contentPart>
          </mc:Choice>
          <mc:Fallback>
            <p:pic>
              <p:nvPicPr>
                <p:cNvPr id="97" name="Ink 96">
                  <a:extLst>
                    <a:ext uri="{FF2B5EF4-FFF2-40B4-BE49-F238E27FC236}">
                      <a16:creationId xmlns:a16="http://schemas.microsoft.com/office/drawing/2014/main" id="{F5BFBA64-8D4F-476B-8974-BB220FB5610E}"/>
                    </a:ext>
                  </a:extLst>
                </p:cNvPr>
                <p:cNvPicPr/>
                <p:nvPr/>
              </p:nvPicPr>
              <p:blipFill>
                <a:blip r:embed="rId108"/>
                <a:stretch>
                  <a:fillRect/>
                </a:stretch>
              </p:blipFill>
              <p:spPr>
                <a:xfrm>
                  <a:off x="6185961" y="1418598"/>
                  <a:ext cx="254160" cy="384840"/>
                </a:xfrm>
                <a:prstGeom prst="rect">
                  <a:avLst/>
                </a:prstGeom>
              </p:spPr>
            </p:pic>
          </mc:Fallback>
        </mc:AlternateContent>
      </p:grpSp>
      <p:grpSp>
        <p:nvGrpSpPr>
          <p:cNvPr id="110" name="Group 109">
            <a:extLst>
              <a:ext uri="{FF2B5EF4-FFF2-40B4-BE49-F238E27FC236}">
                <a16:creationId xmlns:a16="http://schemas.microsoft.com/office/drawing/2014/main" id="{D3D30492-5A10-4210-9952-869AD57916A9}"/>
              </a:ext>
            </a:extLst>
          </p:cNvPr>
          <p:cNvGrpSpPr/>
          <p:nvPr/>
        </p:nvGrpSpPr>
        <p:grpSpPr>
          <a:xfrm>
            <a:off x="6351921" y="2416158"/>
            <a:ext cx="1366200" cy="812880"/>
            <a:chOff x="6351921" y="2416158"/>
            <a:chExt cx="1366200" cy="812880"/>
          </a:xfrm>
        </p:grpSpPr>
        <mc:AlternateContent xmlns:mc="http://schemas.openxmlformats.org/markup-compatibility/2006">
          <mc:Choice xmlns:p14="http://schemas.microsoft.com/office/powerpoint/2010/main" Requires="p14">
            <p:contentPart p14:bwMode="auto" r:id="rId109">
              <p14:nvContentPartPr>
                <p14:cNvPr id="99" name="Ink 98">
                  <a:extLst>
                    <a:ext uri="{FF2B5EF4-FFF2-40B4-BE49-F238E27FC236}">
                      <a16:creationId xmlns:a16="http://schemas.microsoft.com/office/drawing/2014/main" id="{0EC0B64C-2B87-44C5-A8FC-243DE13E69EE}"/>
                    </a:ext>
                  </a:extLst>
                </p14:cNvPr>
                <p14:cNvContentPartPr/>
                <p14:nvPr/>
              </p14:nvContentPartPr>
              <p14:xfrm>
                <a:off x="6351921" y="2565558"/>
                <a:ext cx="385200" cy="354960"/>
              </p14:xfrm>
            </p:contentPart>
          </mc:Choice>
          <mc:Fallback>
            <p:pic>
              <p:nvPicPr>
                <p:cNvPr id="99" name="Ink 98">
                  <a:extLst>
                    <a:ext uri="{FF2B5EF4-FFF2-40B4-BE49-F238E27FC236}">
                      <a16:creationId xmlns:a16="http://schemas.microsoft.com/office/drawing/2014/main" id="{0EC0B64C-2B87-44C5-A8FC-243DE13E69EE}"/>
                    </a:ext>
                  </a:extLst>
                </p:cNvPr>
                <p:cNvPicPr/>
                <p:nvPr/>
              </p:nvPicPr>
              <p:blipFill>
                <a:blip r:embed="rId110"/>
                <a:stretch>
                  <a:fillRect/>
                </a:stretch>
              </p:blipFill>
              <p:spPr>
                <a:xfrm>
                  <a:off x="6343281" y="2556918"/>
                  <a:ext cx="40284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00" name="Ink 99">
                  <a:extLst>
                    <a:ext uri="{FF2B5EF4-FFF2-40B4-BE49-F238E27FC236}">
                      <a16:creationId xmlns:a16="http://schemas.microsoft.com/office/drawing/2014/main" id="{148A9A94-46CE-4C63-AAEA-6524DD0F370A}"/>
                    </a:ext>
                  </a:extLst>
                </p14:cNvPr>
                <p14:cNvContentPartPr/>
                <p14:nvPr/>
              </p14:nvContentPartPr>
              <p14:xfrm>
                <a:off x="6773841" y="2556558"/>
                <a:ext cx="360" cy="25560"/>
              </p14:xfrm>
            </p:contentPart>
          </mc:Choice>
          <mc:Fallback>
            <p:pic>
              <p:nvPicPr>
                <p:cNvPr id="100" name="Ink 99">
                  <a:extLst>
                    <a:ext uri="{FF2B5EF4-FFF2-40B4-BE49-F238E27FC236}">
                      <a16:creationId xmlns:a16="http://schemas.microsoft.com/office/drawing/2014/main" id="{148A9A94-46CE-4C63-AAEA-6524DD0F370A}"/>
                    </a:ext>
                  </a:extLst>
                </p:cNvPr>
                <p:cNvPicPr/>
                <p:nvPr/>
              </p:nvPicPr>
              <p:blipFill>
                <a:blip r:embed="rId112"/>
                <a:stretch>
                  <a:fillRect/>
                </a:stretch>
              </p:blipFill>
              <p:spPr>
                <a:xfrm>
                  <a:off x="6764841" y="2547558"/>
                  <a:ext cx="1800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01" name="Ink 100">
                  <a:extLst>
                    <a:ext uri="{FF2B5EF4-FFF2-40B4-BE49-F238E27FC236}">
                      <a16:creationId xmlns:a16="http://schemas.microsoft.com/office/drawing/2014/main" id="{ABAB9DE5-7282-4066-9A4D-80B9F0ACE39E}"/>
                    </a:ext>
                  </a:extLst>
                </p14:cNvPr>
                <p14:cNvContentPartPr/>
                <p14:nvPr/>
              </p14:nvContentPartPr>
              <p14:xfrm>
                <a:off x="6876441" y="2789478"/>
                <a:ext cx="2160" cy="360"/>
              </p14:xfrm>
            </p:contentPart>
          </mc:Choice>
          <mc:Fallback>
            <p:pic>
              <p:nvPicPr>
                <p:cNvPr id="101" name="Ink 100">
                  <a:extLst>
                    <a:ext uri="{FF2B5EF4-FFF2-40B4-BE49-F238E27FC236}">
                      <a16:creationId xmlns:a16="http://schemas.microsoft.com/office/drawing/2014/main" id="{ABAB9DE5-7282-4066-9A4D-80B9F0ACE39E}"/>
                    </a:ext>
                  </a:extLst>
                </p:cNvPr>
                <p:cNvPicPr/>
                <p:nvPr/>
              </p:nvPicPr>
              <p:blipFill>
                <a:blip r:embed="rId63"/>
                <a:stretch>
                  <a:fillRect/>
                </a:stretch>
              </p:blipFill>
              <p:spPr>
                <a:xfrm>
                  <a:off x="6867441" y="2780838"/>
                  <a:ext cx="198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2" name="Ink 101">
                  <a:extLst>
                    <a:ext uri="{FF2B5EF4-FFF2-40B4-BE49-F238E27FC236}">
                      <a16:creationId xmlns:a16="http://schemas.microsoft.com/office/drawing/2014/main" id="{60B38ABE-B7BD-4480-A45F-D992165D60D7}"/>
                    </a:ext>
                  </a:extLst>
                </p14:cNvPr>
                <p14:cNvContentPartPr/>
                <p14:nvPr/>
              </p14:nvContentPartPr>
              <p14:xfrm>
                <a:off x="6932601" y="2416158"/>
                <a:ext cx="147240" cy="19440"/>
              </p14:xfrm>
            </p:contentPart>
          </mc:Choice>
          <mc:Fallback>
            <p:pic>
              <p:nvPicPr>
                <p:cNvPr id="102" name="Ink 101">
                  <a:extLst>
                    <a:ext uri="{FF2B5EF4-FFF2-40B4-BE49-F238E27FC236}">
                      <a16:creationId xmlns:a16="http://schemas.microsoft.com/office/drawing/2014/main" id="{60B38ABE-B7BD-4480-A45F-D992165D60D7}"/>
                    </a:ext>
                  </a:extLst>
                </p:cNvPr>
                <p:cNvPicPr/>
                <p:nvPr/>
              </p:nvPicPr>
              <p:blipFill>
                <a:blip r:embed="rId115"/>
                <a:stretch>
                  <a:fillRect/>
                </a:stretch>
              </p:blipFill>
              <p:spPr>
                <a:xfrm>
                  <a:off x="6923601" y="2407518"/>
                  <a:ext cx="1648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3" name="Ink 102">
                  <a:extLst>
                    <a:ext uri="{FF2B5EF4-FFF2-40B4-BE49-F238E27FC236}">
                      <a16:creationId xmlns:a16="http://schemas.microsoft.com/office/drawing/2014/main" id="{31B22A5E-D0F4-4CBB-8E6D-808E5905AF7C}"/>
                    </a:ext>
                  </a:extLst>
                </p14:cNvPr>
                <p14:cNvContentPartPr/>
                <p14:nvPr/>
              </p14:nvContentPartPr>
              <p14:xfrm>
                <a:off x="6941601" y="2435238"/>
                <a:ext cx="152640" cy="211680"/>
              </p14:xfrm>
            </p:contentPart>
          </mc:Choice>
          <mc:Fallback>
            <p:pic>
              <p:nvPicPr>
                <p:cNvPr id="103" name="Ink 102">
                  <a:extLst>
                    <a:ext uri="{FF2B5EF4-FFF2-40B4-BE49-F238E27FC236}">
                      <a16:creationId xmlns:a16="http://schemas.microsoft.com/office/drawing/2014/main" id="{31B22A5E-D0F4-4CBB-8E6D-808E5905AF7C}"/>
                    </a:ext>
                  </a:extLst>
                </p:cNvPr>
                <p:cNvPicPr/>
                <p:nvPr/>
              </p:nvPicPr>
              <p:blipFill>
                <a:blip r:embed="rId117"/>
                <a:stretch>
                  <a:fillRect/>
                </a:stretch>
              </p:blipFill>
              <p:spPr>
                <a:xfrm>
                  <a:off x="6932601" y="2426238"/>
                  <a:ext cx="17028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4" name="Ink 103">
                  <a:extLst>
                    <a:ext uri="{FF2B5EF4-FFF2-40B4-BE49-F238E27FC236}">
                      <a16:creationId xmlns:a16="http://schemas.microsoft.com/office/drawing/2014/main" id="{86D7F649-2AFE-46E6-874F-724BA5F9AC47}"/>
                    </a:ext>
                  </a:extLst>
                </p14:cNvPr>
                <p14:cNvContentPartPr/>
                <p14:nvPr/>
              </p14:nvContentPartPr>
              <p14:xfrm>
                <a:off x="7025841" y="2995038"/>
                <a:ext cx="86040" cy="234000"/>
              </p14:xfrm>
            </p:contentPart>
          </mc:Choice>
          <mc:Fallback>
            <p:pic>
              <p:nvPicPr>
                <p:cNvPr id="104" name="Ink 103">
                  <a:extLst>
                    <a:ext uri="{FF2B5EF4-FFF2-40B4-BE49-F238E27FC236}">
                      <a16:creationId xmlns:a16="http://schemas.microsoft.com/office/drawing/2014/main" id="{86D7F649-2AFE-46E6-874F-724BA5F9AC47}"/>
                    </a:ext>
                  </a:extLst>
                </p:cNvPr>
                <p:cNvPicPr/>
                <p:nvPr/>
              </p:nvPicPr>
              <p:blipFill>
                <a:blip r:embed="rId119"/>
                <a:stretch>
                  <a:fillRect/>
                </a:stretch>
              </p:blipFill>
              <p:spPr>
                <a:xfrm>
                  <a:off x="7017201" y="2986038"/>
                  <a:ext cx="10368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6" name="Ink 105">
                  <a:extLst>
                    <a:ext uri="{FF2B5EF4-FFF2-40B4-BE49-F238E27FC236}">
                      <a16:creationId xmlns:a16="http://schemas.microsoft.com/office/drawing/2014/main" id="{3CD0EFAD-3691-47B0-BA55-92451D8A4DB2}"/>
                    </a:ext>
                  </a:extLst>
                </p14:cNvPr>
                <p14:cNvContentPartPr/>
                <p14:nvPr/>
              </p14:nvContentPartPr>
              <p14:xfrm>
                <a:off x="6997761" y="2910078"/>
                <a:ext cx="196560" cy="199080"/>
              </p14:xfrm>
            </p:contentPart>
          </mc:Choice>
          <mc:Fallback>
            <p:pic>
              <p:nvPicPr>
                <p:cNvPr id="106" name="Ink 105">
                  <a:extLst>
                    <a:ext uri="{FF2B5EF4-FFF2-40B4-BE49-F238E27FC236}">
                      <a16:creationId xmlns:a16="http://schemas.microsoft.com/office/drawing/2014/main" id="{3CD0EFAD-3691-47B0-BA55-92451D8A4DB2}"/>
                    </a:ext>
                  </a:extLst>
                </p:cNvPr>
                <p:cNvPicPr/>
                <p:nvPr/>
              </p:nvPicPr>
              <p:blipFill>
                <a:blip r:embed="rId121"/>
                <a:stretch>
                  <a:fillRect/>
                </a:stretch>
              </p:blipFill>
              <p:spPr>
                <a:xfrm>
                  <a:off x="6988761" y="2901438"/>
                  <a:ext cx="2142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7" name="Ink 106">
                  <a:extLst>
                    <a:ext uri="{FF2B5EF4-FFF2-40B4-BE49-F238E27FC236}">
                      <a16:creationId xmlns:a16="http://schemas.microsoft.com/office/drawing/2014/main" id="{4D2ED87C-6A68-4668-A62D-3719313F7509}"/>
                    </a:ext>
                  </a:extLst>
                </p14:cNvPr>
                <p14:cNvContentPartPr/>
                <p14:nvPr/>
              </p14:nvContentPartPr>
              <p14:xfrm>
                <a:off x="7277841" y="2924478"/>
                <a:ext cx="55080" cy="24120"/>
              </p14:xfrm>
            </p:contentPart>
          </mc:Choice>
          <mc:Fallback>
            <p:pic>
              <p:nvPicPr>
                <p:cNvPr id="107" name="Ink 106">
                  <a:extLst>
                    <a:ext uri="{FF2B5EF4-FFF2-40B4-BE49-F238E27FC236}">
                      <a16:creationId xmlns:a16="http://schemas.microsoft.com/office/drawing/2014/main" id="{4D2ED87C-6A68-4668-A62D-3719313F7509}"/>
                    </a:ext>
                  </a:extLst>
                </p:cNvPr>
                <p:cNvPicPr/>
                <p:nvPr/>
              </p:nvPicPr>
              <p:blipFill>
                <a:blip r:embed="rId123"/>
                <a:stretch>
                  <a:fillRect/>
                </a:stretch>
              </p:blipFill>
              <p:spPr>
                <a:xfrm>
                  <a:off x="7268841" y="2915478"/>
                  <a:ext cx="727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8" name="Ink 107">
                  <a:extLst>
                    <a:ext uri="{FF2B5EF4-FFF2-40B4-BE49-F238E27FC236}">
                      <a16:creationId xmlns:a16="http://schemas.microsoft.com/office/drawing/2014/main" id="{6E4DFBAE-EB85-4881-9CEB-3B897D722186}"/>
                    </a:ext>
                  </a:extLst>
                </p14:cNvPr>
                <p14:cNvContentPartPr/>
                <p14:nvPr/>
              </p14:nvContentPartPr>
              <p14:xfrm>
                <a:off x="7286841" y="2985678"/>
                <a:ext cx="54360" cy="360"/>
              </p14:xfrm>
            </p:contentPart>
          </mc:Choice>
          <mc:Fallback>
            <p:pic>
              <p:nvPicPr>
                <p:cNvPr id="108" name="Ink 107">
                  <a:extLst>
                    <a:ext uri="{FF2B5EF4-FFF2-40B4-BE49-F238E27FC236}">
                      <a16:creationId xmlns:a16="http://schemas.microsoft.com/office/drawing/2014/main" id="{6E4DFBAE-EB85-4881-9CEB-3B897D722186}"/>
                    </a:ext>
                  </a:extLst>
                </p:cNvPr>
                <p:cNvPicPr/>
                <p:nvPr/>
              </p:nvPicPr>
              <p:blipFill>
                <a:blip r:embed="rId125"/>
                <a:stretch>
                  <a:fillRect/>
                </a:stretch>
              </p:blipFill>
              <p:spPr>
                <a:xfrm>
                  <a:off x="7278201" y="2977038"/>
                  <a:ext cx="72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9" name="Ink 108">
                  <a:extLst>
                    <a:ext uri="{FF2B5EF4-FFF2-40B4-BE49-F238E27FC236}">
                      <a16:creationId xmlns:a16="http://schemas.microsoft.com/office/drawing/2014/main" id="{C3773527-B400-45B5-B06E-3133A5BDA050}"/>
                    </a:ext>
                  </a:extLst>
                </p14:cNvPr>
                <p14:cNvContentPartPr/>
                <p14:nvPr/>
              </p14:nvContentPartPr>
              <p14:xfrm>
                <a:off x="7425441" y="2808198"/>
                <a:ext cx="292680" cy="196200"/>
              </p14:xfrm>
            </p:contentPart>
          </mc:Choice>
          <mc:Fallback>
            <p:pic>
              <p:nvPicPr>
                <p:cNvPr id="109" name="Ink 108">
                  <a:extLst>
                    <a:ext uri="{FF2B5EF4-FFF2-40B4-BE49-F238E27FC236}">
                      <a16:creationId xmlns:a16="http://schemas.microsoft.com/office/drawing/2014/main" id="{C3773527-B400-45B5-B06E-3133A5BDA050}"/>
                    </a:ext>
                  </a:extLst>
                </p:cNvPr>
                <p:cNvPicPr/>
                <p:nvPr/>
              </p:nvPicPr>
              <p:blipFill>
                <a:blip r:embed="rId127"/>
                <a:stretch>
                  <a:fillRect/>
                </a:stretch>
              </p:blipFill>
              <p:spPr>
                <a:xfrm>
                  <a:off x="7416441" y="2799558"/>
                  <a:ext cx="310320" cy="213840"/>
                </a:xfrm>
                <a:prstGeom prst="rect">
                  <a:avLst/>
                </a:prstGeom>
              </p:spPr>
            </p:pic>
          </mc:Fallback>
        </mc:AlternateContent>
      </p:grpSp>
      <p:grpSp>
        <p:nvGrpSpPr>
          <p:cNvPr id="124" name="Group 123">
            <a:extLst>
              <a:ext uri="{FF2B5EF4-FFF2-40B4-BE49-F238E27FC236}">
                <a16:creationId xmlns:a16="http://schemas.microsoft.com/office/drawing/2014/main" id="{76055601-5E65-4814-B796-7AB9647C5C59}"/>
              </a:ext>
            </a:extLst>
          </p:cNvPr>
          <p:cNvGrpSpPr/>
          <p:nvPr/>
        </p:nvGrpSpPr>
        <p:grpSpPr>
          <a:xfrm>
            <a:off x="5004441" y="4263678"/>
            <a:ext cx="155880" cy="349560"/>
            <a:chOff x="5004441" y="4263678"/>
            <a:chExt cx="155880" cy="349560"/>
          </a:xfrm>
        </p:grpSpPr>
        <mc:AlternateContent xmlns:mc="http://schemas.openxmlformats.org/markup-compatibility/2006">
          <mc:Choice xmlns:p14="http://schemas.microsoft.com/office/powerpoint/2010/main" Requires="p14">
            <p:contentPart p14:bwMode="auto" r:id="rId128">
              <p14:nvContentPartPr>
                <p14:cNvPr id="116" name="Ink 115">
                  <a:extLst>
                    <a:ext uri="{FF2B5EF4-FFF2-40B4-BE49-F238E27FC236}">
                      <a16:creationId xmlns:a16="http://schemas.microsoft.com/office/drawing/2014/main" id="{9BA12F2C-DF6B-48DB-81CD-613A899275AD}"/>
                    </a:ext>
                  </a:extLst>
                </p14:cNvPr>
                <p14:cNvContentPartPr/>
                <p14:nvPr/>
              </p14:nvContentPartPr>
              <p14:xfrm>
                <a:off x="5019561" y="4375998"/>
                <a:ext cx="19440" cy="237240"/>
              </p14:xfrm>
            </p:contentPart>
          </mc:Choice>
          <mc:Fallback>
            <p:pic>
              <p:nvPicPr>
                <p:cNvPr id="116" name="Ink 115">
                  <a:extLst>
                    <a:ext uri="{FF2B5EF4-FFF2-40B4-BE49-F238E27FC236}">
                      <a16:creationId xmlns:a16="http://schemas.microsoft.com/office/drawing/2014/main" id="{9BA12F2C-DF6B-48DB-81CD-613A899275AD}"/>
                    </a:ext>
                  </a:extLst>
                </p:cNvPr>
                <p:cNvPicPr/>
                <p:nvPr/>
              </p:nvPicPr>
              <p:blipFill>
                <a:blip r:embed="rId129"/>
                <a:stretch>
                  <a:fillRect/>
                </a:stretch>
              </p:blipFill>
              <p:spPr>
                <a:xfrm>
                  <a:off x="5010921" y="4366998"/>
                  <a:ext cx="3708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7" name="Ink 116">
                  <a:extLst>
                    <a:ext uri="{FF2B5EF4-FFF2-40B4-BE49-F238E27FC236}">
                      <a16:creationId xmlns:a16="http://schemas.microsoft.com/office/drawing/2014/main" id="{72A91C04-33AE-42EB-BEE7-77C311B00393}"/>
                    </a:ext>
                  </a:extLst>
                </p14:cNvPr>
                <p14:cNvContentPartPr/>
                <p14:nvPr/>
              </p14:nvContentPartPr>
              <p14:xfrm>
                <a:off x="5004441" y="4263678"/>
                <a:ext cx="155880" cy="213480"/>
              </p14:xfrm>
            </p:contentPart>
          </mc:Choice>
          <mc:Fallback>
            <p:pic>
              <p:nvPicPr>
                <p:cNvPr id="117" name="Ink 116">
                  <a:extLst>
                    <a:ext uri="{FF2B5EF4-FFF2-40B4-BE49-F238E27FC236}">
                      <a16:creationId xmlns:a16="http://schemas.microsoft.com/office/drawing/2014/main" id="{72A91C04-33AE-42EB-BEE7-77C311B00393}"/>
                    </a:ext>
                  </a:extLst>
                </p:cNvPr>
                <p:cNvPicPr/>
                <p:nvPr/>
              </p:nvPicPr>
              <p:blipFill>
                <a:blip r:embed="rId131"/>
                <a:stretch>
                  <a:fillRect/>
                </a:stretch>
              </p:blipFill>
              <p:spPr>
                <a:xfrm>
                  <a:off x="4995441" y="4255038"/>
                  <a:ext cx="173520" cy="231120"/>
                </a:xfrm>
                <a:prstGeom prst="rect">
                  <a:avLst/>
                </a:prstGeom>
              </p:spPr>
            </p:pic>
          </mc:Fallback>
        </mc:AlternateContent>
      </p:grpSp>
      <p:grpSp>
        <p:nvGrpSpPr>
          <p:cNvPr id="123" name="Group 122">
            <a:extLst>
              <a:ext uri="{FF2B5EF4-FFF2-40B4-BE49-F238E27FC236}">
                <a16:creationId xmlns:a16="http://schemas.microsoft.com/office/drawing/2014/main" id="{1879D752-272E-41B6-83DD-226A5E91509E}"/>
              </a:ext>
            </a:extLst>
          </p:cNvPr>
          <p:cNvGrpSpPr/>
          <p:nvPr/>
        </p:nvGrpSpPr>
        <p:grpSpPr>
          <a:xfrm>
            <a:off x="5337081" y="4319838"/>
            <a:ext cx="19080" cy="9720"/>
            <a:chOff x="5337081" y="4319838"/>
            <a:chExt cx="19080" cy="9720"/>
          </a:xfrm>
        </p:grpSpPr>
        <mc:AlternateContent xmlns:mc="http://schemas.openxmlformats.org/markup-compatibility/2006">
          <mc:Choice xmlns:p14="http://schemas.microsoft.com/office/powerpoint/2010/main" Requires="p14">
            <p:contentPart p14:bwMode="auto" r:id="rId132">
              <p14:nvContentPartPr>
                <p14:cNvPr id="119" name="Ink 118">
                  <a:extLst>
                    <a:ext uri="{FF2B5EF4-FFF2-40B4-BE49-F238E27FC236}">
                      <a16:creationId xmlns:a16="http://schemas.microsoft.com/office/drawing/2014/main" id="{3955AEFE-349F-42EA-BED2-90D047735B7E}"/>
                    </a:ext>
                  </a:extLst>
                </p14:cNvPr>
                <p14:cNvContentPartPr/>
                <p14:nvPr/>
              </p14:nvContentPartPr>
              <p14:xfrm>
                <a:off x="5346441" y="4319838"/>
                <a:ext cx="9720" cy="6120"/>
              </p14:xfrm>
            </p:contentPart>
          </mc:Choice>
          <mc:Fallback>
            <p:pic>
              <p:nvPicPr>
                <p:cNvPr id="119" name="Ink 118">
                  <a:extLst>
                    <a:ext uri="{FF2B5EF4-FFF2-40B4-BE49-F238E27FC236}">
                      <a16:creationId xmlns:a16="http://schemas.microsoft.com/office/drawing/2014/main" id="{3955AEFE-349F-42EA-BED2-90D047735B7E}"/>
                    </a:ext>
                  </a:extLst>
                </p:cNvPr>
                <p:cNvPicPr/>
                <p:nvPr/>
              </p:nvPicPr>
              <p:blipFill>
                <a:blip r:embed="rId133"/>
                <a:stretch>
                  <a:fillRect/>
                </a:stretch>
              </p:blipFill>
              <p:spPr>
                <a:xfrm>
                  <a:off x="5337441" y="4310838"/>
                  <a:ext cx="273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20" name="Ink 119">
                  <a:extLst>
                    <a:ext uri="{FF2B5EF4-FFF2-40B4-BE49-F238E27FC236}">
                      <a16:creationId xmlns:a16="http://schemas.microsoft.com/office/drawing/2014/main" id="{4206377E-EAD1-4E34-853D-2E43BCDF269D}"/>
                    </a:ext>
                  </a:extLst>
                </p14:cNvPr>
                <p14:cNvContentPartPr/>
                <p14:nvPr/>
              </p14:nvContentPartPr>
              <p14:xfrm>
                <a:off x="5337081" y="4329198"/>
                <a:ext cx="360" cy="360"/>
              </p14:xfrm>
            </p:contentPart>
          </mc:Choice>
          <mc:Fallback>
            <p:pic>
              <p:nvPicPr>
                <p:cNvPr id="120" name="Ink 119">
                  <a:extLst>
                    <a:ext uri="{FF2B5EF4-FFF2-40B4-BE49-F238E27FC236}">
                      <a16:creationId xmlns:a16="http://schemas.microsoft.com/office/drawing/2014/main" id="{4206377E-EAD1-4E34-853D-2E43BCDF269D}"/>
                    </a:ext>
                  </a:extLst>
                </p:cNvPr>
                <p:cNvPicPr/>
                <p:nvPr/>
              </p:nvPicPr>
              <p:blipFill>
                <a:blip r:embed="rId63"/>
                <a:stretch>
                  <a:fillRect/>
                </a:stretch>
              </p:blipFill>
              <p:spPr>
                <a:xfrm>
                  <a:off x="5328081" y="4320558"/>
                  <a:ext cx="18000" cy="18000"/>
                </a:xfrm>
                <a:prstGeom prst="rect">
                  <a:avLst/>
                </a:prstGeom>
              </p:spPr>
            </p:pic>
          </mc:Fallback>
        </mc:AlternateContent>
      </p:grpSp>
      <p:grpSp>
        <p:nvGrpSpPr>
          <p:cNvPr id="122" name="Group 121">
            <a:extLst>
              <a:ext uri="{FF2B5EF4-FFF2-40B4-BE49-F238E27FC236}">
                <a16:creationId xmlns:a16="http://schemas.microsoft.com/office/drawing/2014/main" id="{E5F0F12B-FC77-4388-9B10-9A653BA15B71}"/>
              </a:ext>
            </a:extLst>
          </p:cNvPr>
          <p:cNvGrpSpPr/>
          <p:nvPr/>
        </p:nvGrpSpPr>
        <p:grpSpPr>
          <a:xfrm>
            <a:off x="4831281" y="3547998"/>
            <a:ext cx="851760" cy="617040"/>
            <a:chOff x="4831281" y="3547998"/>
            <a:chExt cx="851760" cy="617040"/>
          </a:xfrm>
        </p:grpSpPr>
        <mc:AlternateContent xmlns:mc="http://schemas.openxmlformats.org/markup-compatibility/2006">
          <mc:Choice xmlns:p14="http://schemas.microsoft.com/office/powerpoint/2010/main" Requires="p14">
            <p:contentPart p14:bwMode="auto" r:id="rId135">
              <p14:nvContentPartPr>
                <p14:cNvPr id="111" name="Ink 110">
                  <a:extLst>
                    <a:ext uri="{FF2B5EF4-FFF2-40B4-BE49-F238E27FC236}">
                      <a16:creationId xmlns:a16="http://schemas.microsoft.com/office/drawing/2014/main" id="{C0C25A83-FE12-4B81-BC44-2CF114412660}"/>
                    </a:ext>
                  </a:extLst>
                </p14:cNvPr>
                <p14:cNvContentPartPr/>
                <p14:nvPr/>
              </p14:nvContentPartPr>
              <p14:xfrm>
                <a:off x="4831281" y="3806838"/>
                <a:ext cx="295920" cy="252000"/>
              </p14:xfrm>
            </p:contentPart>
          </mc:Choice>
          <mc:Fallback>
            <p:pic>
              <p:nvPicPr>
                <p:cNvPr id="111" name="Ink 110">
                  <a:extLst>
                    <a:ext uri="{FF2B5EF4-FFF2-40B4-BE49-F238E27FC236}">
                      <a16:creationId xmlns:a16="http://schemas.microsoft.com/office/drawing/2014/main" id="{C0C25A83-FE12-4B81-BC44-2CF114412660}"/>
                    </a:ext>
                  </a:extLst>
                </p:cNvPr>
                <p:cNvPicPr/>
                <p:nvPr/>
              </p:nvPicPr>
              <p:blipFill>
                <a:blip r:embed="rId136"/>
                <a:stretch>
                  <a:fillRect/>
                </a:stretch>
              </p:blipFill>
              <p:spPr>
                <a:xfrm>
                  <a:off x="4822641" y="3797838"/>
                  <a:ext cx="3135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12" name="Ink 111">
                  <a:extLst>
                    <a:ext uri="{FF2B5EF4-FFF2-40B4-BE49-F238E27FC236}">
                      <a16:creationId xmlns:a16="http://schemas.microsoft.com/office/drawing/2014/main" id="{089C7047-5DC6-49EB-802F-9D750CF67EAA}"/>
                    </a:ext>
                  </a:extLst>
                </p14:cNvPr>
                <p14:cNvContentPartPr/>
                <p14:nvPr/>
              </p14:nvContentPartPr>
              <p14:xfrm>
                <a:off x="5168961" y="3713238"/>
                <a:ext cx="33840" cy="24480"/>
              </p14:xfrm>
            </p:contentPart>
          </mc:Choice>
          <mc:Fallback>
            <p:pic>
              <p:nvPicPr>
                <p:cNvPr id="112" name="Ink 111">
                  <a:extLst>
                    <a:ext uri="{FF2B5EF4-FFF2-40B4-BE49-F238E27FC236}">
                      <a16:creationId xmlns:a16="http://schemas.microsoft.com/office/drawing/2014/main" id="{089C7047-5DC6-49EB-802F-9D750CF67EAA}"/>
                    </a:ext>
                  </a:extLst>
                </p:cNvPr>
                <p:cNvPicPr/>
                <p:nvPr/>
              </p:nvPicPr>
              <p:blipFill>
                <a:blip r:embed="rId138"/>
                <a:stretch>
                  <a:fillRect/>
                </a:stretch>
              </p:blipFill>
              <p:spPr>
                <a:xfrm>
                  <a:off x="5159961" y="3704598"/>
                  <a:ext cx="5148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13" name="Ink 112">
                  <a:extLst>
                    <a:ext uri="{FF2B5EF4-FFF2-40B4-BE49-F238E27FC236}">
                      <a16:creationId xmlns:a16="http://schemas.microsoft.com/office/drawing/2014/main" id="{705AA50C-668A-4E8C-8740-AE7854318950}"/>
                    </a:ext>
                  </a:extLst>
                </p14:cNvPr>
                <p14:cNvContentPartPr/>
                <p14:nvPr/>
              </p14:nvContentPartPr>
              <p14:xfrm>
                <a:off x="5234481" y="3862638"/>
                <a:ext cx="18000" cy="16200"/>
              </p14:xfrm>
            </p:contentPart>
          </mc:Choice>
          <mc:Fallback>
            <p:pic>
              <p:nvPicPr>
                <p:cNvPr id="113" name="Ink 112">
                  <a:extLst>
                    <a:ext uri="{FF2B5EF4-FFF2-40B4-BE49-F238E27FC236}">
                      <a16:creationId xmlns:a16="http://schemas.microsoft.com/office/drawing/2014/main" id="{705AA50C-668A-4E8C-8740-AE7854318950}"/>
                    </a:ext>
                  </a:extLst>
                </p:cNvPr>
                <p:cNvPicPr/>
                <p:nvPr/>
              </p:nvPicPr>
              <p:blipFill>
                <a:blip r:embed="rId140"/>
                <a:stretch>
                  <a:fillRect/>
                </a:stretch>
              </p:blipFill>
              <p:spPr>
                <a:xfrm>
                  <a:off x="5225481" y="3853998"/>
                  <a:ext cx="3564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14" name="Ink 113">
                  <a:extLst>
                    <a:ext uri="{FF2B5EF4-FFF2-40B4-BE49-F238E27FC236}">
                      <a16:creationId xmlns:a16="http://schemas.microsoft.com/office/drawing/2014/main" id="{0F10605E-88A0-403E-8518-283C73D539AE}"/>
                    </a:ext>
                  </a:extLst>
                </p14:cNvPr>
                <p14:cNvContentPartPr/>
                <p14:nvPr/>
              </p14:nvContentPartPr>
              <p14:xfrm>
                <a:off x="5337081" y="3547998"/>
                <a:ext cx="140760" cy="34920"/>
              </p14:xfrm>
            </p:contentPart>
          </mc:Choice>
          <mc:Fallback>
            <p:pic>
              <p:nvPicPr>
                <p:cNvPr id="114" name="Ink 113">
                  <a:extLst>
                    <a:ext uri="{FF2B5EF4-FFF2-40B4-BE49-F238E27FC236}">
                      <a16:creationId xmlns:a16="http://schemas.microsoft.com/office/drawing/2014/main" id="{0F10605E-88A0-403E-8518-283C73D539AE}"/>
                    </a:ext>
                  </a:extLst>
                </p:cNvPr>
                <p:cNvPicPr/>
                <p:nvPr/>
              </p:nvPicPr>
              <p:blipFill>
                <a:blip r:embed="rId142"/>
                <a:stretch>
                  <a:fillRect/>
                </a:stretch>
              </p:blipFill>
              <p:spPr>
                <a:xfrm>
                  <a:off x="5328081" y="3539358"/>
                  <a:ext cx="1584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15" name="Ink 114">
                  <a:extLst>
                    <a:ext uri="{FF2B5EF4-FFF2-40B4-BE49-F238E27FC236}">
                      <a16:creationId xmlns:a16="http://schemas.microsoft.com/office/drawing/2014/main" id="{62B1EEFD-6C11-4FF2-B873-CBB5DF941DFF}"/>
                    </a:ext>
                  </a:extLst>
                </p14:cNvPr>
                <p14:cNvContentPartPr/>
                <p14:nvPr/>
              </p14:nvContentPartPr>
              <p14:xfrm>
                <a:off x="5354361" y="3592278"/>
                <a:ext cx="116640" cy="276480"/>
              </p14:xfrm>
            </p:contentPart>
          </mc:Choice>
          <mc:Fallback>
            <p:pic>
              <p:nvPicPr>
                <p:cNvPr id="115" name="Ink 114">
                  <a:extLst>
                    <a:ext uri="{FF2B5EF4-FFF2-40B4-BE49-F238E27FC236}">
                      <a16:creationId xmlns:a16="http://schemas.microsoft.com/office/drawing/2014/main" id="{62B1EEFD-6C11-4FF2-B873-CBB5DF941DFF}"/>
                    </a:ext>
                  </a:extLst>
                </p:cNvPr>
                <p:cNvPicPr/>
                <p:nvPr/>
              </p:nvPicPr>
              <p:blipFill>
                <a:blip r:embed="rId144"/>
                <a:stretch>
                  <a:fillRect/>
                </a:stretch>
              </p:blipFill>
              <p:spPr>
                <a:xfrm>
                  <a:off x="5345361" y="3583638"/>
                  <a:ext cx="13428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18" name="Ink 117">
                  <a:extLst>
                    <a:ext uri="{FF2B5EF4-FFF2-40B4-BE49-F238E27FC236}">
                      <a16:creationId xmlns:a16="http://schemas.microsoft.com/office/drawing/2014/main" id="{8B6F7B0B-11F4-4374-A6B6-1F94B1527242}"/>
                    </a:ext>
                  </a:extLst>
                </p14:cNvPr>
                <p14:cNvContentPartPr/>
                <p14:nvPr/>
              </p14:nvContentPartPr>
              <p14:xfrm>
                <a:off x="5290281" y="4142718"/>
                <a:ext cx="9720" cy="360"/>
              </p14:xfrm>
            </p:contentPart>
          </mc:Choice>
          <mc:Fallback>
            <p:pic>
              <p:nvPicPr>
                <p:cNvPr id="118" name="Ink 117">
                  <a:extLst>
                    <a:ext uri="{FF2B5EF4-FFF2-40B4-BE49-F238E27FC236}">
                      <a16:creationId xmlns:a16="http://schemas.microsoft.com/office/drawing/2014/main" id="{8B6F7B0B-11F4-4374-A6B6-1F94B1527242}"/>
                    </a:ext>
                  </a:extLst>
                </p:cNvPr>
                <p:cNvPicPr/>
                <p:nvPr/>
              </p:nvPicPr>
              <p:blipFill>
                <a:blip r:embed="rId146"/>
                <a:stretch>
                  <a:fillRect/>
                </a:stretch>
              </p:blipFill>
              <p:spPr>
                <a:xfrm>
                  <a:off x="5281281" y="4134078"/>
                  <a:ext cx="273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21" name="Ink 120">
                  <a:extLst>
                    <a:ext uri="{FF2B5EF4-FFF2-40B4-BE49-F238E27FC236}">
                      <a16:creationId xmlns:a16="http://schemas.microsoft.com/office/drawing/2014/main" id="{191071F6-1C74-4A68-ABC3-BBA6BFFCCB22}"/>
                    </a:ext>
                  </a:extLst>
                </p14:cNvPr>
                <p14:cNvContentPartPr/>
                <p14:nvPr/>
              </p14:nvContentPartPr>
              <p14:xfrm>
                <a:off x="5409441" y="3946518"/>
                <a:ext cx="273600" cy="218520"/>
              </p14:xfrm>
            </p:contentPart>
          </mc:Choice>
          <mc:Fallback>
            <p:pic>
              <p:nvPicPr>
                <p:cNvPr id="121" name="Ink 120">
                  <a:extLst>
                    <a:ext uri="{FF2B5EF4-FFF2-40B4-BE49-F238E27FC236}">
                      <a16:creationId xmlns:a16="http://schemas.microsoft.com/office/drawing/2014/main" id="{191071F6-1C74-4A68-ABC3-BBA6BFFCCB22}"/>
                    </a:ext>
                  </a:extLst>
                </p:cNvPr>
                <p:cNvPicPr/>
                <p:nvPr/>
              </p:nvPicPr>
              <p:blipFill>
                <a:blip r:embed="rId148"/>
                <a:stretch>
                  <a:fillRect/>
                </a:stretch>
              </p:blipFill>
              <p:spPr>
                <a:xfrm>
                  <a:off x="5400801" y="3937878"/>
                  <a:ext cx="291240" cy="236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9">
            <p14:nvContentPartPr>
              <p14:cNvPr id="126" name="Ink 125">
                <a:extLst>
                  <a:ext uri="{FF2B5EF4-FFF2-40B4-BE49-F238E27FC236}">
                    <a16:creationId xmlns:a16="http://schemas.microsoft.com/office/drawing/2014/main" id="{673D6218-CB43-4165-AB88-0ED3D3D9121A}"/>
                  </a:ext>
                </a:extLst>
              </p14:cNvPr>
              <p14:cNvContentPartPr/>
              <p14:nvPr/>
            </p14:nvContentPartPr>
            <p14:xfrm>
              <a:off x="6018201" y="4059198"/>
              <a:ext cx="427680" cy="258120"/>
            </p14:xfrm>
          </p:contentPart>
        </mc:Choice>
        <mc:Fallback>
          <p:pic>
            <p:nvPicPr>
              <p:cNvPr id="126" name="Ink 125">
                <a:extLst>
                  <a:ext uri="{FF2B5EF4-FFF2-40B4-BE49-F238E27FC236}">
                    <a16:creationId xmlns:a16="http://schemas.microsoft.com/office/drawing/2014/main" id="{673D6218-CB43-4165-AB88-0ED3D3D9121A}"/>
                  </a:ext>
                </a:extLst>
              </p:cNvPr>
              <p:cNvPicPr/>
              <p:nvPr/>
            </p:nvPicPr>
            <p:blipFill>
              <a:blip r:embed="rId150"/>
              <a:stretch>
                <a:fillRect/>
              </a:stretch>
            </p:blipFill>
            <p:spPr>
              <a:xfrm>
                <a:off x="6009201" y="4050198"/>
                <a:ext cx="445320" cy="275760"/>
              </a:xfrm>
              <a:prstGeom prst="rect">
                <a:avLst/>
              </a:prstGeom>
            </p:spPr>
          </p:pic>
        </mc:Fallback>
      </mc:AlternateContent>
      <p:grpSp>
        <p:nvGrpSpPr>
          <p:cNvPr id="143" name="Group 142">
            <a:extLst>
              <a:ext uri="{FF2B5EF4-FFF2-40B4-BE49-F238E27FC236}">
                <a16:creationId xmlns:a16="http://schemas.microsoft.com/office/drawing/2014/main" id="{F683BAF1-745C-439C-A9A7-A01CD24F5784}"/>
              </a:ext>
            </a:extLst>
          </p:cNvPr>
          <p:cNvGrpSpPr/>
          <p:nvPr/>
        </p:nvGrpSpPr>
        <p:grpSpPr>
          <a:xfrm>
            <a:off x="7501761" y="2696598"/>
            <a:ext cx="214920" cy="372240"/>
            <a:chOff x="7501761" y="2696598"/>
            <a:chExt cx="214920" cy="372240"/>
          </a:xfrm>
        </p:grpSpPr>
        <mc:AlternateContent xmlns:mc="http://schemas.openxmlformats.org/markup-compatibility/2006">
          <mc:Choice xmlns:p14="http://schemas.microsoft.com/office/powerpoint/2010/main" Requires="p14">
            <p:contentPart p14:bwMode="auto" r:id="rId151">
              <p14:nvContentPartPr>
                <p14:cNvPr id="140" name="Ink 139">
                  <a:extLst>
                    <a:ext uri="{FF2B5EF4-FFF2-40B4-BE49-F238E27FC236}">
                      <a16:creationId xmlns:a16="http://schemas.microsoft.com/office/drawing/2014/main" id="{99EAD6C6-4267-41E9-BB17-9B443F013898}"/>
                    </a:ext>
                  </a:extLst>
                </p14:cNvPr>
                <p14:cNvContentPartPr/>
                <p14:nvPr/>
              </p14:nvContentPartPr>
              <p14:xfrm>
                <a:off x="7521921" y="2696598"/>
                <a:ext cx="166680" cy="372240"/>
              </p14:xfrm>
            </p:contentPart>
          </mc:Choice>
          <mc:Fallback>
            <p:pic>
              <p:nvPicPr>
                <p:cNvPr id="140" name="Ink 139">
                  <a:extLst>
                    <a:ext uri="{FF2B5EF4-FFF2-40B4-BE49-F238E27FC236}">
                      <a16:creationId xmlns:a16="http://schemas.microsoft.com/office/drawing/2014/main" id="{99EAD6C6-4267-41E9-BB17-9B443F013898}"/>
                    </a:ext>
                  </a:extLst>
                </p:cNvPr>
                <p:cNvPicPr/>
                <p:nvPr/>
              </p:nvPicPr>
              <p:blipFill>
                <a:blip r:embed="rId152"/>
                <a:stretch>
                  <a:fillRect/>
                </a:stretch>
              </p:blipFill>
              <p:spPr>
                <a:xfrm>
                  <a:off x="7513281" y="2687598"/>
                  <a:ext cx="18432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41" name="Ink 140">
                  <a:extLst>
                    <a:ext uri="{FF2B5EF4-FFF2-40B4-BE49-F238E27FC236}">
                      <a16:creationId xmlns:a16="http://schemas.microsoft.com/office/drawing/2014/main" id="{04670501-3D59-4BFF-88B1-7298989A7A4A}"/>
                    </a:ext>
                  </a:extLst>
                </p14:cNvPr>
                <p14:cNvContentPartPr/>
                <p14:nvPr/>
              </p14:nvContentPartPr>
              <p14:xfrm>
                <a:off x="7501761" y="2724318"/>
                <a:ext cx="214920" cy="244800"/>
              </p14:xfrm>
            </p:contentPart>
          </mc:Choice>
          <mc:Fallback>
            <p:pic>
              <p:nvPicPr>
                <p:cNvPr id="141" name="Ink 140">
                  <a:extLst>
                    <a:ext uri="{FF2B5EF4-FFF2-40B4-BE49-F238E27FC236}">
                      <a16:creationId xmlns:a16="http://schemas.microsoft.com/office/drawing/2014/main" id="{04670501-3D59-4BFF-88B1-7298989A7A4A}"/>
                    </a:ext>
                  </a:extLst>
                </p:cNvPr>
                <p:cNvPicPr/>
                <p:nvPr/>
              </p:nvPicPr>
              <p:blipFill>
                <a:blip r:embed="rId154"/>
                <a:stretch>
                  <a:fillRect/>
                </a:stretch>
              </p:blipFill>
              <p:spPr>
                <a:xfrm>
                  <a:off x="7492761" y="2715678"/>
                  <a:ext cx="232560" cy="262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5">
            <p14:nvContentPartPr>
              <p14:cNvPr id="142" name="Ink 141">
                <a:extLst>
                  <a:ext uri="{FF2B5EF4-FFF2-40B4-BE49-F238E27FC236}">
                    <a16:creationId xmlns:a16="http://schemas.microsoft.com/office/drawing/2014/main" id="{7BB3B743-83A3-40AF-BECD-51D85FCEA501}"/>
                  </a:ext>
                </a:extLst>
              </p14:cNvPr>
              <p14:cNvContentPartPr/>
              <p14:nvPr/>
            </p14:nvContentPartPr>
            <p14:xfrm>
              <a:off x="7949241" y="2626758"/>
              <a:ext cx="416880" cy="266040"/>
            </p14:xfrm>
          </p:contentPart>
        </mc:Choice>
        <mc:Fallback>
          <p:pic>
            <p:nvPicPr>
              <p:cNvPr id="142" name="Ink 141">
                <a:extLst>
                  <a:ext uri="{FF2B5EF4-FFF2-40B4-BE49-F238E27FC236}">
                    <a16:creationId xmlns:a16="http://schemas.microsoft.com/office/drawing/2014/main" id="{7BB3B743-83A3-40AF-BECD-51D85FCEA501}"/>
                  </a:ext>
                </a:extLst>
              </p:cNvPr>
              <p:cNvPicPr/>
              <p:nvPr/>
            </p:nvPicPr>
            <p:blipFill>
              <a:blip r:embed="rId156"/>
              <a:stretch>
                <a:fillRect/>
              </a:stretch>
            </p:blipFill>
            <p:spPr>
              <a:xfrm>
                <a:off x="7940241" y="2617758"/>
                <a:ext cx="43452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44" name="Ink 143">
                <a:extLst>
                  <a:ext uri="{FF2B5EF4-FFF2-40B4-BE49-F238E27FC236}">
                    <a16:creationId xmlns:a16="http://schemas.microsoft.com/office/drawing/2014/main" id="{9C4C35A6-E1DD-4F18-B201-3B864C1F0A95}"/>
                  </a:ext>
                </a:extLst>
              </p14:cNvPr>
              <p14:cNvContentPartPr/>
              <p14:nvPr/>
            </p14:nvContentPartPr>
            <p14:xfrm>
              <a:off x="6941601" y="3274038"/>
              <a:ext cx="262440" cy="133560"/>
            </p14:xfrm>
          </p:contentPart>
        </mc:Choice>
        <mc:Fallback>
          <p:pic>
            <p:nvPicPr>
              <p:cNvPr id="144" name="Ink 143">
                <a:extLst>
                  <a:ext uri="{FF2B5EF4-FFF2-40B4-BE49-F238E27FC236}">
                    <a16:creationId xmlns:a16="http://schemas.microsoft.com/office/drawing/2014/main" id="{9C4C35A6-E1DD-4F18-B201-3B864C1F0A95}"/>
                  </a:ext>
                </a:extLst>
              </p:cNvPr>
              <p:cNvPicPr/>
              <p:nvPr/>
            </p:nvPicPr>
            <p:blipFill>
              <a:blip r:embed="rId158"/>
              <a:stretch>
                <a:fillRect/>
              </a:stretch>
            </p:blipFill>
            <p:spPr>
              <a:xfrm>
                <a:off x="6932961" y="3265038"/>
                <a:ext cx="2800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45" name="Ink 144">
                <a:extLst>
                  <a:ext uri="{FF2B5EF4-FFF2-40B4-BE49-F238E27FC236}">
                    <a16:creationId xmlns:a16="http://schemas.microsoft.com/office/drawing/2014/main" id="{EB34FE7A-57FB-4428-8C65-0F021BFCACC6}"/>
                  </a:ext>
                </a:extLst>
              </p14:cNvPr>
              <p14:cNvContentPartPr/>
              <p14:nvPr/>
            </p14:nvContentPartPr>
            <p14:xfrm>
              <a:off x="6018201" y="4000518"/>
              <a:ext cx="290160" cy="333720"/>
            </p14:xfrm>
          </p:contentPart>
        </mc:Choice>
        <mc:Fallback>
          <p:pic>
            <p:nvPicPr>
              <p:cNvPr id="145" name="Ink 144">
                <a:extLst>
                  <a:ext uri="{FF2B5EF4-FFF2-40B4-BE49-F238E27FC236}">
                    <a16:creationId xmlns:a16="http://schemas.microsoft.com/office/drawing/2014/main" id="{EB34FE7A-57FB-4428-8C65-0F021BFCACC6}"/>
                  </a:ext>
                </a:extLst>
              </p:cNvPr>
              <p:cNvPicPr/>
              <p:nvPr/>
            </p:nvPicPr>
            <p:blipFill>
              <a:blip r:embed="rId160"/>
              <a:stretch>
                <a:fillRect/>
              </a:stretch>
            </p:blipFill>
            <p:spPr>
              <a:xfrm>
                <a:off x="6009201" y="3991878"/>
                <a:ext cx="307800" cy="351360"/>
              </a:xfrm>
              <a:prstGeom prst="rect">
                <a:avLst/>
              </a:prstGeom>
            </p:spPr>
          </p:pic>
        </mc:Fallback>
      </mc:AlternateContent>
      <p:grpSp>
        <p:nvGrpSpPr>
          <p:cNvPr id="148" name="Group 147">
            <a:extLst>
              <a:ext uri="{FF2B5EF4-FFF2-40B4-BE49-F238E27FC236}">
                <a16:creationId xmlns:a16="http://schemas.microsoft.com/office/drawing/2014/main" id="{FED055EF-9864-4167-9C51-C6608E6053C2}"/>
              </a:ext>
            </a:extLst>
          </p:cNvPr>
          <p:cNvGrpSpPr/>
          <p:nvPr/>
        </p:nvGrpSpPr>
        <p:grpSpPr>
          <a:xfrm>
            <a:off x="6732441" y="3554838"/>
            <a:ext cx="620280" cy="581400"/>
            <a:chOff x="6732441" y="3554838"/>
            <a:chExt cx="620280" cy="581400"/>
          </a:xfrm>
        </p:grpSpPr>
        <mc:AlternateContent xmlns:mc="http://schemas.openxmlformats.org/markup-compatibility/2006">
          <mc:Choice xmlns:p14="http://schemas.microsoft.com/office/powerpoint/2010/main" Requires="p14">
            <p:contentPart p14:bwMode="auto" r:id="rId161">
              <p14:nvContentPartPr>
                <p14:cNvPr id="146" name="Ink 145">
                  <a:extLst>
                    <a:ext uri="{FF2B5EF4-FFF2-40B4-BE49-F238E27FC236}">
                      <a16:creationId xmlns:a16="http://schemas.microsoft.com/office/drawing/2014/main" id="{8799CDA9-800D-4219-BC0D-6F305AC18462}"/>
                    </a:ext>
                  </a:extLst>
                </p14:cNvPr>
                <p14:cNvContentPartPr/>
                <p14:nvPr/>
              </p14:nvContentPartPr>
              <p14:xfrm>
                <a:off x="6732441" y="3554838"/>
                <a:ext cx="480600" cy="462600"/>
              </p14:xfrm>
            </p:contentPart>
          </mc:Choice>
          <mc:Fallback>
            <p:pic>
              <p:nvPicPr>
                <p:cNvPr id="146" name="Ink 145">
                  <a:extLst>
                    <a:ext uri="{FF2B5EF4-FFF2-40B4-BE49-F238E27FC236}">
                      <a16:creationId xmlns:a16="http://schemas.microsoft.com/office/drawing/2014/main" id="{8799CDA9-800D-4219-BC0D-6F305AC18462}"/>
                    </a:ext>
                  </a:extLst>
                </p:cNvPr>
                <p:cNvPicPr/>
                <p:nvPr/>
              </p:nvPicPr>
              <p:blipFill>
                <a:blip r:embed="rId162"/>
                <a:stretch>
                  <a:fillRect/>
                </a:stretch>
              </p:blipFill>
              <p:spPr>
                <a:xfrm>
                  <a:off x="6723441" y="3546198"/>
                  <a:ext cx="49824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47" name="Ink 146">
                  <a:extLst>
                    <a:ext uri="{FF2B5EF4-FFF2-40B4-BE49-F238E27FC236}">
                      <a16:creationId xmlns:a16="http://schemas.microsoft.com/office/drawing/2014/main" id="{A09D6041-97ED-4161-B5F2-E7118D363DED}"/>
                    </a:ext>
                  </a:extLst>
                </p14:cNvPr>
                <p14:cNvContentPartPr/>
                <p14:nvPr/>
              </p14:nvContentPartPr>
              <p14:xfrm>
                <a:off x="7036281" y="3713238"/>
                <a:ext cx="316440" cy="423000"/>
              </p14:xfrm>
            </p:contentPart>
          </mc:Choice>
          <mc:Fallback>
            <p:pic>
              <p:nvPicPr>
                <p:cNvPr id="147" name="Ink 146">
                  <a:extLst>
                    <a:ext uri="{FF2B5EF4-FFF2-40B4-BE49-F238E27FC236}">
                      <a16:creationId xmlns:a16="http://schemas.microsoft.com/office/drawing/2014/main" id="{A09D6041-97ED-4161-B5F2-E7118D363DED}"/>
                    </a:ext>
                  </a:extLst>
                </p:cNvPr>
                <p:cNvPicPr/>
                <p:nvPr/>
              </p:nvPicPr>
              <p:blipFill>
                <a:blip r:embed="rId164"/>
                <a:stretch>
                  <a:fillRect/>
                </a:stretch>
              </p:blipFill>
              <p:spPr>
                <a:xfrm>
                  <a:off x="7027281" y="3704598"/>
                  <a:ext cx="334080" cy="440640"/>
                </a:xfrm>
                <a:prstGeom prst="rect">
                  <a:avLst/>
                </a:prstGeom>
              </p:spPr>
            </p:pic>
          </mc:Fallback>
        </mc:AlternateContent>
      </p:grpSp>
      <p:grpSp>
        <p:nvGrpSpPr>
          <p:cNvPr id="157" name="Group 156">
            <a:extLst>
              <a:ext uri="{FF2B5EF4-FFF2-40B4-BE49-F238E27FC236}">
                <a16:creationId xmlns:a16="http://schemas.microsoft.com/office/drawing/2014/main" id="{E365C92C-D830-4F48-B95F-3A0348B14528}"/>
              </a:ext>
            </a:extLst>
          </p:cNvPr>
          <p:cNvGrpSpPr/>
          <p:nvPr/>
        </p:nvGrpSpPr>
        <p:grpSpPr>
          <a:xfrm>
            <a:off x="4765401" y="1620198"/>
            <a:ext cx="1368360" cy="775440"/>
            <a:chOff x="4765401" y="1620198"/>
            <a:chExt cx="1368360" cy="775440"/>
          </a:xfrm>
        </p:grpSpPr>
        <mc:AlternateContent xmlns:mc="http://schemas.openxmlformats.org/markup-compatibility/2006">
          <mc:Choice xmlns:p14="http://schemas.microsoft.com/office/powerpoint/2010/main" Requires="p14">
            <p:contentPart p14:bwMode="auto" r:id="rId165">
              <p14:nvContentPartPr>
                <p14:cNvPr id="3" name="Ink 2">
                  <a:extLst>
                    <a:ext uri="{FF2B5EF4-FFF2-40B4-BE49-F238E27FC236}">
                      <a16:creationId xmlns:a16="http://schemas.microsoft.com/office/drawing/2014/main" id="{9ED05ED2-6CF8-4C41-921E-C846116C1906}"/>
                    </a:ext>
                  </a:extLst>
                </p14:cNvPr>
                <p14:cNvContentPartPr/>
                <p14:nvPr/>
              </p14:nvContentPartPr>
              <p14:xfrm>
                <a:off x="4765401" y="1875078"/>
                <a:ext cx="379800" cy="190440"/>
              </p14:xfrm>
            </p:contentPart>
          </mc:Choice>
          <mc:Fallback>
            <p:pic>
              <p:nvPicPr>
                <p:cNvPr id="3" name="Ink 2">
                  <a:extLst>
                    <a:ext uri="{FF2B5EF4-FFF2-40B4-BE49-F238E27FC236}">
                      <a16:creationId xmlns:a16="http://schemas.microsoft.com/office/drawing/2014/main" id="{9ED05ED2-6CF8-4C41-921E-C846116C1906}"/>
                    </a:ext>
                  </a:extLst>
                </p:cNvPr>
                <p:cNvPicPr/>
                <p:nvPr/>
              </p:nvPicPr>
              <p:blipFill>
                <a:blip r:embed="rId166"/>
                <a:stretch>
                  <a:fillRect/>
                </a:stretch>
              </p:blipFill>
              <p:spPr>
                <a:xfrm>
                  <a:off x="4756761" y="1866438"/>
                  <a:ext cx="39744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5" name="Ink 4">
                  <a:extLst>
                    <a:ext uri="{FF2B5EF4-FFF2-40B4-BE49-F238E27FC236}">
                      <a16:creationId xmlns:a16="http://schemas.microsoft.com/office/drawing/2014/main" id="{739796F6-7ECD-4680-9A77-4E6797116A23}"/>
                    </a:ext>
                  </a:extLst>
                </p14:cNvPr>
                <p14:cNvContentPartPr/>
                <p14:nvPr/>
              </p14:nvContentPartPr>
              <p14:xfrm>
                <a:off x="5168961" y="1847358"/>
                <a:ext cx="360" cy="1800"/>
              </p14:xfrm>
            </p:contentPart>
          </mc:Choice>
          <mc:Fallback>
            <p:pic>
              <p:nvPicPr>
                <p:cNvPr id="5" name="Ink 4">
                  <a:extLst>
                    <a:ext uri="{FF2B5EF4-FFF2-40B4-BE49-F238E27FC236}">
                      <a16:creationId xmlns:a16="http://schemas.microsoft.com/office/drawing/2014/main" id="{739796F6-7ECD-4680-9A77-4E6797116A23}"/>
                    </a:ext>
                  </a:extLst>
                </p:cNvPr>
                <p:cNvPicPr/>
                <p:nvPr/>
              </p:nvPicPr>
              <p:blipFill>
                <a:blip r:embed="rId8"/>
                <a:stretch>
                  <a:fillRect/>
                </a:stretch>
              </p:blipFill>
              <p:spPr>
                <a:xfrm>
                  <a:off x="5159961" y="183835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6" name="Ink 5">
                  <a:extLst>
                    <a:ext uri="{FF2B5EF4-FFF2-40B4-BE49-F238E27FC236}">
                      <a16:creationId xmlns:a16="http://schemas.microsoft.com/office/drawing/2014/main" id="{FC1B8B69-FAC5-44E4-B876-5590F55527F1}"/>
                    </a:ext>
                  </a:extLst>
                </p14:cNvPr>
                <p14:cNvContentPartPr/>
                <p14:nvPr/>
              </p14:nvContentPartPr>
              <p14:xfrm>
                <a:off x="5224761" y="2013678"/>
                <a:ext cx="360" cy="1800"/>
              </p14:xfrm>
            </p:contentPart>
          </mc:Choice>
          <mc:Fallback>
            <p:pic>
              <p:nvPicPr>
                <p:cNvPr id="6" name="Ink 5">
                  <a:extLst>
                    <a:ext uri="{FF2B5EF4-FFF2-40B4-BE49-F238E27FC236}">
                      <a16:creationId xmlns:a16="http://schemas.microsoft.com/office/drawing/2014/main" id="{FC1B8B69-FAC5-44E4-B876-5590F55527F1}"/>
                    </a:ext>
                  </a:extLst>
                </p:cNvPr>
                <p:cNvPicPr/>
                <p:nvPr/>
              </p:nvPicPr>
              <p:blipFill>
                <a:blip r:embed="rId8"/>
                <a:stretch>
                  <a:fillRect/>
                </a:stretch>
              </p:blipFill>
              <p:spPr>
                <a:xfrm>
                  <a:off x="5216121" y="200467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8" name="Ink 7">
                  <a:extLst>
                    <a:ext uri="{FF2B5EF4-FFF2-40B4-BE49-F238E27FC236}">
                      <a16:creationId xmlns:a16="http://schemas.microsoft.com/office/drawing/2014/main" id="{641337B1-0DC8-4B8B-97E1-5CB8B1A162D6}"/>
                    </a:ext>
                  </a:extLst>
                </p14:cNvPr>
                <p14:cNvContentPartPr/>
                <p14:nvPr/>
              </p14:nvContentPartPr>
              <p14:xfrm>
                <a:off x="5439681" y="1749798"/>
                <a:ext cx="242280" cy="69840"/>
              </p14:xfrm>
            </p:contentPart>
          </mc:Choice>
          <mc:Fallback>
            <p:pic>
              <p:nvPicPr>
                <p:cNvPr id="8" name="Ink 7">
                  <a:extLst>
                    <a:ext uri="{FF2B5EF4-FFF2-40B4-BE49-F238E27FC236}">
                      <a16:creationId xmlns:a16="http://schemas.microsoft.com/office/drawing/2014/main" id="{641337B1-0DC8-4B8B-97E1-5CB8B1A162D6}"/>
                    </a:ext>
                  </a:extLst>
                </p:cNvPr>
                <p:cNvPicPr/>
                <p:nvPr/>
              </p:nvPicPr>
              <p:blipFill>
                <a:blip r:embed="rId170"/>
                <a:stretch>
                  <a:fillRect/>
                </a:stretch>
              </p:blipFill>
              <p:spPr>
                <a:xfrm>
                  <a:off x="5431041" y="1740798"/>
                  <a:ext cx="25992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9" name="Ink 8">
                  <a:extLst>
                    <a:ext uri="{FF2B5EF4-FFF2-40B4-BE49-F238E27FC236}">
                      <a16:creationId xmlns:a16="http://schemas.microsoft.com/office/drawing/2014/main" id="{CD8998D1-F9C5-4262-AB95-8B123EDD9123}"/>
                    </a:ext>
                  </a:extLst>
                </p14:cNvPr>
                <p14:cNvContentPartPr/>
                <p14:nvPr/>
              </p14:nvContentPartPr>
              <p14:xfrm>
                <a:off x="5717601" y="1620198"/>
                <a:ext cx="246600" cy="192960"/>
              </p14:xfrm>
            </p:contentPart>
          </mc:Choice>
          <mc:Fallback>
            <p:pic>
              <p:nvPicPr>
                <p:cNvPr id="9" name="Ink 8">
                  <a:extLst>
                    <a:ext uri="{FF2B5EF4-FFF2-40B4-BE49-F238E27FC236}">
                      <a16:creationId xmlns:a16="http://schemas.microsoft.com/office/drawing/2014/main" id="{CD8998D1-F9C5-4262-AB95-8B123EDD9123}"/>
                    </a:ext>
                  </a:extLst>
                </p:cNvPr>
                <p:cNvPicPr/>
                <p:nvPr/>
              </p:nvPicPr>
              <p:blipFill>
                <a:blip r:embed="rId172"/>
                <a:stretch>
                  <a:fillRect/>
                </a:stretch>
              </p:blipFill>
              <p:spPr>
                <a:xfrm>
                  <a:off x="5708961" y="1611558"/>
                  <a:ext cx="2642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 name="Ink 9">
                  <a:extLst>
                    <a:ext uri="{FF2B5EF4-FFF2-40B4-BE49-F238E27FC236}">
                      <a16:creationId xmlns:a16="http://schemas.microsoft.com/office/drawing/2014/main" id="{AD057998-99BB-4220-87AC-58E1774271E9}"/>
                    </a:ext>
                  </a:extLst>
                </p14:cNvPr>
                <p14:cNvContentPartPr/>
                <p14:nvPr/>
              </p14:nvContentPartPr>
              <p14:xfrm>
                <a:off x="5309001" y="2211318"/>
                <a:ext cx="43560" cy="184320"/>
              </p14:xfrm>
            </p:contentPart>
          </mc:Choice>
          <mc:Fallback>
            <p:pic>
              <p:nvPicPr>
                <p:cNvPr id="10" name="Ink 9">
                  <a:extLst>
                    <a:ext uri="{FF2B5EF4-FFF2-40B4-BE49-F238E27FC236}">
                      <a16:creationId xmlns:a16="http://schemas.microsoft.com/office/drawing/2014/main" id="{AD057998-99BB-4220-87AC-58E1774271E9}"/>
                    </a:ext>
                  </a:extLst>
                </p:cNvPr>
                <p:cNvPicPr/>
                <p:nvPr/>
              </p:nvPicPr>
              <p:blipFill>
                <a:blip r:embed="rId174"/>
                <a:stretch>
                  <a:fillRect/>
                </a:stretch>
              </p:blipFill>
              <p:spPr>
                <a:xfrm>
                  <a:off x="5300001" y="2202318"/>
                  <a:ext cx="612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1" name="Ink 10">
                  <a:extLst>
                    <a:ext uri="{FF2B5EF4-FFF2-40B4-BE49-F238E27FC236}">
                      <a16:creationId xmlns:a16="http://schemas.microsoft.com/office/drawing/2014/main" id="{8882BA67-079C-4316-9A60-A157E5871531}"/>
                    </a:ext>
                  </a:extLst>
                </p14:cNvPr>
                <p14:cNvContentPartPr/>
                <p14:nvPr/>
              </p14:nvContentPartPr>
              <p14:xfrm>
                <a:off x="5280921" y="2118798"/>
                <a:ext cx="158040" cy="168480"/>
              </p14:xfrm>
            </p:contentPart>
          </mc:Choice>
          <mc:Fallback>
            <p:pic>
              <p:nvPicPr>
                <p:cNvPr id="11" name="Ink 10">
                  <a:extLst>
                    <a:ext uri="{FF2B5EF4-FFF2-40B4-BE49-F238E27FC236}">
                      <a16:creationId xmlns:a16="http://schemas.microsoft.com/office/drawing/2014/main" id="{8882BA67-079C-4316-9A60-A157E5871531}"/>
                    </a:ext>
                  </a:extLst>
                </p:cNvPr>
                <p:cNvPicPr/>
                <p:nvPr/>
              </p:nvPicPr>
              <p:blipFill>
                <a:blip r:embed="rId176"/>
                <a:stretch>
                  <a:fillRect/>
                </a:stretch>
              </p:blipFill>
              <p:spPr>
                <a:xfrm>
                  <a:off x="5272281" y="2110158"/>
                  <a:ext cx="1756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2" name="Ink 11">
                  <a:extLst>
                    <a:ext uri="{FF2B5EF4-FFF2-40B4-BE49-F238E27FC236}">
                      <a16:creationId xmlns:a16="http://schemas.microsoft.com/office/drawing/2014/main" id="{CA93BBD3-8B29-4206-9ED2-462644708EB5}"/>
                    </a:ext>
                  </a:extLst>
                </p14:cNvPr>
                <p14:cNvContentPartPr/>
                <p14:nvPr/>
              </p14:nvContentPartPr>
              <p14:xfrm>
                <a:off x="5635521" y="2176038"/>
                <a:ext cx="24480" cy="7560"/>
              </p14:xfrm>
            </p:contentPart>
          </mc:Choice>
          <mc:Fallback>
            <p:pic>
              <p:nvPicPr>
                <p:cNvPr id="12" name="Ink 11">
                  <a:extLst>
                    <a:ext uri="{FF2B5EF4-FFF2-40B4-BE49-F238E27FC236}">
                      <a16:creationId xmlns:a16="http://schemas.microsoft.com/office/drawing/2014/main" id="{CA93BBD3-8B29-4206-9ED2-462644708EB5}"/>
                    </a:ext>
                  </a:extLst>
                </p:cNvPr>
                <p:cNvPicPr/>
                <p:nvPr/>
              </p:nvPicPr>
              <p:blipFill>
                <a:blip r:embed="rId178"/>
                <a:stretch>
                  <a:fillRect/>
                </a:stretch>
              </p:blipFill>
              <p:spPr>
                <a:xfrm>
                  <a:off x="5626521" y="2167038"/>
                  <a:ext cx="421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3" name="Ink 12">
                  <a:extLst>
                    <a:ext uri="{FF2B5EF4-FFF2-40B4-BE49-F238E27FC236}">
                      <a16:creationId xmlns:a16="http://schemas.microsoft.com/office/drawing/2014/main" id="{9A49E727-AA22-4769-9680-206B5FB3E8E8}"/>
                    </a:ext>
                  </a:extLst>
                </p14:cNvPr>
                <p14:cNvContentPartPr/>
                <p14:nvPr/>
              </p14:nvContentPartPr>
              <p14:xfrm>
                <a:off x="5663601" y="2233998"/>
                <a:ext cx="78480" cy="24120"/>
              </p14:xfrm>
            </p:contentPart>
          </mc:Choice>
          <mc:Fallback>
            <p:pic>
              <p:nvPicPr>
                <p:cNvPr id="13" name="Ink 12">
                  <a:extLst>
                    <a:ext uri="{FF2B5EF4-FFF2-40B4-BE49-F238E27FC236}">
                      <a16:creationId xmlns:a16="http://schemas.microsoft.com/office/drawing/2014/main" id="{9A49E727-AA22-4769-9680-206B5FB3E8E8}"/>
                    </a:ext>
                  </a:extLst>
                </p:cNvPr>
                <p:cNvPicPr/>
                <p:nvPr/>
              </p:nvPicPr>
              <p:blipFill>
                <a:blip r:embed="rId180"/>
                <a:stretch>
                  <a:fillRect/>
                </a:stretch>
              </p:blipFill>
              <p:spPr>
                <a:xfrm>
                  <a:off x="5654961" y="2225358"/>
                  <a:ext cx="961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4" name="Ink 13">
                  <a:extLst>
                    <a:ext uri="{FF2B5EF4-FFF2-40B4-BE49-F238E27FC236}">
                      <a16:creationId xmlns:a16="http://schemas.microsoft.com/office/drawing/2014/main" id="{593F6AA6-E18C-4ED5-A688-F058B5C6831E}"/>
                    </a:ext>
                  </a:extLst>
                </p14:cNvPr>
                <p14:cNvContentPartPr/>
                <p14:nvPr/>
              </p14:nvContentPartPr>
              <p14:xfrm>
                <a:off x="5598081" y="2157318"/>
                <a:ext cx="102240" cy="35640"/>
              </p14:xfrm>
            </p:contentPart>
          </mc:Choice>
          <mc:Fallback>
            <p:pic>
              <p:nvPicPr>
                <p:cNvPr id="14" name="Ink 13">
                  <a:extLst>
                    <a:ext uri="{FF2B5EF4-FFF2-40B4-BE49-F238E27FC236}">
                      <a16:creationId xmlns:a16="http://schemas.microsoft.com/office/drawing/2014/main" id="{593F6AA6-E18C-4ED5-A688-F058B5C6831E}"/>
                    </a:ext>
                  </a:extLst>
                </p:cNvPr>
                <p:cNvPicPr/>
                <p:nvPr/>
              </p:nvPicPr>
              <p:blipFill>
                <a:blip r:embed="rId182"/>
                <a:stretch>
                  <a:fillRect/>
                </a:stretch>
              </p:blipFill>
              <p:spPr>
                <a:xfrm>
                  <a:off x="5589081" y="2148318"/>
                  <a:ext cx="11988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5" name="Ink 14">
                  <a:extLst>
                    <a:ext uri="{FF2B5EF4-FFF2-40B4-BE49-F238E27FC236}">
                      <a16:creationId xmlns:a16="http://schemas.microsoft.com/office/drawing/2014/main" id="{75FB79A9-2050-4442-A8E4-2BE3AF34BD62}"/>
                    </a:ext>
                  </a:extLst>
                </p14:cNvPr>
                <p14:cNvContentPartPr/>
                <p14:nvPr/>
              </p14:nvContentPartPr>
              <p14:xfrm>
                <a:off x="5663601" y="2239038"/>
                <a:ext cx="38160" cy="360"/>
              </p14:xfrm>
            </p:contentPart>
          </mc:Choice>
          <mc:Fallback>
            <p:pic>
              <p:nvPicPr>
                <p:cNvPr id="15" name="Ink 14">
                  <a:extLst>
                    <a:ext uri="{FF2B5EF4-FFF2-40B4-BE49-F238E27FC236}">
                      <a16:creationId xmlns:a16="http://schemas.microsoft.com/office/drawing/2014/main" id="{75FB79A9-2050-4442-A8E4-2BE3AF34BD62}"/>
                    </a:ext>
                  </a:extLst>
                </p:cNvPr>
                <p:cNvPicPr/>
                <p:nvPr/>
              </p:nvPicPr>
              <p:blipFill>
                <a:blip r:embed="rId184"/>
                <a:stretch>
                  <a:fillRect/>
                </a:stretch>
              </p:blipFill>
              <p:spPr>
                <a:xfrm>
                  <a:off x="5654961" y="2230398"/>
                  <a:ext cx="558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53" name="Ink 152">
                  <a:extLst>
                    <a:ext uri="{FF2B5EF4-FFF2-40B4-BE49-F238E27FC236}">
                      <a16:creationId xmlns:a16="http://schemas.microsoft.com/office/drawing/2014/main" id="{CD09A1CF-8434-4654-860F-ECDBB081B5E4}"/>
                    </a:ext>
                  </a:extLst>
                </p14:cNvPr>
                <p14:cNvContentPartPr/>
                <p14:nvPr/>
              </p14:nvContentPartPr>
              <p14:xfrm>
                <a:off x="5851161" y="2033838"/>
                <a:ext cx="282600" cy="226080"/>
              </p14:xfrm>
            </p:contentPart>
          </mc:Choice>
          <mc:Fallback>
            <p:pic>
              <p:nvPicPr>
                <p:cNvPr id="153" name="Ink 152">
                  <a:extLst>
                    <a:ext uri="{FF2B5EF4-FFF2-40B4-BE49-F238E27FC236}">
                      <a16:creationId xmlns:a16="http://schemas.microsoft.com/office/drawing/2014/main" id="{CD09A1CF-8434-4654-860F-ECDBB081B5E4}"/>
                    </a:ext>
                  </a:extLst>
                </p:cNvPr>
                <p:cNvPicPr/>
                <p:nvPr/>
              </p:nvPicPr>
              <p:blipFill>
                <a:blip r:embed="rId186"/>
                <a:stretch>
                  <a:fillRect/>
                </a:stretch>
              </p:blipFill>
              <p:spPr>
                <a:xfrm>
                  <a:off x="5842161" y="2025198"/>
                  <a:ext cx="300240" cy="243720"/>
                </a:xfrm>
                <a:prstGeom prst="rect">
                  <a:avLst/>
                </a:prstGeom>
              </p:spPr>
            </p:pic>
          </mc:Fallback>
        </mc:AlternateContent>
      </p:grpSp>
      <p:grpSp>
        <p:nvGrpSpPr>
          <p:cNvPr id="156" name="Group 155">
            <a:extLst>
              <a:ext uri="{FF2B5EF4-FFF2-40B4-BE49-F238E27FC236}">
                <a16:creationId xmlns:a16="http://schemas.microsoft.com/office/drawing/2014/main" id="{CD6C3709-E891-44EE-A992-A4B8C904FEE0}"/>
              </a:ext>
            </a:extLst>
          </p:cNvPr>
          <p:cNvGrpSpPr/>
          <p:nvPr/>
        </p:nvGrpSpPr>
        <p:grpSpPr>
          <a:xfrm>
            <a:off x="4263921" y="2313198"/>
            <a:ext cx="208440" cy="357480"/>
            <a:chOff x="4263921" y="2313198"/>
            <a:chExt cx="208440" cy="357480"/>
          </a:xfrm>
        </p:grpSpPr>
        <mc:AlternateContent xmlns:mc="http://schemas.openxmlformats.org/markup-compatibility/2006">
          <mc:Choice xmlns:p14="http://schemas.microsoft.com/office/powerpoint/2010/main" Requires="p14">
            <p:contentPart p14:bwMode="auto" r:id="rId187">
              <p14:nvContentPartPr>
                <p14:cNvPr id="154" name="Ink 153">
                  <a:extLst>
                    <a:ext uri="{FF2B5EF4-FFF2-40B4-BE49-F238E27FC236}">
                      <a16:creationId xmlns:a16="http://schemas.microsoft.com/office/drawing/2014/main" id="{AABFB63A-D7FF-435F-A413-4CFA8E61FFC6}"/>
                    </a:ext>
                  </a:extLst>
                </p14:cNvPr>
                <p14:cNvContentPartPr/>
                <p14:nvPr/>
              </p14:nvContentPartPr>
              <p14:xfrm>
                <a:off x="4263921" y="2313198"/>
                <a:ext cx="118080" cy="47880"/>
              </p14:xfrm>
            </p:contentPart>
          </mc:Choice>
          <mc:Fallback>
            <p:pic>
              <p:nvPicPr>
                <p:cNvPr id="154" name="Ink 153">
                  <a:extLst>
                    <a:ext uri="{FF2B5EF4-FFF2-40B4-BE49-F238E27FC236}">
                      <a16:creationId xmlns:a16="http://schemas.microsoft.com/office/drawing/2014/main" id="{AABFB63A-D7FF-435F-A413-4CFA8E61FFC6}"/>
                    </a:ext>
                  </a:extLst>
                </p:cNvPr>
                <p:cNvPicPr/>
                <p:nvPr/>
              </p:nvPicPr>
              <p:blipFill>
                <a:blip r:embed="rId188"/>
                <a:stretch>
                  <a:fillRect/>
                </a:stretch>
              </p:blipFill>
              <p:spPr>
                <a:xfrm>
                  <a:off x="4255281" y="2304198"/>
                  <a:ext cx="13572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55" name="Ink 154">
                  <a:extLst>
                    <a:ext uri="{FF2B5EF4-FFF2-40B4-BE49-F238E27FC236}">
                      <a16:creationId xmlns:a16="http://schemas.microsoft.com/office/drawing/2014/main" id="{54B06CE0-7B69-4A3A-BC46-033BC71DC417}"/>
                    </a:ext>
                  </a:extLst>
                </p14:cNvPr>
                <p14:cNvContentPartPr/>
                <p14:nvPr/>
              </p14:nvContentPartPr>
              <p14:xfrm>
                <a:off x="4292361" y="2332638"/>
                <a:ext cx="180000" cy="338040"/>
              </p14:xfrm>
            </p:contentPart>
          </mc:Choice>
          <mc:Fallback>
            <p:pic>
              <p:nvPicPr>
                <p:cNvPr id="155" name="Ink 154">
                  <a:extLst>
                    <a:ext uri="{FF2B5EF4-FFF2-40B4-BE49-F238E27FC236}">
                      <a16:creationId xmlns:a16="http://schemas.microsoft.com/office/drawing/2014/main" id="{54B06CE0-7B69-4A3A-BC46-033BC71DC417}"/>
                    </a:ext>
                  </a:extLst>
                </p:cNvPr>
                <p:cNvPicPr/>
                <p:nvPr/>
              </p:nvPicPr>
              <p:blipFill>
                <a:blip r:embed="rId190"/>
                <a:stretch>
                  <a:fillRect/>
                </a:stretch>
              </p:blipFill>
              <p:spPr>
                <a:xfrm>
                  <a:off x="4283361" y="2323638"/>
                  <a:ext cx="197640" cy="355680"/>
                </a:xfrm>
                <a:prstGeom prst="rect">
                  <a:avLst/>
                </a:prstGeom>
              </p:spPr>
            </p:pic>
          </mc:Fallback>
        </mc:AlternateContent>
      </p:grpSp>
    </p:spTree>
    <p:extLst>
      <p:ext uri="{BB962C8B-B14F-4D97-AF65-F5344CB8AC3E}">
        <p14:creationId xmlns:p14="http://schemas.microsoft.com/office/powerpoint/2010/main" val="4206655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48B9EC-F634-7951-CD17-BA3885F2350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Example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7" name="Picture 6">
            <a:extLst>
              <a:ext uri="{FF2B5EF4-FFF2-40B4-BE49-F238E27FC236}">
                <a16:creationId xmlns:a16="http://schemas.microsoft.com/office/drawing/2014/main" id="{B3D4E924-0748-2517-C3A8-54994D0DF02F}"/>
              </a:ext>
            </a:extLst>
          </p:cNvPr>
          <p:cNvPicPr>
            <a:picLocks noChangeAspect="1"/>
          </p:cNvPicPr>
          <p:nvPr/>
        </p:nvPicPr>
        <p:blipFill>
          <a:blip r:embed="rId2"/>
          <a:stretch>
            <a:fillRect/>
          </a:stretch>
        </p:blipFill>
        <p:spPr>
          <a:xfrm>
            <a:off x="385177" y="2189464"/>
            <a:ext cx="8373644" cy="3258005"/>
          </a:xfrm>
          <a:prstGeom prst="rect">
            <a:avLst/>
          </a:prstGeom>
        </p:spPr>
      </p:pic>
    </p:spTree>
    <p:extLst>
      <p:ext uri="{BB962C8B-B14F-4D97-AF65-F5344CB8AC3E}">
        <p14:creationId xmlns:p14="http://schemas.microsoft.com/office/powerpoint/2010/main" val="20278381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2FF7-7468-8B19-E8DE-C349DF79C0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D8BF5F-5DE8-50EE-97D9-4CFE3FE7D2C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Exercise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9" name="Picture 8">
            <a:extLst>
              <a:ext uri="{FF2B5EF4-FFF2-40B4-BE49-F238E27FC236}">
                <a16:creationId xmlns:a16="http://schemas.microsoft.com/office/drawing/2014/main" id="{4C5CF755-5827-1FF5-EDEC-98B90AA2C36C}"/>
              </a:ext>
            </a:extLst>
          </p:cNvPr>
          <p:cNvPicPr>
            <a:picLocks noChangeAspect="1"/>
          </p:cNvPicPr>
          <p:nvPr/>
        </p:nvPicPr>
        <p:blipFill>
          <a:blip r:embed="rId2"/>
          <a:stretch>
            <a:fillRect/>
          </a:stretch>
        </p:blipFill>
        <p:spPr>
          <a:xfrm>
            <a:off x="0" y="1707057"/>
            <a:ext cx="9245600" cy="5150943"/>
          </a:xfrm>
          <a:prstGeom prst="rect">
            <a:avLst/>
          </a:prstGeom>
        </p:spPr>
      </p:pic>
    </p:spTree>
    <p:extLst>
      <p:ext uri="{BB962C8B-B14F-4D97-AF65-F5344CB8AC3E}">
        <p14:creationId xmlns:p14="http://schemas.microsoft.com/office/powerpoint/2010/main" val="2634100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C5D25-10E2-42F4-2045-9998740E57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4F070F-763F-758B-095B-352BA24E5DD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Exercise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6" name="Picture 5">
            <a:extLst>
              <a:ext uri="{FF2B5EF4-FFF2-40B4-BE49-F238E27FC236}">
                <a16:creationId xmlns:a16="http://schemas.microsoft.com/office/drawing/2014/main" id="{ECEEDBA2-AA7C-BD03-534E-886AF898052C}"/>
              </a:ext>
            </a:extLst>
          </p:cNvPr>
          <p:cNvPicPr>
            <a:picLocks noChangeAspect="1"/>
          </p:cNvPicPr>
          <p:nvPr/>
        </p:nvPicPr>
        <p:blipFill>
          <a:blip r:embed="rId2"/>
          <a:stretch>
            <a:fillRect/>
          </a:stretch>
        </p:blipFill>
        <p:spPr>
          <a:xfrm>
            <a:off x="0" y="1713339"/>
            <a:ext cx="9144000" cy="5144661"/>
          </a:xfrm>
          <a:prstGeom prst="rect">
            <a:avLst/>
          </a:prstGeom>
        </p:spPr>
      </p:pic>
    </p:spTree>
    <p:extLst>
      <p:ext uri="{BB962C8B-B14F-4D97-AF65-F5344CB8AC3E}">
        <p14:creationId xmlns:p14="http://schemas.microsoft.com/office/powerpoint/2010/main" val="2458774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717D-D14E-D9A6-5697-8995E0F90E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82823F-4664-9033-9930-A337899C097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 Practice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4" name="Picture 3">
            <a:extLst>
              <a:ext uri="{FF2B5EF4-FFF2-40B4-BE49-F238E27FC236}">
                <a16:creationId xmlns:a16="http://schemas.microsoft.com/office/drawing/2014/main" id="{646EFDB1-64EB-5B2A-8DD1-AAEED9532D10}"/>
              </a:ext>
            </a:extLst>
          </p:cNvPr>
          <p:cNvPicPr>
            <a:picLocks noChangeAspect="1"/>
          </p:cNvPicPr>
          <p:nvPr/>
        </p:nvPicPr>
        <p:blipFill>
          <a:blip r:embed="rId2"/>
          <a:stretch>
            <a:fillRect/>
          </a:stretch>
        </p:blipFill>
        <p:spPr>
          <a:xfrm>
            <a:off x="-1" y="1996999"/>
            <a:ext cx="9144000" cy="4861001"/>
          </a:xfrm>
          <a:prstGeom prst="rect">
            <a:avLst/>
          </a:prstGeom>
        </p:spPr>
      </p:pic>
      <mc:AlternateContent xmlns:mc="http://schemas.openxmlformats.org/markup-compatibility/2006">
        <mc:Choice xmlns:p14="http://schemas.microsoft.com/office/powerpoint/2010/main" Requires="p14">
          <p:contentPart p14:bwMode="auto" r:id="rId3">
            <p14:nvContentPartPr>
              <p14:cNvPr id="59" name="Ink 58">
                <a:extLst>
                  <a:ext uri="{FF2B5EF4-FFF2-40B4-BE49-F238E27FC236}">
                    <a16:creationId xmlns:a16="http://schemas.microsoft.com/office/drawing/2014/main" id="{E540B625-C2B3-4F37-A89F-4724E42BB0F3}"/>
                  </a:ext>
                </a:extLst>
              </p14:cNvPr>
              <p14:cNvContentPartPr/>
              <p14:nvPr/>
            </p14:nvContentPartPr>
            <p14:xfrm>
              <a:off x="-1035639" y="3433518"/>
              <a:ext cx="360" cy="360"/>
            </p14:xfrm>
          </p:contentPart>
        </mc:Choice>
        <mc:Fallback>
          <p:pic>
            <p:nvPicPr>
              <p:cNvPr id="59" name="Ink 58">
                <a:extLst>
                  <a:ext uri="{FF2B5EF4-FFF2-40B4-BE49-F238E27FC236}">
                    <a16:creationId xmlns:a16="http://schemas.microsoft.com/office/drawing/2014/main" id="{E540B625-C2B3-4F37-A89F-4724E42BB0F3}"/>
                  </a:ext>
                </a:extLst>
              </p:cNvPr>
              <p:cNvPicPr/>
              <p:nvPr/>
            </p:nvPicPr>
            <p:blipFill>
              <a:blip r:embed="rId4"/>
              <a:stretch>
                <a:fillRect/>
              </a:stretch>
            </p:blipFill>
            <p:spPr>
              <a:xfrm>
                <a:off x="-1044639" y="342487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9" name="Ink 68">
                <a:extLst>
                  <a:ext uri="{FF2B5EF4-FFF2-40B4-BE49-F238E27FC236}">
                    <a16:creationId xmlns:a16="http://schemas.microsoft.com/office/drawing/2014/main" id="{06B94D8E-BF6C-4867-96E0-73C7E9B4F932}"/>
                  </a:ext>
                </a:extLst>
              </p14:cNvPr>
              <p14:cNvContentPartPr/>
              <p14:nvPr/>
            </p14:nvContentPartPr>
            <p14:xfrm>
              <a:off x="-1399599" y="1688598"/>
              <a:ext cx="1800" cy="360"/>
            </p14:xfrm>
          </p:contentPart>
        </mc:Choice>
        <mc:Fallback>
          <p:pic>
            <p:nvPicPr>
              <p:cNvPr id="69" name="Ink 68">
                <a:extLst>
                  <a:ext uri="{FF2B5EF4-FFF2-40B4-BE49-F238E27FC236}">
                    <a16:creationId xmlns:a16="http://schemas.microsoft.com/office/drawing/2014/main" id="{06B94D8E-BF6C-4867-96E0-73C7E9B4F932}"/>
                  </a:ext>
                </a:extLst>
              </p:cNvPr>
              <p:cNvPicPr/>
              <p:nvPr/>
            </p:nvPicPr>
            <p:blipFill>
              <a:blip r:embed="rId4"/>
              <a:stretch>
                <a:fillRect/>
              </a:stretch>
            </p:blipFill>
            <p:spPr>
              <a:xfrm>
                <a:off x="-1408599" y="1679958"/>
                <a:ext cx="19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8" name="Ink 127">
                <a:extLst>
                  <a:ext uri="{FF2B5EF4-FFF2-40B4-BE49-F238E27FC236}">
                    <a16:creationId xmlns:a16="http://schemas.microsoft.com/office/drawing/2014/main" id="{C5C2D954-A116-4C42-863D-A1AC4A42B3E7}"/>
                  </a:ext>
                </a:extLst>
              </p14:cNvPr>
              <p14:cNvContentPartPr/>
              <p14:nvPr/>
            </p14:nvContentPartPr>
            <p14:xfrm>
              <a:off x="-606519" y="2462958"/>
              <a:ext cx="360" cy="360"/>
            </p14:xfrm>
          </p:contentPart>
        </mc:Choice>
        <mc:Fallback>
          <p:pic>
            <p:nvPicPr>
              <p:cNvPr id="128" name="Ink 127">
                <a:extLst>
                  <a:ext uri="{FF2B5EF4-FFF2-40B4-BE49-F238E27FC236}">
                    <a16:creationId xmlns:a16="http://schemas.microsoft.com/office/drawing/2014/main" id="{C5C2D954-A116-4C42-863D-A1AC4A42B3E7}"/>
                  </a:ext>
                </a:extLst>
              </p:cNvPr>
              <p:cNvPicPr/>
              <p:nvPr/>
            </p:nvPicPr>
            <p:blipFill>
              <a:blip r:embed="rId4"/>
              <a:stretch>
                <a:fillRect/>
              </a:stretch>
            </p:blipFill>
            <p:spPr>
              <a:xfrm>
                <a:off x="-615519" y="245431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4" name="Ink 173">
                <a:extLst>
                  <a:ext uri="{FF2B5EF4-FFF2-40B4-BE49-F238E27FC236}">
                    <a16:creationId xmlns:a16="http://schemas.microsoft.com/office/drawing/2014/main" id="{2989C5B0-566D-4120-BFB8-983901EC3B62}"/>
                  </a:ext>
                </a:extLst>
              </p14:cNvPr>
              <p14:cNvContentPartPr/>
              <p14:nvPr/>
            </p14:nvContentPartPr>
            <p14:xfrm>
              <a:off x="568881" y="3909438"/>
              <a:ext cx="360" cy="1800"/>
            </p14:xfrm>
          </p:contentPart>
        </mc:Choice>
        <mc:Fallback>
          <p:pic>
            <p:nvPicPr>
              <p:cNvPr id="174" name="Ink 173">
                <a:extLst>
                  <a:ext uri="{FF2B5EF4-FFF2-40B4-BE49-F238E27FC236}">
                    <a16:creationId xmlns:a16="http://schemas.microsoft.com/office/drawing/2014/main" id="{2989C5B0-566D-4120-BFB8-983901EC3B62}"/>
                  </a:ext>
                </a:extLst>
              </p:cNvPr>
              <p:cNvPicPr/>
              <p:nvPr/>
            </p:nvPicPr>
            <p:blipFill>
              <a:blip r:embed="rId8"/>
              <a:stretch>
                <a:fillRect/>
              </a:stretch>
            </p:blipFill>
            <p:spPr>
              <a:xfrm>
                <a:off x="559881" y="390043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8" name="Ink 147">
                <a:extLst>
                  <a:ext uri="{FF2B5EF4-FFF2-40B4-BE49-F238E27FC236}">
                    <a16:creationId xmlns:a16="http://schemas.microsoft.com/office/drawing/2014/main" id="{8CE61561-FF93-4D6A-A873-19BD27446F47}"/>
                  </a:ext>
                </a:extLst>
              </p14:cNvPr>
              <p14:cNvContentPartPr/>
              <p14:nvPr/>
            </p14:nvContentPartPr>
            <p14:xfrm>
              <a:off x="5523561" y="1884798"/>
              <a:ext cx="360" cy="1800"/>
            </p14:xfrm>
          </p:contentPart>
        </mc:Choice>
        <mc:Fallback>
          <p:pic>
            <p:nvPicPr>
              <p:cNvPr id="148" name="Ink 147">
                <a:extLst>
                  <a:ext uri="{FF2B5EF4-FFF2-40B4-BE49-F238E27FC236}">
                    <a16:creationId xmlns:a16="http://schemas.microsoft.com/office/drawing/2014/main" id="{8CE61561-FF93-4D6A-A873-19BD27446F47}"/>
                  </a:ext>
                </a:extLst>
              </p:cNvPr>
              <p:cNvPicPr/>
              <p:nvPr/>
            </p:nvPicPr>
            <p:blipFill>
              <a:blip r:embed="rId8"/>
              <a:stretch>
                <a:fillRect/>
              </a:stretch>
            </p:blipFill>
            <p:spPr>
              <a:xfrm>
                <a:off x="5514921" y="187579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18" name="Ink 417">
                <a:extLst>
                  <a:ext uri="{FF2B5EF4-FFF2-40B4-BE49-F238E27FC236}">
                    <a16:creationId xmlns:a16="http://schemas.microsoft.com/office/drawing/2014/main" id="{D160689D-3716-44B4-AE16-1FE6B195474C}"/>
                  </a:ext>
                </a:extLst>
              </p14:cNvPr>
              <p14:cNvContentPartPr/>
              <p14:nvPr/>
            </p14:nvContentPartPr>
            <p14:xfrm>
              <a:off x="8621361" y="4189158"/>
              <a:ext cx="9720" cy="360"/>
            </p14:xfrm>
          </p:contentPart>
        </mc:Choice>
        <mc:Fallback>
          <p:pic>
            <p:nvPicPr>
              <p:cNvPr id="418" name="Ink 417">
                <a:extLst>
                  <a:ext uri="{FF2B5EF4-FFF2-40B4-BE49-F238E27FC236}">
                    <a16:creationId xmlns:a16="http://schemas.microsoft.com/office/drawing/2014/main" id="{D160689D-3716-44B4-AE16-1FE6B195474C}"/>
                  </a:ext>
                </a:extLst>
              </p:cNvPr>
              <p:cNvPicPr/>
              <p:nvPr/>
            </p:nvPicPr>
            <p:blipFill>
              <a:blip r:embed="rId11"/>
              <a:stretch>
                <a:fillRect/>
              </a:stretch>
            </p:blipFill>
            <p:spPr>
              <a:xfrm>
                <a:off x="8612361" y="4180518"/>
                <a:ext cx="27360" cy="18000"/>
              </a:xfrm>
              <a:prstGeom prst="rect">
                <a:avLst/>
              </a:prstGeom>
            </p:spPr>
          </p:pic>
        </mc:Fallback>
      </mc:AlternateContent>
      <p:grpSp>
        <p:nvGrpSpPr>
          <p:cNvPr id="580" name="Group 579">
            <a:extLst>
              <a:ext uri="{FF2B5EF4-FFF2-40B4-BE49-F238E27FC236}">
                <a16:creationId xmlns:a16="http://schemas.microsoft.com/office/drawing/2014/main" id="{34CA88C7-8B2D-461C-BF37-C51D42C13B15}"/>
              </a:ext>
            </a:extLst>
          </p:cNvPr>
          <p:cNvGrpSpPr/>
          <p:nvPr/>
        </p:nvGrpSpPr>
        <p:grpSpPr>
          <a:xfrm>
            <a:off x="344961" y="3965598"/>
            <a:ext cx="1334520" cy="1287720"/>
            <a:chOff x="344961" y="3965598"/>
            <a:chExt cx="1334520" cy="1287720"/>
          </a:xfrm>
        </p:grpSpPr>
        <mc:AlternateContent xmlns:mc="http://schemas.openxmlformats.org/markup-compatibility/2006">
          <mc:Choice xmlns:p14="http://schemas.microsoft.com/office/powerpoint/2010/main" Requires="p14">
            <p:contentPart p14:bwMode="auto" r:id="rId12">
              <p14:nvContentPartPr>
                <p14:cNvPr id="523" name="Ink 522">
                  <a:extLst>
                    <a:ext uri="{FF2B5EF4-FFF2-40B4-BE49-F238E27FC236}">
                      <a16:creationId xmlns:a16="http://schemas.microsoft.com/office/drawing/2014/main" id="{7E15AA13-FF8A-4230-8267-34B47CF09A4C}"/>
                    </a:ext>
                  </a:extLst>
                </p14:cNvPr>
                <p14:cNvContentPartPr/>
                <p14:nvPr/>
              </p14:nvContentPartPr>
              <p14:xfrm>
                <a:off x="344961" y="5201478"/>
                <a:ext cx="39240" cy="51840"/>
              </p14:xfrm>
            </p:contentPart>
          </mc:Choice>
          <mc:Fallback>
            <p:pic>
              <p:nvPicPr>
                <p:cNvPr id="523" name="Ink 522">
                  <a:extLst>
                    <a:ext uri="{FF2B5EF4-FFF2-40B4-BE49-F238E27FC236}">
                      <a16:creationId xmlns:a16="http://schemas.microsoft.com/office/drawing/2014/main" id="{7E15AA13-FF8A-4230-8267-34B47CF09A4C}"/>
                    </a:ext>
                  </a:extLst>
                </p:cNvPr>
                <p:cNvPicPr/>
                <p:nvPr/>
              </p:nvPicPr>
              <p:blipFill>
                <a:blip r:embed="rId13"/>
                <a:stretch>
                  <a:fillRect/>
                </a:stretch>
              </p:blipFill>
              <p:spPr>
                <a:xfrm>
                  <a:off x="335961" y="5192838"/>
                  <a:ext cx="5688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99" name="Ink 498">
                  <a:extLst>
                    <a:ext uri="{FF2B5EF4-FFF2-40B4-BE49-F238E27FC236}">
                      <a16:creationId xmlns:a16="http://schemas.microsoft.com/office/drawing/2014/main" id="{4C19E406-7DC1-4914-8368-D691998C1929}"/>
                    </a:ext>
                  </a:extLst>
                </p14:cNvPr>
                <p14:cNvContentPartPr/>
                <p14:nvPr/>
              </p14:nvContentPartPr>
              <p14:xfrm>
                <a:off x="522441" y="3993318"/>
                <a:ext cx="360" cy="360"/>
              </p14:xfrm>
            </p:contentPart>
          </mc:Choice>
          <mc:Fallback>
            <p:pic>
              <p:nvPicPr>
                <p:cNvPr id="499" name="Ink 498">
                  <a:extLst>
                    <a:ext uri="{FF2B5EF4-FFF2-40B4-BE49-F238E27FC236}">
                      <a16:creationId xmlns:a16="http://schemas.microsoft.com/office/drawing/2014/main" id="{4C19E406-7DC1-4914-8368-D691998C1929}"/>
                    </a:ext>
                  </a:extLst>
                </p:cNvPr>
                <p:cNvPicPr/>
                <p:nvPr/>
              </p:nvPicPr>
              <p:blipFill>
                <a:blip r:embed="rId15"/>
                <a:stretch>
                  <a:fillRect/>
                </a:stretch>
              </p:blipFill>
              <p:spPr>
                <a:xfrm>
                  <a:off x="513441" y="398431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00" name="Ink 499">
                  <a:extLst>
                    <a:ext uri="{FF2B5EF4-FFF2-40B4-BE49-F238E27FC236}">
                      <a16:creationId xmlns:a16="http://schemas.microsoft.com/office/drawing/2014/main" id="{7A6071AC-028E-40F6-AF6A-F0527F6100A1}"/>
                    </a:ext>
                  </a:extLst>
                </p14:cNvPr>
                <p14:cNvContentPartPr/>
                <p14:nvPr/>
              </p14:nvContentPartPr>
              <p14:xfrm>
                <a:off x="559521" y="4133358"/>
                <a:ext cx="360" cy="360"/>
              </p14:xfrm>
            </p:contentPart>
          </mc:Choice>
          <mc:Fallback>
            <p:pic>
              <p:nvPicPr>
                <p:cNvPr id="500" name="Ink 499">
                  <a:extLst>
                    <a:ext uri="{FF2B5EF4-FFF2-40B4-BE49-F238E27FC236}">
                      <a16:creationId xmlns:a16="http://schemas.microsoft.com/office/drawing/2014/main" id="{7A6071AC-028E-40F6-AF6A-F0527F6100A1}"/>
                    </a:ext>
                  </a:extLst>
                </p:cNvPr>
                <p:cNvPicPr/>
                <p:nvPr/>
              </p:nvPicPr>
              <p:blipFill>
                <a:blip r:embed="rId15"/>
                <a:stretch>
                  <a:fillRect/>
                </a:stretch>
              </p:blipFill>
              <p:spPr>
                <a:xfrm>
                  <a:off x="550881" y="412435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05" name="Ink 504">
                  <a:extLst>
                    <a:ext uri="{FF2B5EF4-FFF2-40B4-BE49-F238E27FC236}">
                      <a16:creationId xmlns:a16="http://schemas.microsoft.com/office/drawing/2014/main" id="{219F6D35-5B1D-4697-8C82-BE29C5F810E5}"/>
                    </a:ext>
                  </a:extLst>
                </p14:cNvPr>
                <p14:cNvContentPartPr/>
                <p14:nvPr/>
              </p14:nvContentPartPr>
              <p14:xfrm>
                <a:off x="466281" y="3965598"/>
                <a:ext cx="45720" cy="28080"/>
              </p14:xfrm>
            </p:contentPart>
          </mc:Choice>
          <mc:Fallback>
            <p:pic>
              <p:nvPicPr>
                <p:cNvPr id="505" name="Ink 504">
                  <a:extLst>
                    <a:ext uri="{FF2B5EF4-FFF2-40B4-BE49-F238E27FC236}">
                      <a16:creationId xmlns:a16="http://schemas.microsoft.com/office/drawing/2014/main" id="{219F6D35-5B1D-4697-8C82-BE29C5F810E5}"/>
                    </a:ext>
                  </a:extLst>
                </p:cNvPr>
                <p:cNvPicPr/>
                <p:nvPr/>
              </p:nvPicPr>
              <p:blipFill>
                <a:blip r:embed="rId18"/>
                <a:stretch>
                  <a:fillRect/>
                </a:stretch>
              </p:blipFill>
              <p:spPr>
                <a:xfrm>
                  <a:off x="457281" y="3956958"/>
                  <a:ext cx="633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06" name="Ink 505">
                  <a:extLst>
                    <a:ext uri="{FF2B5EF4-FFF2-40B4-BE49-F238E27FC236}">
                      <a16:creationId xmlns:a16="http://schemas.microsoft.com/office/drawing/2014/main" id="{43B75D17-C4FC-4ABC-9B6E-E920A6654DCD}"/>
                    </a:ext>
                  </a:extLst>
                </p14:cNvPr>
                <p14:cNvContentPartPr/>
                <p14:nvPr/>
              </p14:nvContentPartPr>
              <p14:xfrm>
                <a:off x="513081" y="4003398"/>
                <a:ext cx="29880" cy="27360"/>
              </p14:xfrm>
            </p:contentPart>
          </mc:Choice>
          <mc:Fallback>
            <p:pic>
              <p:nvPicPr>
                <p:cNvPr id="506" name="Ink 505">
                  <a:extLst>
                    <a:ext uri="{FF2B5EF4-FFF2-40B4-BE49-F238E27FC236}">
                      <a16:creationId xmlns:a16="http://schemas.microsoft.com/office/drawing/2014/main" id="{43B75D17-C4FC-4ABC-9B6E-E920A6654DCD}"/>
                    </a:ext>
                  </a:extLst>
                </p:cNvPr>
                <p:cNvPicPr/>
                <p:nvPr/>
              </p:nvPicPr>
              <p:blipFill>
                <a:blip r:embed="rId20"/>
                <a:stretch>
                  <a:fillRect/>
                </a:stretch>
              </p:blipFill>
              <p:spPr>
                <a:xfrm>
                  <a:off x="504441" y="3994758"/>
                  <a:ext cx="475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554" name="Ink 553">
                  <a:extLst>
                    <a:ext uri="{FF2B5EF4-FFF2-40B4-BE49-F238E27FC236}">
                      <a16:creationId xmlns:a16="http://schemas.microsoft.com/office/drawing/2014/main" id="{A1B7E671-044B-4B8D-8A86-9CB933B655C6}"/>
                    </a:ext>
                  </a:extLst>
                </p14:cNvPr>
                <p14:cNvContentPartPr/>
                <p14:nvPr/>
              </p14:nvContentPartPr>
              <p14:xfrm>
                <a:off x="1669761" y="4907718"/>
                <a:ext cx="9720" cy="360"/>
              </p14:xfrm>
            </p:contentPart>
          </mc:Choice>
          <mc:Fallback>
            <p:pic>
              <p:nvPicPr>
                <p:cNvPr id="554" name="Ink 553">
                  <a:extLst>
                    <a:ext uri="{FF2B5EF4-FFF2-40B4-BE49-F238E27FC236}">
                      <a16:creationId xmlns:a16="http://schemas.microsoft.com/office/drawing/2014/main" id="{A1B7E671-044B-4B8D-8A86-9CB933B655C6}"/>
                    </a:ext>
                  </a:extLst>
                </p:cNvPr>
                <p:cNvPicPr/>
                <p:nvPr/>
              </p:nvPicPr>
              <p:blipFill>
                <a:blip r:embed="rId22"/>
                <a:stretch>
                  <a:fillRect/>
                </a:stretch>
              </p:blipFill>
              <p:spPr>
                <a:xfrm>
                  <a:off x="1661121" y="4898718"/>
                  <a:ext cx="2736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609" name="Ink 608">
                <a:extLst>
                  <a:ext uri="{FF2B5EF4-FFF2-40B4-BE49-F238E27FC236}">
                    <a16:creationId xmlns:a16="http://schemas.microsoft.com/office/drawing/2014/main" id="{03A456E0-8BB9-48E6-8BB4-86C0C04BF4E3}"/>
                  </a:ext>
                </a:extLst>
              </p14:cNvPr>
              <p14:cNvContentPartPr/>
              <p14:nvPr/>
            </p14:nvContentPartPr>
            <p14:xfrm>
              <a:off x="3816081" y="3862638"/>
              <a:ext cx="9720" cy="360"/>
            </p14:xfrm>
          </p:contentPart>
        </mc:Choice>
        <mc:Fallback>
          <p:pic>
            <p:nvPicPr>
              <p:cNvPr id="609" name="Ink 608">
                <a:extLst>
                  <a:ext uri="{FF2B5EF4-FFF2-40B4-BE49-F238E27FC236}">
                    <a16:creationId xmlns:a16="http://schemas.microsoft.com/office/drawing/2014/main" id="{03A456E0-8BB9-48E6-8BB4-86C0C04BF4E3}"/>
                  </a:ext>
                </a:extLst>
              </p:cNvPr>
              <p:cNvPicPr/>
              <p:nvPr/>
            </p:nvPicPr>
            <p:blipFill>
              <a:blip r:embed="rId22"/>
              <a:stretch>
                <a:fillRect/>
              </a:stretch>
            </p:blipFill>
            <p:spPr>
              <a:xfrm>
                <a:off x="3807441" y="3853998"/>
                <a:ext cx="273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610" name="Ink 609">
                <a:extLst>
                  <a:ext uri="{FF2B5EF4-FFF2-40B4-BE49-F238E27FC236}">
                    <a16:creationId xmlns:a16="http://schemas.microsoft.com/office/drawing/2014/main" id="{C598C586-BBC9-4E20-B8C9-2DDE795F2861}"/>
                  </a:ext>
                </a:extLst>
              </p14:cNvPr>
              <p14:cNvContentPartPr/>
              <p14:nvPr/>
            </p14:nvContentPartPr>
            <p14:xfrm>
              <a:off x="3909321" y="3974598"/>
              <a:ext cx="6120" cy="9720"/>
            </p14:xfrm>
          </p:contentPart>
        </mc:Choice>
        <mc:Fallback>
          <p:pic>
            <p:nvPicPr>
              <p:cNvPr id="610" name="Ink 609">
                <a:extLst>
                  <a:ext uri="{FF2B5EF4-FFF2-40B4-BE49-F238E27FC236}">
                    <a16:creationId xmlns:a16="http://schemas.microsoft.com/office/drawing/2014/main" id="{C598C586-BBC9-4E20-B8C9-2DDE795F2861}"/>
                  </a:ext>
                </a:extLst>
              </p:cNvPr>
              <p:cNvPicPr/>
              <p:nvPr/>
            </p:nvPicPr>
            <p:blipFill>
              <a:blip r:embed="rId25"/>
              <a:stretch>
                <a:fillRect/>
              </a:stretch>
            </p:blipFill>
            <p:spPr>
              <a:xfrm>
                <a:off x="3900321" y="3965598"/>
                <a:ext cx="23760" cy="27360"/>
              </a:xfrm>
              <a:prstGeom prst="rect">
                <a:avLst/>
              </a:prstGeom>
            </p:spPr>
          </p:pic>
        </mc:Fallback>
      </mc:AlternateContent>
      <p:grpSp>
        <p:nvGrpSpPr>
          <p:cNvPr id="627" name="Group 626">
            <a:extLst>
              <a:ext uri="{FF2B5EF4-FFF2-40B4-BE49-F238E27FC236}">
                <a16:creationId xmlns:a16="http://schemas.microsoft.com/office/drawing/2014/main" id="{E267BE35-65C9-40D0-9555-03D89406F8F5}"/>
              </a:ext>
            </a:extLst>
          </p:cNvPr>
          <p:cNvGrpSpPr/>
          <p:nvPr/>
        </p:nvGrpSpPr>
        <p:grpSpPr>
          <a:xfrm>
            <a:off x="2136321" y="5765958"/>
            <a:ext cx="75240" cy="345600"/>
            <a:chOff x="2136321" y="5765958"/>
            <a:chExt cx="75240" cy="345600"/>
          </a:xfrm>
        </p:grpSpPr>
        <mc:AlternateContent xmlns:mc="http://schemas.openxmlformats.org/markup-compatibility/2006">
          <mc:Choice xmlns:p14="http://schemas.microsoft.com/office/powerpoint/2010/main" Requires="p14">
            <p:contentPart p14:bwMode="auto" r:id="rId26">
              <p14:nvContentPartPr>
                <p14:cNvPr id="616" name="Ink 615">
                  <a:extLst>
                    <a:ext uri="{FF2B5EF4-FFF2-40B4-BE49-F238E27FC236}">
                      <a16:creationId xmlns:a16="http://schemas.microsoft.com/office/drawing/2014/main" id="{894C0E03-6D25-4884-8515-0F85D8509547}"/>
                    </a:ext>
                  </a:extLst>
                </p14:cNvPr>
                <p14:cNvContentPartPr/>
                <p14:nvPr/>
              </p14:nvContentPartPr>
              <p14:xfrm>
                <a:off x="2136321" y="5765958"/>
                <a:ext cx="360" cy="360"/>
              </p14:xfrm>
            </p:contentPart>
          </mc:Choice>
          <mc:Fallback>
            <p:pic>
              <p:nvPicPr>
                <p:cNvPr id="616" name="Ink 615">
                  <a:extLst>
                    <a:ext uri="{FF2B5EF4-FFF2-40B4-BE49-F238E27FC236}">
                      <a16:creationId xmlns:a16="http://schemas.microsoft.com/office/drawing/2014/main" id="{894C0E03-6D25-4884-8515-0F85D8509547}"/>
                    </a:ext>
                  </a:extLst>
                </p:cNvPr>
                <p:cNvPicPr/>
                <p:nvPr/>
              </p:nvPicPr>
              <p:blipFill>
                <a:blip r:embed="rId15"/>
                <a:stretch>
                  <a:fillRect/>
                </a:stretch>
              </p:blipFill>
              <p:spPr>
                <a:xfrm>
                  <a:off x="2127681" y="575731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617" name="Ink 616">
                  <a:extLst>
                    <a:ext uri="{FF2B5EF4-FFF2-40B4-BE49-F238E27FC236}">
                      <a16:creationId xmlns:a16="http://schemas.microsoft.com/office/drawing/2014/main" id="{8B57C73F-B3B4-4172-8C9C-8094347BD587}"/>
                    </a:ext>
                  </a:extLst>
                </p14:cNvPr>
                <p14:cNvContentPartPr/>
                <p14:nvPr/>
              </p14:nvContentPartPr>
              <p14:xfrm>
                <a:off x="2164761" y="5924718"/>
                <a:ext cx="360" cy="360"/>
              </p14:xfrm>
            </p:contentPart>
          </mc:Choice>
          <mc:Fallback>
            <p:pic>
              <p:nvPicPr>
                <p:cNvPr id="617" name="Ink 616">
                  <a:extLst>
                    <a:ext uri="{FF2B5EF4-FFF2-40B4-BE49-F238E27FC236}">
                      <a16:creationId xmlns:a16="http://schemas.microsoft.com/office/drawing/2014/main" id="{8B57C73F-B3B4-4172-8C9C-8094347BD587}"/>
                    </a:ext>
                  </a:extLst>
                </p:cNvPr>
                <p:cNvPicPr/>
                <p:nvPr/>
              </p:nvPicPr>
              <p:blipFill>
                <a:blip r:embed="rId15"/>
                <a:stretch>
                  <a:fillRect/>
                </a:stretch>
              </p:blipFill>
              <p:spPr>
                <a:xfrm>
                  <a:off x="2155761" y="591607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22" name="Ink 621">
                  <a:extLst>
                    <a:ext uri="{FF2B5EF4-FFF2-40B4-BE49-F238E27FC236}">
                      <a16:creationId xmlns:a16="http://schemas.microsoft.com/office/drawing/2014/main" id="{68B93D49-5933-476F-954A-A9F72287F35E}"/>
                    </a:ext>
                  </a:extLst>
                </p14:cNvPr>
                <p14:cNvContentPartPr/>
                <p14:nvPr/>
              </p14:nvContentPartPr>
              <p14:xfrm>
                <a:off x="2211201" y="6111198"/>
                <a:ext cx="360" cy="360"/>
              </p14:xfrm>
            </p:contentPart>
          </mc:Choice>
          <mc:Fallback>
            <p:pic>
              <p:nvPicPr>
                <p:cNvPr id="622" name="Ink 621">
                  <a:extLst>
                    <a:ext uri="{FF2B5EF4-FFF2-40B4-BE49-F238E27FC236}">
                      <a16:creationId xmlns:a16="http://schemas.microsoft.com/office/drawing/2014/main" id="{68B93D49-5933-476F-954A-A9F72287F35E}"/>
                    </a:ext>
                  </a:extLst>
                </p:cNvPr>
                <p:cNvPicPr/>
                <p:nvPr/>
              </p:nvPicPr>
              <p:blipFill>
                <a:blip r:embed="rId15"/>
                <a:stretch>
                  <a:fillRect/>
                </a:stretch>
              </p:blipFill>
              <p:spPr>
                <a:xfrm>
                  <a:off x="2202201" y="6102558"/>
                  <a:ext cx="180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
            <p14:nvContentPartPr>
              <p14:cNvPr id="481" name="Ink 480">
                <a:extLst>
                  <a:ext uri="{FF2B5EF4-FFF2-40B4-BE49-F238E27FC236}">
                    <a16:creationId xmlns:a16="http://schemas.microsoft.com/office/drawing/2014/main" id="{A2AB3370-403E-42AB-B390-4988D3A48491}"/>
                  </a:ext>
                </a:extLst>
              </p14:cNvPr>
              <p14:cNvContentPartPr/>
              <p14:nvPr/>
            </p14:nvContentPartPr>
            <p14:xfrm>
              <a:off x="5318361" y="1940598"/>
              <a:ext cx="360" cy="1800"/>
            </p14:xfrm>
          </p:contentPart>
        </mc:Choice>
        <mc:Fallback>
          <p:pic>
            <p:nvPicPr>
              <p:cNvPr id="481" name="Ink 480">
                <a:extLst>
                  <a:ext uri="{FF2B5EF4-FFF2-40B4-BE49-F238E27FC236}">
                    <a16:creationId xmlns:a16="http://schemas.microsoft.com/office/drawing/2014/main" id="{A2AB3370-403E-42AB-B390-4988D3A48491}"/>
                  </a:ext>
                </a:extLst>
              </p:cNvPr>
              <p:cNvPicPr/>
              <p:nvPr/>
            </p:nvPicPr>
            <p:blipFill>
              <a:blip r:embed="rId15"/>
              <a:stretch>
                <a:fillRect/>
              </a:stretch>
            </p:blipFill>
            <p:spPr>
              <a:xfrm>
                <a:off x="5309721" y="193159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73" name="Ink 672">
                <a:extLst>
                  <a:ext uri="{FF2B5EF4-FFF2-40B4-BE49-F238E27FC236}">
                    <a16:creationId xmlns:a16="http://schemas.microsoft.com/office/drawing/2014/main" id="{51A0ED74-94AD-480E-8991-F382CD5C0716}"/>
                  </a:ext>
                </a:extLst>
              </p14:cNvPr>
              <p14:cNvContentPartPr/>
              <p14:nvPr/>
            </p14:nvContentPartPr>
            <p14:xfrm>
              <a:off x="5309001" y="3909438"/>
              <a:ext cx="360" cy="360"/>
            </p14:xfrm>
          </p:contentPart>
        </mc:Choice>
        <mc:Fallback>
          <p:pic>
            <p:nvPicPr>
              <p:cNvPr id="673" name="Ink 672">
                <a:extLst>
                  <a:ext uri="{FF2B5EF4-FFF2-40B4-BE49-F238E27FC236}">
                    <a16:creationId xmlns:a16="http://schemas.microsoft.com/office/drawing/2014/main" id="{51A0ED74-94AD-480E-8991-F382CD5C0716}"/>
                  </a:ext>
                </a:extLst>
              </p:cNvPr>
              <p:cNvPicPr/>
              <p:nvPr/>
            </p:nvPicPr>
            <p:blipFill>
              <a:blip r:embed="rId15"/>
              <a:stretch>
                <a:fillRect/>
              </a:stretch>
            </p:blipFill>
            <p:spPr>
              <a:xfrm>
                <a:off x="5300001" y="390043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678" name="Ink 677">
                <a:extLst>
                  <a:ext uri="{FF2B5EF4-FFF2-40B4-BE49-F238E27FC236}">
                    <a16:creationId xmlns:a16="http://schemas.microsoft.com/office/drawing/2014/main" id="{6F5BEA09-FCB4-47AF-8AFA-A570CC3C5DA9}"/>
                  </a:ext>
                </a:extLst>
              </p14:cNvPr>
              <p14:cNvContentPartPr/>
              <p14:nvPr/>
            </p14:nvContentPartPr>
            <p14:xfrm>
              <a:off x="5430321" y="4058478"/>
              <a:ext cx="360" cy="1800"/>
            </p14:xfrm>
          </p:contentPart>
        </mc:Choice>
        <mc:Fallback>
          <p:pic>
            <p:nvPicPr>
              <p:cNvPr id="678" name="Ink 677">
                <a:extLst>
                  <a:ext uri="{FF2B5EF4-FFF2-40B4-BE49-F238E27FC236}">
                    <a16:creationId xmlns:a16="http://schemas.microsoft.com/office/drawing/2014/main" id="{6F5BEA09-FCB4-47AF-8AFA-A570CC3C5DA9}"/>
                  </a:ext>
                </a:extLst>
              </p:cNvPr>
              <p:cNvPicPr/>
              <p:nvPr/>
            </p:nvPicPr>
            <p:blipFill>
              <a:blip r:embed="rId15"/>
              <a:stretch>
                <a:fillRect/>
              </a:stretch>
            </p:blipFill>
            <p:spPr>
              <a:xfrm>
                <a:off x="5421321" y="4049838"/>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90" name="Ink 689">
                <a:extLst>
                  <a:ext uri="{FF2B5EF4-FFF2-40B4-BE49-F238E27FC236}">
                    <a16:creationId xmlns:a16="http://schemas.microsoft.com/office/drawing/2014/main" id="{F034B165-213C-4E62-A74A-9A04F1107F88}"/>
                  </a:ext>
                </a:extLst>
              </p14:cNvPr>
              <p14:cNvContentPartPr/>
              <p14:nvPr/>
            </p14:nvContentPartPr>
            <p14:xfrm>
              <a:off x="4898241" y="5112918"/>
              <a:ext cx="360" cy="360"/>
            </p14:xfrm>
          </p:contentPart>
        </mc:Choice>
        <mc:Fallback>
          <p:pic>
            <p:nvPicPr>
              <p:cNvPr id="690" name="Ink 689">
                <a:extLst>
                  <a:ext uri="{FF2B5EF4-FFF2-40B4-BE49-F238E27FC236}">
                    <a16:creationId xmlns:a16="http://schemas.microsoft.com/office/drawing/2014/main" id="{F034B165-213C-4E62-A74A-9A04F1107F88}"/>
                  </a:ext>
                </a:extLst>
              </p:cNvPr>
              <p:cNvPicPr/>
              <p:nvPr/>
            </p:nvPicPr>
            <p:blipFill>
              <a:blip r:embed="rId15"/>
              <a:stretch>
                <a:fillRect/>
              </a:stretch>
            </p:blipFill>
            <p:spPr>
              <a:xfrm>
                <a:off x="4889601" y="5104278"/>
                <a:ext cx="18000" cy="18000"/>
              </a:xfrm>
              <a:prstGeom prst="rect">
                <a:avLst/>
              </a:prstGeom>
            </p:spPr>
          </p:pic>
        </mc:Fallback>
      </mc:AlternateContent>
    </p:spTree>
    <p:extLst>
      <p:ext uri="{BB962C8B-B14F-4D97-AF65-F5344CB8AC3E}">
        <p14:creationId xmlns:p14="http://schemas.microsoft.com/office/powerpoint/2010/main" val="3607645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B070-8575-BB24-5FE1-ECF3185669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28F741-1B52-990C-C003-395C5C0A87F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Alpha-Beta Pruning</a:t>
            </a:r>
            <a:r>
              <a:rPr lang="en-US" sz="3600" b="0">
                <a:solidFill>
                  <a:schemeClr val="accent1"/>
                </a:solidFill>
                <a:ea typeface="CMU Serif" panose="02000603000000000000" pitchFamily="2" charset="0"/>
                <a:cs typeface="CMU Serif" panose="02000603000000000000" pitchFamily="2" charset="0"/>
              </a:rPr>
              <a:t>: Practice</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pic>
        <p:nvPicPr>
          <p:cNvPr id="3" name="Picture 2">
            <a:extLst>
              <a:ext uri="{FF2B5EF4-FFF2-40B4-BE49-F238E27FC236}">
                <a16:creationId xmlns:a16="http://schemas.microsoft.com/office/drawing/2014/main" id="{B0D9DF50-CA8B-364A-5F61-15363DE4A2A5}"/>
              </a:ext>
            </a:extLst>
          </p:cNvPr>
          <p:cNvPicPr>
            <a:picLocks noChangeAspect="1"/>
          </p:cNvPicPr>
          <p:nvPr/>
        </p:nvPicPr>
        <p:blipFill>
          <a:blip r:embed="rId2"/>
          <a:stretch>
            <a:fillRect/>
          </a:stretch>
        </p:blipFill>
        <p:spPr>
          <a:xfrm>
            <a:off x="-2" y="2003136"/>
            <a:ext cx="9144000" cy="4854864"/>
          </a:xfrm>
          <a:prstGeom prst="rect">
            <a:avLst/>
          </a:prstGeom>
        </p:spPr>
      </p:pic>
      <p:sp>
        <p:nvSpPr>
          <p:cNvPr id="5" name="TextBox 4">
            <a:extLst>
              <a:ext uri="{FF2B5EF4-FFF2-40B4-BE49-F238E27FC236}">
                <a16:creationId xmlns:a16="http://schemas.microsoft.com/office/drawing/2014/main" id="{69F4A085-9465-13B3-79DA-FBED61590ED6}"/>
              </a:ext>
            </a:extLst>
          </p:cNvPr>
          <p:cNvSpPr txBox="1"/>
          <p:nvPr/>
        </p:nvSpPr>
        <p:spPr>
          <a:xfrm>
            <a:off x="1989665" y="1403447"/>
            <a:ext cx="5164667" cy="400110"/>
          </a:xfrm>
          <a:prstGeom prst="rect">
            <a:avLst/>
          </a:prstGeom>
          <a:noFill/>
        </p:spPr>
        <p:txBody>
          <a:bodyPr wrap="square">
            <a:spAutoFit/>
          </a:bodyPr>
          <a:lstStyle/>
          <a:p>
            <a:pPr algn="ctr"/>
            <a:r>
              <a:rPr lang="en-US" sz="2000" u="sng" dirty="0">
                <a:solidFill>
                  <a:srgbClr val="00B0F0"/>
                </a:solidFill>
                <a:latin typeface="+mj-lt"/>
              </a:rPr>
              <a:t>https://pascscha.ch/info2/abTreePractice/</a:t>
            </a:r>
          </a:p>
        </p:txBody>
      </p:sp>
    </p:spTree>
    <p:extLst>
      <p:ext uri="{BB962C8B-B14F-4D97-AF65-F5344CB8AC3E}">
        <p14:creationId xmlns:p14="http://schemas.microsoft.com/office/powerpoint/2010/main" val="26559390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82E523-5EE5-EFE1-E3D8-AE9D7A3918F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Evaluating Alpha-Beta Algorithm</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D407E43-725B-636C-A7BA-F0F406F4D31F}"/>
                  </a:ext>
                </a:extLst>
              </p:cNvPr>
              <p:cNvSpPr txBox="1"/>
              <p:nvPr/>
            </p:nvSpPr>
            <p:spPr>
              <a:xfrm>
                <a:off x="452965" y="1693700"/>
                <a:ext cx="8238067" cy="4325928"/>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Wingdings" panose="05000000000000000000" pitchFamily="2" charset="2"/>
                  <a:buChar char="Ø"/>
                </a:pPr>
                <a:r>
                  <a:rPr lang="en-US" sz="2000" dirty="0">
                    <a:latin typeface="+mj-lt"/>
                    <a:ea typeface="CMU Serif" panose="02000603000000000000" pitchFamily="2" charset="0"/>
                    <a:cs typeface="CMU Serif" panose="02000603000000000000" pitchFamily="2" charset="0"/>
                  </a:rPr>
                  <a:t>Alpha-Beta is guaranteed to compute the same value for the root node as computed by Minimax.</a:t>
                </a:r>
              </a:p>
              <a:p>
                <a:pPr marL="342900" indent="-342900" algn="just">
                  <a:spcAft>
                    <a:spcPts val="1200"/>
                  </a:spcAft>
                  <a:buClr>
                    <a:schemeClr val="accent1"/>
                  </a:buClr>
                  <a:buFont typeface="Wingdings" panose="05000000000000000000" pitchFamily="2" charset="2"/>
                  <a:buChar char="Ø"/>
                </a:pPr>
                <a:r>
                  <a:rPr lang="en-US" sz="2000" dirty="0">
                    <a:latin typeface="+mj-lt"/>
                    <a:ea typeface="CMU Serif" panose="02000603000000000000" pitchFamily="2" charset="0"/>
                    <a:cs typeface="CMU Serif" panose="02000603000000000000" pitchFamily="2" charset="0"/>
                  </a:rPr>
                  <a:t>Worst case:  NO pruning, examining O(</a:t>
                </a:r>
                <a14:m>
                  <m:oMath xmlns:m="http://schemas.openxmlformats.org/officeDocument/2006/math">
                    <m:sSup>
                      <m:sSupPr>
                        <m:ctrlPr>
                          <a:rPr lang="en-US" sz="200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𝑑</m:t>
                        </m:r>
                      </m:sup>
                    </m:sSup>
                  </m:oMath>
                </a14:m>
                <a:r>
                  <a:rPr lang="en-US" sz="2000" dirty="0">
                    <a:latin typeface="+mj-lt"/>
                    <a:ea typeface="CMU Serif" panose="02000603000000000000" pitchFamily="2" charset="0"/>
                    <a:cs typeface="CMU Serif" panose="02000603000000000000" pitchFamily="2" charset="0"/>
                  </a:rPr>
                  <a:t>) leaf nodes, where each node has b children, and a d-ply search is performed. </a:t>
                </a:r>
              </a:p>
              <a:p>
                <a:pPr marL="342900" indent="-342900" algn="just">
                  <a:spcAft>
                    <a:spcPts val="1200"/>
                  </a:spcAft>
                  <a:buClr>
                    <a:schemeClr val="accent1"/>
                  </a:buClr>
                  <a:buFont typeface="Wingdings" panose="05000000000000000000" pitchFamily="2" charset="2"/>
                  <a:buChar char="Ø"/>
                </a:pPr>
                <a:r>
                  <a:rPr lang="en-US" sz="2000" dirty="0">
                    <a:latin typeface="+mj-lt"/>
                    <a:ea typeface="CMU Serif" panose="02000603000000000000" pitchFamily="2" charset="0"/>
                    <a:cs typeface="CMU Serif" panose="02000603000000000000" pitchFamily="2" charset="0"/>
                  </a:rPr>
                  <a:t>Best case: Examine only O(</a:t>
                </a:r>
                <a14:m>
                  <m:oMath xmlns:m="http://schemas.openxmlformats.org/officeDocument/2006/math">
                    <m:sSup>
                      <m:sSupPr>
                        <m:ctrlPr>
                          <a:rPr lang="en-US" sz="2000" i="1">
                            <a:latin typeface="Cambria Math" panose="02040503050406030204" pitchFamily="18" charset="0"/>
                            <a:ea typeface="CMU Serif" panose="02000603000000000000" pitchFamily="2" charset="0"/>
                            <a:cs typeface="CMU Serif" panose="02000603000000000000" pitchFamily="2" charset="0"/>
                          </a:rPr>
                        </m:ctrlPr>
                      </m:sSupPr>
                      <m:e>
                        <m:r>
                          <a:rPr lang="en-US" sz="2000" i="1">
                            <a:latin typeface="Cambria Math" panose="02040503050406030204" pitchFamily="18" charset="0"/>
                            <a:ea typeface="CMU Serif" panose="02000603000000000000" pitchFamily="2" charset="0"/>
                            <a:cs typeface="CMU Serif" panose="02000603000000000000" pitchFamily="2" charset="0"/>
                          </a:rPr>
                          <m:t>𝑏</m:t>
                        </m:r>
                      </m:e>
                      <m:sup>
                        <m:r>
                          <a:rPr lang="en-US" sz="2000" i="1">
                            <a:latin typeface="Cambria Math" panose="02040503050406030204" pitchFamily="18" charset="0"/>
                            <a:ea typeface="CMU Serif" panose="02000603000000000000" pitchFamily="2" charset="0"/>
                            <a:cs typeface="CMU Serif" panose="02000603000000000000" pitchFamily="2" charset="0"/>
                          </a:rPr>
                          <m:t>𝑑</m:t>
                        </m:r>
                        <m:r>
                          <a:rPr lang="en-US" sz="2000" b="0" i="1" smtClean="0">
                            <a:latin typeface="Cambria Math" panose="02040503050406030204" pitchFamily="18" charset="0"/>
                            <a:ea typeface="CMU Serif" panose="02000603000000000000" pitchFamily="2" charset="0"/>
                            <a:cs typeface="CMU Serif" panose="02000603000000000000" pitchFamily="2" charset="0"/>
                          </a:rPr>
                          <m:t>/2</m:t>
                        </m:r>
                      </m:sup>
                    </m:sSup>
                  </m:oMath>
                </a14:m>
                <a:r>
                  <a:rPr lang="en-US" sz="2000" dirty="0">
                    <a:latin typeface="+mj-lt"/>
                    <a:ea typeface="CMU Serif" panose="02000603000000000000" pitchFamily="2" charset="0"/>
                    <a:cs typeface="CMU Serif" panose="02000603000000000000" pitchFamily="2" charset="0"/>
                  </a:rPr>
                  <a:t>) leaf nodes. You can search twice as deep as Minimax! Or the branch factor is </a:t>
                </a:r>
                <a14:m>
                  <m:oMath xmlns:m="http://schemas.openxmlformats.org/officeDocument/2006/math">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1/2</m:t>
                        </m:r>
                      </m:sup>
                    </m:sSup>
                  </m:oMath>
                </a14:m>
                <a:r>
                  <a:rPr lang="en-US" sz="2000" dirty="0">
                    <a:latin typeface="+mj-lt"/>
                    <a:ea typeface="CMU Serif" panose="02000603000000000000" pitchFamily="2" charset="0"/>
                    <a:cs typeface="CMU Serif" panose="02000603000000000000" pitchFamily="2" charset="0"/>
                  </a:rPr>
                  <a:t> rather than b.</a:t>
                </a:r>
              </a:p>
              <a:p>
                <a:pPr marL="342900" indent="-342900" algn="just">
                  <a:spcAft>
                    <a:spcPts val="1200"/>
                  </a:spcAft>
                  <a:buClr>
                    <a:schemeClr val="accent1"/>
                  </a:buClr>
                  <a:buFont typeface="Wingdings" panose="05000000000000000000" pitchFamily="2" charset="2"/>
                  <a:buChar char="Ø"/>
                </a:pPr>
                <a:r>
                  <a:rPr lang="en-US" sz="2000" dirty="0">
                    <a:latin typeface="+mj-lt"/>
                    <a:ea typeface="CMU Serif" panose="02000603000000000000" pitchFamily="2" charset="0"/>
                    <a:cs typeface="CMU Serif" panose="02000603000000000000" pitchFamily="2" charset="0"/>
                  </a:rPr>
                  <a:t>Best case is when each player's best move is the leftmost alternative, i.e., at MAX nodes the child with the largest value generated first, and at MIN nodes the child with the smallest value generated first.  </a:t>
                </a:r>
              </a:p>
              <a:p>
                <a:pPr marL="342900" indent="-342900" algn="just">
                  <a:spcAft>
                    <a:spcPts val="1200"/>
                  </a:spcAft>
                  <a:buClr>
                    <a:schemeClr val="accent1"/>
                  </a:buClr>
                  <a:buFont typeface="Wingdings" panose="05000000000000000000" pitchFamily="2" charset="2"/>
                  <a:buChar char="Ø"/>
                </a:pPr>
                <a:r>
                  <a:rPr lang="en-US" sz="2000" dirty="0">
                    <a:solidFill>
                      <a:schemeClr val="accent1"/>
                    </a:solidFill>
                    <a:latin typeface="+mj-lt"/>
                    <a:ea typeface="CMU Serif" panose="02000603000000000000" pitchFamily="2" charset="0"/>
                    <a:cs typeface="CMU Serif" panose="02000603000000000000" pitchFamily="2" charset="0"/>
                  </a:rPr>
                  <a:t>In Deep Blue, they found empirically that Alpha-Beta pruning meant that the average branching factor at each node was about 6 instead of about 35-40. </a:t>
                </a:r>
              </a:p>
            </p:txBody>
          </p:sp>
        </mc:Choice>
        <mc:Fallback xmlns="">
          <p:sp>
            <p:nvSpPr>
              <p:cNvPr id="3" name="TextBox 2">
                <a:extLst>
                  <a:ext uri="{FF2B5EF4-FFF2-40B4-BE49-F238E27FC236}">
                    <a16:creationId xmlns:a16="http://schemas.microsoft.com/office/drawing/2014/main" id="{9D407E43-725B-636C-A7BA-F0F406F4D31F}"/>
                  </a:ext>
                </a:extLst>
              </p:cNvPr>
              <p:cNvSpPr txBox="1">
                <a:spLocks noRot="1" noChangeAspect="1" noMove="1" noResize="1" noEditPoints="1" noAdjustHandles="1" noChangeArrowheads="1" noChangeShapeType="1" noTextEdit="1"/>
              </p:cNvSpPr>
              <p:nvPr/>
            </p:nvSpPr>
            <p:spPr>
              <a:xfrm>
                <a:off x="452965" y="1693700"/>
                <a:ext cx="8238067" cy="4325928"/>
              </a:xfrm>
              <a:prstGeom prst="rect">
                <a:avLst/>
              </a:prstGeom>
              <a:blipFill>
                <a:blip r:embed="rId2"/>
                <a:stretch>
                  <a:fillRect l="-1775" t="-1693" r="-1849" b="-3385"/>
                </a:stretch>
              </a:blipFill>
            </p:spPr>
            <p:txBody>
              <a:bodyPr/>
              <a:lstStyle/>
              <a:p>
                <a:r>
                  <a:rPr 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3893A3-3AD6-8127-0FDE-FC5A2B091AA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Evaluation Functions </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
        <p:nvSpPr>
          <p:cNvPr id="3" name="TextBox 2">
            <a:extLst>
              <a:ext uri="{FF2B5EF4-FFF2-40B4-BE49-F238E27FC236}">
                <a16:creationId xmlns:a16="http://schemas.microsoft.com/office/drawing/2014/main" id="{00C0AD87-BDDF-EBD0-0F23-517F4D2603DC}"/>
              </a:ext>
            </a:extLst>
          </p:cNvPr>
          <p:cNvSpPr txBox="1"/>
          <p:nvPr/>
        </p:nvSpPr>
        <p:spPr>
          <a:xfrm>
            <a:off x="452966" y="1976138"/>
            <a:ext cx="8238067" cy="3693319"/>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Evaluation function: </a:t>
            </a:r>
          </a:p>
          <a:p>
            <a:pPr marL="800100" lvl="1" indent="-342900">
              <a:spcAft>
                <a:spcPts val="12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Performed at search cutoff point</a:t>
            </a:r>
          </a:p>
          <a:p>
            <a:pPr marL="800100" lvl="1" indent="-342900">
              <a:spcAft>
                <a:spcPts val="12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Must have same terminal/goal states as utility function</a:t>
            </a:r>
          </a:p>
          <a:p>
            <a:pPr marL="800100" lvl="1" indent="-342900">
              <a:spcAft>
                <a:spcPts val="12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Tradeoff between accuracy and time → reasonable complexity</a:t>
            </a:r>
          </a:p>
          <a:p>
            <a:pPr marL="800100" lvl="1" indent="-342900">
              <a:spcAft>
                <a:spcPts val="1200"/>
              </a:spcAft>
              <a:buClr>
                <a:schemeClr val="accent1"/>
              </a:buClr>
              <a:buFont typeface="Courier New" panose="02070309020205020404" pitchFamily="49" charset="0"/>
              <a:buChar char="o"/>
            </a:pPr>
            <a:r>
              <a:rPr lang="en-US" sz="2000" dirty="0">
                <a:latin typeface="+mj-lt"/>
                <a:ea typeface="CMU Serif" panose="02000603000000000000" pitchFamily="2" charset="0"/>
                <a:cs typeface="CMU Serif" panose="02000603000000000000" pitchFamily="2" charset="0"/>
              </a:rPr>
              <a:t>Accurate</a:t>
            </a:r>
          </a:p>
          <a:p>
            <a:pPr marL="1257300" lvl="2" indent="-342900">
              <a:spcAft>
                <a:spcPts val="1200"/>
              </a:spcAft>
              <a:buClr>
                <a:schemeClr val="accent1"/>
              </a:buClr>
              <a:buFont typeface="Wingdings" panose="05000000000000000000" pitchFamily="2" charset="2"/>
              <a:buChar char="ü"/>
            </a:pPr>
            <a:r>
              <a:rPr lang="en-US" sz="2000" dirty="0">
                <a:latin typeface="+mj-lt"/>
                <a:ea typeface="CMU Serif" panose="02000603000000000000" pitchFamily="2" charset="0"/>
                <a:cs typeface="CMU Serif" panose="02000603000000000000" pitchFamily="2" charset="0"/>
              </a:rPr>
              <a:t>Performance of game-playing system dependent on accuracy/goodness of evaluation</a:t>
            </a:r>
          </a:p>
          <a:p>
            <a:pPr marL="1257300" lvl="2" indent="-342900">
              <a:spcAft>
                <a:spcPts val="1200"/>
              </a:spcAft>
              <a:buClr>
                <a:schemeClr val="accent1"/>
              </a:buClr>
              <a:buFont typeface="Wingdings" panose="05000000000000000000" pitchFamily="2" charset="2"/>
              <a:buChar char="ü"/>
            </a:pPr>
            <a:r>
              <a:rPr lang="en-US" sz="2000" dirty="0">
                <a:latin typeface="+mj-lt"/>
                <a:ea typeface="CMU Serif" panose="02000603000000000000" pitchFamily="2" charset="0"/>
                <a:cs typeface="CMU Serif" panose="02000603000000000000" pitchFamily="2" charset="0"/>
              </a:rPr>
              <a:t>Evaluation of nonterminal states strongly correlated with actual chances of winning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09C34-E2E9-72F8-9C90-765FBACEF6C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b="0" dirty="0">
                <a:solidFill>
                  <a:schemeClr val="accent1"/>
                </a:solidFill>
                <a:ea typeface="CMU Serif" panose="02000603000000000000" pitchFamily="2" charset="0"/>
                <a:cs typeface="CMU Serif" panose="02000603000000000000" pitchFamily="2" charset="0"/>
              </a:rPr>
              <a:t>Evaluation Functions </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
        <p:nvSpPr>
          <p:cNvPr id="3" name="TextBox 2">
            <a:extLst>
              <a:ext uri="{FF2B5EF4-FFF2-40B4-BE49-F238E27FC236}">
                <a16:creationId xmlns:a16="http://schemas.microsoft.com/office/drawing/2014/main" id="{35A46F25-8CA3-D83F-52F2-A4D88E101655}"/>
              </a:ext>
            </a:extLst>
          </p:cNvPr>
          <p:cNvSpPr txBox="1"/>
          <p:nvPr/>
        </p:nvSpPr>
        <p:spPr>
          <a:xfrm>
            <a:off x="452963" y="3751837"/>
            <a:ext cx="8238067" cy="2616101"/>
          </a:xfrm>
          <a:prstGeom prst="rect">
            <a:avLst/>
          </a:prstGeom>
          <a:noFill/>
        </p:spPr>
        <p:txBody>
          <a:bodyPr wrap="square" lIns="0" tIns="0" rIns="0" bIns="0" rtlCol="0" anchor="ctr">
            <a:spAutoFit/>
          </a:bodyPr>
          <a:lstStyle/>
          <a:p>
            <a:pPr>
              <a:spcAft>
                <a:spcPts val="1200"/>
              </a:spcAft>
              <a:buClr>
                <a:schemeClr val="accent1"/>
              </a:buClr>
            </a:pPr>
            <a:r>
              <a:rPr lang="en-US" sz="2000" dirty="0">
                <a:latin typeface="+mj-lt"/>
                <a:ea typeface="CMU Serif" panose="02000603000000000000" pitchFamily="2" charset="0"/>
                <a:cs typeface="CMU Serif" panose="02000603000000000000" pitchFamily="2" charset="0"/>
              </a:rPr>
              <a:t>Key challenge – find a good  evaluation function:</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Isolated pawns are bad.</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How well protected is your king?</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How much maneuverability to you have?</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Do you control the center of the board?</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Strategies change as the game proceeds</a:t>
            </a:r>
          </a:p>
        </p:txBody>
      </p:sp>
      <p:sp>
        <p:nvSpPr>
          <p:cNvPr id="4" name="TextBox 3">
            <a:extLst>
              <a:ext uri="{FF2B5EF4-FFF2-40B4-BE49-F238E27FC236}">
                <a16:creationId xmlns:a16="http://schemas.microsoft.com/office/drawing/2014/main" id="{2C61ED6A-4B12-D124-6CEC-6B8F60C3B74B}"/>
              </a:ext>
            </a:extLst>
          </p:cNvPr>
          <p:cNvSpPr txBox="1"/>
          <p:nvPr/>
        </p:nvSpPr>
        <p:spPr>
          <a:xfrm>
            <a:off x="452963" y="1631467"/>
            <a:ext cx="8238067" cy="1692771"/>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For chess, typically linear weighted sum of features. </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Eval(s) = w1 f1(s) + w2 f2(s) + … + </a:t>
            </a:r>
            <a:r>
              <a:rPr lang="en-US" sz="2000" dirty="0" err="1">
                <a:latin typeface="+mj-lt"/>
                <a:ea typeface="CMU Serif" panose="02000603000000000000" pitchFamily="2" charset="0"/>
                <a:cs typeface="CMU Serif" panose="02000603000000000000" pitchFamily="2" charset="0"/>
              </a:rPr>
              <a:t>wn</a:t>
            </a:r>
            <a:r>
              <a:rPr lang="en-US" sz="2000" dirty="0">
                <a:latin typeface="+mj-lt"/>
                <a:ea typeface="CMU Serif" panose="02000603000000000000" pitchFamily="2" charset="0"/>
                <a:cs typeface="CMU Serif" panose="02000603000000000000" pitchFamily="2" charset="0"/>
              </a:rPr>
              <a:t> </a:t>
            </a:r>
            <a:r>
              <a:rPr lang="en-US" sz="2000" dirty="0" err="1">
                <a:latin typeface="+mj-lt"/>
                <a:ea typeface="CMU Serif" panose="02000603000000000000" pitchFamily="2" charset="0"/>
                <a:cs typeface="CMU Serif" panose="02000603000000000000" pitchFamily="2" charset="0"/>
              </a:rPr>
              <a:t>fn</a:t>
            </a:r>
            <a:r>
              <a:rPr lang="en-US" sz="2000" dirty="0">
                <a:latin typeface="+mj-lt"/>
                <a:ea typeface="CMU Serif" panose="02000603000000000000" pitchFamily="2" charset="0"/>
                <a:cs typeface="CMU Serif" panose="02000603000000000000" pitchFamily="2" charset="0"/>
              </a:rPr>
              <a:t>(s)</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e.g., w1 = 9 with </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f1(s) = (number of white queens) – (number of black queens), etc.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A5B9-40DB-7F75-1FCC-4E183DA6A6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82BAA3-8E74-C6ED-A688-225B302C7BF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Reading</a:t>
            </a:r>
          </a:p>
        </p:txBody>
      </p:sp>
      <p:sp>
        <p:nvSpPr>
          <p:cNvPr id="2" name="TextBox 1">
            <a:extLst>
              <a:ext uri="{FF2B5EF4-FFF2-40B4-BE49-F238E27FC236}">
                <a16:creationId xmlns:a16="http://schemas.microsoft.com/office/drawing/2014/main" id="{FA1B1903-AA79-E8EA-EF2F-D7EBBBDC6857}"/>
              </a:ext>
            </a:extLst>
          </p:cNvPr>
          <p:cNvSpPr txBox="1"/>
          <p:nvPr/>
        </p:nvSpPr>
        <p:spPr>
          <a:xfrm>
            <a:off x="452966" y="2677868"/>
            <a:ext cx="8238067" cy="369332"/>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Chapter 06 of the textbook</a:t>
            </a:r>
          </a:p>
        </p:txBody>
      </p:sp>
    </p:spTree>
    <p:extLst>
      <p:ext uri="{BB962C8B-B14F-4D97-AF65-F5344CB8AC3E}">
        <p14:creationId xmlns:p14="http://schemas.microsoft.com/office/powerpoint/2010/main" val="2076096344"/>
      </p:ext>
    </p:extLst>
  </p:cSld>
  <p:clrMapOvr>
    <a:masterClrMapping/>
  </p:clrMapOvr>
</p:sld>
</file>

<file path=ppt/theme/theme1.xml><?xml version="1.0" encoding="utf-8"?>
<a:theme xmlns:a="http://schemas.openxmlformats.org/drawingml/2006/main" name="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MU">
      <a:majorFont>
        <a:latin typeface="CMU Serif"/>
        <a:ea typeface=""/>
        <a:cs typeface=""/>
      </a:majorFont>
      <a:minorFont>
        <a:latin typeface="CMU Serif"/>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2943</TotalTime>
  <Words>2236</Words>
  <Application>Microsoft Office PowerPoint</Application>
  <PresentationFormat>On-screen Show (4:3)</PresentationFormat>
  <Paragraphs>295</Paragraphs>
  <Slides>56</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56</vt:i4>
      </vt:variant>
    </vt:vector>
  </HeadingPairs>
  <TitlesOfParts>
    <vt:vector size="68" baseType="lpstr">
      <vt:lpstr>Aptos</vt:lpstr>
      <vt:lpstr>Arial</vt:lpstr>
      <vt:lpstr>Baguet Script</vt:lpstr>
      <vt:lpstr>Berlin Sans FB</vt:lpstr>
      <vt:lpstr>Cambria Math</vt:lpstr>
      <vt:lpstr>CMU Serif</vt:lpstr>
      <vt:lpstr>Courier New</vt:lpstr>
      <vt:lpstr>French Script MT</vt:lpstr>
      <vt:lpstr>Times New Roman</vt:lpstr>
      <vt:lpstr>Wingdings</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description of α-β pruning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 Alam</dc:creator>
  <cp:lastModifiedBy>Pahela</cp:lastModifiedBy>
  <cp:revision>113</cp:revision>
  <dcterms:created xsi:type="dcterms:W3CDTF">2025-01-08T01:58:03Z</dcterms:created>
  <dcterms:modified xsi:type="dcterms:W3CDTF">2025-10-28T01:31:02Z</dcterms:modified>
</cp:coreProperties>
</file>