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51.xml" ContentType="application/inkml+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96"/>
  </p:notesMasterIdLst>
  <p:sldIdLst>
    <p:sldId id="256" r:id="rId2"/>
    <p:sldId id="260" r:id="rId3"/>
    <p:sldId id="289" r:id="rId4"/>
    <p:sldId id="290" r:id="rId5"/>
    <p:sldId id="291" r:id="rId6"/>
    <p:sldId id="292" r:id="rId7"/>
    <p:sldId id="293" r:id="rId8"/>
    <p:sldId id="339" r:id="rId9"/>
    <p:sldId id="340" r:id="rId10"/>
    <p:sldId id="341" r:id="rId11"/>
    <p:sldId id="342" r:id="rId12"/>
    <p:sldId id="344" r:id="rId13"/>
    <p:sldId id="345" r:id="rId14"/>
    <p:sldId id="343" r:id="rId15"/>
    <p:sldId id="325" r:id="rId16"/>
    <p:sldId id="562" r:id="rId17"/>
    <p:sldId id="347" r:id="rId18"/>
    <p:sldId id="295" r:id="rId19"/>
    <p:sldId id="475" r:id="rId20"/>
    <p:sldId id="563" r:id="rId21"/>
    <p:sldId id="477" r:id="rId22"/>
    <p:sldId id="478" r:id="rId23"/>
    <p:sldId id="479" r:id="rId24"/>
    <p:sldId id="480" r:id="rId25"/>
    <p:sldId id="481" r:id="rId26"/>
    <p:sldId id="482" r:id="rId27"/>
    <p:sldId id="483" r:id="rId28"/>
    <p:sldId id="484" r:id="rId29"/>
    <p:sldId id="485" r:id="rId30"/>
    <p:sldId id="486" r:id="rId31"/>
    <p:sldId id="487" r:id="rId32"/>
    <p:sldId id="488" r:id="rId33"/>
    <p:sldId id="489" r:id="rId34"/>
    <p:sldId id="490" r:id="rId35"/>
    <p:sldId id="491" r:id="rId36"/>
    <p:sldId id="492" r:id="rId37"/>
    <p:sldId id="493" r:id="rId38"/>
    <p:sldId id="494" r:id="rId39"/>
    <p:sldId id="495" r:id="rId40"/>
    <p:sldId id="564" r:id="rId41"/>
    <p:sldId id="527" r:id="rId42"/>
    <p:sldId id="528" r:id="rId43"/>
    <p:sldId id="529" r:id="rId44"/>
    <p:sldId id="530" r:id="rId45"/>
    <p:sldId id="531" r:id="rId46"/>
    <p:sldId id="532" r:id="rId47"/>
    <p:sldId id="533" r:id="rId48"/>
    <p:sldId id="534" r:id="rId49"/>
    <p:sldId id="535" r:id="rId50"/>
    <p:sldId id="536" r:id="rId51"/>
    <p:sldId id="566" r:id="rId52"/>
    <p:sldId id="565" r:id="rId53"/>
    <p:sldId id="361" r:id="rId54"/>
    <p:sldId id="515" r:id="rId55"/>
    <p:sldId id="516" r:id="rId56"/>
    <p:sldId id="517" r:id="rId57"/>
    <p:sldId id="518" r:id="rId58"/>
    <p:sldId id="519" r:id="rId59"/>
    <p:sldId id="520" r:id="rId60"/>
    <p:sldId id="521" r:id="rId61"/>
    <p:sldId id="522" r:id="rId62"/>
    <p:sldId id="523" r:id="rId63"/>
    <p:sldId id="524" r:id="rId64"/>
    <p:sldId id="349" r:id="rId65"/>
    <p:sldId id="352" r:id="rId66"/>
    <p:sldId id="538" r:id="rId67"/>
    <p:sldId id="539" r:id="rId68"/>
    <p:sldId id="540" r:id="rId69"/>
    <p:sldId id="541" r:id="rId70"/>
    <p:sldId id="542" r:id="rId71"/>
    <p:sldId id="543" r:id="rId72"/>
    <p:sldId id="544" r:id="rId73"/>
    <p:sldId id="545" r:id="rId74"/>
    <p:sldId id="546" r:id="rId75"/>
    <p:sldId id="547" r:id="rId76"/>
    <p:sldId id="548" r:id="rId77"/>
    <p:sldId id="549" r:id="rId78"/>
    <p:sldId id="550" r:id="rId79"/>
    <p:sldId id="379" r:id="rId80"/>
    <p:sldId id="359" r:id="rId81"/>
    <p:sldId id="567" r:id="rId82"/>
    <p:sldId id="555" r:id="rId83"/>
    <p:sldId id="556" r:id="rId84"/>
    <p:sldId id="557" r:id="rId85"/>
    <p:sldId id="558" r:id="rId86"/>
    <p:sldId id="559" r:id="rId87"/>
    <p:sldId id="378" r:id="rId88"/>
    <p:sldId id="553" r:id="rId89"/>
    <p:sldId id="554" r:id="rId90"/>
    <p:sldId id="357" r:id="rId91"/>
    <p:sldId id="364" r:id="rId92"/>
    <p:sldId id="568" r:id="rId93"/>
    <p:sldId id="294" r:id="rId94"/>
    <p:sldId id="288" r:id="rId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CC"/>
    <a:srgbClr val="0099FF"/>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2" autoAdjust="0"/>
    <p:restoredTop sz="94660"/>
  </p:normalViewPr>
  <p:slideViewPr>
    <p:cSldViewPr snapToGrid="0">
      <p:cViewPr varScale="1">
        <p:scale>
          <a:sx n="103" d="100"/>
          <a:sy n="103" d="100"/>
        </p:scale>
        <p:origin x="183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13.446"/>
    </inkml:context>
    <inkml:brush xml:id="br0">
      <inkml:brushProperty name="width" value="0.05" units="cm"/>
      <inkml:brushProperty name="height" value="0.05" units="cm"/>
      <inkml:brushProperty name="color" value="#E71224"/>
    </inkml:brush>
  </inkml:definitions>
  <inkml:trace contextRef="#ctx0" brushRef="#br0">0 1149 24575,'1'2'0,"-1"0"0,1 0 0,-1 0 0,1 0 0,0 0 0,0 0 0,0 0 0,0 0 0,0 0 0,0-1 0,1 1 0,-1 0 0,0-1 0,1 1 0,-1-1 0,1 1 0,0-1 0,0 0 0,-1 0 0,5 2 0,45 20 0,-42-19 0,64 22 0,2-4 0,0-3 0,2-3 0,132 11 0,318-15 0,-427-13 0,30 0 0,243-35 0,-317 26 0,-1-3 0,0-2 0,-1-2 0,-1-3 0,0-2 0,92-53 0,-130 66 0,-1-1 0,-1 0 0,1-1 0,-2-1 0,0 0 0,0 0 0,-1-1 0,0 0 0,-1-1 0,-1-1 0,0 1 0,-1-1 0,-1-1 0,0 0 0,-1 1 0,-1-2 0,0 1 0,-1-1 0,-1 0 0,-1 0 0,0 0 0,-1 0 0,-2-19 0,1-6 0,1 0 0,-10-80 0,7 109 0,-1-1 0,0 1 0,-1 0 0,-1 1 0,0-1 0,0 1 0,-1 0 0,-1 0 0,0 1 0,-10-13 0,-4 1 0,-1 1 0,-1 1 0,0 1 0,-1 0 0,-37-20 0,-141-66 0,135 79 0,0 2 0,-2 4 0,-1 2 0,0 4 0,-96-9 0,-362 2 0,464 21 0,34-1 0,0 1 0,0 2 0,0 1 0,-35 7 0,58-6 0,0 0 0,1 0 0,-1 1 0,1-1 0,0 1 0,0 1 0,0-1 0,1 1 0,-1 0 0,1 0 0,0 1 0,0 0 0,1-1 0,0 1 0,0 1 0,0-1 0,-4 12 0,-6 15 0,1 0 0,-11 47 0,20-64 0,-38 161 0,-21 215 0,50-314 0,-5 50 0,18-125 4,0-1 0,0 0 0,0 1 0,0-1-1,0 0 1,0 1 0,0-1 0,1 0 0,-1 1 0,1-1-1,0 0 1,0 0 0,0 0 0,0 1 0,0-1 0,0 0-1,0 0 1,3 3 0,-1-3-135,1 0 1,-1 1-1,0-1 0,1 0 0,-1-1 1,1 1-1,0-1 0,0 1 0,-1-1 1,5 0-1,43 10-6695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14.110"/>
    </inkml:context>
    <inkml:brush xml:id="br0">
      <inkml:brushProperty name="width" value="0.05" units="cm"/>
      <inkml:brushProperty name="height" value="0.05" units="cm"/>
      <inkml:brushProperty name="color" value="#E71224"/>
    </inkml:brush>
  </inkml:definitions>
  <inkml:trace contextRef="#ctx0" brushRef="#br0">0 88 24575,'5'0'0,"10"0"0,11 0 0,15 0 0,9-9 0,4-3 0,3-4 0,0-3 0,-6 1 0,-10 9 0,-14 4-8191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14.469"/>
    </inkml:context>
    <inkml:brush xml:id="br0">
      <inkml:brushProperty name="width" value="0.05" units="cm"/>
      <inkml:brushProperty name="height" value="0.05" units="cm"/>
      <inkml:brushProperty name="color" value="#E71224"/>
    </inkml:brush>
  </inkml:definitions>
  <inkml:trace contextRef="#ctx0" brushRef="#br0">0 118 24575,'4'0'0,"7"0"0,9-4 0,11-6 0,8-6 0,11 0 0,6-2 0,-2 3 0,-6 3 0,-2 4 0,-5 3 0,-5-2 0,-8 1-8191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2.407"/>
    </inkml:context>
    <inkml:brush xml:id="br0">
      <inkml:brushProperty name="width" value="0.05" units="cm"/>
      <inkml:brushProperty name="height" value="0.05" units="cm"/>
      <inkml:brushProperty name="color" value="#E71224"/>
    </inkml:brush>
  </inkml:definitions>
  <inkml:trace contextRef="#ctx0" brushRef="#br0">1 0 24575,'1'39'0,"2"0"0,2-1 0,2 1 0,1-2 0,2 1 0,15 36 0,103 212 0,-40-102 0,-79-162 0,-3-6 0,0-1 0,1 0 0,1 0 0,1-1 0,17 24 0,-23-35 0,-1-1 0,1 1 0,0-1 0,-1 0 0,1 0 0,0 0 0,0 0 0,1 0 0,-1-1 0,0 1 0,0-1 0,1 0 0,-1 0 0,1 0 0,-1-1 0,1 1 0,-1-1 0,1 0 0,0 0 0,-1 0 0,1 0 0,-1 0 0,1-1 0,-1 0 0,1 0 0,-1 0 0,0 0 0,1 0 0,-1-1 0,0 1 0,0-1 0,6-4 0,9-5-124,0 0 0,0-2 0,-2 0 0,1-1 0,-2 0 0,0-2-1,0 0 1,-2 0 0,0-1 0,11-19 0,-16 17-6702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2.827"/>
    </inkml:context>
    <inkml:brush xml:id="br0">
      <inkml:brushProperty name="width" value="0.05" units="cm"/>
      <inkml:brushProperty name="height" value="0.05" units="cm"/>
      <inkml:brushProperty name="color" value="#E71224"/>
    </inkml:brush>
  </inkml:definitions>
  <inkml:trace contextRef="#ctx0" brushRef="#br0">383 0 24575,'-5'0'0,"-9"0"0,-8 0 0,-9 9 0,-3 8 0,-4 4 0,-6 8 0,2 4 0,-2 0 0,2 0 0,4-7 0,18-7 0,11-7-8191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4.903"/>
    </inkml:context>
    <inkml:brush xml:id="br0">
      <inkml:brushProperty name="width" value="0.05" units="cm"/>
      <inkml:brushProperty name="height" value="0.05" units="cm"/>
      <inkml:brushProperty name="color" value="#E71224"/>
    </inkml:brush>
  </inkml:definitions>
  <inkml:trace contextRef="#ctx0" brushRef="#br0">6 589 24575,'-3'66'0,"2"-41"0,0-1 0,1 1 0,1 0 0,8 38 0,-7-58 0,0-1 0,0 0 0,1 0 0,0 0 0,0 0 0,0 0 0,0-1 0,0 1 0,1-1 0,-1 0 0,1 0 0,0 0 0,0-1 0,0 1 0,0-1 0,0 0 0,1 0 0,-1-1 0,1 1 0,-1-1 0,1 0 0,0 0 0,-1 0 0,1-1 0,6 0 0,-5 1 0,-1-1 0,1 0 0,-1-1 0,0 1 0,1-1 0,-1 0 0,0 0 0,1-1 0,-1 0 0,6-2 0,-8 2 0,-1 1 0,1-1 0,-1 1 0,1-1 0,-1 0 0,0 0 0,0 0 0,0 0 0,0-1 0,0 1 0,-1 0 0,1-1 0,-1 1 0,1-1 0,-1 1 0,0-1 0,0 0 0,0 0 0,1-3 0,-1-4 0,1 1 0,-1-1 0,0 0 0,-1 1 0,-1-1 0,1 0 0,-1 1 0,-1-1 0,0 1 0,0-1 0,-1 1 0,0 0 0,-1 0 0,0 0 0,0 0 0,-1 1 0,0-1 0,0 1 0,-1 0 0,0 1 0,-1 0 0,1 0 0,-2 0 0,1 1 0,-1 0 0,1 0 0,-13-6 0,19 11 0,0 0 0,0 1 0,0-1 0,-1 1 0,1-1 0,0 1 0,0-1 0,-1 1 0,1 0 0,0 0 0,-1 0 0,1 0 0,0 0 0,-1 0 0,1 0 0,0 0 0,-1 0 0,1 0 0,0 1 0,-1-1 0,1 0 0,0 1 0,0 0 0,0-1 0,-1 1 0,1 0 0,0-1 0,0 1 0,-1 1 0,1-1 0,1 0 0,-1 0 0,1 0 0,0 0 0,0-1 0,-1 1 0,1 0 0,0 0 0,0 0 0,0 0 0,0 0 0,0 0 0,0 0 0,0 0 0,0 0 0,0 0 0,0 0 0,1 0 0,-1 0 0,0 0 0,1 0 0,-1 0 0,1-1 0,-1 1 0,1 0 0,-1 0 0,1 0 0,0-1 0,-1 1 0,1 0 0,0-1 0,-1 1 0,1 0 0,0-1 0,0 1 0,0-1 0,0 1 0,-1-1 0,3 1 0,5 3 0,1 0 0,-1 0 0,1-1 0,0 0 0,0-1 0,0 1 0,1-2 0,-1 1 0,0-2 0,1 1 0,-1-1 0,0 0 0,1-1 0,11-2 0,-5-1 0,1 0 0,-1 0 0,0-2 0,0 0 0,-1 0 0,0-2 0,16-10 0,-15 8 0,0-1 0,-1-1 0,-1 0 0,0-1 0,-1-1 0,0 0 0,-1-1 0,0 0 0,9-18 0,-14 20 0,-1 1 0,0-1 0,-1 0 0,-1 0 0,0-1 0,-1 1 0,0-1 0,-1 0 0,0 0 0,-2 0 0,1 0 0,-4-26 0,-3 187 0,6-98 0,3 0 0,2-1 0,14 65 0,-13-88 0,1-1 0,1 0 0,1 0 0,1-1 0,1 0 0,1-1 0,1 0 0,20 26 0,-30-44 0,1 0 0,-1 0 0,1 0 0,0 0 0,-1-1 0,1 0 0,1 0 0,-1 0 0,0 0 0,1-1 0,0 0 0,-1 1 0,1-2 0,0 1 0,0-1 0,0 1 0,0-1 0,0-1 0,6 1 0,-4-1 0,0-1 0,1 0 0,-1-1 0,0 0 0,-1 0 0,1 0 0,0-1 0,0 0 0,-1 0 0,0-1 0,0 1 0,8-7 0,3-4 0,0-1 0,-1-1 0,-1 0 0,0-2 0,-1 1 0,-1-2 0,19-34 0,-21 28 0,-1 1 0,-1-2 0,-1 1 0,-1-1 0,-1 0 0,3-43 0,-6 22 0,-1 0 0,-11-89 0,3 117 0,0 34 0,-3 35 0,3 335 0,6-358 0,1-18 0,1-10 0,5-18 0,4-34 0,-10 44 0,6-33 0,-7 41 0,1 0 0,-1 0 0,0 1 0,1-1 0,-1 0 0,1 0 0,-1 0 0,1 1 0,-1-1 0,1 0 0,0 0 0,-1 1 0,1-1 0,0 1 0,0-1 0,-1 0 0,1 1 0,0 0 0,0-1 0,0 1 0,0-1 0,0 1 0,0 0 0,-1 0 0,1-1 0,0 1 0,0 0 0,0 0 0,0 0 0,0 0 0,0 0 0,0 0 0,0 0 0,0 1 0,0-1 0,0 0 0,0 0 0,1 1 0,52 22 0,-39-16 0,0-1 0,1 0 0,23 5 0,-31-10 0,-1 0 0,0 0 0,1-1 0,-1 0 0,0-1 0,0 1 0,1-1 0,-1-1 0,0 1 0,0-1 0,10-5 0,-5 2 0,-1 0 0,1-1 0,-1-1 0,0 0 0,-1-1 0,1 0 0,-2 0 0,1-1 0,-1 0 0,0-1 0,12-18 0,-10 11 0,-1-1 0,-1-1 0,0 0 0,-2 0 0,0 0 0,7-34 0,-4-13 0,-2 0 0,-4 0 0,-5-98 0,1 158 0,4 59 0,2-1 0,2 0 0,3 0 0,20 59 0,-4-32 0,3-1 0,45 82 0,-57-126 0,2-1 0,1 0 0,2-2 0,1-1 0,1 0 0,2-2 0,31 25 0,-39-37 0,1-1 0,0-2 0,1 0 0,1-1 0,0-1 0,0-1 0,1-1 0,0-1 0,1-1 0,0-1 0,0-1 0,29 2 0,-44-6-47,1 0 0,-1-1 0,0 0 0,1-1 0,-1 0 0,0 0 0,0-1 0,0 0 0,0-1-1,0 0 1,0 0 0,-1-1 0,1 0 0,-1-1 0,0 0 0,-1 0 0,1 0 0,-1-1 0,0 0 0,0-1 0,-1 1 0,0-1-1,0-1 1,0 1 0,-1-1 0,0 0 0,-1 0 0,7-16 0,-4 0-6779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5.462"/>
    </inkml:context>
    <inkml:brush xml:id="br0">
      <inkml:brushProperty name="width" value="0.05" units="cm"/>
      <inkml:brushProperty name="height" value="0.05" units="cm"/>
      <inkml:brushProperty name="color" value="#E71224"/>
    </inkml:brush>
  </inkml:definitions>
  <inkml:trace contextRef="#ctx0" brushRef="#br0">212 0 24575,'0'4'0,"0"11"0,-4 7 0,-6 8 0,-6 9 0,-9 10 0,-4 5 0,-7 4 0,-1-1 0,6-4 0,8-13-8191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6.333"/>
    </inkml:context>
    <inkml:brush xml:id="br0">
      <inkml:brushProperty name="width" value="0.05" units="cm"/>
      <inkml:brushProperty name="height" value="0.05" units="cm"/>
      <inkml:brushProperty name="color" value="#E71224"/>
    </inkml:brush>
  </inkml:definitions>
  <inkml:trace contextRef="#ctx0" brushRef="#br0">1 0 24575,'0'6'0,"1"0"0,1 0 0,-1-1 0,1 1 0,0-1 0,0 1 0,4 6 0,4 14 0,151 549 0,-144-510 0,-11-123 0,-7 26-455,-1 0 0,-12-57 0,2 40-6371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6.787"/>
    </inkml:context>
    <inkml:brush xml:id="br0">
      <inkml:brushProperty name="width" value="0.05" units="cm"/>
      <inkml:brushProperty name="height" value="0.05" units="cm"/>
      <inkml:brushProperty name="color" value="#E71224"/>
    </inkml:brush>
  </inkml:definitions>
  <inkml:trace contextRef="#ctx0" brushRef="#br0">0 47 24575,'1'-2'0,"-1"0"0,1 0 0,-1 0 0,1 0 0,0-1 0,0 1 0,0 0 0,0 1 0,0-1 0,0 0 0,1 0 0,-1 0 0,1 1 0,-1-1 0,1 0 0,0 1 0,-1 0 0,1-1 0,0 1 0,0 0 0,0 0 0,0 0 0,0 0 0,0 0 0,0 1 0,0-1 0,0 1 0,1-1 0,-1 1 0,3-1 0,1 0 0,-1 1 0,0-1 0,0 1 0,1 0 0,-1 0 0,0 0 0,0 1 0,1-1 0,-1 1 0,0 1 0,10 3 0,-10-2 0,0 2 0,0-1 0,0 1 0,-1-1 0,1 1 0,-1 1 0,0-1 0,-1 0 0,1 1 0,-1 0 0,0 0 0,0 0 0,-1 0 0,0 0 0,0 1 0,0-1 0,-1 1 0,0-1 0,0 13 0,1 10 0,-2 1 0,-1-1 0,-4 31 0,4-58-59,1 1 0,0-1-1,-1 1 1,1-1-1,-1 1 1,0-1 0,1 0-1,-1 0 1,0 1 0,-1-1-1,1 0 1,0 0 0,-1 0-1,1 0 1,-1 0-1,1 0 1,-1-1 0,0 1-1,0 0 1,0-1 0,0 1-1,-4 1 1,-10 3-6767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8.488"/>
    </inkml:context>
    <inkml:brush xml:id="br0">
      <inkml:brushProperty name="width" value="0.05" units="cm"/>
      <inkml:brushProperty name="height" value="0.05" units="cm"/>
      <inkml:brushProperty name="color" value="#E71224"/>
    </inkml:brush>
  </inkml:definitions>
  <inkml:trace contextRef="#ctx0" brushRef="#br0">56 693 24575,'-2'0'0,"0"0"0,0 0 0,0 1 0,1-1 0,-1 0 0,0 1 0,0-1 0,1 1 0,-1-1 0,0 1 0,1 0 0,-1 0 0,1 0 0,-1 0 0,1 0 0,-1 0 0,1 0 0,0 1 0,0-1 0,-2 2 0,1 1 0,0-1 0,0 1 0,0 0 0,0 0 0,0 0 0,1 0 0,0 1 0,-1 5 0,-1 10 0,2 1 0,1 38 0,1-39 0,1 52 0,-2-72 0,0 0 0,0 0 0,-1 0 0,1 0 0,0 0 0,0 1 0,0-1 0,0 0 0,0 0 0,0 0 0,0 0 0,0 0 0,0 0 0,0 1 0,0-1 0,1 0 0,-1 0 0,0 0 0,0 0 0,0 0 0,0 1 0,0-1 0,0 0 0,0 0 0,0 0 0,0 0 0,0 0 0,0 0 0,1 0 0,-1 0 0,0 1 0,0-1 0,0 0 0,0 0 0,0 0 0,0 0 0,0 0 0,1 0 0,-1 0 0,0 0 0,0 0 0,0 0 0,0 0 0,0 0 0,1 0 0,-1 0 0,0 0 0,0 0 0,0 0 0,0 0 0,0 0 0,1 0 0,-1 0 0,0 0 0,0 0 0,0 0 0,0 0 0,0 0 0,1-1 0,5-10 0,3-17 0,-8 23 0,0-1 0,0 0 0,1 0 0,-1 0 0,1 1 0,1-1 0,-1 1 0,1-1 0,4-5 0,-6 10 0,0-1 0,1 1 0,-1 0 0,1 0 0,-1 0 0,1 0 0,-1 0 0,1 1 0,0-1 0,-1 0 0,1 1 0,0-1 0,0 1 0,-1-1 0,1 1 0,0 0 0,0 0 0,0 0 0,-1 0 0,1 0 0,0 0 0,0 1 0,0-1 0,-1 0 0,1 1 0,0 0 0,0-1 0,-1 1 0,1 0 0,-1 0 0,1 0 0,-1 0 0,1 0 0,1 2 0,50 31 0,-12-8 0,85 42 0,-112-62 0,1-1 0,0 0 0,0 0 0,0-2 0,1 0 0,-1-1 0,1 0 0,0-1 0,-1-1 0,20-2 0,-27 0 0,0 0 0,0 0 0,0 0 0,0-1 0,-1-1 0,1 1 0,-1-1 0,0-1 0,0 1 0,0-1 0,0 0 0,-1-1 0,0 1 0,0-1 0,0-1 0,-1 1 0,0-1 0,0 0 0,-1 0 0,5-11 0,7-14 0,-2-1 0,-2-1 0,12-48 0,-22 74 0,9-30 0,-3-1 0,-1-1 0,3-78 0,-9 100 0,-2 1 0,0-1 0,-1 1 0,-1 0 0,0 0 0,-1 0 0,-1 0 0,-1 0 0,0 1 0,-1 0 0,-13-21 0,19 36 0,1 1 0,0-1 0,0 1 0,0 0 0,0-1 0,-1 1 0,1-1 0,0 1 0,0-1 0,-1 1 0,1 0 0,0-1 0,0 1 0,-1 0 0,1-1 0,-1 1 0,1 0 0,0 0 0,-1-1 0,1 1 0,-1 0 0,1 0 0,0 0 0,-1-1 0,1 1 0,-1 0 0,1 0 0,-1 0 0,1 0 0,-1 0 0,1 0 0,-1 0 0,1 0 0,0 0 0,-1 0 0,1 0 0,-2 1 0,-5 18 0,2 36 0,5-52 0,-2 52 0,1 148 0,3-170 0,1 0 0,1 0 0,2 0 0,11 31 0,-13-51 0,2 0 0,0 0 0,0-1 0,1 0 0,0-1 0,1 1 0,1-1 0,-1-1 0,2 0 0,0 0 0,0 0 0,0-2 0,1 1 0,1-1 0,19 10 0,-23-13 0,1-1 0,0 0 0,0-1 0,1 0 0,-1 0 0,1-1 0,-1 0 0,1-1 0,0 0 0,-1-1 0,1 0 0,0 0 0,0-1 0,-1 0 0,1 0 0,0-2 0,-1 1 0,0-1 0,1 0 0,-1-1 0,0 0 0,13-8 0,-8 1 0,0-1 0,0 0 0,-2 0 0,1-1 0,-2-1 0,0 0 0,0-1 0,-1 0 0,-1 0 0,-1-1 0,0 0 0,-1-1 0,-1 0 0,0 0 0,-1 0 0,2-19 0,3-24 0,-2-1 0,-3 0 0,-4-84 0,-11-22 0,7 144 0,-1 0 0,-1 0 0,-1 1 0,0 0 0,-13-25 0,19 46 0,0 0 0,0 0 0,-1 0 0,1 0 0,-1 0 0,1 0 0,-1 0 0,0 0 0,1 0 0,-1 0 0,0 0 0,1 0 0,-1 1 0,0-1 0,0 0 0,0 1 0,0-1 0,0 0 0,0 1 0,-1-1 0,1 1 0,1 0 0,-1 1 0,1-1 0,-1 0 0,0 1 0,1-1 0,-1 1 0,1-1 0,-1 1 0,1-1 0,0 1 0,-1-1 0,1 1 0,0 0 0,-1-1 0,1 1 0,0-1 0,-1 1 0,1 0 0,0-1 0,0 1 0,0 0 0,0 0 0,-7 51 0,7-52 0,2 367 0,-1-330 0,2 1 0,2-1 0,2-1 0,0 1 0,3-1 0,1-1 0,25 54 0,-34-83 0,2-1 0,-1 1 0,0-1 0,1 0 0,0 0 0,0 0 0,1-1 0,8 7 0,-12-10 0,0 0 0,1 0 0,-1 0 0,0 0 0,1-1 0,-1 1 0,1-1 0,-1 1 0,1-1 0,0 1 0,-1-1 0,1 0 0,-1 0 0,1 0 0,0 0 0,-1 0 0,1 0 0,-1 0 0,1-1 0,0 1 0,-1-1 0,1 1 0,-1-1 0,1 1 0,-1-1 0,1 0 0,-1 0 0,0 1 0,1-1 0,-1 0 0,0 0 0,0 0 0,0-1 0,0 1 0,0 0 0,0 0 0,2-3 0,7-11 0,-1-1 0,0 1 0,-1-2 0,-1 1 0,0-1 0,4-18 0,23-109 0,-33 141 0,7-50 0,6-33 0,-12 79 0,-1 0 0,2 0 0,-1 0 0,1 0 0,0 0 0,0 0 0,1 1 0,5-8 0,-8 13 0,1 0 0,-1 0 0,0 0 0,0 0 0,1 0 0,-1 1 0,1-1 0,-1 0 0,0 1 0,1-1 0,-1 1 0,1 0 0,-1-1 0,1 1 0,0 0 0,-1 0 0,1 0 0,-1 0 0,1 0 0,-1 0 0,1 1 0,-1-1 0,1 0 0,-1 1 0,1-1 0,-1 1 0,1 0 0,-1-1 0,0 1 0,1 0 0,-1 0 0,0 0 0,2 1 0,47 42 0,-40-34 0,10 9 0,1 0 0,1-2 0,1 0 0,0-1 0,1-2 0,36 17 0,-50-27 0,0 0 0,1 0 0,-1-1 0,1-1 0,0 0 0,0 0 0,-1-1 0,1 0 0,0-1 0,0-1 0,0 1 0,0-2 0,0 1 0,0-2 0,-1 1 0,1-1 0,-1-1 0,0 0 0,14-8 0,-10 4-273,-1 0 0,-1-1 0,0 0 0,19-19 0,-16 10-6553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29.080"/>
    </inkml:context>
    <inkml:brush xml:id="br0">
      <inkml:brushProperty name="width" value="0.05" units="cm"/>
      <inkml:brushProperty name="height" value="0.05" units="cm"/>
      <inkml:brushProperty name="color" value="#E71224"/>
    </inkml:brush>
  </inkml:definitions>
  <inkml:trace contextRef="#ctx0" brushRef="#br0">268 0 24575,'-5'0'0,"-5"0"0,-6 0 0,-4 0 0,-4 5 0,-1 5 0,-2 6 0,0 0 0,5 2 0,1-2 0,0-5 0,3 2 0,1-3 0,3-2-8191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30.419"/>
    </inkml:context>
    <inkml:brush xml:id="br0">
      <inkml:brushProperty name="width" value="0.05" units="cm"/>
      <inkml:brushProperty name="height" value="0.05" units="cm"/>
      <inkml:brushProperty name="color" value="#E71224"/>
    </inkml:brush>
  </inkml:definitions>
  <inkml:trace contextRef="#ctx0" brushRef="#br0">235 228 24575,'0'-9'0,"0"-1"0,0 1 0,-1 0 0,-1 0 0,0 0 0,0 0 0,0 0 0,-1 1 0,-5-10 0,6 14 0,0 1 0,-1-1 0,1 0 0,-1 1 0,0-1 0,0 1 0,-1 0 0,1 0 0,-1 0 0,1 1 0,-1-1 0,0 1 0,0 0 0,0 0 0,0 0 0,0 1 0,0-1 0,-1 1 0,1 0 0,-7-1 0,8 2 0,0 0 0,0 0 0,0 0 0,0 0 0,0 0 0,0 1 0,0-1 0,0 1 0,1 0 0,-1 0 0,0 0 0,0 0 0,1 0 0,-1 1 0,1-1 0,-1 1 0,1 0 0,0-1 0,-1 1 0,1 0 0,0 1 0,0-1 0,1 0 0,-1 0 0,0 1 0,1-1 0,-1 1 0,1 0 0,-1 2 0,-5 11 0,1 0 0,1 0 0,-6 33 0,6-24 0,-5 24 0,1 1 0,3 0 0,2 0 0,5 91 0,-1-137 0,0 0 0,0 0 0,1 0 0,0 0 0,0 0 0,0-1 0,1 1 0,-1 0 0,1 0 0,0-1 0,0 1 0,0-1 0,0 1 0,1-1 0,-1 0 0,1 0 0,0 0 0,0-1 0,0 1 0,0 0 0,0-1 0,1 0 0,-1 0 0,1 0 0,-1 0 0,1-1 0,0 1 0,0-1 0,-1 0 0,1 0 0,0 0 0,0-1 0,0 1 0,8-1 0,4 0 0,1-1 0,-1 0 0,0-1 0,1-1 0,-1-1 0,0 0 0,21-9 0,14-8 0,-1-2 0,-1-2 0,-2-3 0,49-35 0,-64 38 0,0-1 0,-1-1 0,-2-2 0,-1-1 0,-1-1 0,26-40 0,-43 54 0,-1 1 0,0-2 0,-1 1 0,-1-1 0,-1 0 0,0 0 0,-1-1 0,-1 1 0,-1-1 0,1-21 0,-7 16 0,3 24 0,0 0 0,0 0 0,0 0 0,0-1 0,0 1 0,0 0 0,0 0 0,0 0 0,-1 0 0,1 0 0,0 0 0,0-1 0,0 1 0,0 0 0,0 0 0,0 0 0,-1 0 0,1 0 0,0 0 0,0 0 0,0 0 0,0 0 0,-1 0 0,1 0 0,0 0 0,0 0 0,0 0 0,0 0 0,-1 0 0,1 0 0,0 0 0,0 0 0,0 0 0,0 0 0,0 0 0,-1 0 0,1 0 0,0 0 0,0 0 0,0 0 0,0 1 0,0-1 0,-1 0 0,1 0 0,0 0 0,0 0 0,0 0 0,0 0 0,0 0 0,0 1 0,0-1 0,0 0 0,0 0 0,-1 0 0,-1 4 0,0 0 0,0 0 0,0 0 0,0 0 0,1 0 0,-1 1 0,0 5 0,-6 37 0,3 0 0,1 0 0,2 1 0,6 51 0,-4-96 0,0 1 0,1 0 0,0 0 0,0 0 0,0-1 0,0 1 0,0 0 0,1-1 0,0 1 0,-1-1 0,1 0 0,1 1 0,-1-1 0,0 0 0,1 0 0,-1-1 0,1 1 0,0 0 0,0-1 0,0 0 0,1 1 0,-1-1 0,0-1 0,1 1 0,-1 0 0,1-1 0,0 0 0,-1 0 0,1 0 0,0 0 0,0 0 0,-1-1 0,8 0 0,-4 1 0,1-1 0,-1-1 0,1 0 0,-1 0 0,0 0 0,1-1 0,-1 0 0,0 0 0,0-1 0,0 0 0,-1 0 0,1 0 0,-1-1 0,1 0 0,-1-1 0,-1 1 0,8-7 0,-5 0 0,0 0 0,0-1 0,-1 0 0,0 0 0,-1 0 0,-1-1 0,0 0 0,0 0 0,-2-1 0,4-19 0,-5 25 0,-1 1 0,0-1 0,0 0 0,-1 1 0,0-1 0,0 0 0,-1 0 0,0 1 0,0-1 0,-1 1 0,0-1 0,0 1 0,-1-1 0,0 1 0,0 0 0,-1 0 0,1 1 0,-2-1 0,1 1 0,-7-8 0,6 10 10,1 1 0,-1 0 0,1 0 0,-1 0 0,0 1 0,-1 0 0,1-1 0,0 2 0,0-1 0,-1 1 0,-6-2 0,-63 0-1495,50 3-5341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31.161"/>
    </inkml:context>
    <inkml:brush xml:id="br0">
      <inkml:brushProperty name="width" value="0.05" units="cm"/>
      <inkml:brushProperty name="height" value="0.05" units="cm"/>
      <inkml:brushProperty name="color" value="#E71224"/>
    </inkml:brush>
  </inkml:definitions>
  <inkml:trace contextRef="#ctx0" brushRef="#br0">19 1 24575,'0'23'0,"1"62"0,-18 140 0,16-222 0,1 0 0,-1-1 0,1 1 0,0 0 0,-1 0 0,1 0 0,0 0 0,1 0 0,-1 0 0,1 0 0,-1 0 0,1 0 0,0 0 0,0-1 0,0 1 0,0 0 0,1 0 0,-1-1 0,1 1 0,-1-1 0,1 0 0,0 1 0,3 2 0,-1-3 0,1 1 0,-1-1 0,1 0 0,0 0 0,0 0 0,0-1 0,0 1 0,0-1 0,0 0 0,1-1 0,-1 1 0,9-2 0,-3 1 0,0 1 0,0 0 0,0 0 0,0 1 0,0 0 0,0 1 0,15 6 0,-22-7 0,0 0 0,-1 0 0,1 1 0,-1-1 0,1 1 0,-1-1 0,0 1 0,0 0 0,0 0 0,-1 1 0,1-1 0,-1 0 0,1 1 0,-1 0 0,0-1 0,-1 1 0,1 0 0,-1 0 0,1 0 0,-1 0 0,0 0 0,0 9 0,1 3 0,-2 1 0,0 0 0,0 0 0,-2 0 0,-6 31 0,7-42 0,-1 0 0,1 0 0,-1 0 0,-1 0 0,1 0 0,-1 0 0,0-1 0,0 1 0,-1-1 0,0 0 0,1 0 0,-2 0 0,1-1 0,-1 0 0,1 1 0,-1-1 0,0-1 0,-10 7 0,14-10 2,-1 0 0,1 1 0,0-1 0,0 0 0,0 0 0,-1 1 0,1-1 0,0 0-1,0 0 1,-1 0 0,1-1 0,0 1 0,0 0 0,0 0 0,-1-1 0,1 1 0,0-1 0,0 1 0,0-1-1,0 1 1,0-1 0,0 0 0,0 1 0,0-1 0,0 0 0,0 0 0,0 0 0,0 0 0,0 0 0,1 0-1,-1 0 1,0 0 0,1 0 0,-1 0 0,1 0 0,-1 0 0,1 0 0,0-1 0,-1 1 0,1 0-1,0-2 1,-10-59-960,9 56 471,-2-43-6339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31.705"/>
    </inkml:context>
    <inkml:brush xml:id="br0">
      <inkml:brushProperty name="width" value="0.05" units="cm"/>
      <inkml:brushProperty name="height" value="0.05" units="cm"/>
      <inkml:brushProperty name="color" value="#E71224"/>
    </inkml:brush>
  </inkml:definitions>
  <inkml:trace contextRef="#ctx0" brushRef="#br0">51 0 24575,'-2'0'0,"1"1"0,-1-1 0,0 1 0,0-1 0,0 1 0,0 0 0,1-1 0,-1 1 0,0 0 0,1 0 0,-1 0 0,1 1 0,-1-1 0,1 0 0,-1 1 0,1-1 0,0 0 0,0 1 0,0 0 0,0-1 0,0 1 0,0 0 0,0-1 0,0 1 0,1 0 0,-1 0 0,0 3 0,-10 55 0,9-6 0,2 0 0,3 0 0,2 0 0,2 0 0,23 83 0,97 258 0,-117-369 0,314 751 0,-315-757 0,11 18 0,26 39 0,-40-68 0,0 0 0,1 0 0,0-1 0,1 0 0,0 0 0,0-1 0,1 0 0,0 0 0,13 7 0,-16-12 0,-1 0 0,1 0 0,0-1 0,0 0 0,0 0 0,0 0 0,-1-1 0,1 1 0,0-2 0,0 1 0,0-1 0,0 1 0,0-2 0,0 1 0,-1-1 0,1 1 0,-1-2 0,1 1 0,-1-1 0,0 1 0,1-1 0,-2-1 0,10-6 0,9-9 0,0-2 0,-1 0 0,25-32 0,-35 39 0,16-18 30,-2-2 0,-1-1 0,39-73 0,-53 84-216,0-1 1,-2 0-1,-1 0 0,-1 0 1,-1-1-1,-1 0 1,2-42-1,-6 22-6640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3:32.047"/>
    </inkml:context>
    <inkml:brush xml:id="br0">
      <inkml:brushProperty name="width" value="0.05" units="cm"/>
      <inkml:brushProperty name="height" value="0.05" units="cm"/>
      <inkml:brushProperty name="color" value="#E71224"/>
    </inkml:brush>
  </inkml:definitions>
  <inkml:trace contextRef="#ctx0" brushRef="#br0">1163 1 24575,'-5'0'0,"-14"0"0,-13 4 0,-10 15 0,-15 17 0,-16 25 0,-8 24 0,-13 19 0,-8 19 0,-9 10 0,-2 1 0,-1-6 0,11-15 0,18-18 0,24-21 0,18-23 0,16-20-8191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1:46:16.214"/>
    </inkml:context>
    <inkml:brush xml:id="br0">
      <inkml:brushProperty name="width" value="0.05" units="cm"/>
      <inkml:brushProperty name="height" value="0.05" units="cm"/>
      <inkml:brushProperty name="color" value="#E71224"/>
    </inkml:brush>
  </inkml:definitions>
  <inkml:trace contextRef="#ctx0" brushRef="#br0">1 53 24575,'117'0'0,"30"-2"0,164 20 0,-91-3 0,-34-3 0,126 19 0,-65-25 0,28 3 0,606 80 0,-681-64 0,-95-10 0,118 2 0,1234-18 0,-1333-6 0,-1-5 0,141-31 0,56-8 0,428 6 0,4 45 0,-325 3 0,1981-3 0,-1354-53 0,-86 0 0,-390 41 0,207-2 0,1347 15-1365,-2075-1-5461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03.498"/>
    </inkml:context>
    <inkml:brush xml:id="br0">
      <inkml:brushProperty name="width" value="0.05" units="cm"/>
      <inkml:brushProperty name="height" value="0.05" units="cm"/>
      <inkml:brushProperty name="color" value="#E71224"/>
    </inkml:brush>
  </inkml:definitions>
  <inkml:trace contextRef="#ctx0" brushRef="#br0">0 105 24575,'164'2'0,"182"-4"0,-277-4 0,113-25 0,44-5 0,406 29 0,-348 10 0,3562-3 0,-3400-13 0,-31-1 0,-394 14 0,1476 1 0,-865 25 0,24 0 0,-568-25 0,49-1 0,256 34 0,-386-34 0,-1 1 0,0 1 0,1-1 0,-1 1 0,0 0 0,0 0 0,0 1 0,0 0 0,0 0 0,-1 0 0,1 1 0,-1 0 0,0 0 0,0 0 0,0 1 0,-1-1 0,0 1 0,1 0 0,-2 1 0,1-1 0,-1 1 0,1-1 0,-2 1 0,1 0 0,-1 0 0,1 0 0,-2 1 0,1-1 0,0 7 0,62 278 0,-32-133 0,54 380 0,-78-474 0,-2-10-682,-1 84-1,-5-118-6143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05.315"/>
    </inkml:context>
    <inkml:brush xml:id="br0">
      <inkml:brushProperty name="width" value="0.05" units="cm"/>
      <inkml:brushProperty name="height" value="0.05" units="cm"/>
      <inkml:brushProperty name="color" value="#E71224"/>
    </inkml:brush>
  </inkml:definitions>
  <inkml:trace contextRef="#ctx0" brushRef="#br0">1 1 24575,'0'58'0,"5"202"0,-1-213 0,2 0 0,2 0 0,20 65 0,-12-66 0,3-1 0,26 48 0,-42-86 0,1 0 0,1 0 0,0 0 0,0-1 0,0 1 0,0-1 0,1 0 0,0-1 0,1 1 0,10 6 0,-7-7 0,0 0 0,1 0 0,0-1 0,0-1 0,0 0 0,23 3 0,321 24 0,-177-19 0,1137 73 0,-949-51 0,241 12 0,-77-6 0,46 0 0,-305-38 0,748-5 0,-528-49 0,-245 18 0,1271-73 0,-1141 90 0,1199-3 0,-1077 23 0,-493-1-54,-1-1-1,1 0 0,0 0 1,0-1-1,-1 1 1,1-1-1,0 0 0,0 0 1,-1 0-1,1-1 1,-1 0-1,0 1 0,1-2 1,-1 1-1,0 0 0,0-1 1,0 0-1,0 0 1,-1 0-1,1 0 0,-1-1 1,0 0-1,0 1 1,4-8-1,3-7-6771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06.682"/>
    </inkml:context>
    <inkml:brush xml:id="br0">
      <inkml:brushProperty name="width" value="0.05" units="cm"/>
      <inkml:brushProperty name="height" value="0.05" units="cm"/>
      <inkml:brushProperty name="color" value="#E71224"/>
    </inkml:brush>
  </inkml:definitions>
  <inkml:trace contextRef="#ctx0" brushRef="#br0">171 24 24575,'0'-1'0,"-1"0"0,0 0 0,1-1 0,-1 1 0,0 0 0,0 0 0,1 0 0,-1 0 0,0 0 0,0 0 0,0 0 0,0 0 0,0 0 0,-1 1 0,1-1 0,0 0 0,0 1 0,-1-1 0,1 0 0,0 1 0,0 0 0,-1-1 0,1 1 0,-1 0 0,1 0 0,0 0 0,-2 0 0,-41-4 0,39 5 0,-1-1 0,0 1 0,1 0 0,-1 1 0,1-1 0,-1 1 0,1 0 0,-1 1 0,-4 2 0,7-3 0,1-1 0,-1 1 0,1-1 0,0 1 0,0 0 0,0 0 0,0 0 0,0 0 0,0 0 0,0 0 0,0 1 0,1-1 0,0 1 0,-1-1 0,1 1 0,0-1 0,0 1 0,0 0 0,0-1 0,0 4 0,1-5 0,0 1 0,1-1 0,-1 1 0,0-1 0,0 0 0,1 1 0,-1-1 0,1 0 0,-1 1 0,1-1 0,-1 0 0,1 0 0,0 0 0,0 0 0,-1 1 0,1-1 0,0 0 0,0 0 0,0 0 0,0-1 0,1 1 0,-1 0 0,0 0 0,0-1 0,0 1 0,1 0 0,-1-1 0,0 1 0,0-1 0,1 0 0,1 1 0,53 8 0,-27-6 0,-25-2 0,0 1 0,0-1 0,-1 1 0,1 0 0,-1 0 0,1 0 0,-1 1 0,0-1 0,0 1 0,0-1 0,0 1 0,0 0 0,-1 0 0,1 1 0,-1-1 0,0 0 0,0 1 0,0 0 0,0-1 0,-1 1 0,1 0 0,-1 0 0,0 0 0,0 0 0,-1 0 0,1 0 0,-1 0 0,0 0 0,0 0 0,0 0 0,0 0 0,-2 6 0,1-4 0,0 0 0,0 0 0,0-1 0,-1 1 0,0-1 0,0 0 0,0 1 0,-1-1 0,1 0 0,-1 0 0,-1 0 0,1-1 0,-1 1 0,1-1 0,-1 0 0,-1 0 0,1 0 0,0 0 0,-1-1 0,0 0 0,0 0 0,-9 4 0,5-4-227,0-1-1,0-1 1,0 1-1,0-1 1,-16-1-1,13 0-6598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07.770"/>
    </inkml:context>
    <inkml:brush xml:id="br0">
      <inkml:brushProperty name="width" value="0.05" units="cm"/>
      <inkml:brushProperty name="height" value="0.05" units="cm"/>
      <inkml:brushProperty name="color" value="#E71224"/>
    </inkml:brush>
  </inkml:definitions>
  <inkml:trace contextRef="#ctx0" brushRef="#br0">0 212 24575,'12'0'0,"-1"0"0,1-1 0,-1 0 0,0-1 0,0 0 0,1-1 0,-1 0 0,-1-1 0,1 0 0,-1-1 0,1 0 0,-1 0 0,-1-1 0,1 0 0,-1-1 0,0 0 0,0-1 0,-1 0 0,11-13 0,-17 19 0,0-1 0,0 1 0,0-1 0,-1 0 0,1 1 0,-1-1 0,0 0 0,0 0 0,0 0 0,0 0 0,0 0 0,-1 0 0,1 0 0,-1 0 0,0 0 0,0 0 0,0 0 0,0 0 0,0 0 0,-1 0 0,0 0 0,1 0 0,-1 0 0,-2-4 0,1 4 0,0 0 0,0 0 0,-1 1 0,1-1 0,-1 1 0,0 0 0,1-1 0,-1 1 0,0 1 0,0-1 0,-1 0 0,1 1 0,0-1 0,0 1 0,-1 0 0,1 0 0,-1 0 0,1 1 0,-1-1 0,-5 1 0,0-1 0,1 1 0,0-1 0,-1 2 0,1-1 0,0 1 0,-1 1 0,1-1 0,-14 6 0,19-6 0,0 1 0,0 0 0,0-1 0,0 1 0,0 0 0,1 1 0,-1-1 0,1 0 0,-1 1 0,1-1 0,0 1 0,0 0 0,0 0 0,0 0 0,1 0 0,-1 0 0,1 0 0,0 0 0,0 0 0,0 1 0,0-1 0,0 1 0,0 5 0,0-1 0,0-1 0,1 0 0,0 0 0,0 1 0,0-1 0,1 0 0,0 1 0,1-1 0,-1 0 0,4 7 0,-3-10 0,0-1 0,0 0 0,0 0 0,0 0 0,0-1 0,1 1 0,-1-1 0,1 1 0,0-1 0,0 0 0,0 0 0,0 0 0,0 0 0,0-1 0,1 1 0,-1-1 0,0 0 0,1 0 0,-1 0 0,1 0 0,-1 0 0,6-1 0,43 4 0,0-2 0,86-9 0,-128 6-170,-1-1-1,1 0 0,-1 0 1,1-1-1,-1 0 0,0-1 1,11-5-1,-1-2-6655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09.096"/>
    </inkml:context>
    <inkml:brush xml:id="br0">
      <inkml:brushProperty name="width" value="0.05" units="cm"/>
      <inkml:brushProperty name="height" value="0.05" units="cm"/>
      <inkml:brushProperty name="color" value="#E71224"/>
    </inkml:brush>
  </inkml:definitions>
  <inkml:trace contextRef="#ctx0" brushRef="#br0">107 0 24575,'-5'1'0,"1"-1"0,0 1 0,0 0 0,0 0 0,0 1 0,0-1 0,0 1 0,0 0 0,1 0 0,-1 0 0,1 1 0,-1-1 0,1 1 0,0 0 0,0 0 0,0 0 0,0 0 0,1 0 0,-1 1 0,1-1 0,0 1 0,0 0 0,0 0 0,-2 7 0,0-1 0,0 1 0,0 0 0,1 0 0,1 0 0,0 0 0,0 1 0,1-1 0,1 14 0,0-24 0,-1 0 0,1-1 0,0 1 0,0 0 0,0 0 0,0 0 0,0 0 0,0 0 0,0-1 0,0 1 0,0 0 0,0 0 0,1 0 0,-1 0 0,0-1 0,1 1 0,-1 0 0,0 0 0,1-1 0,-1 1 0,1 0 0,-1-1 0,1 1 0,-1 0 0,1-1 0,0 1 0,-1-1 0,1 1 0,0-1 0,-1 1 0,1-1 0,0 1 0,0-1 0,1 1 0,0-2 0,-1 0 0,1 1 0,0-1 0,0 0 0,0 0 0,-1 0 0,1-1 0,0 1 0,-1 0 0,1 0 0,-1-1 0,0 1 0,3-3 0,38-58 0,10-36 0,-52 98 0,0-1 0,0 1 0,1-1 0,-1 1 0,0-1 0,1 1 0,-1-1 0,0 1 0,1-1 0,-1 1 0,1 0 0,-1-1 0,0 1 0,1 0 0,-1-1 0,1 1 0,-1 0 0,1 0 0,-1-1 0,1 1 0,-1 0 0,1 0 0,0 0 0,-1 0 0,1 0 0,-1 0 0,1 0 0,-1 0 0,1 0 0,0 0 0,-1 0 0,1 0 0,0 0 0,14 18 0,3 35 0,-17-50 0,7 33 0,-1-1 0,-2 1 0,0 39 0,-2-26 0,-3-45 0,0-1 0,1 0 0,-1 1 0,1-1 0,0 0 0,0 0 0,0 0 0,0 0 0,1 1 0,-1-2 0,1 1 0,0 0 0,3 5 0,-4-8 0,0 1 0,0 0 0,1-1 0,-1 1 0,0-1 0,0 1 0,0-1 0,1 1 0,-1-1 0,0 0 0,1 0 0,-1 1 0,0-1 0,0 0 0,1 0 0,-1 0 0,0-1 0,1 1 0,-1 0 0,0 0 0,0-1 0,1 1 0,-1-1 0,0 1 0,0-1 0,0 1 0,0-1 0,1 0 0,-1 0 0,0 1 0,0-1 0,0 0 0,-1 0 0,1 0 0,0 0 0,0 0 0,1-2 0,14-18-227,0-1-1,-1 0 1,-2-1-1,0-1 1,17-44-1,-21 43-6598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1.614"/>
    </inkml:context>
    <inkml:brush xml:id="br0">
      <inkml:brushProperty name="width" value="0.05" units="cm"/>
      <inkml:brushProperty name="height" value="0.05" units="cm"/>
      <inkml:brushProperty name="color" value="#E71224"/>
    </inkml:brush>
  </inkml:definitions>
  <inkml:trace contextRef="#ctx0" brushRef="#br0">32 149 24575,'-1'1'0,"0"-1"0,-1 1 0,1-1 0,0 1 0,0-1 0,0 1 0,0 0 0,0 0 0,0 0 0,0-1 0,0 1 0,0 0 0,1 0 0,-1 0 0,0 0 0,1 0 0,-1 1 0,0-1 0,1 0 0,-1 0 0,1 0 0,0 0 0,-1 1 0,1-1 0,0 0 0,0 0 0,0 3 0,-5 41 0,5-39 0,-2 26 0,0-16 0,1 0 0,0 1 0,1-1 0,1 1 0,0-1 0,7 29 0,-7-43 0,-1-1 0,1 0 0,-1 1 0,1-1 0,0 0 0,-1 0 0,1 0 0,0 1 0,0-1 0,0 0 0,0 0 0,0 0 0,0 0 0,0-1 0,0 1 0,0 0 0,1 0 0,-1-1 0,0 1 0,0 0 0,1-1 0,-1 1 0,0-1 0,1 0 0,-1 1 0,1-1 0,-1 0 0,0 0 0,1 0 0,-1 0 0,1 0 0,-1 0 0,0-1 0,1 1 0,-1 0 0,1-1 0,-1 1 0,0-1 0,0 1 0,1-1 0,-1 1 0,0-1 0,0 0 0,0 0 0,1 0 0,-1 0 0,1-1 0,5-3 0,0-1 0,-1 1 0,0-1 0,0-1 0,0 1 0,7-12 0,2-9 0,-1-1 0,16-48 0,-22 54 0,6 124 0,-13-95 0,0 1 0,1 0 0,0-1 0,0 1 0,1-1 0,0 0 0,0 1 0,0-1 0,1-1 0,0 1 0,1 0 0,5 6 0,-7-10 0,1 0 0,0-1 0,-1 1 0,1-1 0,0 0 0,0 0 0,0 0 0,0 0 0,0-1 0,1 1 0,-1-1 0,0 0 0,1 0 0,-1-1 0,1 0 0,-1 1 0,1-1 0,-1-1 0,0 1 0,1-1 0,-1 0 0,9-2 0,6-2 0,0-2 0,-1 0 0,0-1 0,0 0 0,-1-2 0,31-21 0,-37 22 0,1 0 0,-2 0 0,1-1 0,-1-1 0,-1 0 0,1 0 0,-2-1 0,0 0 0,0 0 0,5-15 0,-11 24 0,0-1 0,0 0 0,-1 0 0,0 0 0,0 0 0,0 0 0,0 0 0,-1-1 0,1 1 0,-1 0 0,0 0 0,0 0 0,-1-1 0,1 1 0,-1 0 0,-2-6 0,2 8 0,-1-1 0,0 1 0,0 0 0,0-1 0,0 1 0,0 0 0,0 0 0,-1 0 0,1 1 0,-1-1 0,1 1 0,-1-1 0,0 1 0,1 0 0,-1 0 0,0 0 0,0 0 0,0 0 0,0 1 0,0 0 0,0-1 0,0 1 0,-5 0 0,4 0 0,-1 0 0,1 1 0,-1-1 0,1 1 0,-1 0 0,1 0 0,-1 0 0,1 0 0,0 1 0,0 0 0,-1 0 0,1 0 0,1 0 0,-1 1 0,0-1 0,0 1 0,1 0 0,0 0 0,0 1 0,0-1 0,0 1 0,0-1 0,0 1 0,-3 7 0,3-5 0,1 0 0,-1-1 0,1 1 0,0 0 0,1 0 0,0 1 0,-1-1 0,2 0 0,-1 0 0,1 1 0,0-1 0,0 0 0,1 0 0,0 1 0,0-1 0,0 0 0,5 12 0,-4-16 0,-1 1 0,1-1 0,0 1 0,0-1 0,0 0 0,0 0 0,0 0 0,0 0 0,0 0 0,1 0 0,-1-1 0,1 1 0,-1-1 0,1 0 0,0 1 0,-1-1 0,1 0 0,0-1 0,0 1 0,0 0 0,5 0 0,8 0 0,0 0 0,30-2 0,-25 0 0,-3 1 0,1-1 0,0 0 0,-1-2 0,37-9 0,-47 9 0,0 0 0,0-1 0,0 0 0,-1-1 0,1 1 0,-1-2 0,0 1 0,-1-1 0,1 0 0,-1 0 0,0 0 0,9-14 0,4-11 0,-1-1 0,-1 0 0,19-58 0,-25 63 0,-5 103 0,-1-38 0,1-1 0,2 1 0,2-1 0,23 56 0,-32-90 0,0 0 0,14 29 0,-15-31 0,0-1 0,1 1 0,-1-1 0,0 0 0,1 1 0,-1-1 0,1 1 0,-1-1 0,1 0 0,-1 1 0,1-1 0,-1 0 0,1 0 0,-1 1 0,1-1 0,-1 0 0,1 0 0,-1 0 0,1 1 0,-1-1 0,1 0 0,0 0 0,-1 0 0,1 0 0,-1 0 0,1 0 0,0 0 0,-1-1 0,1 1 0,-1 0 0,1 0 0,-1 0 0,1 0 0,-1-1 0,1 1 0,-1 0 0,1-1 0,-1 1 0,1 0 0,-1-1 0,1 1 0,-1-1 0,0 1 0,1 0 0,-1-1 0,0 1 0,1-1 0,-1 1 0,0-1 0,1 1 0,-1-1 0,0 0 0,12-21 0,-1 1 0,-1-1 0,-1-1 0,8-30 0,1 0 0,-11 33 0,1 0 0,1 1 0,1 0 0,12-17 0,-18 29 0,0 2 0,1-1 0,0 0 0,0 1 0,0 0 0,1 0 0,-1 0 0,1 1 0,1 0 0,-1 0 0,0 1 0,1-1 0,0 2 0,0-1 0,7-2 0,-11 5 0,0 0 0,0 0 0,-1 0 0,1 0 0,0 1 0,-1-1 0,1 1 0,0 0 0,-1-1 0,1 1 0,-1 0 0,1 1 0,-1-1 0,0 0 0,1 1 0,-1-1 0,0 1 0,0 0 0,0 0 0,0 0 0,0 0 0,0 0 0,-1 0 0,1 0 0,-1 0 0,1 1 0,-1-1 0,2 5 0,3 6 0,0 1 0,-1-1 0,-1 1 0,3 14 0,2 20-81,-7-34-62,0-1 1,1 1-1,0 0 0,1-1 1,1 0-1,0 1 0,1-2 1,10 18-1,-5-16-6683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2.594"/>
    </inkml:context>
    <inkml:brush xml:id="br0">
      <inkml:brushProperty name="width" value="0.05" units="cm"/>
      <inkml:brushProperty name="height" value="0.05" units="cm"/>
      <inkml:brushProperty name="color" value="#E71224"/>
    </inkml:brush>
  </inkml:definitions>
  <inkml:trace contextRef="#ctx0" brushRef="#br0">189 25 24575,'1'1'0,"0"-1"0,0 0 0,0 0 0,0 0 0,0 0 0,0 1 0,0-1 0,0-1 0,0 1 0,0 0 0,0 0 0,0 0 0,0 0 0,0-1 0,0 1 0,0-1 0,0 1 0,0 0 0,0-1 0,-1 1 0,1-1 0,0 0 0,0 1 0,-1-1 0,1 0 0,0 1 0,-1-1 0,1 0 0,0-1 0,-1 1 0,-1 0 0,0 0 0,1 0 0,-1 0 0,0 1 0,0-1 0,0 0 0,1 0 0,-1 1 0,0-1 0,0 0 0,0 1 0,0-1 0,0 1 0,0-1 0,-1 1 0,1-1 0,0 1 0,0 0 0,0 0 0,0 0 0,0-1 0,0 1 0,-3 1 0,-3-2 0,0 0 0,0 1 0,0 0 0,0 1 0,0 0 0,0 0 0,0 0 0,1 1 0,-1 0 0,0 0 0,1 0 0,-1 1 0,1 0 0,0 1 0,0-1 0,0 1 0,0 0 0,1 1 0,0-1 0,0 1 0,0 0 0,0 1 0,1-1 0,0 1 0,0-1 0,0 1 0,1 1 0,0-1 0,0 0 0,0 1 0,1-1 0,-2 12 0,-1 14 0,1 0 0,2 0 0,1 0 0,2 0 0,6 39 0,-7-68 0,1 0 0,0 0 0,0 0 0,1 0 0,-1 0 0,0-1 0,1 1 0,0 0 0,-1-1 0,1 1 0,0-1 0,0 0 0,1 0 0,-1 0 0,0 0 0,1 0 0,-1 0 0,1 0 0,0-1 0,-1 1 0,1-1 0,0 0 0,0 0 0,0 0 0,0 0 0,0 0 0,0-1 0,6 1 0,13 1 0,0 0 0,-1-1 0,25-3 0,-19 1 0,16 2 0,-1-3 0,1-1 0,66-15 0,-104 17-114,0-1 1,-1 0-1,1 0 0,-1 0 0,1-1 1,-1 1-1,0-1 0,0 0 0,0 0 1,0 0-1,5-7 0,1-1-6712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3.637"/>
    </inkml:context>
    <inkml:brush xml:id="br0">
      <inkml:brushProperty name="width" value="0.05" units="cm"/>
      <inkml:brushProperty name="height" value="0.05" units="cm"/>
      <inkml:brushProperty name="color" value="#E71224"/>
    </inkml:brush>
  </inkml:definitions>
  <inkml:trace contextRef="#ctx0" brushRef="#br0">53 145 24575,'7'-1'0,"0"1"0,1-1 0,-1 0 0,0-1 0,0 0 0,0 0 0,0-1 0,0 1 0,-1-1 0,1-1 0,-1 1 0,7-6 0,-10 7 0,-1 0 0,1 0 0,-1 0 0,1 0 0,-1-1 0,0 1 0,0-1 0,0 0 0,0 1 0,0-1 0,-1 0 0,1 0 0,-1 0 0,0 0 0,0-1 0,0 1 0,0 0 0,0 0 0,-1-1 0,1 1 0,-1 0 0,0 0 0,0-1 0,0 1 0,-1 0 0,1-1 0,-1 1 0,-2-6 0,3 8 0,0 0 0,0 0 0,-1 0 0,1 0 0,-1 0 0,1 0 0,-1 0 0,1 0 0,-1 0 0,1 0 0,-1 0 0,0 0 0,0 0 0,1 0 0,-1 1 0,0-1 0,0 0 0,0 1 0,0-1 0,0 0 0,0 1 0,0-1 0,0 1 0,0 0 0,0-1 0,0 1 0,0 0 0,-1 0 0,0-1 0,-1 2 0,1-1 0,-1 1 0,1 0 0,-1 0 0,1 0 0,-1 0 0,1 0 0,0 0 0,-1 1 0,1-1 0,0 1 0,-2 1 0,-9 9 0,2 0 0,-1 0 0,-9 15 0,19-24 0,-7 10 0,1 1 0,1-1 0,0 2 0,1-1 0,0 1 0,2 0 0,-1 0 0,2 0 0,0 1 0,1-1 0,0 1 0,1 27 0,2-41 0,-1 1 0,0-1 0,1 0 0,-1 0 0,1 1 0,-1-1 0,1 0 0,0 0 0,0 0 0,0 0 0,0 0 0,1 0 0,-1 0 0,1 0 0,-1 0 0,1 0 0,-1-1 0,1 1 0,0-1 0,3 3 0,0-2 0,0 1 0,-1-1 0,1 0 0,0-1 0,0 1 0,0-1 0,1 0 0,-1 0 0,6-1 0,0 1 0,-1-1 0,1-1 0,-1 0 0,0 0 0,1-1 0,-1 0 0,0-1 0,0 0 0,12-6 0,2-7-1365,-5 0-5461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5.798"/>
    </inkml:context>
    <inkml:brush xml:id="br0">
      <inkml:brushProperty name="width" value="0.05" units="cm"/>
      <inkml:brushProperty name="height" value="0.05" units="cm"/>
      <inkml:brushProperty name="color" value="#E71224"/>
    </inkml:brush>
  </inkml:definitions>
  <inkml:trace contextRef="#ctx0" brushRef="#br0">132 613 24575,'-4'1'0,"0"0"0,0 0 0,0 0 0,1 0 0,-1 1 0,0-1 0,1 1 0,-1 0 0,1 0 0,0 0 0,-1 1 0,1-1 0,0 1 0,0 0 0,1-1 0,-1 1 0,1 1 0,-1-1 0,1 0 0,0 0 0,0 1 0,-2 7 0,-6 10 0,1 0 0,-9 37 0,16-53 0,-2 8 0,0 1 0,0 0 0,1 0 0,1 1 0,1-1 0,0 1 0,0-1 0,2 0 0,3 25 0,-4-37 0,1 0 0,0 0 0,-1 1 0,1-1 0,0-1 0,0 1 0,0 0 0,1 0 0,-1 0 0,0-1 0,1 1 0,-1 0 0,1-1 0,0 1 0,-1-1 0,1 0 0,0 0 0,0 1 0,0-1 0,0 0 0,0-1 0,3 2 0,-1-1 0,-1-1 0,1 0 0,0 0 0,-1 0 0,1 0 0,0 0 0,-1-1 0,1 1 0,0-1 0,-1 0 0,1-1 0,4-1 0,-1 0 0,0-1 0,-1 1 0,0-1 0,0 0 0,0 0 0,0-1 0,-1 0 0,1 0 0,-1 0 0,-1-1 0,1 0 0,-1 1 0,5-10 0,-7 10 0,0 0 0,0 0 0,0 0 0,-1-1 0,0 1 0,0-1 0,0 1 0,-1-1 0,0 1 0,0-1 0,0 0 0,-1 1 0,1-1 0,-1 1 0,-1-1 0,1 1 0,-1 0 0,0 0 0,0-1 0,0 1 0,-1 0 0,0 1 0,0-1 0,0 0 0,-1 1 0,1 0 0,-1 0 0,-7-6 0,8 7 0,1 0 0,0 0 0,0 0 0,0 0 0,0-1 0,0 1 0,1-1 0,-1 1 0,1-1 0,0 0 0,0 1 0,0-1 0,1 0 0,-1 0 0,1 1 0,0-1 0,0 0 0,0 0 0,1 0 0,0 1 0,-1-1 0,1 0 0,2-4 0,3-8 0,1-1 0,0 1 0,19-28 0,-7 12 0,-11 16 0,0-1 0,-2 1 0,0-1 0,0-1 0,-2 1 0,5-31 0,-6 10 0,-2 1 0,-3-42 0,5 176 0,-4-44 0,3-1 0,3 0 0,21 99 0,-6-87 0,3-2 0,2 0 0,3-2 0,3-1 0,3-1 0,1-2 0,67 79 0,-98-130 0,-1-1 0,1 0 0,0-1 0,0 1 0,0 0 0,1-1 0,-1 0 0,1 0 0,0 0 0,0-1 0,0 0 0,6 2 0,-10-3 0,0-1 0,1 0 0,-1 0 0,1 0 0,-1 0 0,0 0 0,1 0 0,-1 0 0,0 0 0,1 0 0,-1-1 0,0 1 0,1-1 0,-1 1 0,0-1 0,0 1 0,1-1 0,-1 0 0,2-1 0,-1 0 0,-1 0 0,1 0 0,0 0 0,-1-1 0,0 1 0,1 0 0,-1-1 0,0 1 0,0-1 0,-1 1 0,1-1 0,0 0 0,0-4 0,2-28 0,-2 1 0,-1 0 0,-5-47 0,4 75 0,-1 1 0,0 0 0,0 0 0,0 0 0,0 0 0,-1 0 0,0 0 0,0 1 0,0-1 0,0 1 0,-1 0 0,0 0 0,1 0 0,-2 0 0,1 1 0,0 0 0,-6-4 0,-1 0 0,-1 0 0,0 1 0,0 0 0,0 0 0,-27-6 0,16 8 0,17 3 0,-1 0 0,1 0 0,-1 0 0,1-1 0,0 0 0,-11-5 0,17 7 0,-1-1 0,0 1 0,0-1 0,1 1 0,-1-1 0,0 0 0,1 1 0,-1-1 0,0 0 0,1 0 0,-1 1 0,1-1 0,-1 0 0,1 0 0,0 0 0,-1 0 0,1 0 0,0 1 0,0-1 0,-1-2 0,1 1 0,1 0 0,-1 0 0,1 0 0,-1 0 0,1 0 0,-1 0 0,1 0 0,0 0 0,0 0 0,0 0 0,0 1 0,0-1 0,3-2 0,20-26 0,2 2 0,1 1 0,1 1 0,35-26 0,137-84 0,-122 85 0,391-303 0,-354 262 0,-113 90-114,0 1 1,1-1-1,-1 0 0,0 1 0,0 0 1,1-1-1,-1 1 0,1 0 0,-1 0 1,1 0-1,4 0 0,-11 12-6712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6.843"/>
    </inkml:context>
    <inkml:brush xml:id="br0">
      <inkml:brushProperty name="width" value="0.05" units="cm"/>
      <inkml:brushProperty name="height" value="0.05" units="cm"/>
      <inkml:brushProperty name="color" value="#E71224"/>
    </inkml:brush>
  </inkml:definitions>
  <inkml:trace contextRef="#ctx0" brushRef="#br0">452 1 24575,'-18'0'0,"0"2"0,0 0 0,0 1 0,1 1 0,0 1 0,-1 0 0,1 1 0,1 1 0,-26 15 0,14-6 0,0 3 0,2 0 0,0 1 0,-30 32 0,45-40 0,0 0 0,0 1 0,2 1 0,-1-1 0,-7 17 0,14-25 0,1 0 0,-1 0 0,1 1 0,0-1 0,0 1 0,1-1 0,-1 1 0,1 0 0,0 0 0,1-1 0,0 1 0,0 0 0,0 0 0,0 0 0,1-1 0,0 1 0,3 10 0,-2-13 0,0-1 0,0 1 0,0-1 0,1 1 0,-1-1 0,1 0 0,-1 0 0,1 0 0,0 0 0,0 0 0,0-1 0,0 1 0,0-1 0,0 0 0,0 0 0,0 0 0,1 0 0,-1-1 0,0 1 0,1-1 0,-1 0 0,7 0 0,10 0 0,0-1 0,27-4 0,-45 5 0,25-5 0,-1-1 0,1-2 0,-1 0 0,0-2 0,-1 0 0,0-2 0,29-19 0,-38 22 0,-1-1 0,-1-1 0,0 0 0,0-1 0,-1-1 0,-1 0 0,0 0 0,-1-1 0,0-1 0,-1 0 0,-1 0 0,10-21 0,-17 31 0,0-1 0,0 0 0,0 1 0,-1-1 0,0 0 0,0 0 0,0 0 0,-1 0 0,0 0 0,-1-9 0,1 13 0,-1-1 0,0 1 0,0 0 0,1 0 0,-1 0 0,-1-1 0,1 1 0,0 0 0,0 0 0,-1 1 0,1-1 0,-1 0 0,1 0 0,-1 1 0,0-1 0,0 1 0,0-1 0,0 1 0,0 0 0,0 0 0,0 0 0,0 0 0,0 0 0,-1 0 0,1 1 0,0-1 0,-1 1 0,-3-1 0,-1 0-151,0 0-1,-1 1 0,1 0 0,0 0 1,0 0-1,0 1 0,0 0 1,-9 3-1,-2 3-6674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7.388"/>
    </inkml:context>
    <inkml:brush xml:id="br0">
      <inkml:brushProperty name="width" value="0.05" units="cm"/>
      <inkml:brushProperty name="height" value="0.05" units="cm"/>
      <inkml:brushProperty name="color" value="#E71224"/>
    </inkml:brush>
  </inkml:definitions>
  <inkml:trace contextRef="#ctx0" brushRef="#br0">0 0 24575,'0'5'0,"0"9"0,0 8 0,5 12 0,1 6 0,4 4 0,0 0 0,4 5 0,-2-1 0,-2-5 0,-3 0 0,-3-4 0,3-8 0,-1-5 0,0-11 0,-2-13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8.417"/>
    </inkml:context>
    <inkml:brush xml:id="br0">
      <inkml:brushProperty name="width" value="0.05" units="cm"/>
      <inkml:brushProperty name="height" value="0.05" units="cm"/>
      <inkml:brushProperty name="color" value="#E71224"/>
    </inkml:brush>
  </inkml:definitions>
  <inkml:trace contextRef="#ctx0" brushRef="#br0">36 79 24575,'-1'0'0,"0"0"0,0 0 0,-1 0 0,1 0 0,0 0 0,0 0 0,-1 0 0,1 0 0,0 0 0,0 0 0,-1-1 0,1 1 0,0 0 0,0-1 0,0 1 0,-1-1 0,1 0 0,0 1 0,0-1 0,0 0 0,0 0 0,0 1 0,0-1 0,1 0 0,-1 0 0,0 0 0,0 0 0,1 0 0,-1 0 0,0 0 0,1-1 0,-1 1 0,1 0 0,-1 0 0,1 0 0,0-1 0,0 1 0,-1 0 0,1 0 0,0-2 0,1 1 0,-1 0 0,1-1 0,-1 1 0,1 0 0,0 0 0,0 0 0,0 0 0,0 0 0,1 0 0,-1 1 0,0-1 0,1 0 0,-1 1 0,1-1 0,0 1 0,-1-1 0,1 1 0,0 0 0,0-1 0,0 1 0,0 0 0,4-1 0,-2 0 0,0 1 0,0-1 0,0 1 0,1 0 0,-1 0 0,0 0 0,1 1 0,-1-1 0,1 1 0,-1 0 0,1 1 0,-1-1 0,0 1 0,1 0 0,-1 0 0,0 0 0,1 0 0,-1 1 0,0 0 0,5 3 0,-5-2 0,-1 0 0,1 0 0,-1 0 0,0 1 0,0-1 0,-1 1 0,1 0 0,-1 0 0,0 0 0,0 0 0,0 0 0,0 0 0,-1 1 0,0-1 0,0 0 0,0 1 0,0 0 0,-1-1 0,1 9 0,-1-7 12,0 0 0,-1 1 0,1-1 0,-1 1 0,-1-1 0,1 0 0,-1 0 0,0 0 0,-5 10 0,6-14-63,0 0 0,0 1-1,-1-1 1,1 0 0,-1-1 0,1 1 0,-1 0-1,0 0 1,1-1 0,-1 1 0,0-1-1,0 1 1,0-1 0,-1 0 0,1 0 0,0 0-1,0 0 1,0 0 0,-1 0 0,1-1 0,-1 1-1,1-1 1,0 0 0,-1 1 0,1-1 0,-1 0-1,1-1 1,-3 1 0,-10-4-6775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19.505"/>
    </inkml:context>
    <inkml:brush xml:id="br0">
      <inkml:brushProperty name="width" value="0.05" units="cm"/>
      <inkml:brushProperty name="height" value="0.05" units="cm"/>
      <inkml:brushProperty name="color" value="#E71224"/>
    </inkml:brush>
  </inkml:definitions>
  <inkml:trace contextRef="#ctx0" brushRef="#br0">3 170 24575,'11'0'0,"0"0"0,0-1 0,1 0 0,-1 0 0,0-1 0,0-1 0,17-5 0,-24 6 0,-1 0 0,1 0 0,-1 0 0,0-1 0,0 1 0,0-1 0,0 0 0,0 0 0,0 0 0,-1 0 0,1 0 0,-1-1 0,0 1 0,0-1 0,0 1 0,-1-1 0,1 0 0,-1 0 0,0 1 0,0-1 0,0 0 0,-1 0 0,1 0 0,-1-6 0,1 7 0,-1 0 0,0 0 0,0 0 0,0 0 0,0 0 0,-1 0 0,1 0 0,-1 0 0,1 0 0,-1 0 0,0 0 0,0 0 0,-1 0 0,1 0 0,-1 1 0,1-1 0,-1 0 0,-4-4 0,5 6 0,-1 0 0,0 0 0,0 0 0,0 1 0,0-1 0,0 0 0,0 1 0,0 0 0,0-1 0,0 1 0,0 0 0,0 0 0,0 0 0,0 0 0,0 0 0,0 0 0,0 1 0,0-1 0,0 1 0,0 0 0,0-1 0,1 1 0,-1 0 0,0 0 0,0 0 0,0 0 0,1 0 0,-1 1 0,-2 1 0,-3 4 0,-1 0 0,1 0 0,1 0 0,0 1 0,0 0 0,0 0 0,1 0 0,0 1 0,-6 14 0,8-17 0,1 0 0,-1 1 0,1 0 0,0 0 0,0-1 0,1 1 0,0 0 0,0 0 0,1 0 0,0 0 0,0 0 0,1 1 0,-1-1 0,3 7 0,-2-12 0,0 0 0,1 0 0,-1 0 0,1 0 0,-1 0 0,1 0 0,0 0 0,0 0 0,0-1 0,0 1 0,0-1 0,0 1 0,0-1 0,0 0 0,0 0 0,1 0 0,-1 0 0,0 0 0,1 0 0,-1-1 0,1 1 0,3-1 0,60 3 0,-53-3 0,12 1-120,48-5 372,-69 4-351,0-1-1,0 0 0,1 0 0,-2-1 0,1 1 0,0-1 1,0 0-1,0 0 0,-1 0 0,1-1 0,-1 1 0,0-1 1,1 0-1,3-4 0,5-9-6726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20.218"/>
    </inkml:context>
    <inkml:brush xml:id="br0">
      <inkml:brushProperty name="width" value="0.05" units="cm"/>
      <inkml:brushProperty name="height" value="0.05" units="cm"/>
      <inkml:brushProperty name="color" value="#E71224"/>
    </inkml:brush>
  </inkml:definitions>
  <inkml:trace contextRef="#ctx0" brushRef="#br0">1 80 24575,'9'11'0,"-1"-1"0,0 1 0,0 1 0,-1-1 0,-1 1 0,0 1 0,-1-1 0,0 1 0,-1 0 0,0 0 0,-1 0 0,0 1 0,-1-1 0,-1 1 0,0-1 0,-1 1 0,0-1 0,-1 1 0,-4 17 0,-8-7 0,13-24 0,0 0 0,-1 0 0,1 1 0,-1-1 0,1 0 0,-1 0 0,1 1 0,0-1 0,-1 0 0,1 0 0,-1 0 0,1 0 0,-1 0 0,1 0 0,-1 0 0,1 0 0,-1 0 0,1 0 0,-1 0 0,1 0 0,-1 0 0,1 0 0,0 0 0,-1 0 0,1-1 0,-1 1 0,1 0 0,-1-1 0,-1-1 0,0 1 0,0-1 0,1 0 0,-1 0 0,1-1 0,-1 1 0,1 0 0,0 0 0,0-1 0,0 1 0,0-1 0,1 1 0,-1-1 0,0 1 0,1-4 0,-2-8 0,1-1 0,1 1 0,1-1 0,0 0 0,1 1 0,0-1 0,1 1 0,1 0 0,0 0 0,1 0 0,0 0 0,1 1 0,1 0 0,0 0 0,1 1 0,0 0 0,1 0 0,0 1 0,1 0 0,0 0 0,1 1 0,20-15 0,-10 13-1365,-2 5-5461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21.896"/>
    </inkml:context>
    <inkml:brush xml:id="br0">
      <inkml:brushProperty name="width" value="0.05" units="cm"/>
      <inkml:brushProperty name="height" value="0.05" units="cm"/>
      <inkml:brushProperty name="color" value="#E71224"/>
    </inkml:brush>
  </inkml:definitions>
  <inkml:trace contextRef="#ctx0" brushRef="#br0">131 329 24575,'13'1'0,"-11"3"0,-19 9 0,-4 0 0,11-2 0,-1 0 0,2 0 0,0 1 0,0 1 0,1-1 0,0 1 0,1 0 0,1 1 0,0 0 0,1 0 0,0 0 0,1 1 0,1-1 0,0 1 0,-1 21 0,4-35 0,0 0 0,0 0 0,0 1 0,-1-1 0,2 0 0,-1 0 0,0 0 0,0 0 0,0 1 0,0-1 0,1 0 0,-1 0 0,0 0 0,1 0 0,-1 0 0,1 0 0,0 0 0,-1 0 0,1 0 0,0 0 0,-1 0 0,1 0 0,0 0 0,1 1 0,-1-2 0,1 0 0,-1 0 0,0-1 0,0 1 0,0 0 0,0 0 0,0-1 0,0 1 0,0 0 0,0-1 0,0 1 0,0-1 0,0 1 0,0-1 0,0 0 0,0 1 0,0-1 0,0 0 0,1-1 0,37-48 0,-4-15 0,-25 43 0,25-38 0,-35 59 0,1 1 0,-1-1 0,0 0 0,1 1 0,-1-1 0,1 1 0,-1-1 0,1 0 0,-1 1 0,1-1 0,-1 1 0,1-1 0,0 1 0,-1 0 0,1-1 0,0 1 0,-1 0 0,1-1 0,0 1 0,0 0 0,-1 0 0,1 0 0,0-1 0,0 1 0,-1 0 0,1 0 0,0 0 0,0 0 0,0 0 0,-1 1 0,1-1 0,0 0 0,0 0 0,-1 0 0,1 1 0,0-1 0,-1 0 0,1 1 0,0-1 0,-1 1 0,1-1 0,0 1 0,-1-1 0,1 1 0,-1-1 0,1 1 0,-1-1 0,1 1 0,-1 0 0,0-1 0,1 1 0,-1 0 0,0-1 0,1 2 0,21 50 0,-17-38 0,2 2 0,0-1 0,1 1 0,1-2 0,0 1 0,13 13 0,-20-25 0,0 0 0,1 0 0,0-1 0,-1 0 0,1 1 0,0-1 0,0 0 0,0 0 0,0 0 0,1-1 0,-1 1 0,1-1 0,4 1 0,-6-1 0,0-1 0,1 0 0,-1-1 0,0 1 0,0 0 0,0-1 0,0 1 0,1-1 0,-1 0 0,0 0 0,0 0 0,0 0 0,0 0 0,-1 0 0,1 0 0,0 0 0,0-1 0,-1 1 0,1-1 0,-1 0 0,1 1 0,-1-1 0,0 0 0,2-3 0,10-16 0,-1-1 0,-1-1 0,-2 0 0,15-48 0,-10 25 0,-1 2 0,-2-2 0,-3 1 0,-1-1 0,-2-1 0,-3 1 0,-3-62 0,-1 251 0,2 93 0,1-227 0,0 0 0,1 0 0,0 0 0,0 0 0,1-1 0,0 1 0,1-1 0,0 0 0,0 0 0,6 9 0,-9-15 0,1 0 0,0 0 0,-1 0 0,1 0 0,0-1 0,0 1 0,-1 0 0,2-1 0,-1 0 0,0 1 0,0-1 0,0 0 0,0 0 0,1 0 0,-1 0 0,1-1 0,-1 1 0,0 0 0,1-1 0,-1 0 0,1 0 0,-1 0 0,1 0 0,-1 0 0,1 0 0,-1 0 0,1-1 0,-1 0 0,1 1 0,-1-1 0,0 0 0,0 0 0,1 0 0,-1 0 0,0-1 0,0 1 0,0 0 0,0-1 0,0 0 0,3-2 0,7-9-140,0-1 0,0 0 0,-1 0-1,-1-1 1,-1 0 0,10-20 0,-16 29-244,16-28-6442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22.378"/>
    </inkml:context>
    <inkml:brush xml:id="br0">
      <inkml:brushProperty name="width" value="0.05" units="cm"/>
      <inkml:brushProperty name="height" value="0.05" units="cm"/>
      <inkml:brushProperty name="color" value="#E71224"/>
    </inkml:brush>
  </inkml:definitions>
  <inkml:trace contextRef="#ctx0" brushRef="#br0">347 1 24575,'-8'0'0,"-8"4"0,-6 7 0,-7 0 0,-4 4 0,0 3 0,1-2 0,2 2 0,5 2 0,3-3 0,5 0 0,6 2 0,0-2 0,-3 0 0,-3-3 0,2 1 0,7-2 0,5-4-8191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23.281"/>
    </inkml:context>
    <inkml:brush xml:id="br0">
      <inkml:brushProperty name="width" value="0.05" units="cm"/>
      <inkml:brushProperty name="height" value="0.05" units="cm"/>
      <inkml:brushProperty name="color" value="#E71224"/>
    </inkml:brush>
  </inkml:definitions>
  <inkml:trace contextRef="#ctx0" brushRef="#br0">82 58 24575,'-3'0'0,"0"0"0,-1 0 0,1 1 0,0 0 0,0-1 0,0 1 0,0 0 0,-1 1 0,1-1 0,1 0 0,-1 1 0,0 0 0,0-1 0,1 1 0,-1 0 0,1 1 0,-1-1 0,1 0 0,0 1 0,0-1 0,0 1 0,0 0 0,0-1 0,1 1 0,-1 0 0,1 0 0,0 0 0,0 0 0,0 1 0,0-1 0,0 5 0,-2 12 0,0 0 0,2-1 0,0 1 0,3 22 0,-1-23 0,-2-15 0,1 0 0,1 0 0,-1-1 0,0 1 0,1 0 0,0-1 0,0 1 0,0-1 0,0 1 0,1-1 0,-1 1 0,1-1 0,0 0 0,0 1 0,0-1 0,3 3 0,-2-4 0,-1-1 0,0 1 0,0-1 0,1 0 0,-1 0 0,1 0 0,-1 0 0,1-1 0,0 1 0,-1-1 0,1 0 0,-1 1 0,1-1 0,0 0 0,-1 0 0,1-1 0,0 1 0,-1-1 0,1 1 0,-1-1 0,1 0 0,-1 0 0,1 0 0,2-1 0,10-4 0,1-1 0,-1 0 0,0-1 0,-1-1 0,1 0 0,-2-1 0,1-1 0,-2 0 0,13-14 0,-19 18 0,0 0 0,-1 0 0,0-1 0,0 0 0,-1 0 0,0 0 0,-1 0 0,1-1 0,-1 0 0,-1 1 0,0-1 0,0 0 0,-1 0 0,0 0 0,-1 0 0,0-1 0,0 1 0,-2-12 0,1 18 4,1 1 0,-1-1 0,1 1 0,-1-1 0,0 1 0,0-1 0,0 1 0,0 0 0,-1-1 0,1 1 0,-1 0 0,1 0-1,-1 0 1,0 0 0,0 0 0,1 1 0,-1-1 0,-1 0 0,1 1 0,0 0 0,0-1 0,0 1 0,-1 0 0,1 0 0,-1 0 0,-4-1 0,-4 0-223,0 1 1,-1 0-1,1 0 1,-21 2-1,25-1-160,-16 1-6447</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23.926"/>
    </inkml:context>
    <inkml:brush xml:id="br0">
      <inkml:brushProperty name="width" value="0.05" units="cm"/>
      <inkml:brushProperty name="height" value="0.05" units="cm"/>
      <inkml:brushProperty name="color" value="#E71224"/>
    </inkml:brush>
  </inkml:definitions>
  <inkml:trace contextRef="#ctx0" brushRef="#br0">0 130 24575,'8'0'0,"-1"1"0,0 1 0,0-1 0,0 1 0,1 0 0,-2 1 0,1 0 0,0 0 0,0 0 0,-1 1 0,0 0 0,0 0 0,0 1 0,0-1 0,-1 1 0,0 1 0,0-1 0,0 1 0,7 11 0,-5-8 0,-1 1 0,0 0 0,-1 1 0,0-1 0,-1 1 0,0 0 0,0 1 0,-1-1 0,-1 0 0,0 1 0,0 0 0,-1 11 0,-1-20 0,0-1 0,0 0 0,-1 0 0,1 1 0,-1-1 0,0 0 0,0 0 0,1 1 0,-1-1 0,-1 0 0,1 0 0,0 0 0,0 0 0,-1-1 0,1 1 0,-3 3 0,3-5 0,1 0 0,-1 1 0,1-1 0,-1 0 0,1 1 0,-1-1 0,1 0 0,-1 0 0,1 0 0,-1 1 0,0-1 0,1 0 0,-1 0 0,1 0 0,-1 0 0,1 0 0,-1 0 0,0 0 0,1 0 0,-1 0 0,1 0 0,-1 0 0,1-1 0,-1 1 0,0 0 0,0-1 0,0 0 0,0 0 0,0 0 0,0 0 0,0 0 0,0 0 0,0 0 0,0-1 0,1 1 0,-1 0 0,0 0 0,1-1 0,-1 1 0,1 0 0,-1-3 0,-3-14 0,1 0 0,1 0 0,0-1 0,1 0 0,1 1 0,1-1 0,1 1 0,0-1 0,2 1 0,0 0 0,0 0 0,2 0 0,0 1 0,2 0 0,0 0 0,16-26 0,-20 38-170,-1 0-1,1 0 0,0 1 1,0 0-1,1 0 0,0 0 1,6-5-1,9-1-6655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0:18:24.659"/>
    </inkml:context>
    <inkml:brush xml:id="br0">
      <inkml:brushProperty name="width" value="0.05" units="cm"/>
      <inkml:brushProperty name="height" value="0.05" units="cm"/>
      <inkml:brushProperty name="color" value="#E71224"/>
    </inkml:brush>
  </inkml:definitions>
  <inkml:trace contextRef="#ctx0" brushRef="#br0">187 1 24575,'-6'0'0,"1"1"0,0 0 0,-1 1 0,1-1 0,0 1 0,0 0 0,0 0 0,0 1 0,0-1 0,0 1 0,1 0 0,-1 1 0,1-1 0,0 1 0,0 0 0,0 0 0,1 0 0,-1 0 0,1 1 0,-4 6 0,-7 12 0,2 0 0,-18 45 0,29-67 0,-24 76 0,23-71 0,1 0 0,0 0 0,0 0 0,1 0 0,-1 0 0,1 0 0,1 0 0,-1 1 0,1-1 0,3 11 0,-3-15 0,0 0 0,0 0 0,0 0 0,0-1 0,1 1 0,-1 0 0,1-1 0,-1 1 0,1-1 0,0 1 0,-1-1 0,1 0 0,0 0 0,0 0 0,0 0 0,0 0 0,0 0 0,0 0 0,3 0 0,45 7 0,-32-6 0,58 2 0,34 5 0,-101-8 0,1 1 0,-1 0 0,1 1 0,-1 0 0,0 0 0,0 1 0,-1 0 0,14 9 0,-20-12 0,0 1 0,1 0 0,-1 0 0,0 0 0,0 1 0,0-1 0,-1 0 0,1 1 0,-1-1 0,1 1 0,-1 0 0,0-1 0,0 1 0,0 0 0,0 0 0,0 0 0,0 0 0,-1 0 0,0-1 0,0 1 0,1 0 0,-2 0 0,1 0 0,0 0 0,-1 0 0,1 0 0,-1 0 0,0 0 0,0 0 0,0-1 0,0 1 0,0 0 0,-1-1 0,1 1 0,-4 3 0,-2 5 0,-1 0 0,0-1 0,0 0 0,-1-1 0,0 0 0,-19 14 0,-6-1-341,0-2 0,-1-1-1,-52 20 1,49-25-6485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19:39.027"/>
    </inkml:context>
    <inkml:brush xml:id="br0">
      <inkml:brushProperty name="width" value="0.05" units="cm"/>
      <inkml:brushProperty name="height" value="0.05" units="cm"/>
      <inkml:brushProperty name="color" value="#E71224"/>
    </inkml:brush>
  </inkml:definitions>
  <inkml:trace contextRef="#ctx0" brushRef="#br0">1 830 24575,'-1'-15'0,"1"1"0,1-1 0,1 1 0,0 0 0,0-1 0,2 1 0,0 0 0,0 1 0,1-1 0,1 1 0,0 0 0,1 0 0,0 0 0,1 1 0,12-14 0,41-46 0,2 2 0,80-68 0,161-104 0,-278 219 0,-26 15 0,-18 6 0,-21 4 0,28-1 0,-1 1 0,1-2 0,-1 0 0,1 0 0,-1-1 0,1 0 0,0-1 0,-1 0 0,1-1 0,0 0 0,1-1 0,-1 0 0,-11-6 0,20 8 0,-30-14 0,22 20 0,10 15 0,9 17 0,2-1 0,17 39 0,6 18 0,-34-90 0,1 0 0,-1-1 0,0 1 0,1 0 0,0 0 0,-1-1 0,1 1 0,0-1 0,0 1 0,0 0 0,0-1 0,0 0 0,0 1 0,1-1 0,-1 0 0,0 1 0,1-1 0,-1 0 0,0 0 0,3 1 0,-3-2 0,1 0 0,-1 0 0,0 0 0,0 0 0,0-1 0,1 1 0,-1 0 0,0-1 0,0 1 0,0 0 0,0-1 0,0 1 0,0-1 0,0 0 0,0 1 0,0-1 0,0 0 0,0 0 0,0 0 0,0 1 0,0-1 0,0-1 0,6-8 0,0 0 0,-1 0 0,0 0 0,7-18 0,42-127 0,-54 152-97,0 1-1,0 0 1,1 0-1,-1 0 1,1 0-1,0 0 1,-1 0-1,1 0 1,0 0-1,0 1 1,0-1-1,0 1 0,4-2 1,10-4-6729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0.869"/>
    </inkml:context>
    <inkml:brush xml:id="br0">
      <inkml:brushProperty name="width" value="0.05" units="cm"/>
      <inkml:brushProperty name="height" value="0.05" units="cm"/>
      <inkml:brushProperty name="color" value="#E71224"/>
    </inkml:brush>
  </inkml:definitions>
  <inkml:trace contextRef="#ctx0" brushRef="#br0">2 0 24575,'-1'80'0,"0"112"0,33 264 0,-19-344 0,-4 187 0,-9-295 0,0 0 0,0 1 0,0-1 0,1 0 0,-1 1 0,1-1 0,0 0 0,0 0 0,0 1 0,1-1 0,-1 0 0,1 0 0,3 4 0,-3-6 0,0 0 0,1 0 0,-1 0 0,1 0 0,-1 0 0,1-1 0,0 1 0,-1-1 0,1 0 0,0 0 0,0 0 0,0 0 0,0 0 0,0-1 0,1 1 0,-1-1 0,0 0 0,6 0 0,24 0 28,0-1 0,-1-2-1,55-12 1,91-36-1231,-165 47 930,7-2-6553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1.570"/>
    </inkml:context>
    <inkml:brush xml:id="br0">
      <inkml:brushProperty name="width" value="0.05" units="cm"/>
      <inkml:brushProperty name="height" value="0.05" units="cm"/>
      <inkml:brushProperty name="color" value="#E71224"/>
    </inkml:brush>
  </inkml:definitions>
  <inkml:trace contextRef="#ctx0" brushRef="#br0">1 1 24575,'4'0'0,"6"4"0,2 6 0,2 15 0,0 7 0,-4 3 0,-2 0 0,-4 2 0,3-4 0,0-4 0,-2-3 0,-1-1 0,-1 0 0,-2-5-8191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2.098"/>
    </inkml:context>
    <inkml:brush xml:id="br0">
      <inkml:brushProperty name="width" value="0.05" units="cm"/>
      <inkml:brushProperty name="height" value="0.05" units="cm"/>
      <inkml:brushProperty name="color" value="#E71224"/>
    </inkml:brush>
  </inkml:definitions>
  <inkml:trace contextRef="#ctx0" brushRef="#br0">0 1 24575,'0'4'0,"0"7"0,0 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3.864"/>
    </inkml:context>
    <inkml:brush xml:id="br0">
      <inkml:brushProperty name="width" value="0.05" units="cm"/>
      <inkml:brushProperty name="height" value="0.05" units="cm"/>
      <inkml:brushProperty name="color" value="#E71224"/>
    </inkml:brush>
  </inkml:definitions>
  <inkml:trace contextRef="#ctx0" brushRef="#br0">0 232 24575,'1'20'0,"2"0"0,0-1 0,1 0 0,11 33 0,-8-28 0,0 0 0,3 29 0,-9-46 0,-2-3 0,1-1 0,0 0 0,0 0 0,1 0 0,-1 0 0,1 0 0,-1 1 0,1-1 0,0 0 0,0 0 0,0 0 0,1-1 0,-1 1 0,4 5 0,-3-11 0,-1 1 0,0 0 0,1-1 0,-1 1 0,0-1 0,0 1 0,0-1 0,-1 1 0,1-1 0,-1 0 0,1 1 0,-1-1 0,0 0 0,0-4 0,0 5 0,-1-89 0,0 72 0,0-1 0,1 1 0,0 0 0,2-1 0,1 1 0,8-33 0,-11 50 0,1-1 0,0 1 0,0 0 0,0 0 0,0 0 0,0 0 0,0 0 0,0 0 0,1 0 0,-1 0 0,1 0 0,-1 1 0,1-1 0,0 1 0,0-1 0,0 1 0,0-1 0,0 1 0,0 0 0,0 0 0,0 0 0,0 0 0,0 1 0,0-1 0,1 0 0,-1 1 0,0 0 0,1-1 0,-1 1 0,0 0 0,1 0 0,-1 1 0,0-1 0,1 0 0,-1 1 0,0-1 0,0 1 0,1 0 0,-1 0 0,0 0 0,0 0 0,2 1 0,4 2 0,-1 1 0,1-1 0,-1 1 0,-1 1 0,1-1 0,-1 1 0,0 0 0,0 1 0,-1-1 0,7 10 0,-6-4 0,-1 1 0,0 0 0,0-1 0,2 16 0,-4-16 0,0 0 0,1 0 0,1 0 0,8 15 0,-13-26 0,0 0 0,1-1 0,-1 1 0,0 0 0,0-1 0,0 1 0,1-1 0,-1 1 0,0-1 0,1 1 0,-1-1 0,1 1 0,-1-1 0,1 1 0,-1-1 0,1 1 0,-1-1 0,1 0 0,-1 1 0,1-1 0,-1 0 0,1 1 0,0-1 0,-1 0 0,1 0 0,-1 1 0,1-1 0,0 0 0,-1 0 0,1 0 0,0 0 0,-1 0 0,1 0 0,0 0 0,0 0 0,9-23 0,-4-42 0,-6 62 0,-1-85 0,0 56 0,1 0 0,1 1 0,10-62 0,-10 90 0,-1 1 0,1-1 0,0 0 0,0 1 0,0-1 0,0 0 0,0 1 0,1-1 0,-1 1 0,1 0 0,-1-1 0,1 1 0,0 0 0,0 0 0,0 0 0,0 0 0,0 1 0,1-1 0,-1 0 0,0 1 0,1 0 0,3-2 0,-3 2 0,-1 1 0,1 0 0,-1 0 0,1 0 0,-1 0 0,1 0 0,-1 1 0,1-1 0,-1 1 0,1 0 0,-1 0 0,1-1 0,-1 1 0,0 1 0,0-1 0,0 0 0,1 1 0,-1-1 0,0 1 0,-1-1 0,1 1 0,0 0 0,0 0 0,-1 0 0,2 2 0,16 23 0,-2 0 0,-1 2 0,-2-1 0,0 2 0,16 53 0,-22-45-57,-8-32-20,1-1 0,-1 1 0,1-1 0,1 0 0,-1 1 0,1-1 0,0 0 0,0 0 1,0 0-1,1 0 0,-1 0 0,1-1 0,0 1 0,1-1 0,-1 0 0,8 7 0,3-4-6749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4.576"/>
    </inkml:context>
    <inkml:brush xml:id="br0">
      <inkml:brushProperty name="width" value="0.05" units="cm"/>
      <inkml:brushProperty name="height" value="0.05" units="cm"/>
      <inkml:brushProperty name="color" value="#E71224"/>
    </inkml:brush>
  </inkml:definitions>
  <inkml:trace contextRef="#ctx0" brushRef="#br0">0 1 24575,'0'4'0,"0"7"0,0 9 0,0 11 0,0 8 0,0 3 0,0 2 0,5-6 0,1-5 0,-1-4 0,0-2 0,-2-6-8191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5.510"/>
    </inkml:context>
    <inkml:brush xml:id="br0">
      <inkml:brushProperty name="width" value="0.05" units="cm"/>
      <inkml:brushProperty name="height" value="0.05" units="cm"/>
      <inkml:brushProperty name="color" value="#E71224"/>
    </inkml:brush>
  </inkml:definitions>
  <inkml:trace contextRef="#ctx0" brushRef="#br0">20 0 24575,'-4'0'0,"-2"5"0,1 5 0,0-3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6.412"/>
    </inkml:context>
    <inkml:brush xml:id="br0">
      <inkml:brushProperty name="width" value="0.05" units="cm"/>
      <inkml:brushProperty name="height" value="0.05" units="cm"/>
      <inkml:brushProperty name="color" value="#E71224"/>
    </inkml:brush>
  </inkml:definitions>
  <inkml:trace contextRef="#ctx0" brushRef="#br0">25 0 24575,'-1'1'0,"0"-1"0,1 1 0,-1-1 0,0 1 0,0 0 0,0-1 0,0 1 0,1 0 0,-1-1 0,0 1 0,1 0 0,-1 0 0,0 0 0,1 0 0,-1-1 0,1 1 0,0 0 0,-1 0 0,1 0 0,0 0 0,-1 0 0,1 0 0,0 0 0,0 0 0,0 2 0,-5 32 0,5-30 0,-5 88 0,4-1 0,15 121 0,-5-104 0,5 9 0,34 136 0,-32-182 0,-7-27 0,-3-8 0,2 0 0,1 0 0,2-1 0,29 62 0,-38-94 0,0-1 0,0 0 0,0 1 0,0-1 0,1 0 0,0 0 0,-1 0 0,1-1 0,0 1 0,0-1 0,1 0 0,-1 1 0,0-1 0,1-1 0,-1 1 0,1 0 0,0-1 0,-1 0 0,7 1 0,-5-1 0,1-1 0,0 0 0,0 0 0,0 0 0,0-1 0,0 0 0,-1 0 0,1 0 0,0-1 0,-1 0 0,1 0 0,5-3 0,-3 1 0,0-1 0,0 1 0,-1-1 0,1-1 0,-1 1 0,0-1 0,0-1 0,-1 1 0,0-1 0,0 0 0,-1-1 0,0 1 0,0-1 0,0 0 0,-1 0 0,5-16 0,11-59-1365,-17 65-5461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6.938"/>
    </inkml:context>
    <inkml:brush xml:id="br0">
      <inkml:brushProperty name="width" value="0.05" units="cm"/>
      <inkml:brushProperty name="height" value="0.05" units="cm"/>
      <inkml:brushProperty name="color" value="#E71224"/>
    </inkml:brush>
  </inkml:definitions>
  <inkml:trace contextRef="#ctx0" brushRef="#br0">453 0 24575,'-5'0'0,"-10"0"0,-6 0 0,-5 0 0,-7 5 0,-2 1 0,1 4 0,-3 4 0,1 1 0,1 6 0,-1 4 0,0-3 0,7 0 0,4-4 0,6 0 0,1-4 0,5-4-8191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7.620"/>
    </inkml:context>
    <inkml:brush xml:id="br0">
      <inkml:brushProperty name="width" value="0.05" units="cm"/>
      <inkml:brushProperty name="height" value="0.05" units="cm"/>
      <inkml:brushProperty name="color" value="#E71224"/>
    </inkml:brush>
  </inkml:definitions>
  <inkml:trace contextRef="#ctx0" brushRef="#br0">1 126 24575,'4'-4'0,"6"-2"0,6 1 0,0-4 0,2-1 0,2-2 0,2-3 0,1 0 0,-2-2 0,-1 3 0,1 3 0,-4 4-8191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8.010"/>
    </inkml:context>
    <inkml:brush xml:id="br0">
      <inkml:brushProperty name="width" value="0.05" units="cm"/>
      <inkml:brushProperty name="height" value="0.05" units="cm"/>
      <inkml:brushProperty name="color" value="#E71224"/>
    </inkml:brush>
  </inkml:definitions>
  <inkml:trace contextRef="#ctx0" brushRef="#br0">1 147 24575,'4'0'0,"7"-4"0,0-7 0,3-5 0,4 1 0,3-3 0,3 2 0,-3 0 0,-1 2 0,1-1 0,1 3 0,-4 2-8191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20:09.116"/>
    </inkml:context>
    <inkml:brush xml:id="br0">
      <inkml:brushProperty name="width" value="0.05" units="cm"/>
      <inkml:brushProperty name="height" value="0.05" units="cm"/>
      <inkml:brushProperty name="color" value="#E71224"/>
    </inkml:brush>
  </inkml:definitions>
  <inkml:trace contextRef="#ctx0" brushRef="#br0">0 1 24575,'0'64'0,"3"0"0,2 1 0,4-2 0,2 1 0,3-1 0,38 105 0,-52-165 0,1-1 0,-1 0 0,1 1 0,0-1 0,0 0 0,0 0 0,1 1 0,-1-1 0,1 0 0,-1 0 0,1 0 0,-1 0 0,1-1 0,0 1 0,0 0 0,0-1 0,0 0 0,0 1 0,0-1 0,0 0 0,1 0 0,-1 0 0,0 0 0,1 0 0,-1-1 0,1 1 0,-1-1 0,0 1 0,1-1 0,4 0 0,-3-1 0,-1 0 0,1-1 0,-1 1 0,1-1 0,-1 0 0,0 0 0,0 0 0,0 0 0,0 0 0,0-1 0,0 0 0,-1 1 0,1-1 0,-1 0 0,0 0 0,0 0 0,0 0 0,0-1 0,2-5 0,3-12 0,0 0 0,-2-1 0,-1 1 0,0-1 0,-2 0 0,0 0 0,-2 0 0,0 0 0,-1 0 0,-2 0 0,0 0 0,-9-31 0,9 45-59,0 1 0,-1-1-1,0 1 1,0-1-1,-1 1 1,0 1 0,0-1-1,-1 1 1,1 0 0,-1 0-1,-1 0 1,1 1 0,-1 0-1,0 0 1,0 1-1,0 0 1,-1 0 0,0 1-1,1 0 1,-1 0 0,0 1-1,-12-3 1,1 3-6767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45:30.607"/>
    </inkml:context>
    <inkml:brush xml:id="br0">
      <inkml:brushProperty name="width" value="0.05" units="cm"/>
      <inkml:brushProperty name="height" value="0.05" units="cm"/>
      <inkml:brushProperty name="color" value="#E71224"/>
    </inkml:brush>
  </inkml:definitions>
  <inkml:trace contextRef="#ctx0" brushRef="#br0">0 338 24575,'4378'0'0,"-3641"-44"0,-575 25 0,166 2 0,-91 17 0,274-36 0,-410 19 0,-53 8 0,95-7 0,-87 13 0,88-18 0,35-3 0,3 14 0,346-9 0,-519 19 0,236 1 0,275-34 0,-442 22 0,42-6 0,154-2 0,-7 7 0,8 0 0,678 13-1365,-932-1-5461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45:32.196"/>
    </inkml:context>
    <inkml:brush xml:id="br0">
      <inkml:brushProperty name="width" value="0.05" units="cm"/>
      <inkml:brushProperty name="height" value="0.05" units="cm"/>
      <inkml:brushProperty name="color" value="#E71224"/>
    </inkml:brush>
  </inkml:definitions>
  <inkml:trace contextRef="#ctx0" brushRef="#br0">1 22 24575,'32'1'0,"1"2"0,37 9 0,18 2 0,852 10 0,-643-27 0,3952 3 0,-3952-17 0,-172 7 0,-120 9-85,0 1 0,0 0-1,-1-1 1,1 0 0,0 0-1,-1 0 1,1-1 0,-1 1-1,0-1 1,1 0 0,-1-1-1,0 1 1,0-1 0,0 1-1,5-6 1,3-7-6741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2:45:33.252"/>
    </inkml:context>
    <inkml:brush xml:id="br0">
      <inkml:brushProperty name="width" value="0.05" units="cm"/>
      <inkml:brushProperty name="height" value="0.05" units="cm"/>
      <inkml:brushProperty name="color" value="#E71224"/>
    </inkml:brush>
  </inkml:definitions>
  <inkml:trace contextRef="#ctx0" brushRef="#br0">0 1 24575,'330'21'0,"-107"-3"0,953-4-52,-755-15-1261,-398 1-5513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23:31:43.892"/>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5E3D8-DDB0-4D1F-BC26-95A94F663B19}" type="datetimeFigureOut">
              <a:rPr lang="en-US" smtClean="0"/>
              <a:t>10/14/2025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03963F-15E3-4F9A-906F-AFE85BBD6231}" type="slidenum">
              <a:rPr lang="en-US" smtClean="0"/>
              <a:t>‹#›</a:t>
            </a:fld>
            <a:endParaRPr lang="en-US"/>
          </a:p>
        </p:txBody>
      </p:sp>
    </p:spTree>
    <p:extLst>
      <p:ext uri="{BB962C8B-B14F-4D97-AF65-F5344CB8AC3E}">
        <p14:creationId xmlns:p14="http://schemas.microsoft.com/office/powerpoint/2010/main" val="1791078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5A1870E9-C290-E3ED-3BDB-2B13D7F32ECD}"/>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92696E53-1259-4319-5F9F-6FAC5B3136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61F16D22-F091-6CEF-5679-A0AAF76A61DA}"/>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5DE1DA35-BB11-234D-D1A4-D2993D4C05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FF705AA0-68F9-FF92-39AE-2C176FCB0461}"/>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4C2E29C3-3945-8F55-53A1-4668C0495F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2DDAF23-F859-875B-FED0-691CAC31B9EF}"/>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BB0D3EF-5198-042A-DA7A-67883D021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46C39EA6-20E0-93AD-EA50-A84726D38A04}"/>
              </a:ext>
            </a:extLst>
          </p:cNvPr>
          <p:cNvSpPr>
            <a:spLocks noGrp="1" noRot="1" noChangeAspect="1" noChangeArrowheads="1" noTextEdit="1"/>
          </p:cNvSpPr>
          <p:nvPr>
            <p:ph type="sldImg"/>
          </p:nvPr>
        </p:nvSpPr>
        <p:spPr>
          <a:xfrm>
            <a:off x="1150938" y="692150"/>
            <a:ext cx="4556125" cy="3416300"/>
          </a:xfrm>
          <a:ln/>
        </p:spPr>
      </p:sp>
      <p:sp>
        <p:nvSpPr>
          <p:cNvPr id="97283" name="Rectangle 3">
            <a:extLst>
              <a:ext uri="{FF2B5EF4-FFF2-40B4-BE49-F238E27FC236}">
                <a16:creationId xmlns:a16="http://schemas.microsoft.com/office/drawing/2014/main" id="{B92E7B32-E9B7-5B57-531B-FFB188F1FC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03963F-15E3-4F9A-906F-AFE85BBD6231}" type="slidenum">
              <a:rPr lang="en-US" smtClean="0"/>
              <a:t>91</a:t>
            </a:fld>
            <a:endParaRPr lang="en-US"/>
          </a:p>
        </p:txBody>
      </p:sp>
    </p:spTree>
    <p:extLst>
      <p:ext uri="{BB962C8B-B14F-4D97-AF65-F5344CB8AC3E}">
        <p14:creationId xmlns:p14="http://schemas.microsoft.com/office/powerpoint/2010/main" val="3895143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B1E12-9044-F38B-D1E0-895900FF7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033E7-599A-7038-74CC-0255B8DD6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18E05-D7EC-9B23-9FC1-26BC27A3D3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B179E9-C50F-E391-3410-BFF1F998DD2B}"/>
              </a:ext>
            </a:extLst>
          </p:cNvPr>
          <p:cNvSpPr>
            <a:spLocks noGrp="1"/>
          </p:cNvSpPr>
          <p:nvPr>
            <p:ph type="sldNum" sz="quarter" idx="5"/>
          </p:nvPr>
        </p:nvSpPr>
        <p:spPr/>
        <p:txBody>
          <a:bodyPr/>
          <a:lstStyle/>
          <a:p>
            <a:fld id="{8C03963F-15E3-4F9A-906F-AFE85BBD6231}" type="slidenum">
              <a:rPr lang="en-US" smtClean="0"/>
              <a:t>94</a:t>
            </a:fld>
            <a:endParaRPr lang="en-US"/>
          </a:p>
        </p:txBody>
      </p:sp>
    </p:spTree>
    <p:extLst>
      <p:ext uri="{BB962C8B-B14F-4D97-AF65-F5344CB8AC3E}">
        <p14:creationId xmlns:p14="http://schemas.microsoft.com/office/powerpoint/2010/main" val="991067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10/14/2025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104275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798857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10/14/2025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022459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CD0B64-F392-4469-B10B-622E9378706B}"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2669924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CD0B64-F392-4469-B10B-622E9378706B}" type="datetimeFigureOut">
              <a:rPr lang="en-US" smtClean="0"/>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4024033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CD0B64-F392-4469-B10B-622E9378706B}"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3022163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CD0B64-F392-4469-B10B-622E9378706B}" type="datetimeFigureOut">
              <a:rPr lang="en-US" smtClean="0"/>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364676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ECD0B64-F392-4469-B10B-622E9378706B}" type="datetimeFigureOut">
              <a:rPr lang="en-US" smtClean="0"/>
              <a:t>10/14/2025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1788540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CD0B64-F392-4469-B10B-622E9378706B}"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451934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D0B64-F392-4469-B10B-622E9378706B}"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6B7BD-3197-4DA1-BA2E-B38AE6E9DD9D}" type="slidenum">
              <a:rPr lang="en-US" smtClean="0"/>
              <a:t>‹#›</a:t>
            </a:fld>
            <a:endParaRPr lang="en-US"/>
          </a:p>
        </p:txBody>
      </p:sp>
    </p:spTree>
    <p:extLst>
      <p:ext uri="{BB962C8B-B14F-4D97-AF65-F5344CB8AC3E}">
        <p14:creationId xmlns:p14="http://schemas.microsoft.com/office/powerpoint/2010/main" val="1405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6ECD0B64-F392-4469-B10B-622E9378706B}" type="datetimeFigureOut">
              <a:rPr lang="en-US" smtClean="0"/>
              <a:t>10/14/2025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176B7BD-3197-4DA1-BA2E-B38AE6E9DD9D}" type="slidenum">
              <a:rPr lang="en-US" smtClean="0"/>
              <a:t>‹#›</a:t>
            </a:fld>
            <a:endParaRPr lang="en-US"/>
          </a:p>
        </p:txBody>
      </p:sp>
    </p:spTree>
    <p:extLst>
      <p:ext uri="{BB962C8B-B14F-4D97-AF65-F5344CB8AC3E}">
        <p14:creationId xmlns:p14="http://schemas.microsoft.com/office/powerpoint/2010/main" val="2323114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lvl1pPr>
              <a:defRPr>
                <a:solidFill>
                  <a:schemeClr val="accent1"/>
                </a:solidFill>
              </a:defRPr>
            </a:lvl1pPr>
          </a:lstStyle>
          <a:p>
            <a:r>
              <a:rPr lang="en-US" dirty="0"/>
              <a:t>Click to edit Master title style</a:t>
            </a:r>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CE7CDF-FB70-7F76-652C-D0B320898BF6}"/>
              </a:ext>
            </a:extLst>
          </p:cNvPr>
          <p:cNvSpPr>
            <a:spLocks noGrp="1"/>
          </p:cNvSpPr>
          <p:nvPr>
            <p:ph type="dt" sz="half" idx="10"/>
          </p:nvPr>
        </p:nvSpPr>
        <p:spPr>
          <a:xfrm>
            <a:off x="1162050" y="6243638"/>
            <a:ext cx="19050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8D6E5D01-275A-33B2-C9B5-292A9F086562}"/>
              </a:ext>
            </a:extLst>
          </p:cNvPr>
          <p:cNvSpPr>
            <a:spLocks noGrp="1"/>
          </p:cNvSpPr>
          <p:nvPr>
            <p:ph type="ftr" sz="quarter" idx="11"/>
          </p:nvPr>
        </p:nvSpPr>
        <p:spPr>
          <a:xfrm>
            <a:off x="3657600" y="6243638"/>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685BC30A-3A0B-9AF0-1896-1866EF67D08D}"/>
              </a:ext>
            </a:extLst>
          </p:cNvPr>
          <p:cNvSpPr>
            <a:spLocks noGrp="1"/>
          </p:cNvSpPr>
          <p:nvPr>
            <p:ph type="sldNum" sz="quarter" idx="12"/>
          </p:nvPr>
        </p:nvSpPr>
        <p:spPr>
          <a:xfrm>
            <a:off x="7042150" y="6243638"/>
            <a:ext cx="1905000" cy="457200"/>
          </a:xfrm>
        </p:spPr>
        <p:txBody>
          <a:bodyPr/>
          <a:lstStyle>
            <a:lvl1pPr>
              <a:defRPr smtClean="0"/>
            </a:lvl1pPr>
          </a:lstStyle>
          <a:p>
            <a:pPr>
              <a:defRPr/>
            </a:pPr>
            <a:fld id="{32BB4771-FBDB-43E3-B2F1-1A065B9018C8}" type="slidenum">
              <a:rPr lang="en-GB" altLang="en-US"/>
              <a:pPr>
                <a:defRPr/>
              </a:pPr>
              <a:t>‹#›</a:t>
            </a:fld>
            <a:endParaRPr lang="en-GB" altLang="en-US"/>
          </a:p>
        </p:txBody>
      </p:sp>
    </p:spTree>
    <p:extLst>
      <p:ext uri="{BB962C8B-B14F-4D97-AF65-F5344CB8AC3E}">
        <p14:creationId xmlns:p14="http://schemas.microsoft.com/office/powerpoint/2010/main" val="1914630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6ECD0B64-F392-4469-B10B-622E9378706B}" type="datetimeFigureOut">
              <a:rPr lang="en-US" smtClean="0"/>
              <a:t>10/14/2025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6176B7BD-3197-4DA1-BA2E-B38AE6E9DD9D}"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46218684"/>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9.png"/><Relationship Id="rId21" Type="http://schemas.openxmlformats.org/officeDocument/2006/relationships/image" Target="../media/image18.png"/><Relationship Id="rId7" Type="http://schemas.openxmlformats.org/officeDocument/2006/relationships/image" Target="../media/image11.png"/><Relationship Id="rId12" Type="http://schemas.openxmlformats.org/officeDocument/2006/relationships/customXml" Target="../ink/ink6.xml"/><Relationship Id="rId17" Type="http://schemas.openxmlformats.org/officeDocument/2006/relationships/image" Target="../media/image16.png"/><Relationship Id="rId25" Type="http://schemas.openxmlformats.org/officeDocument/2006/relationships/image" Target="../media/image20.png"/><Relationship Id="rId33" Type="http://schemas.openxmlformats.org/officeDocument/2006/relationships/image" Target="../media/image24.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customXml" Target="../ink/ink3.xml"/><Relationship Id="rId11" Type="http://schemas.openxmlformats.org/officeDocument/2006/relationships/image" Target="../media/image13.png"/><Relationship Id="rId24" Type="http://schemas.openxmlformats.org/officeDocument/2006/relationships/customXml" Target="../ink/ink12.xml"/><Relationship Id="rId32" Type="http://schemas.openxmlformats.org/officeDocument/2006/relationships/customXml" Target="../ink/ink16.xml"/><Relationship Id="rId5" Type="http://schemas.openxmlformats.org/officeDocument/2006/relationships/image" Target="../media/image10.png"/><Relationship Id="rId15" Type="http://schemas.openxmlformats.org/officeDocument/2006/relationships/image" Target="../media/image15.png"/><Relationship Id="rId23" Type="http://schemas.openxmlformats.org/officeDocument/2006/relationships/image" Target="../media/image19.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17.png"/><Relationship Id="rId31" Type="http://schemas.openxmlformats.org/officeDocument/2006/relationships/image" Target="../media/image23.png"/><Relationship Id="rId4" Type="http://schemas.openxmlformats.org/officeDocument/2006/relationships/customXml" Target="../ink/ink2.xml"/><Relationship Id="rId9" Type="http://schemas.openxmlformats.org/officeDocument/2006/relationships/image" Target="../media/image12.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1.png"/><Relationship Id="rId30" Type="http://schemas.openxmlformats.org/officeDocument/2006/relationships/customXml" Target="../ink/ink15.xml"/><Relationship Id="rId8" Type="http://schemas.openxmlformats.org/officeDocument/2006/relationships/customXml" Target="../ink/ink4.xml"/></Relationships>
</file>

<file path=ppt/slides/_rels/slide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3" Type="http://schemas.openxmlformats.org/officeDocument/2006/relationships/customXml" Target="../ink/ink22.xml"/><Relationship Id="rId18" Type="http://schemas.openxmlformats.org/officeDocument/2006/relationships/image" Target="../media/image33.png"/><Relationship Id="rId26" Type="http://schemas.openxmlformats.org/officeDocument/2006/relationships/image" Target="../media/image37.png"/><Relationship Id="rId39" Type="http://schemas.openxmlformats.org/officeDocument/2006/relationships/customXml" Target="../ink/ink35.xml"/><Relationship Id="rId21" Type="http://schemas.openxmlformats.org/officeDocument/2006/relationships/customXml" Target="../ink/ink26.xml"/><Relationship Id="rId34" Type="http://schemas.openxmlformats.org/officeDocument/2006/relationships/image" Target="../media/image41.png"/><Relationship Id="rId7" Type="http://schemas.openxmlformats.org/officeDocument/2006/relationships/customXml" Target="../ink/ink19.xml"/><Relationship Id="rId12" Type="http://schemas.openxmlformats.org/officeDocument/2006/relationships/image" Target="../media/image30.png"/><Relationship Id="rId17" Type="http://schemas.openxmlformats.org/officeDocument/2006/relationships/customXml" Target="../ink/ink24.xml"/><Relationship Id="rId25" Type="http://schemas.openxmlformats.org/officeDocument/2006/relationships/customXml" Target="../ink/ink28.xml"/><Relationship Id="rId33" Type="http://schemas.openxmlformats.org/officeDocument/2006/relationships/customXml" Target="../ink/ink32.xml"/><Relationship Id="rId38" Type="http://schemas.openxmlformats.org/officeDocument/2006/relationships/image" Target="../media/image43.png"/><Relationship Id="rId2" Type="http://schemas.openxmlformats.org/officeDocument/2006/relationships/image" Target="../media/image25.png"/><Relationship Id="rId16" Type="http://schemas.openxmlformats.org/officeDocument/2006/relationships/image" Target="../media/image32.png"/><Relationship Id="rId20" Type="http://schemas.openxmlformats.org/officeDocument/2006/relationships/image" Target="../media/image34.png"/><Relationship Id="rId29" Type="http://schemas.openxmlformats.org/officeDocument/2006/relationships/customXml" Target="../ink/ink30.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customXml" Target="../ink/ink21.xml"/><Relationship Id="rId24" Type="http://schemas.openxmlformats.org/officeDocument/2006/relationships/image" Target="../media/image36.png"/><Relationship Id="rId32" Type="http://schemas.openxmlformats.org/officeDocument/2006/relationships/image" Target="../media/image40.png"/><Relationship Id="rId37" Type="http://schemas.openxmlformats.org/officeDocument/2006/relationships/customXml" Target="../ink/ink34.xml"/><Relationship Id="rId40" Type="http://schemas.openxmlformats.org/officeDocument/2006/relationships/image" Target="../media/image44.png"/><Relationship Id="rId5" Type="http://schemas.openxmlformats.org/officeDocument/2006/relationships/customXml" Target="../ink/ink18.xml"/><Relationship Id="rId15" Type="http://schemas.openxmlformats.org/officeDocument/2006/relationships/customXml" Target="../ink/ink23.xml"/><Relationship Id="rId23" Type="http://schemas.openxmlformats.org/officeDocument/2006/relationships/customXml" Target="../ink/ink27.xml"/><Relationship Id="rId28" Type="http://schemas.openxmlformats.org/officeDocument/2006/relationships/image" Target="../media/image38.png"/><Relationship Id="rId36" Type="http://schemas.openxmlformats.org/officeDocument/2006/relationships/image" Target="../media/image42.png"/><Relationship Id="rId10" Type="http://schemas.openxmlformats.org/officeDocument/2006/relationships/image" Target="../media/image29.png"/><Relationship Id="rId19" Type="http://schemas.openxmlformats.org/officeDocument/2006/relationships/customXml" Target="../ink/ink25.xml"/><Relationship Id="rId31" Type="http://schemas.openxmlformats.org/officeDocument/2006/relationships/customXml" Target="../ink/ink31.xml"/><Relationship Id="rId4" Type="http://schemas.openxmlformats.org/officeDocument/2006/relationships/image" Target="../media/image26.png"/><Relationship Id="rId9" Type="http://schemas.openxmlformats.org/officeDocument/2006/relationships/customXml" Target="../ink/ink20.xml"/><Relationship Id="rId14" Type="http://schemas.openxmlformats.org/officeDocument/2006/relationships/image" Target="../media/image31.png"/><Relationship Id="rId22" Type="http://schemas.openxmlformats.org/officeDocument/2006/relationships/image" Target="../media/image35.png"/><Relationship Id="rId27" Type="http://schemas.openxmlformats.org/officeDocument/2006/relationships/customXml" Target="../ink/ink29.xml"/><Relationship Id="rId30" Type="http://schemas.openxmlformats.org/officeDocument/2006/relationships/image" Target="../media/image39.png"/><Relationship Id="rId35" Type="http://schemas.openxmlformats.org/officeDocument/2006/relationships/customXml" Target="../ink/ink33.xml"/><Relationship Id="rId8" Type="http://schemas.openxmlformats.org/officeDocument/2006/relationships/image" Target="../media/image28.png"/><Relationship Id="rId3" Type="http://schemas.openxmlformats.org/officeDocument/2006/relationships/customXml" Target="../ink/ink17.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customXml" Target="../ink/ink39.xml"/><Relationship Id="rId13" Type="http://schemas.openxmlformats.org/officeDocument/2006/relationships/image" Target="../media/image53.png"/><Relationship Id="rId18" Type="http://schemas.openxmlformats.org/officeDocument/2006/relationships/customXml" Target="../ink/ink44.xml"/><Relationship Id="rId3" Type="http://schemas.openxmlformats.org/officeDocument/2006/relationships/image" Target="../media/image48.png"/><Relationship Id="rId21" Type="http://schemas.openxmlformats.org/officeDocument/2006/relationships/image" Target="../media/image57.png"/><Relationship Id="rId7" Type="http://schemas.openxmlformats.org/officeDocument/2006/relationships/image" Target="../media/image50.png"/><Relationship Id="rId12" Type="http://schemas.openxmlformats.org/officeDocument/2006/relationships/customXml" Target="../ink/ink41.xml"/><Relationship Id="rId17" Type="http://schemas.openxmlformats.org/officeDocument/2006/relationships/image" Target="../media/image55.png"/><Relationship Id="rId25" Type="http://schemas.openxmlformats.org/officeDocument/2006/relationships/image" Target="../media/image59.png"/><Relationship Id="rId2" Type="http://schemas.openxmlformats.org/officeDocument/2006/relationships/customXml" Target="../ink/ink36.xml"/><Relationship Id="rId16" Type="http://schemas.openxmlformats.org/officeDocument/2006/relationships/customXml" Target="../ink/ink43.xml"/><Relationship Id="rId20" Type="http://schemas.openxmlformats.org/officeDocument/2006/relationships/customXml" Target="../ink/ink45.xml"/><Relationship Id="rId1" Type="http://schemas.openxmlformats.org/officeDocument/2006/relationships/slideLayout" Target="../slideLayouts/slideLayout7.xml"/><Relationship Id="rId6" Type="http://schemas.openxmlformats.org/officeDocument/2006/relationships/customXml" Target="../ink/ink38.xml"/><Relationship Id="rId11" Type="http://schemas.openxmlformats.org/officeDocument/2006/relationships/image" Target="../media/image52.png"/><Relationship Id="rId24" Type="http://schemas.openxmlformats.org/officeDocument/2006/relationships/customXml" Target="../ink/ink47.xml"/><Relationship Id="rId5" Type="http://schemas.openxmlformats.org/officeDocument/2006/relationships/image" Target="../media/image49.png"/><Relationship Id="rId15" Type="http://schemas.openxmlformats.org/officeDocument/2006/relationships/image" Target="../media/image54.png"/><Relationship Id="rId23" Type="http://schemas.openxmlformats.org/officeDocument/2006/relationships/image" Target="../media/image58.png"/><Relationship Id="rId10" Type="http://schemas.openxmlformats.org/officeDocument/2006/relationships/customXml" Target="../ink/ink40.xml"/><Relationship Id="rId19" Type="http://schemas.openxmlformats.org/officeDocument/2006/relationships/image" Target="../media/image56.png"/><Relationship Id="rId4" Type="http://schemas.openxmlformats.org/officeDocument/2006/relationships/customXml" Target="../ink/ink37.xml"/><Relationship Id="rId9" Type="http://schemas.openxmlformats.org/officeDocument/2006/relationships/image" Target="../media/image51.png"/><Relationship Id="rId14" Type="http://schemas.openxmlformats.org/officeDocument/2006/relationships/customXml" Target="../ink/ink42.xml"/><Relationship Id="rId22" Type="http://schemas.openxmlformats.org/officeDocument/2006/relationships/customXml" Target="../ink/ink4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2.png"/><Relationship Id="rId2" Type="http://schemas.openxmlformats.org/officeDocument/2006/relationships/customXml" Target="../ink/ink48.xml"/><Relationship Id="rId1" Type="http://schemas.openxmlformats.org/officeDocument/2006/relationships/slideLayout" Target="../slideLayouts/slideLayout7.xml"/><Relationship Id="rId6" Type="http://schemas.openxmlformats.org/officeDocument/2006/relationships/customXml" Target="../ink/ink50.xml"/><Relationship Id="rId5" Type="http://schemas.openxmlformats.org/officeDocument/2006/relationships/image" Target="../media/image61.png"/><Relationship Id="rId4" Type="http://schemas.openxmlformats.org/officeDocument/2006/relationships/customXml" Target="../ink/ink49.xml"/></Relationships>
</file>

<file path=ppt/slides/_rels/slide8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8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customXml" Target="../ink/ink51.xml"/></Relationships>
</file>

<file path=ppt/slides/_rels/slide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5D087E4-6954-FD2F-ABCB-633814FDC1C8}"/>
              </a:ext>
            </a:extLst>
          </p:cNvPr>
          <p:cNvSpPr txBox="1"/>
          <p:nvPr/>
        </p:nvSpPr>
        <p:spPr>
          <a:xfrm>
            <a:off x="728131" y="3736776"/>
            <a:ext cx="7687733" cy="615553"/>
          </a:xfrm>
          <a:prstGeom prst="rect">
            <a:avLst/>
          </a:prstGeom>
          <a:noFill/>
        </p:spPr>
        <p:txBody>
          <a:bodyPr wrap="square" lIns="0" tIns="0" rIns="0" bIns="0" rtlCol="0" anchor="ctr">
            <a:spAutoFit/>
          </a:bodyPr>
          <a:lstStyle/>
          <a:p>
            <a:pPr algn="ctr"/>
            <a:r>
              <a:rPr lang="en-US" sz="4000" dirty="0">
                <a:solidFill>
                  <a:schemeClr val="bg1"/>
                </a:solidFill>
                <a:latin typeface="CMU Serif" panose="02000603000000000000" pitchFamily="2" charset="0"/>
                <a:ea typeface="CMU Serif" panose="02000603000000000000" pitchFamily="2" charset="0"/>
                <a:cs typeface="CMU Serif" panose="02000603000000000000" pitchFamily="2" charset="0"/>
              </a:rPr>
              <a:t>Uninformed Search</a:t>
            </a:r>
          </a:p>
        </p:txBody>
      </p:sp>
      <p:sp>
        <p:nvSpPr>
          <p:cNvPr id="11" name="TextBox 10">
            <a:extLst>
              <a:ext uri="{FF2B5EF4-FFF2-40B4-BE49-F238E27FC236}">
                <a16:creationId xmlns:a16="http://schemas.microsoft.com/office/drawing/2014/main" id="{2E214D9D-2F9E-D295-0F59-4E5091EF0BAA}"/>
              </a:ext>
            </a:extLst>
          </p:cNvPr>
          <p:cNvSpPr txBox="1"/>
          <p:nvPr/>
        </p:nvSpPr>
        <p:spPr>
          <a:xfrm>
            <a:off x="1231898" y="1138762"/>
            <a:ext cx="6680200" cy="1354217"/>
          </a:xfrm>
          <a:prstGeom prst="rect">
            <a:avLst/>
          </a:prstGeom>
          <a:noFill/>
        </p:spPr>
        <p:txBody>
          <a:bodyPr wrap="square" lIns="0" tIns="0" rIns="0" bIns="0" rtlCol="0" anchor="ctr">
            <a:spAutoFit/>
          </a:bodyPr>
          <a:lstStyle/>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CSE 440 </a:t>
            </a:r>
          </a:p>
          <a:p>
            <a:pPr algn="ctr"/>
            <a:r>
              <a:rPr lang="en-US" sz="4400" dirty="0">
                <a:solidFill>
                  <a:schemeClr val="accent1"/>
                </a:solidFill>
                <a:latin typeface="CMU Serif" panose="02000603000000000000" pitchFamily="2" charset="0"/>
                <a:ea typeface="CMU Serif" panose="02000603000000000000" pitchFamily="2" charset="0"/>
                <a:cs typeface="CMU Serif" panose="02000603000000000000" pitchFamily="2" charset="0"/>
              </a:rPr>
              <a:t>Artificial Intelligence</a:t>
            </a:r>
          </a:p>
        </p:txBody>
      </p:sp>
      <p:sp>
        <p:nvSpPr>
          <p:cNvPr id="12" name="TextBox 11">
            <a:extLst>
              <a:ext uri="{FF2B5EF4-FFF2-40B4-BE49-F238E27FC236}">
                <a16:creationId xmlns:a16="http://schemas.microsoft.com/office/drawing/2014/main" id="{A6D60280-9426-4BB9-15A1-74F21142D85D}"/>
              </a:ext>
            </a:extLst>
          </p:cNvPr>
          <p:cNvSpPr txBox="1"/>
          <p:nvPr/>
        </p:nvSpPr>
        <p:spPr>
          <a:xfrm>
            <a:off x="927094" y="4920620"/>
            <a:ext cx="7289805" cy="923330"/>
          </a:xfrm>
          <a:prstGeom prst="rect">
            <a:avLst/>
          </a:prstGeom>
          <a:noFill/>
        </p:spPr>
        <p:txBody>
          <a:bodyPr wrap="square" lIns="0" tIns="0" rIns="0" bIns="0" rtlCol="0" anchor="ctr">
            <a:spAutoFit/>
          </a:bodyPr>
          <a:lstStyle/>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Dr. Mohammad Mahmudul Alam</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Department of Electrical &amp; Computer Engineering (ECE)</a:t>
            </a:r>
          </a:p>
          <a:p>
            <a:pPr algn="ctr"/>
            <a:r>
              <a:rPr lang="en-US" sz="2000" dirty="0">
                <a:solidFill>
                  <a:schemeClr val="bg1"/>
                </a:solidFill>
                <a:latin typeface="CMU Serif" panose="02000603000000000000" pitchFamily="2" charset="0"/>
                <a:ea typeface="CMU Serif" panose="02000603000000000000" pitchFamily="2" charset="0"/>
                <a:cs typeface="CMU Serif" panose="02000603000000000000" pitchFamily="2" charset="0"/>
              </a:rPr>
              <a:t>North South University (NSU)</a:t>
            </a:r>
          </a:p>
        </p:txBody>
      </p:sp>
    </p:spTree>
    <p:extLst>
      <p:ext uri="{BB962C8B-B14F-4D97-AF65-F5344CB8AC3E}">
        <p14:creationId xmlns:p14="http://schemas.microsoft.com/office/powerpoint/2010/main" val="3098322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5D54-78D8-C72F-E271-F8DA5BD625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5FA21F-30CA-339F-96B8-078FF18136B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 The Core Idea</a:t>
            </a:r>
          </a:p>
        </p:txBody>
      </p:sp>
      <p:sp>
        <p:nvSpPr>
          <p:cNvPr id="5" name="TextBox 4">
            <a:extLst>
              <a:ext uri="{FF2B5EF4-FFF2-40B4-BE49-F238E27FC236}">
                <a16:creationId xmlns:a16="http://schemas.microsoft.com/office/drawing/2014/main" id="{FB9E9EE8-A913-624B-DBB2-7B19E7379580}"/>
              </a:ext>
            </a:extLst>
          </p:cNvPr>
          <p:cNvSpPr txBox="1"/>
          <p:nvPr/>
        </p:nvSpPr>
        <p:spPr>
          <a:xfrm>
            <a:off x="452966" y="1446860"/>
            <a:ext cx="8238067" cy="5139869"/>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Search: process of constructing sequences of actions that achieve a goal given a problem. </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It is assumed that the environment is observable, deterministic, static and completely known.</a:t>
            </a:r>
            <a:endParaRPr lang="en-US" sz="1200" dirty="0">
              <a:latin typeface="CMU Serif" panose="02000603000000000000" pitchFamily="2" charset="0"/>
              <a:ea typeface="CMU Serif" panose="02000603000000000000" pitchFamily="2" charset="0"/>
              <a:cs typeface="CMU Serif" panose="02000603000000000000" pitchFamily="2" charset="0"/>
            </a:endParaRP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For any problem:</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The world is (always) in some state. </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Agents take actions, which change the state. </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We need a sequence of actions that gets the world into a particular goal state.</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To find it, we search the space of actions and states.</a:t>
            </a:r>
          </a:p>
          <a:p>
            <a:pPr marL="342900" indent="-342900">
              <a:spcAft>
                <a:spcPts val="1200"/>
              </a:spcAft>
              <a:buClr>
                <a:schemeClr val="accent1"/>
              </a:buClr>
              <a:buFont typeface="Courier New" panose="02070309020205020404" pitchFamily="49" charset="0"/>
              <a:buChar char="o"/>
            </a:pPr>
            <a:r>
              <a:rPr lang="en-US" sz="2400" dirty="0">
                <a:solidFill>
                  <a:srgbClr val="FF0000"/>
                </a:solidFill>
                <a:latin typeface="CMU Serif" panose="02000603000000000000" pitchFamily="2" charset="0"/>
                <a:ea typeface="CMU Serif" panose="02000603000000000000" pitchFamily="2" charset="0"/>
                <a:cs typeface="CMU Serif" panose="02000603000000000000" pitchFamily="2" charset="0"/>
              </a:rPr>
              <a:t>Searching</a:t>
            </a:r>
            <a:r>
              <a:rPr lang="en-US" sz="2400" dirty="0">
                <a:latin typeface="CMU Serif" panose="02000603000000000000" pitchFamily="2" charset="0"/>
                <a:ea typeface="CMU Serif" panose="02000603000000000000" pitchFamily="2" charset="0"/>
                <a:cs typeface="CMU Serif" panose="02000603000000000000" pitchFamily="2" charset="0"/>
              </a:rPr>
              <a:t> is not (always) the same as </a:t>
            </a:r>
            <a:r>
              <a:rPr lang="en-US" sz="2400" dirty="0">
                <a:solidFill>
                  <a:srgbClr val="FF0000"/>
                </a:solidFill>
                <a:latin typeface="CMU Serif" panose="02000603000000000000" pitchFamily="2" charset="0"/>
                <a:ea typeface="CMU Serif" panose="02000603000000000000" pitchFamily="2" charset="0"/>
                <a:cs typeface="CMU Serif" panose="02000603000000000000" pitchFamily="2" charset="0"/>
              </a:rPr>
              <a:t>doing!</a:t>
            </a:r>
          </a:p>
        </p:txBody>
      </p:sp>
    </p:spTree>
    <p:extLst>
      <p:ext uri="{BB962C8B-B14F-4D97-AF65-F5344CB8AC3E}">
        <p14:creationId xmlns:p14="http://schemas.microsoft.com/office/powerpoint/2010/main" val="114470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67E3F-D970-BA0F-612F-ED082938D2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A4D1D1-A755-DB20-EE42-888273A1E29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What’s a State? </a:t>
            </a:r>
          </a:p>
        </p:txBody>
      </p:sp>
      <p:sp>
        <p:nvSpPr>
          <p:cNvPr id="5" name="TextBox 4">
            <a:extLst>
              <a:ext uri="{FF2B5EF4-FFF2-40B4-BE49-F238E27FC236}">
                <a16:creationId xmlns:a16="http://schemas.microsoft.com/office/drawing/2014/main" id="{3FBF6A61-88E5-70C5-AB68-D5D3F82E66F6}"/>
              </a:ext>
            </a:extLst>
          </p:cNvPr>
          <p:cNvSpPr txBox="1"/>
          <p:nvPr/>
        </p:nvSpPr>
        <p:spPr>
          <a:xfrm>
            <a:off x="452965" y="1746465"/>
            <a:ext cx="8238067" cy="4770537"/>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The current value of everything in the agent’s “world”</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Everything in the problem representation</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Values of all parameters at a particular point in time</a:t>
            </a:r>
          </a:p>
          <a:p>
            <a:pPr>
              <a:spcAft>
                <a:spcPts val="1200"/>
              </a:spcAft>
              <a:buClr>
                <a:schemeClr val="accent1"/>
              </a:buClr>
            </a:pPr>
            <a:r>
              <a:rPr lang="en-US" sz="2400" dirty="0">
                <a:latin typeface="CMU Serif" panose="02000603000000000000" pitchFamily="2" charset="0"/>
                <a:ea typeface="CMU Serif" panose="02000603000000000000" pitchFamily="2" charset="0"/>
                <a:cs typeface="CMU Serif" panose="02000603000000000000" pitchFamily="2" charset="0"/>
              </a:rPr>
              <a:t>Examples:</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Chess board: 8x8 grid, location of all pieces</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Tic-tac-toe: 3x3 grid, whether each is X, O, or open</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Robot soccer: Location of all players, location of ball, possibly last known trajectory of all players (if sequential)</a:t>
            </a:r>
          </a:p>
          <a:p>
            <a:pPr marL="342900" indent="-342900">
              <a:spcAft>
                <a:spcPts val="1200"/>
              </a:spcAft>
              <a:buClr>
                <a:schemeClr val="accent1"/>
              </a:buClr>
              <a:buFont typeface="Courier New" panose="02070309020205020404" pitchFamily="49" charset="0"/>
              <a:buChar char="o"/>
            </a:pPr>
            <a:r>
              <a:rPr lang="en-US" sz="2400" dirty="0">
                <a:latin typeface="CMU Serif" panose="02000603000000000000" pitchFamily="2" charset="0"/>
                <a:ea typeface="CMU Serif" panose="02000603000000000000" pitchFamily="2" charset="0"/>
                <a:cs typeface="CMU Serif" panose="02000603000000000000" pitchFamily="2" charset="0"/>
              </a:rPr>
              <a:t>Travel: Cities, distances between cities, agent’s current city</a:t>
            </a:r>
            <a:endParaRPr lang="en-US" sz="2400" dirty="0">
              <a:solidFill>
                <a:srgbClr val="FF0000"/>
              </a:solidFill>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843595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F97FF-81AE-425F-FC0E-DF4CE017B2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221A71-000A-8CC9-A8C0-DE9D4F0519D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Formulating Search Problem </a:t>
            </a:r>
          </a:p>
        </p:txBody>
      </p:sp>
      <p:sp>
        <p:nvSpPr>
          <p:cNvPr id="5" name="TextBox 4">
            <a:extLst>
              <a:ext uri="{FF2B5EF4-FFF2-40B4-BE49-F238E27FC236}">
                <a16:creationId xmlns:a16="http://schemas.microsoft.com/office/drawing/2014/main" id="{43C0C1BB-3BC8-F5BA-8180-28BE429557F8}"/>
              </a:ext>
            </a:extLst>
          </p:cNvPr>
          <p:cNvSpPr txBox="1"/>
          <p:nvPr/>
        </p:nvSpPr>
        <p:spPr>
          <a:xfrm>
            <a:off x="452966" y="1408655"/>
            <a:ext cx="8238067" cy="5293757"/>
          </a:xfrm>
          <a:prstGeom prst="rect">
            <a:avLst/>
          </a:prstGeom>
          <a:noFill/>
        </p:spPr>
        <p:txBody>
          <a:bodyPr wrap="square" lIns="0" tIns="0" rIns="0" bIns="0" rtlCol="0" anchor="ctr">
            <a:spAutoFit/>
          </a:bodyPr>
          <a:lstStyle/>
          <a:p>
            <a:pPr>
              <a:spcAft>
                <a:spcPts val="12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Formulating a problem requires specifying five components: </a:t>
            </a:r>
          </a:p>
          <a:p>
            <a:pPr marL="342900" indent="-342900">
              <a:spcAft>
                <a:spcPts val="1200"/>
              </a:spcAft>
              <a:buClr>
                <a:schemeClr val="accent1"/>
              </a:buClr>
              <a:buFont typeface="Wingdings" panose="05000000000000000000" pitchFamily="2" charset="2"/>
              <a:buChar char="q"/>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State representation: </a:t>
            </a:r>
            <a:r>
              <a:rPr lang="en-US" sz="2200" dirty="0">
                <a:latin typeface="CMU Serif" panose="02000603000000000000" pitchFamily="2" charset="0"/>
                <a:ea typeface="CMU Serif" panose="02000603000000000000" pitchFamily="2" charset="0"/>
                <a:cs typeface="CMU Serif" panose="02000603000000000000" pitchFamily="2" charset="0"/>
              </a:rPr>
              <a:t>A set of possible states that the environment can be in. We call this the state space.</a:t>
            </a:r>
          </a:p>
          <a:p>
            <a:pPr marL="342900" indent="-342900">
              <a:spcAft>
                <a:spcPts val="1200"/>
              </a:spcAft>
              <a:buClr>
                <a:schemeClr val="accent1"/>
              </a:buClr>
              <a:buFont typeface="Wingdings" panose="05000000000000000000" pitchFamily="2" charset="2"/>
              <a:buChar char="q"/>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Initial state: </a:t>
            </a:r>
            <a:r>
              <a:rPr lang="en-US" sz="2200" dirty="0">
                <a:latin typeface="CMU Serif" panose="02000603000000000000" pitchFamily="2" charset="0"/>
                <a:ea typeface="CMU Serif" panose="02000603000000000000" pitchFamily="2" charset="0"/>
                <a:cs typeface="CMU Serif" panose="02000603000000000000" pitchFamily="2" charset="0"/>
              </a:rPr>
              <a:t>state that the agent starts in.</a:t>
            </a:r>
          </a:p>
          <a:p>
            <a:pPr marL="342900" indent="-342900">
              <a:spcAft>
                <a:spcPts val="1200"/>
              </a:spcAft>
              <a:buClr>
                <a:schemeClr val="accent1"/>
              </a:buClr>
              <a:buFont typeface="Wingdings" panose="05000000000000000000" pitchFamily="2" charset="2"/>
              <a:buChar char="q"/>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Goal state: </a:t>
            </a:r>
            <a:r>
              <a:rPr lang="en-US" sz="2200" dirty="0">
                <a:latin typeface="CMU Serif" panose="02000603000000000000" pitchFamily="2" charset="0"/>
                <a:ea typeface="CMU Serif" panose="02000603000000000000" pitchFamily="2" charset="0"/>
                <a:cs typeface="CMU Serif" panose="02000603000000000000" pitchFamily="2" charset="0"/>
              </a:rPr>
              <a:t>A set of one or more goal states.</a:t>
            </a:r>
          </a:p>
          <a:p>
            <a:pPr marL="342900" indent="-342900">
              <a:spcAft>
                <a:spcPts val="1200"/>
              </a:spcAft>
              <a:buClr>
                <a:schemeClr val="accent1"/>
              </a:buClr>
              <a:buFont typeface="Wingdings" panose="05000000000000000000" pitchFamily="2" charset="2"/>
              <a:buChar char="q"/>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Actions (operators): </a:t>
            </a:r>
            <a:r>
              <a:rPr lang="en-US" sz="2200" dirty="0">
                <a:latin typeface="CMU Serif" panose="02000603000000000000" pitchFamily="2" charset="0"/>
                <a:ea typeface="CMU Serif" panose="02000603000000000000" pitchFamily="2" charset="0"/>
                <a:cs typeface="CMU Serif" panose="02000603000000000000" pitchFamily="2" charset="0"/>
              </a:rPr>
              <a:t>The actions available to the agent.</a:t>
            </a:r>
          </a:p>
          <a:p>
            <a:pPr marL="342900" indent="-342900">
              <a:spcAft>
                <a:spcPts val="1200"/>
              </a:spcAft>
              <a:buClr>
                <a:schemeClr val="accent1"/>
              </a:buClr>
              <a:buFont typeface="Wingdings" panose="05000000000000000000" pitchFamily="2" charset="2"/>
              <a:buChar char="q"/>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Action/Path cost function: </a:t>
            </a:r>
            <a:r>
              <a:rPr lang="en-US" sz="2200" dirty="0">
                <a:latin typeface="CMU Serif" panose="02000603000000000000" pitchFamily="2" charset="0"/>
                <a:ea typeface="CMU Serif" panose="02000603000000000000" pitchFamily="2" charset="0"/>
                <a:cs typeface="CMU Serif" panose="02000603000000000000" pitchFamily="2" charset="0"/>
              </a:rPr>
              <a:t>A problem-solving agent should use a cost function that reflects its own performance measure</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 sequence of actions forms a path, and a solution is a path from the initial state to a goal state.</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An optimal solution has the lowest path cost among all solutions.</a:t>
            </a:r>
          </a:p>
        </p:txBody>
      </p:sp>
    </p:spTree>
    <p:extLst>
      <p:ext uri="{BB962C8B-B14F-4D97-AF65-F5344CB8AC3E}">
        <p14:creationId xmlns:p14="http://schemas.microsoft.com/office/powerpoint/2010/main" val="4118036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98385-6493-8C48-A91C-95796D8DB9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49EA42-B39B-3697-BEC2-0D5A4C73848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8-Puzzle </a:t>
            </a:r>
          </a:p>
        </p:txBody>
      </p:sp>
      <p:sp>
        <p:nvSpPr>
          <p:cNvPr id="5" name="TextBox 4">
            <a:extLst>
              <a:ext uri="{FF2B5EF4-FFF2-40B4-BE49-F238E27FC236}">
                <a16:creationId xmlns:a16="http://schemas.microsoft.com/office/drawing/2014/main" id="{CD471338-CD02-A6A7-0650-E096C46C6C84}"/>
              </a:ext>
            </a:extLst>
          </p:cNvPr>
          <p:cNvSpPr txBox="1"/>
          <p:nvPr/>
        </p:nvSpPr>
        <p:spPr>
          <a:xfrm>
            <a:off x="452965" y="1418103"/>
            <a:ext cx="8238067" cy="1938992"/>
          </a:xfrm>
          <a:prstGeom prst="rect">
            <a:avLst/>
          </a:prstGeom>
          <a:noFill/>
        </p:spPr>
        <p:txBody>
          <a:bodyPr wrap="square" lIns="0" tIns="0" rIns="0" bIns="0" rtlCol="0" anchor="ctr">
            <a:spAutoFit/>
          </a:bodyPr>
          <a:lstStyle/>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State: </a:t>
            </a:r>
            <a:r>
              <a:rPr lang="en-US" sz="2400" dirty="0">
                <a:latin typeface="CMU Serif" panose="02000603000000000000" pitchFamily="2" charset="0"/>
                <a:ea typeface="CMU Serif" panose="02000603000000000000" pitchFamily="2" charset="0"/>
                <a:cs typeface="CMU Serif" panose="02000603000000000000" pitchFamily="2" charset="0"/>
              </a:rPr>
              <a:t>3 x 3 array describing where tiles are</a:t>
            </a:r>
          </a:p>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Operators: </a:t>
            </a:r>
            <a:r>
              <a:rPr lang="en-US" sz="2400" dirty="0">
                <a:latin typeface="CMU Serif" panose="02000603000000000000" pitchFamily="2" charset="0"/>
                <a:ea typeface="CMU Serif" panose="02000603000000000000" pitchFamily="2" charset="0"/>
                <a:cs typeface="CMU Serif" panose="02000603000000000000" pitchFamily="2" charset="0"/>
              </a:rPr>
              <a:t>Move blank square Left, Right, Up or Down</a:t>
            </a:r>
          </a:p>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Initial State: </a:t>
            </a:r>
            <a:r>
              <a:rPr lang="en-US" sz="2400" dirty="0">
                <a:latin typeface="CMU Serif" panose="02000603000000000000" pitchFamily="2" charset="0"/>
                <a:ea typeface="CMU Serif" panose="02000603000000000000" pitchFamily="2" charset="0"/>
                <a:cs typeface="CMU Serif" panose="02000603000000000000" pitchFamily="2" charset="0"/>
              </a:rPr>
              <a:t>Starting configuration of the board</a:t>
            </a:r>
          </a:p>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Goal: </a:t>
            </a:r>
            <a:r>
              <a:rPr lang="en-US" sz="2400" dirty="0">
                <a:latin typeface="CMU Serif" panose="02000603000000000000" pitchFamily="2" charset="0"/>
                <a:ea typeface="CMU Serif" panose="02000603000000000000" pitchFamily="2" charset="0"/>
                <a:cs typeface="CMU Serif" panose="02000603000000000000" pitchFamily="2" charset="0"/>
              </a:rPr>
              <a:t>Some specific board configuration</a:t>
            </a:r>
          </a:p>
        </p:txBody>
      </p:sp>
      <p:pic>
        <p:nvPicPr>
          <p:cNvPr id="3" name="Picture 2">
            <a:extLst>
              <a:ext uri="{FF2B5EF4-FFF2-40B4-BE49-F238E27FC236}">
                <a16:creationId xmlns:a16="http://schemas.microsoft.com/office/drawing/2014/main" id="{CD5FB9FD-A7F3-673B-FE01-1052B6A6DFC0}"/>
              </a:ext>
            </a:extLst>
          </p:cNvPr>
          <p:cNvPicPr>
            <a:picLocks noChangeAspect="1"/>
          </p:cNvPicPr>
          <p:nvPr/>
        </p:nvPicPr>
        <p:blipFill>
          <a:blip r:embed="rId2"/>
          <a:stretch>
            <a:fillRect/>
          </a:stretch>
        </p:blipFill>
        <p:spPr>
          <a:xfrm>
            <a:off x="3213138" y="3571330"/>
            <a:ext cx="2717720" cy="2743200"/>
          </a:xfrm>
          <a:prstGeom prst="rect">
            <a:avLst/>
          </a:prstGeom>
        </p:spPr>
      </p:pic>
    </p:spTree>
    <p:extLst>
      <p:ext uri="{BB962C8B-B14F-4D97-AF65-F5344CB8AC3E}">
        <p14:creationId xmlns:p14="http://schemas.microsoft.com/office/powerpoint/2010/main" val="36464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178B1-CB39-3660-124E-6E4784E0B3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636A51-D5BA-B6A6-714F-6F1D87B0039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River Problem</a:t>
            </a:r>
          </a:p>
        </p:txBody>
      </p:sp>
      <p:sp>
        <p:nvSpPr>
          <p:cNvPr id="5" name="TextBox 4">
            <a:extLst>
              <a:ext uri="{FF2B5EF4-FFF2-40B4-BE49-F238E27FC236}">
                <a16:creationId xmlns:a16="http://schemas.microsoft.com/office/drawing/2014/main" id="{26DB2DC7-7EA9-B248-1BDE-57DF65C369F4}"/>
              </a:ext>
            </a:extLst>
          </p:cNvPr>
          <p:cNvSpPr txBox="1"/>
          <p:nvPr/>
        </p:nvSpPr>
        <p:spPr>
          <a:xfrm>
            <a:off x="452966" y="1322935"/>
            <a:ext cx="8238067" cy="3585597"/>
          </a:xfrm>
          <a:prstGeom prst="rect">
            <a:avLst/>
          </a:prstGeom>
          <a:noFill/>
        </p:spPr>
        <p:txBody>
          <a:bodyPr wrap="square" lIns="0" tIns="0" rIns="0" bIns="0" rtlCol="0" anchor="ctr">
            <a:spAutoFit/>
          </a:bodyPr>
          <a:lstStyle/>
          <a:p>
            <a:pPr>
              <a:spcAft>
                <a:spcPts val="6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1 sheep, 1 wolf, 1 cabbage, 1 boat</a:t>
            </a:r>
          </a:p>
          <a:p>
            <a:pPr>
              <a:spcAft>
                <a:spcPts val="6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Goal: </a:t>
            </a:r>
            <a:r>
              <a:rPr lang="en-US" sz="2200" dirty="0">
                <a:latin typeface="CMU Serif" panose="02000603000000000000" pitchFamily="2" charset="0"/>
                <a:ea typeface="CMU Serif" panose="02000603000000000000" pitchFamily="2" charset="0"/>
                <a:cs typeface="CMU Serif" panose="02000603000000000000" pitchFamily="2" charset="0"/>
              </a:rPr>
              <a:t>Move everything across the river.</a:t>
            </a:r>
          </a:p>
          <a:p>
            <a:pPr>
              <a:spcAft>
                <a:spcPts val="6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Constraints:</a:t>
            </a:r>
          </a:p>
          <a:p>
            <a:pPr marL="342900" indent="-342900">
              <a:spcAft>
                <a:spcPts val="6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The boat can hold you plus one thing.</a:t>
            </a:r>
          </a:p>
          <a:p>
            <a:pPr marL="342900" indent="-342900">
              <a:spcAft>
                <a:spcPts val="6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Wolf can never be alone with sheep.</a:t>
            </a:r>
          </a:p>
          <a:p>
            <a:pPr marL="342900" indent="-342900">
              <a:spcAft>
                <a:spcPts val="6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Sheep can never be alone with cabbage.</a:t>
            </a:r>
          </a:p>
          <a:p>
            <a:pPr>
              <a:spcAft>
                <a:spcPts val="6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State:</a:t>
            </a:r>
            <a:r>
              <a:rPr lang="en-US" sz="2200" dirty="0">
                <a:latin typeface="CMU Serif" panose="02000603000000000000" pitchFamily="2" charset="0"/>
                <a:ea typeface="CMU Serif" panose="02000603000000000000" pitchFamily="2" charset="0"/>
                <a:cs typeface="CMU Serif" panose="02000603000000000000" pitchFamily="2" charset="0"/>
              </a:rPr>
              <a:t> Location of sheep, wolf, cabbage on shores and boat.</a:t>
            </a:r>
          </a:p>
          <a:p>
            <a:pPr>
              <a:spcAft>
                <a:spcPts val="6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Operators: </a:t>
            </a:r>
            <a:r>
              <a:rPr lang="en-US" sz="2200" dirty="0">
                <a:latin typeface="CMU Serif" panose="02000603000000000000" pitchFamily="2" charset="0"/>
                <a:ea typeface="CMU Serif" panose="02000603000000000000" pitchFamily="2" charset="0"/>
                <a:cs typeface="CMU Serif" panose="02000603000000000000" pitchFamily="2" charset="0"/>
              </a:rPr>
              <a:t>Move ferry containing some set of occupants across the river (in either direction) to the other side.</a:t>
            </a:r>
          </a:p>
        </p:txBody>
      </p:sp>
      <p:pic>
        <p:nvPicPr>
          <p:cNvPr id="3" name="Picture 2">
            <a:extLst>
              <a:ext uri="{FF2B5EF4-FFF2-40B4-BE49-F238E27FC236}">
                <a16:creationId xmlns:a16="http://schemas.microsoft.com/office/drawing/2014/main" id="{9FF60A83-CEC0-3853-01BD-EB83B872DF9D}"/>
              </a:ext>
            </a:extLst>
          </p:cNvPr>
          <p:cNvPicPr>
            <a:picLocks noChangeAspect="1"/>
          </p:cNvPicPr>
          <p:nvPr/>
        </p:nvPicPr>
        <p:blipFill>
          <a:blip r:embed="rId2"/>
          <a:stretch>
            <a:fillRect/>
          </a:stretch>
        </p:blipFill>
        <p:spPr>
          <a:xfrm>
            <a:off x="2078529" y="4908532"/>
            <a:ext cx="4986939" cy="1828800"/>
          </a:xfrm>
          <a:prstGeom prst="rect">
            <a:avLst/>
          </a:prstGeom>
        </p:spPr>
      </p:pic>
    </p:spTree>
    <p:extLst>
      <p:ext uri="{BB962C8B-B14F-4D97-AF65-F5344CB8AC3E}">
        <p14:creationId xmlns:p14="http://schemas.microsoft.com/office/powerpoint/2010/main" val="545022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C2024-A030-29AD-5517-8D0F8BB524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C37077F-885A-8E61-5D14-A49947032AF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Formalizing Search </a:t>
            </a:r>
          </a:p>
        </p:txBody>
      </p:sp>
      <p:sp>
        <p:nvSpPr>
          <p:cNvPr id="5" name="TextBox 4">
            <a:extLst>
              <a:ext uri="{FF2B5EF4-FFF2-40B4-BE49-F238E27FC236}">
                <a16:creationId xmlns:a16="http://schemas.microsoft.com/office/drawing/2014/main" id="{BCBA6C79-0D1F-420F-2E76-E835897481D3}"/>
              </a:ext>
            </a:extLst>
          </p:cNvPr>
          <p:cNvSpPr txBox="1"/>
          <p:nvPr/>
        </p:nvSpPr>
        <p:spPr>
          <a:xfrm>
            <a:off x="452964" y="1371305"/>
            <a:ext cx="8238067" cy="2862322"/>
          </a:xfrm>
          <a:prstGeom prst="rect">
            <a:avLst/>
          </a:prstGeom>
          <a:noFill/>
        </p:spPr>
        <p:txBody>
          <a:bodyPr wrap="square" lIns="0" tIns="0" rIns="0" bIns="0" rtlCol="0" anchor="ctr">
            <a:spAutoFit/>
          </a:bodyPr>
          <a:lstStyle/>
          <a:p>
            <a:pPr>
              <a:spcAft>
                <a:spcPts val="6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A state space can be represented as a search tree/graph (V, E):</a:t>
            </a:r>
          </a:p>
          <a:p>
            <a:pPr marL="342900" indent="-342900">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V is a set of nodes (states)</a:t>
            </a:r>
          </a:p>
          <a:p>
            <a:pPr marL="342900" indent="-342900">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E is a set of arcs (actions)</a:t>
            </a:r>
          </a:p>
          <a:p>
            <a:pPr marL="342900" indent="-342900">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Root is the initial state and</a:t>
            </a:r>
          </a:p>
          <a:p>
            <a:pPr marL="342900" indent="-342900">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Each arc is directed from a node to another node</a:t>
            </a:r>
          </a:p>
          <a:p>
            <a:pPr marL="342900" indent="-342900">
              <a:spcAft>
                <a:spcPts val="6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Each arc has a fixed, positive cost</a:t>
            </a:r>
          </a:p>
          <a:p>
            <a:pPr>
              <a:spcAft>
                <a:spcPts val="1200"/>
              </a:spcAft>
              <a:buClr>
                <a:schemeClr val="accent1"/>
              </a:buClr>
            </a:pPr>
            <a:endParaRPr lang="en-US" sz="2400" dirty="0">
              <a:latin typeface="CMU Serif" panose="02000603000000000000" pitchFamily="2" charset="0"/>
              <a:ea typeface="CMU Serif" panose="02000603000000000000" pitchFamily="2" charset="0"/>
              <a:cs typeface="CMU Serif" panose="02000603000000000000" pitchFamily="2" charset="0"/>
            </a:endParaRPr>
          </a:p>
        </p:txBody>
      </p:sp>
      <p:sp>
        <p:nvSpPr>
          <p:cNvPr id="9" name="TextBox 8">
            <a:extLst>
              <a:ext uri="{FF2B5EF4-FFF2-40B4-BE49-F238E27FC236}">
                <a16:creationId xmlns:a16="http://schemas.microsoft.com/office/drawing/2014/main" id="{2FD91B83-912F-D3DF-0091-AC404190EBBB}"/>
              </a:ext>
            </a:extLst>
          </p:cNvPr>
          <p:cNvSpPr txBox="1"/>
          <p:nvPr/>
        </p:nvSpPr>
        <p:spPr>
          <a:xfrm>
            <a:off x="452964" y="3903134"/>
            <a:ext cx="8238067" cy="2862322"/>
          </a:xfrm>
          <a:prstGeom prst="rect">
            <a:avLst/>
          </a:prstGeom>
          <a:noFill/>
        </p:spPr>
        <p:txBody>
          <a:bodyPr wrap="square">
            <a:spAutoFit/>
          </a:bodyPr>
          <a:lstStyle/>
          <a:p>
            <a:pPr algn="l">
              <a:spcAft>
                <a:spcPts val="600"/>
              </a:spcAft>
            </a:pPr>
            <a:r>
              <a:rPr lang="en-US" sz="2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rPr>
              <a:t>Approach:</a:t>
            </a:r>
          </a:p>
          <a:p>
            <a:pPr algn="l">
              <a:spcAft>
                <a:spcPts val="600"/>
              </a:spcAft>
            </a:pPr>
            <a:endParaRPr lang="en-US" sz="1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endParaRPr>
          </a:p>
          <a:p>
            <a:pPr marL="342900" indent="-342900" algn="l">
              <a:spcAft>
                <a:spcPts val="600"/>
              </a:spcAft>
              <a:buClr>
                <a:schemeClr val="accent1"/>
              </a:buClr>
              <a:buFont typeface="Arial" panose="020B0604020202020204" pitchFamily="34" charset="0"/>
              <a:buChar char="•"/>
            </a:pPr>
            <a:r>
              <a:rPr lang="en-US" sz="2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rPr>
              <a:t>Expand: Generate all successor nodes of a given node</a:t>
            </a:r>
          </a:p>
          <a:p>
            <a:pPr algn="l">
              <a:spcAft>
                <a:spcPts val="600"/>
              </a:spcAft>
              <a:buClr>
                <a:schemeClr val="accent1"/>
              </a:buClr>
            </a:pPr>
            <a:r>
              <a:rPr lang="en-US" sz="2000" dirty="0">
                <a:solidFill>
                  <a:srgbClr val="262626"/>
                </a:solidFill>
                <a:latin typeface="CMU Serif" panose="02000603000000000000" pitchFamily="2" charset="0"/>
                <a:ea typeface="CMU Serif" panose="02000603000000000000" pitchFamily="2" charset="0"/>
                <a:cs typeface="CMU Serif" panose="02000603000000000000" pitchFamily="2" charset="0"/>
              </a:rPr>
              <a:t>	- </a:t>
            </a:r>
            <a:r>
              <a:rPr lang="en-US" sz="2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rPr>
              <a:t>“What nodes can I reach from here (by taking what actions)?”</a:t>
            </a:r>
          </a:p>
          <a:p>
            <a:pPr marL="342900" indent="-342900" algn="l">
              <a:spcAft>
                <a:spcPts val="600"/>
              </a:spcAft>
              <a:buClr>
                <a:schemeClr val="accent1"/>
              </a:buClr>
              <a:buFont typeface="Arial" panose="020B0604020202020204" pitchFamily="34" charset="0"/>
              <a:buChar char="•"/>
            </a:pPr>
            <a:r>
              <a:rPr lang="en-US" sz="2000" dirty="0">
                <a:solidFill>
                  <a:srgbClr val="262626"/>
                </a:solidFill>
                <a:latin typeface="CMU Serif" panose="02000603000000000000" pitchFamily="2" charset="0"/>
                <a:ea typeface="CMU Serif" panose="02000603000000000000" pitchFamily="2" charset="0"/>
                <a:cs typeface="CMU Serif" panose="02000603000000000000" pitchFamily="2" charset="0"/>
              </a:rPr>
              <a:t>Goal-Test: </a:t>
            </a:r>
            <a:r>
              <a:rPr lang="en-US" sz="2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rPr>
              <a:t>Test if state satisfies goal conditions</a:t>
            </a:r>
          </a:p>
          <a:p>
            <a:pPr marL="342900" indent="-342900" algn="l">
              <a:spcAft>
                <a:spcPts val="600"/>
              </a:spcAft>
              <a:buClr>
                <a:schemeClr val="accent1"/>
              </a:buClr>
              <a:buFont typeface="Arial" panose="020B0604020202020204" pitchFamily="34" charset="0"/>
              <a:buChar char="•"/>
            </a:pPr>
            <a:r>
              <a:rPr lang="en-US" sz="2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rPr>
              <a:t>Queuing-Function:</a:t>
            </a:r>
            <a:r>
              <a:rPr lang="en-US" sz="2000" dirty="0">
                <a:solidFill>
                  <a:srgbClr val="262626"/>
                </a:solidFill>
                <a:latin typeface="CMU Serif" panose="02000603000000000000" pitchFamily="2" charset="0"/>
                <a:ea typeface="CMU Serif" panose="02000603000000000000" pitchFamily="2" charset="0"/>
                <a:cs typeface="CMU Serif" panose="02000603000000000000" pitchFamily="2" charset="0"/>
              </a:rPr>
              <a:t> </a:t>
            </a:r>
            <a:r>
              <a:rPr lang="en-US" sz="2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rPr>
              <a:t>Used to maintain a ranked list of nodes that are candidates for expansion</a:t>
            </a:r>
          </a:p>
          <a:p>
            <a:pPr algn="l">
              <a:spcAft>
                <a:spcPts val="600"/>
              </a:spcAft>
              <a:buClr>
                <a:schemeClr val="accent1"/>
              </a:buClr>
            </a:pPr>
            <a:r>
              <a:rPr lang="en-US" sz="2000" dirty="0">
                <a:solidFill>
                  <a:srgbClr val="262626"/>
                </a:solidFill>
                <a:latin typeface="CMU Serif" panose="02000603000000000000" pitchFamily="2" charset="0"/>
                <a:ea typeface="CMU Serif" panose="02000603000000000000" pitchFamily="2" charset="0"/>
                <a:cs typeface="CMU Serif" panose="02000603000000000000" pitchFamily="2" charset="0"/>
              </a:rPr>
              <a:t>	- </a:t>
            </a:r>
            <a:r>
              <a:rPr lang="en-US" sz="2000" b="0" i="0" u="none" strike="noStrike" baseline="0" dirty="0">
                <a:solidFill>
                  <a:srgbClr val="262626"/>
                </a:solidFill>
                <a:latin typeface="CMU Serif" panose="02000603000000000000" pitchFamily="2" charset="0"/>
                <a:ea typeface="CMU Serif" panose="02000603000000000000" pitchFamily="2" charset="0"/>
                <a:cs typeface="CMU Serif" panose="02000603000000000000" pitchFamily="2" charset="0"/>
              </a:rPr>
              <a:t>“What should I explore next?”</a:t>
            </a:r>
            <a:endParaRPr lang="en-US" sz="2000" dirty="0">
              <a:latin typeface="CMU Serif" panose="02000603000000000000" pitchFamily="2" charset="0"/>
              <a:ea typeface="CMU Serif" panose="02000603000000000000" pitchFamily="2" charset="0"/>
              <a:cs typeface="CMU Serif" panose="02000603000000000000" pitchFamily="2" charset="0"/>
            </a:endParaRPr>
          </a:p>
        </p:txBody>
      </p:sp>
    </p:spTree>
    <p:extLst>
      <p:ext uri="{BB962C8B-B14F-4D97-AF65-F5344CB8AC3E}">
        <p14:creationId xmlns:p14="http://schemas.microsoft.com/office/powerpoint/2010/main" val="2167871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a:extLst>
              <a:ext uri="{FF2B5EF4-FFF2-40B4-BE49-F238E27FC236}">
                <a16:creationId xmlns:a16="http://schemas.microsoft.com/office/drawing/2014/main" id="{05AB8FA1-CEB7-0D1B-9F59-CF1974F361B9}"/>
              </a:ext>
            </a:extLst>
          </p:cNvPr>
          <p:cNvSpPr>
            <a:spLocks noGrp="1"/>
          </p:cNvSpPr>
          <p:nvPr>
            <p:ph idx="4294967295"/>
          </p:nvPr>
        </p:nvSpPr>
        <p:spPr>
          <a:xfrm>
            <a:off x="452966" y="1505357"/>
            <a:ext cx="8238067" cy="4937112"/>
          </a:xfrm>
        </p:spPr>
        <p:txBody>
          <a:bodyPr lIns="0" tIns="0" rIns="0" bIns="0">
            <a:noAutofit/>
          </a:bodyPr>
          <a:lstStyle/>
          <a:p>
            <a:pPr eaLnBrk="1" hangingPunct="1">
              <a:buFont typeface="Arial" panose="020B0604020202020204" pitchFamily="34" charset="0"/>
              <a:buChar char="•"/>
            </a:pPr>
            <a:r>
              <a:rPr lang="en-US" altLang="en-US" sz="2000" dirty="0">
                <a:solidFill>
                  <a:schemeClr val="tx1"/>
                </a:solidFill>
                <a:latin typeface="CMU Serif (Headings)"/>
              </a:rPr>
              <a:t>Let’s consider the </a:t>
            </a:r>
            <a:r>
              <a:rPr lang="en-US" altLang="en-US" sz="2000" b="1" dirty="0">
                <a:solidFill>
                  <a:schemeClr val="tx1"/>
                </a:solidFill>
                <a:latin typeface="CMU Serif (Headings)"/>
              </a:rPr>
              <a:t>River Problem</a:t>
            </a:r>
            <a:r>
              <a:rPr lang="en-US" altLang="en-US" sz="2000" dirty="0">
                <a:solidFill>
                  <a:schemeClr val="tx1"/>
                </a:solidFill>
                <a:latin typeface="CMU Serif (Headings)"/>
              </a:rPr>
              <a:t>:</a:t>
            </a:r>
          </a:p>
          <a:p>
            <a:pPr algn="just" eaLnBrk="1" hangingPunct="1">
              <a:buFont typeface="Wingdings" panose="05000000000000000000" pitchFamily="2" charset="2"/>
              <a:buNone/>
            </a:pPr>
            <a:r>
              <a:rPr lang="en-IE" altLang="en-US" sz="2000" dirty="0">
                <a:solidFill>
                  <a:schemeClr val="tx1"/>
                </a:solidFill>
                <a:latin typeface="CMU Serif (Headings)"/>
              </a:rPr>
              <a:t>    A farmer wishes to carry a wolf, a duck and corn across a river, from the south to the north shore. The farmer is the proud owner of a small rowing boat called Bounty which he feels is easily up to the job. Unfortunately the boat is only large enough to carry at most the farmer and one other item. </a:t>
            </a:r>
            <a:r>
              <a:rPr lang="en-IE" altLang="en-US" sz="2000" dirty="0">
                <a:solidFill>
                  <a:schemeClr val="accent1"/>
                </a:solidFill>
                <a:latin typeface="CMU Serif (Headings)"/>
              </a:rPr>
              <a:t>Worse again, if left unattended the wolf will eat the duck and the duck will eat the corn. </a:t>
            </a:r>
          </a:p>
          <a:p>
            <a:pPr algn="just" eaLnBrk="1" hangingPunct="1">
              <a:lnSpc>
                <a:spcPct val="80000"/>
              </a:lnSpc>
              <a:buFont typeface="Wingdings" panose="05000000000000000000" pitchFamily="2" charset="2"/>
              <a:buNone/>
            </a:pPr>
            <a:endParaRPr lang="en-IE" altLang="en-US" sz="2000" dirty="0">
              <a:solidFill>
                <a:schemeClr val="tx1"/>
              </a:solidFill>
              <a:latin typeface="CMU Serif (Headings)"/>
            </a:endParaRPr>
          </a:p>
          <a:p>
            <a:pPr algn="just" eaLnBrk="1" hangingPunct="1">
              <a:lnSpc>
                <a:spcPct val="80000"/>
              </a:lnSpc>
              <a:buFont typeface="Wingdings" panose="05000000000000000000" pitchFamily="2" charset="2"/>
              <a:buNone/>
            </a:pPr>
            <a:endParaRPr lang="en-IE" altLang="en-US" sz="2000" dirty="0">
              <a:solidFill>
                <a:schemeClr val="tx1"/>
              </a:solidFill>
              <a:latin typeface="CMU Serif (Headings)"/>
            </a:endParaRPr>
          </a:p>
          <a:p>
            <a:pPr algn="just" eaLnBrk="1" hangingPunct="1">
              <a:lnSpc>
                <a:spcPct val="80000"/>
              </a:lnSpc>
              <a:buFont typeface="Wingdings" panose="05000000000000000000" pitchFamily="2" charset="2"/>
              <a:buNone/>
            </a:pPr>
            <a:endParaRPr lang="en-IE" altLang="en-US" sz="2000" dirty="0">
              <a:solidFill>
                <a:schemeClr val="tx1"/>
              </a:solidFill>
              <a:latin typeface="CMU Serif (Headings)"/>
            </a:endParaRPr>
          </a:p>
          <a:p>
            <a:pPr algn="just" eaLnBrk="1" hangingPunct="1">
              <a:lnSpc>
                <a:spcPct val="80000"/>
              </a:lnSpc>
              <a:buFont typeface="Wingdings" panose="05000000000000000000" pitchFamily="2" charset="2"/>
              <a:buNone/>
            </a:pPr>
            <a:endParaRPr lang="en-IE" altLang="en-US" sz="2000" dirty="0">
              <a:solidFill>
                <a:schemeClr val="tx1"/>
              </a:solidFill>
              <a:latin typeface="CMU Serif (Headings)"/>
            </a:endParaRPr>
          </a:p>
          <a:p>
            <a:pPr algn="just" eaLnBrk="1" hangingPunct="1">
              <a:lnSpc>
                <a:spcPct val="80000"/>
              </a:lnSpc>
              <a:buFont typeface="Wingdings" panose="05000000000000000000" pitchFamily="2" charset="2"/>
              <a:buNone/>
            </a:pPr>
            <a:endParaRPr lang="en-IE" altLang="en-US" sz="2000" dirty="0">
              <a:solidFill>
                <a:schemeClr val="tx1"/>
              </a:solidFill>
              <a:latin typeface="CMU Serif (Headings)"/>
            </a:endParaRPr>
          </a:p>
          <a:p>
            <a:pPr algn="just" eaLnBrk="1" hangingPunct="1">
              <a:lnSpc>
                <a:spcPct val="80000"/>
              </a:lnSpc>
              <a:buFont typeface="Wingdings" panose="05000000000000000000" pitchFamily="2" charset="2"/>
              <a:buNone/>
            </a:pPr>
            <a:r>
              <a:rPr lang="en-IE" altLang="en-US" sz="2000" dirty="0">
                <a:solidFill>
                  <a:schemeClr val="tx1"/>
                </a:solidFill>
                <a:latin typeface="CMU Serif (Headings)"/>
              </a:rPr>
              <a:t>	How can the farmer safely transport the wolf, the duck and the corn to the opposite shore?</a:t>
            </a:r>
            <a:endParaRPr lang="en-GB" altLang="en-US" sz="2000" dirty="0">
              <a:solidFill>
                <a:schemeClr val="tx1"/>
              </a:solidFill>
              <a:latin typeface="CMU Serif (Headings)"/>
            </a:endParaRPr>
          </a:p>
        </p:txBody>
      </p:sp>
      <p:sp>
        <p:nvSpPr>
          <p:cNvPr id="2" name="TextBox 1">
            <a:extLst>
              <a:ext uri="{FF2B5EF4-FFF2-40B4-BE49-F238E27FC236}">
                <a16:creationId xmlns:a16="http://schemas.microsoft.com/office/drawing/2014/main" id="{E18EAF26-0211-B0F2-3A58-5388E2977A4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 Example: River Problem </a:t>
            </a:r>
          </a:p>
        </p:txBody>
      </p:sp>
      <p:grpSp>
        <p:nvGrpSpPr>
          <p:cNvPr id="3" name="Group 2">
            <a:extLst>
              <a:ext uri="{FF2B5EF4-FFF2-40B4-BE49-F238E27FC236}">
                <a16:creationId xmlns:a16="http://schemas.microsoft.com/office/drawing/2014/main" id="{F57A41F1-DD97-6429-71E1-C681302C58E7}"/>
              </a:ext>
            </a:extLst>
          </p:cNvPr>
          <p:cNvGrpSpPr/>
          <p:nvPr/>
        </p:nvGrpSpPr>
        <p:grpSpPr>
          <a:xfrm>
            <a:off x="2933699" y="3907503"/>
            <a:ext cx="3276600" cy="1860550"/>
            <a:chOff x="3505200" y="4038600"/>
            <a:chExt cx="3276600" cy="1860550"/>
          </a:xfrm>
        </p:grpSpPr>
        <p:sp>
          <p:nvSpPr>
            <p:cNvPr id="4" name="Freeform 38">
              <a:extLst>
                <a:ext uri="{FF2B5EF4-FFF2-40B4-BE49-F238E27FC236}">
                  <a16:creationId xmlns:a16="http://schemas.microsoft.com/office/drawing/2014/main" id="{9917F93E-C879-9018-A967-6B3959F2AE2A}"/>
                </a:ext>
              </a:extLst>
            </p:cNvPr>
            <p:cNvSpPr>
              <a:spLocks/>
            </p:cNvSpPr>
            <p:nvPr/>
          </p:nvSpPr>
          <p:spPr bwMode="auto">
            <a:xfrm rot="16200000">
              <a:off x="4437856" y="3410744"/>
              <a:ext cx="1411288" cy="3276600"/>
            </a:xfrm>
            <a:custGeom>
              <a:avLst/>
              <a:gdLst>
                <a:gd name="T0" fmla="*/ 0 w 2010"/>
                <a:gd name="T1" fmla="*/ 2147483646 h 1134"/>
                <a:gd name="T2" fmla="*/ 2147483646 w 2010"/>
                <a:gd name="T3" fmla="*/ 2147483646 h 1134"/>
                <a:gd name="T4" fmla="*/ 2147483646 w 2010"/>
                <a:gd name="T5" fmla="*/ 2147483646 h 1134"/>
                <a:gd name="T6" fmla="*/ 2147483646 w 2010"/>
                <a:gd name="T7" fmla="*/ 2147483646 h 1134"/>
                <a:gd name="T8" fmla="*/ 2147483646 w 2010"/>
                <a:gd name="T9" fmla="*/ 2147483646 h 1134"/>
                <a:gd name="T10" fmla="*/ 2147483646 w 2010"/>
                <a:gd name="T11" fmla="*/ 2147483646 h 1134"/>
                <a:gd name="T12" fmla="*/ 2147483646 w 2010"/>
                <a:gd name="T13" fmla="*/ 2147483646 h 1134"/>
                <a:gd name="T14" fmla="*/ 2147483646 w 2010"/>
                <a:gd name="T15" fmla="*/ 2147483646 h 1134"/>
                <a:gd name="T16" fmla="*/ 2147483646 w 2010"/>
                <a:gd name="T17" fmla="*/ 2147483646 h 1134"/>
                <a:gd name="T18" fmla="*/ 2147483646 w 2010"/>
                <a:gd name="T19" fmla="*/ 0 h 1134"/>
                <a:gd name="T20" fmla="*/ 2147483646 w 2010"/>
                <a:gd name="T21" fmla="*/ 2147483646 h 1134"/>
                <a:gd name="T22" fmla="*/ 2147483646 w 2010"/>
                <a:gd name="T23" fmla="*/ 2147483646 h 1134"/>
                <a:gd name="T24" fmla="*/ 2147483646 w 2010"/>
                <a:gd name="T25" fmla="*/ 2147483646 h 1134"/>
                <a:gd name="T26" fmla="*/ 2147483646 w 2010"/>
                <a:gd name="T27" fmla="*/ 2147483646 h 1134"/>
                <a:gd name="T28" fmla="*/ 2147483646 w 2010"/>
                <a:gd name="T29" fmla="*/ 2147483646 h 1134"/>
                <a:gd name="T30" fmla="*/ 2147483646 w 2010"/>
                <a:gd name="T31" fmla="*/ 2147483646 h 1134"/>
                <a:gd name="T32" fmla="*/ 2147483646 w 2010"/>
                <a:gd name="T33" fmla="*/ 2147483646 h 1134"/>
                <a:gd name="T34" fmla="*/ 2147483646 w 2010"/>
                <a:gd name="T35" fmla="*/ 2147483646 h 1134"/>
                <a:gd name="T36" fmla="*/ 2147483646 w 2010"/>
                <a:gd name="T37" fmla="*/ 2147483646 h 1134"/>
                <a:gd name="T38" fmla="*/ 2147483646 w 2010"/>
                <a:gd name="T39" fmla="*/ 2147483646 h 1134"/>
                <a:gd name="T40" fmla="*/ 2147483646 w 2010"/>
                <a:gd name="T41" fmla="*/ 2147483646 h 1134"/>
                <a:gd name="T42" fmla="*/ 2147483646 w 2010"/>
                <a:gd name="T43" fmla="*/ 2147483646 h 1134"/>
                <a:gd name="T44" fmla="*/ 2147483646 w 2010"/>
                <a:gd name="T45" fmla="*/ 2147483646 h 1134"/>
                <a:gd name="T46" fmla="*/ 2147483646 w 2010"/>
                <a:gd name="T47" fmla="*/ 2147483646 h 1134"/>
                <a:gd name="T48" fmla="*/ 2147483646 w 2010"/>
                <a:gd name="T49" fmla="*/ 2147483646 h 1134"/>
                <a:gd name="T50" fmla="*/ 2147483646 w 2010"/>
                <a:gd name="T51" fmla="*/ 2147483646 h 1134"/>
                <a:gd name="T52" fmla="*/ 2147483646 w 2010"/>
                <a:gd name="T53" fmla="*/ 2147483646 h 1134"/>
                <a:gd name="T54" fmla="*/ 2147483646 w 2010"/>
                <a:gd name="T55" fmla="*/ 2147483646 h 1134"/>
                <a:gd name="T56" fmla="*/ 2147483646 w 2010"/>
                <a:gd name="T57" fmla="*/ 2147483646 h 1134"/>
                <a:gd name="T58" fmla="*/ 2147483646 w 2010"/>
                <a:gd name="T59" fmla="*/ 2147483646 h 1134"/>
                <a:gd name="T60" fmla="*/ 2147483646 w 2010"/>
                <a:gd name="T61" fmla="*/ 2147483646 h 1134"/>
                <a:gd name="T62" fmla="*/ 2147483646 w 2010"/>
                <a:gd name="T63" fmla="*/ 2147483646 h 1134"/>
                <a:gd name="T64" fmla="*/ 2147483646 w 2010"/>
                <a:gd name="T65" fmla="*/ 2147483646 h 1134"/>
                <a:gd name="T66" fmla="*/ 2147483646 w 2010"/>
                <a:gd name="T67" fmla="*/ 2147483646 h 1134"/>
                <a:gd name="T68" fmla="*/ 2147483646 w 2010"/>
                <a:gd name="T69" fmla="*/ 2147483646 h 1134"/>
                <a:gd name="T70" fmla="*/ 2147483646 w 2010"/>
                <a:gd name="T71" fmla="*/ 2147483646 h 1134"/>
                <a:gd name="T72" fmla="*/ 2147483646 w 2010"/>
                <a:gd name="T73" fmla="*/ 2147483646 h 1134"/>
                <a:gd name="T74" fmla="*/ 2147483646 w 2010"/>
                <a:gd name="T75" fmla="*/ 2147483646 h 1134"/>
                <a:gd name="T76" fmla="*/ 2147483646 w 2010"/>
                <a:gd name="T77" fmla="*/ 2147483646 h 1134"/>
                <a:gd name="T78" fmla="*/ 2147483646 w 2010"/>
                <a:gd name="T79" fmla="*/ 2147483646 h 1134"/>
                <a:gd name="T80" fmla="*/ 2147483646 w 2010"/>
                <a:gd name="T81" fmla="*/ 2147483646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5" name="Text Box 39">
              <a:extLst>
                <a:ext uri="{FF2B5EF4-FFF2-40B4-BE49-F238E27FC236}">
                  <a16:creationId xmlns:a16="http://schemas.microsoft.com/office/drawing/2014/main" id="{8904FFE5-C919-57F1-0EA5-E9D7C6BBA942}"/>
                </a:ext>
              </a:extLst>
            </p:cNvPr>
            <p:cNvSpPr txBox="1">
              <a:spLocks noChangeArrowheads="1"/>
            </p:cNvSpPr>
            <p:nvPr/>
          </p:nvSpPr>
          <p:spPr bwMode="auto">
            <a:xfrm>
              <a:off x="3524250" y="5257800"/>
              <a:ext cx="1695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dirty="0">
                  <a:latin typeface="+mj-lt"/>
                </a:rPr>
                <a:t>Farmer, Wolf, </a:t>
              </a:r>
            </a:p>
            <a:p>
              <a:pPr eaLnBrk="1" hangingPunct="1">
                <a:spcBef>
                  <a:spcPct val="0"/>
                </a:spcBef>
                <a:buClrTx/>
                <a:buSzTx/>
                <a:buFontTx/>
                <a:buNone/>
              </a:pPr>
              <a:r>
                <a:rPr lang="en-IE" altLang="en-US" sz="1800" b="1" dirty="0">
                  <a:latin typeface="+mj-lt"/>
                </a:rPr>
                <a:t>Duck and Corn</a:t>
              </a:r>
              <a:endParaRPr lang="en-GB" altLang="en-US" sz="1800" b="1" dirty="0">
                <a:latin typeface="+mj-lt"/>
              </a:endParaRPr>
            </a:p>
          </p:txBody>
        </p:sp>
        <p:grpSp>
          <p:nvGrpSpPr>
            <p:cNvPr id="6" name="Group 40">
              <a:extLst>
                <a:ext uri="{FF2B5EF4-FFF2-40B4-BE49-F238E27FC236}">
                  <a16:creationId xmlns:a16="http://schemas.microsoft.com/office/drawing/2014/main" id="{DEFC32C5-95E9-3F62-E2BE-8DF855AF3052}"/>
                </a:ext>
              </a:extLst>
            </p:cNvPr>
            <p:cNvGrpSpPr>
              <a:grpSpLocks noChangeAspect="1"/>
            </p:cNvGrpSpPr>
            <p:nvPr/>
          </p:nvGrpSpPr>
          <p:grpSpPr bwMode="auto">
            <a:xfrm>
              <a:off x="6253163" y="4038600"/>
              <a:ext cx="457200" cy="522288"/>
              <a:chOff x="4368" y="3216"/>
              <a:chExt cx="768" cy="576"/>
            </a:xfrm>
          </p:grpSpPr>
          <p:sp>
            <p:nvSpPr>
              <p:cNvPr id="12" name="Rectangle 41">
                <a:extLst>
                  <a:ext uri="{FF2B5EF4-FFF2-40B4-BE49-F238E27FC236}">
                    <a16:creationId xmlns:a16="http://schemas.microsoft.com/office/drawing/2014/main" id="{C9F6DDBD-C736-3782-40E3-6A7D473D6AF3}"/>
                  </a:ext>
                </a:extLst>
              </p:cNvPr>
              <p:cNvSpPr>
                <a:spLocks noChangeAspect="1" noChangeArrowheads="1"/>
              </p:cNvSpPr>
              <p:nvPr/>
            </p:nvSpPr>
            <p:spPr bwMode="auto">
              <a:xfrm>
                <a:off x="4464" y="3408"/>
                <a:ext cx="576" cy="38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3" name="Rectangle 42">
                <a:extLst>
                  <a:ext uri="{FF2B5EF4-FFF2-40B4-BE49-F238E27FC236}">
                    <a16:creationId xmlns:a16="http://schemas.microsoft.com/office/drawing/2014/main" id="{C5690A65-870D-8475-7B7E-35EC70DB5FE1}"/>
                  </a:ext>
                </a:extLst>
              </p:cNvPr>
              <p:cNvSpPr>
                <a:spLocks noChangeAspect="1" noChangeArrowheads="1"/>
              </p:cNvSpPr>
              <p:nvPr/>
            </p:nvSpPr>
            <p:spPr bwMode="auto">
              <a:xfrm>
                <a:off x="4704" y="3600"/>
                <a:ext cx="96" cy="192"/>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nvGrpSpPr>
              <p:cNvPr id="14" name="Group 43">
                <a:extLst>
                  <a:ext uri="{FF2B5EF4-FFF2-40B4-BE49-F238E27FC236}">
                    <a16:creationId xmlns:a16="http://schemas.microsoft.com/office/drawing/2014/main" id="{11928583-EBA8-8FE2-F0A2-20C07F21F1B2}"/>
                  </a:ext>
                </a:extLst>
              </p:cNvPr>
              <p:cNvGrpSpPr>
                <a:grpSpLocks noChangeAspect="1"/>
              </p:cNvGrpSpPr>
              <p:nvPr/>
            </p:nvGrpSpPr>
            <p:grpSpPr bwMode="auto">
              <a:xfrm>
                <a:off x="4848" y="3504"/>
                <a:ext cx="144" cy="144"/>
                <a:chOff x="4512" y="3504"/>
                <a:chExt cx="144" cy="144"/>
              </a:xfrm>
            </p:grpSpPr>
            <p:sp>
              <p:nvSpPr>
                <p:cNvPr id="20" name="Rectangle 44">
                  <a:extLst>
                    <a:ext uri="{FF2B5EF4-FFF2-40B4-BE49-F238E27FC236}">
                      <a16:creationId xmlns:a16="http://schemas.microsoft.com/office/drawing/2014/main" id="{647975E5-3276-C5AF-E567-AC1EE37E693D}"/>
                    </a:ext>
                  </a:extLst>
                </p:cNvPr>
                <p:cNvSpPr>
                  <a:spLocks noChangeAspect="1" noChangeArrowheads="1"/>
                </p:cNvSpPr>
                <p:nvPr/>
              </p:nvSpPr>
              <p:spPr bwMode="auto">
                <a:xfrm>
                  <a:off x="4512" y="3504"/>
                  <a:ext cx="14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1" name="Line 45">
                  <a:extLst>
                    <a:ext uri="{FF2B5EF4-FFF2-40B4-BE49-F238E27FC236}">
                      <a16:creationId xmlns:a16="http://schemas.microsoft.com/office/drawing/2014/main" id="{FABB900E-3899-A8EA-B3C4-E636D1FBA815}"/>
                    </a:ext>
                  </a:extLst>
                </p:cNvPr>
                <p:cNvSpPr>
                  <a:spLocks noChangeAspect="1" noChangeShapeType="1"/>
                </p:cNvSpPr>
                <p:nvPr/>
              </p:nvSpPr>
              <p:spPr bwMode="auto">
                <a:xfrm>
                  <a:off x="4560" y="3504"/>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2" name="Line 46">
                  <a:extLst>
                    <a:ext uri="{FF2B5EF4-FFF2-40B4-BE49-F238E27FC236}">
                      <a16:creationId xmlns:a16="http://schemas.microsoft.com/office/drawing/2014/main" id="{00A11A5B-8B36-76AA-69AD-F3F8A85994F3}"/>
                    </a:ext>
                  </a:extLst>
                </p:cNvPr>
                <p:cNvSpPr>
                  <a:spLocks noChangeAspect="1" noChangeShapeType="1"/>
                </p:cNvSpPr>
                <p:nvPr/>
              </p:nvSpPr>
              <p:spPr bwMode="auto">
                <a:xfrm>
                  <a:off x="4512" y="355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5" name="Group 47">
                <a:extLst>
                  <a:ext uri="{FF2B5EF4-FFF2-40B4-BE49-F238E27FC236}">
                    <a16:creationId xmlns:a16="http://schemas.microsoft.com/office/drawing/2014/main" id="{8ABB3302-4841-E331-E77B-2227427DEF41}"/>
                  </a:ext>
                </a:extLst>
              </p:cNvPr>
              <p:cNvGrpSpPr>
                <a:grpSpLocks noChangeAspect="1"/>
              </p:cNvGrpSpPr>
              <p:nvPr/>
            </p:nvGrpSpPr>
            <p:grpSpPr bwMode="auto">
              <a:xfrm>
                <a:off x="4512" y="3504"/>
                <a:ext cx="144" cy="144"/>
                <a:chOff x="4512" y="3504"/>
                <a:chExt cx="144" cy="144"/>
              </a:xfrm>
            </p:grpSpPr>
            <p:sp>
              <p:nvSpPr>
                <p:cNvPr id="17" name="Rectangle 48">
                  <a:extLst>
                    <a:ext uri="{FF2B5EF4-FFF2-40B4-BE49-F238E27FC236}">
                      <a16:creationId xmlns:a16="http://schemas.microsoft.com/office/drawing/2014/main" id="{7632EAEE-53E9-7BDB-B473-717EE27CCA50}"/>
                    </a:ext>
                  </a:extLst>
                </p:cNvPr>
                <p:cNvSpPr>
                  <a:spLocks noChangeAspect="1" noChangeArrowheads="1"/>
                </p:cNvSpPr>
                <p:nvPr/>
              </p:nvSpPr>
              <p:spPr bwMode="auto">
                <a:xfrm>
                  <a:off x="4512" y="3504"/>
                  <a:ext cx="14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8" name="Line 49">
                  <a:extLst>
                    <a:ext uri="{FF2B5EF4-FFF2-40B4-BE49-F238E27FC236}">
                      <a16:creationId xmlns:a16="http://schemas.microsoft.com/office/drawing/2014/main" id="{754C4AF3-8565-2668-1130-B20B33AF65CD}"/>
                    </a:ext>
                  </a:extLst>
                </p:cNvPr>
                <p:cNvSpPr>
                  <a:spLocks noChangeAspect="1" noChangeShapeType="1"/>
                </p:cNvSpPr>
                <p:nvPr/>
              </p:nvSpPr>
              <p:spPr bwMode="auto">
                <a:xfrm>
                  <a:off x="4560" y="3504"/>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 name="Line 50">
                  <a:extLst>
                    <a:ext uri="{FF2B5EF4-FFF2-40B4-BE49-F238E27FC236}">
                      <a16:creationId xmlns:a16="http://schemas.microsoft.com/office/drawing/2014/main" id="{7E92BDC1-F946-2748-A909-80FFB0732D4D}"/>
                    </a:ext>
                  </a:extLst>
                </p:cNvPr>
                <p:cNvSpPr>
                  <a:spLocks noChangeAspect="1" noChangeShapeType="1"/>
                </p:cNvSpPr>
                <p:nvPr/>
              </p:nvSpPr>
              <p:spPr bwMode="auto">
                <a:xfrm>
                  <a:off x="4512" y="355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6" name="AutoShape 51">
                <a:extLst>
                  <a:ext uri="{FF2B5EF4-FFF2-40B4-BE49-F238E27FC236}">
                    <a16:creationId xmlns:a16="http://schemas.microsoft.com/office/drawing/2014/main" id="{A54CF208-5AC9-8B96-12C2-5C96583DB5A7}"/>
                  </a:ext>
                </a:extLst>
              </p:cNvPr>
              <p:cNvSpPr>
                <a:spLocks noChangeAspect="1" noChangeArrowheads="1"/>
              </p:cNvSpPr>
              <p:nvPr/>
            </p:nvSpPr>
            <p:spPr bwMode="auto">
              <a:xfrm>
                <a:off x="4368" y="3216"/>
                <a:ext cx="768" cy="192"/>
              </a:xfrm>
              <a:prstGeom prst="flowChartExtra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7" name="Oval 52">
              <a:extLst>
                <a:ext uri="{FF2B5EF4-FFF2-40B4-BE49-F238E27FC236}">
                  <a16:creationId xmlns:a16="http://schemas.microsoft.com/office/drawing/2014/main" id="{EAEA8AD2-B651-2885-D18F-5CC1EE551526}"/>
                </a:ext>
              </a:extLst>
            </p:cNvPr>
            <p:cNvSpPr>
              <a:spLocks noChangeArrowheads="1"/>
            </p:cNvSpPr>
            <p:nvPr/>
          </p:nvSpPr>
          <p:spPr bwMode="auto">
            <a:xfrm>
              <a:off x="5140325" y="5105400"/>
              <a:ext cx="498475" cy="325438"/>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endParaRPr lang="en-US" altLang="en-US" sz="2400">
                <a:latin typeface="Times New Roman" panose="02020603050405020304" pitchFamily="18" charset="0"/>
              </a:endParaRPr>
            </a:p>
          </p:txBody>
        </p:sp>
        <p:sp>
          <p:nvSpPr>
            <p:cNvPr id="8" name="Text Box 53">
              <a:extLst>
                <a:ext uri="{FF2B5EF4-FFF2-40B4-BE49-F238E27FC236}">
                  <a16:creationId xmlns:a16="http://schemas.microsoft.com/office/drawing/2014/main" id="{F6302331-38F9-9098-E369-6AB13A13EF29}"/>
                </a:ext>
              </a:extLst>
            </p:cNvPr>
            <p:cNvSpPr txBox="1">
              <a:spLocks noChangeArrowheads="1"/>
            </p:cNvSpPr>
            <p:nvPr/>
          </p:nvSpPr>
          <p:spPr bwMode="auto">
            <a:xfrm>
              <a:off x="5257800" y="50292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Tahoma" panose="020B0604030504040204" pitchFamily="34" charset="0"/>
                </a:rPr>
                <a:t>boat</a:t>
              </a:r>
              <a:endParaRPr lang="en-GB" altLang="en-US" sz="1800" b="1">
                <a:latin typeface="Tahoma" panose="020B0604030504040204" pitchFamily="34" charset="0"/>
              </a:endParaRPr>
            </a:p>
          </p:txBody>
        </p:sp>
        <p:sp>
          <p:nvSpPr>
            <p:cNvPr id="9" name="Line 54">
              <a:extLst>
                <a:ext uri="{FF2B5EF4-FFF2-40B4-BE49-F238E27FC236}">
                  <a16:creationId xmlns:a16="http://schemas.microsoft.com/office/drawing/2014/main" id="{58F20F9B-F124-0055-1F21-739C9B27BEA6}"/>
                </a:ext>
              </a:extLst>
            </p:cNvPr>
            <p:cNvSpPr>
              <a:spLocks noChangeShapeType="1"/>
            </p:cNvSpPr>
            <p:nvPr/>
          </p:nvSpPr>
          <p:spPr bwMode="auto">
            <a:xfrm flipV="1">
              <a:off x="5334000" y="5029200"/>
              <a:ext cx="2286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55">
              <a:extLst>
                <a:ext uri="{FF2B5EF4-FFF2-40B4-BE49-F238E27FC236}">
                  <a16:creationId xmlns:a16="http://schemas.microsoft.com/office/drawing/2014/main" id="{2CC78968-026A-393F-1EB8-0C8B9189157E}"/>
                </a:ext>
              </a:extLst>
            </p:cNvPr>
            <p:cNvSpPr>
              <a:spLocks noChangeShapeType="1"/>
            </p:cNvSpPr>
            <p:nvPr/>
          </p:nvSpPr>
          <p:spPr bwMode="auto">
            <a:xfrm>
              <a:off x="5334000" y="5410200"/>
              <a:ext cx="3048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Text Box 56">
              <a:extLst>
                <a:ext uri="{FF2B5EF4-FFF2-40B4-BE49-F238E27FC236}">
                  <a16:creationId xmlns:a16="http://schemas.microsoft.com/office/drawing/2014/main" id="{6E9D1316-C100-936F-1227-A5286041000E}"/>
                </a:ext>
              </a:extLst>
            </p:cNvPr>
            <p:cNvSpPr txBox="1">
              <a:spLocks noChangeArrowheads="1"/>
            </p:cNvSpPr>
            <p:nvPr/>
          </p:nvSpPr>
          <p:spPr bwMode="auto">
            <a:xfrm>
              <a:off x="3733800" y="4495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Tahoma" panose="020B0604030504040204" pitchFamily="34" charset="0"/>
                </a:rPr>
                <a:t>River</a:t>
              </a:r>
              <a:endParaRPr lang="en-GB" altLang="en-US" sz="1800" b="1">
                <a:latin typeface="Tahoma" panose="020B0604030504040204" pitchFamily="34"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5">
            <a:extLst>
              <a:ext uri="{FF2B5EF4-FFF2-40B4-BE49-F238E27FC236}">
                <a16:creationId xmlns:a16="http://schemas.microsoft.com/office/drawing/2014/main" id="{CFA49BA8-269C-B4BA-76EA-C7391E6A10E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29A1CF0-DCDF-4EC7-B390-75C6B26A5BED}" type="slidenum">
              <a:rPr lang="en-GB" altLang="en-US" sz="1400">
                <a:solidFill>
                  <a:srgbClr val="FFFFFF"/>
                </a:solidFill>
                <a:latin typeface="Franklin Gothic Book" panose="020B0503020102020204" pitchFamily="34" charset="0"/>
              </a:rPr>
              <a:pPr>
                <a:spcBef>
                  <a:spcPct val="0"/>
                </a:spcBef>
                <a:buClrTx/>
                <a:buSzTx/>
                <a:buFontTx/>
                <a:buNone/>
              </a:pPr>
              <a:t>9</a:t>
            </a:fld>
            <a:endParaRPr lang="en-GB" altLang="en-US" sz="1400">
              <a:solidFill>
                <a:srgbClr val="FFFFFF"/>
              </a:solidFill>
              <a:latin typeface="Franklin Gothic Book" panose="020B0503020102020204" pitchFamily="34" charset="0"/>
            </a:endParaRPr>
          </a:p>
        </p:txBody>
      </p:sp>
      <p:sp>
        <p:nvSpPr>
          <p:cNvPr id="10244" name="Rectangle 3">
            <a:extLst>
              <a:ext uri="{FF2B5EF4-FFF2-40B4-BE49-F238E27FC236}">
                <a16:creationId xmlns:a16="http://schemas.microsoft.com/office/drawing/2014/main" id="{AE0D5C77-379F-0338-6B87-6F83637CBED5}"/>
              </a:ext>
            </a:extLst>
          </p:cNvPr>
          <p:cNvSpPr>
            <a:spLocks noGrp="1"/>
          </p:cNvSpPr>
          <p:nvPr>
            <p:ph sz="quarter" idx="4294967295"/>
          </p:nvPr>
        </p:nvSpPr>
        <p:spPr>
          <a:xfrm>
            <a:off x="228600" y="1600200"/>
            <a:ext cx="8686800" cy="4419600"/>
          </a:xfrm>
        </p:spPr>
        <p:txBody>
          <a:bodyPr>
            <a:normAutofit lnSpcReduction="10000"/>
          </a:bodyPr>
          <a:lstStyle/>
          <a:p>
            <a:pPr eaLnBrk="1" hangingPunct="1">
              <a:buFont typeface="Arial" panose="020B0604020202020204" pitchFamily="34" charset="0"/>
              <a:buChar char="•"/>
            </a:pPr>
            <a:r>
              <a:rPr lang="en-US" altLang="en-US" sz="2000" dirty="0">
                <a:solidFill>
                  <a:schemeClr val="tx1"/>
                </a:solidFill>
                <a:latin typeface="+mj-lt"/>
              </a:rPr>
              <a:t>The River Problem:</a:t>
            </a:r>
          </a:p>
          <a:p>
            <a:pPr algn="ctr" eaLnBrk="1" hangingPunct="1">
              <a:buFont typeface="Wingdings" panose="05000000000000000000" pitchFamily="2" charset="2"/>
              <a:buNone/>
            </a:pPr>
            <a:r>
              <a:rPr lang="en-US" altLang="en-US" sz="2000" dirty="0">
                <a:solidFill>
                  <a:schemeClr val="tx1"/>
                </a:solidFill>
                <a:latin typeface="+mj-lt"/>
                <a:cs typeface="Times New Roman" panose="02020603050405020304" pitchFamily="18" charset="0"/>
              </a:rPr>
              <a:t>F=Farmer  W=Wolf  D=Duck  C=Corn  /=River</a:t>
            </a:r>
            <a:endParaRPr lang="en-US" altLang="en-US" sz="2000" dirty="0">
              <a:solidFill>
                <a:schemeClr val="tx1"/>
              </a:solidFill>
              <a:latin typeface="+mj-lt"/>
            </a:endParaRPr>
          </a:p>
          <a:p>
            <a:pPr algn="just" eaLnBrk="1" hangingPunct="1">
              <a:buFont typeface="Wingdings" panose="05000000000000000000" pitchFamily="2" charset="2"/>
              <a:buNone/>
            </a:pPr>
            <a:r>
              <a:rPr lang="en-IE" altLang="en-US" sz="2000" dirty="0">
                <a:solidFill>
                  <a:schemeClr val="tx1"/>
                </a:solidFill>
                <a:latin typeface="+mj-lt"/>
              </a:rPr>
              <a:t>     </a:t>
            </a:r>
          </a:p>
          <a:p>
            <a:pPr algn="just" eaLnBrk="1" hangingPunct="1">
              <a:buFont typeface="Wingdings" panose="05000000000000000000" pitchFamily="2" charset="2"/>
              <a:buNone/>
            </a:pPr>
            <a:endParaRPr lang="en-IE" altLang="en-US" sz="2000" dirty="0">
              <a:solidFill>
                <a:schemeClr val="tx1"/>
              </a:solidFill>
              <a:latin typeface="+mj-lt"/>
            </a:endParaRPr>
          </a:p>
          <a:p>
            <a:pPr algn="just" eaLnBrk="1" hangingPunct="1">
              <a:buFont typeface="Wingdings" panose="05000000000000000000" pitchFamily="2" charset="2"/>
              <a:buNone/>
            </a:pPr>
            <a:endParaRPr lang="en-IE" altLang="en-US" sz="2000" dirty="0">
              <a:solidFill>
                <a:schemeClr val="tx1"/>
              </a:solidFill>
              <a:latin typeface="+mj-lt"/>
            </a:endParaRPr>
          </a:p>
          <a:p>
            <a:pPr algn="just" eaLnBrk="1" hangingPunct="1">
              <a:buFont typeface="Wingdings" panose="05000000000000000000" pitchFamily="2" charset="2"/>
              <a:buNone/>
            </a:pPr>
            <a:endParaRPr lang="en-IE" altLang="en-US" sz="2000" dirty="0">
              <a:solidFill>
                <a:schemeClr val="tx1"/>
              </a:solidFill>
              <a:latin typeface="+mj-lt"/>
            </a:endParaRPr>
          </a:p>
          <a:p>
            <a:pPr algn="just" eaLnBrk="1" hangingPunct="1">
              <a:buFont typeface="Wingdings" panose="05000000000000000000" pitchFamily="2" charset="2"/>
              <a:buNone/>
            </a:pPr>
            <a:r>
              <a:rPr lang="en-IE" altLang="en-US" sz="2000" dirty="0">
                <a:solidFill>
                  <a:schemeClr val="tx1"/>
                </a:solidFill>
                <a:latin typeface="+mj-lt"/>
              </a:rPr>
              <a:t>    </a:t>
            </a:r>
          </a:p>
          <a:p>
            <a:pPr algn="just" eaLnBrk="1" hangingPunct="1">
              <a:buFont typeface="Wingdings" panose="05000000000000000000" pitchFamily="2" charset="2"/>
              <a:buNone/>
            </a:pPr>
            <a:endParaRPr lang="en-IE" altLang="en-US" sz="2000" dirty="0">
              <a:solidFill>
                <a:schemeClr val="tx1"/>
              </a:solidFill>
              <a:latin typeface="+mj-lt"/>
            </a:endParaRPr>
          </a:p>
          <a:p>
            <a:pPr algn="just" eaLnBrk="1" hangingPunct="1">
              <a:buFont typeface="Wingdings" panose="05000000000000000000" pitchFamily="2" charset="2"/>
              <a:buNone/>
            </a:pPr>
            <a:endParaRPr lang="en-IE" altLang="en-US" sz="2000" dirty="0">
              <a:solidFill>
                <a:schemeClr val="tx1"/>
              </a:solidFill>
              <a:latin typeface="+mj-lt"/>
            </a:endParaRPr>
          </a:p>
          <a:p>
            <a:pPr algn="just" eaLnBrk="1" hangingPunct="1">
              <a:buFont typeface="Wingdings" panose="05000000000000000000" pitchFamily="2" charset="2"/>
              <a:buNone/>
            </a:pPr>
            <a:r>
              <a:rPr lang="en-IE" altLang="en-US" sz="2000" dirty="0">
                <a:solidFill>
                  <a:schemeClr val="tx1"/>
                </a:solidFill>
                <a:latin typeface="+mj-lt"/>
              </a:rPr>
              <a:t>	How can the farmer safely transport the wolf, the duck and the corn to the opposite shore?</a:t>
            </a:r>
            <a:endParaRPr lang="en-GB" altLang="en-US" sz="2000" dirty="0">
              <a:solidFill>
                <a:schemeClr val="tx1"/>
              </a:solidFill>
              <a:latin typeface="+mj-lt"/>
            </a:endParaRPr>
          </a:p>
        </p:txBody>
      </p:sp>
      <p:grpSp>
        <p:nvGrpSpPr>
          <p:cNvPr id="10245" name="Group 39">
            <a:extLst>
              <a:ext uri="{FF2B5EF4-FFF2-40B4-BE49-F238E27FC236}">
                <a16:creationId xmlns:a16="http://schemas.microsoft.com/office/drawing/2014/main" id="{04A06E5E-06B8-E247-130C-D672F404EE71}"/>
              </a:ext>
            </a:extLst>
          </p:cNvPr>
          <p:cNvGrpSpPr>
            <a:grpSpLocks/>
          </p:cNvGrpSpPr>
          <p:nvPr/>
        </p:nvGrpSpPr>
        <p:grpSpPr bwMode="auto">
          <a:xfrm>
            <a:off x="685800" y="2819400"/>
            <a:ext cx="3276600" cy="1981200"/>
            <a:chOff x="432" y="1776"/>
            <a:chExt cx="2064" cy="1248"/>
          </a:xfrm>
        </p:grpSpPr>
        <p:sp>
          <p:nvSpPr>
            <p:cNvPr id="10262" name="Freeform 6">
              <a:extLst>
                <a:ext uri="{FF2B5EF4-FFF2-40B4-BE49-F238E27FC236}">
                  <a16:creationId xmlns:a16="http://schemas.microsoft.com/office/drawing/2014/main" id="{621E774E-B6EF-0884-9923-2C1A63F0EEE3}"/>
                </a:ext>
              </a:extLst>
            </p:cNvPr>
            <p:cNvSpPr>
              <a:spLocks/>
            </p:cNvSpPr>
            <p:nvPr/>
          </p:nvSpPr>
          <p:spPr bwMode="auto">
            <a:xfrm rot="-5400000">
              <a:off x="1019" y="1449"/>
              <a:ext cx="889" cy="2064"/>
            </a:xfrm>
            <a:custGeom>
              <a:avLst/>
              <a:gdLst>
                <a:gd name="T0" fmla="*/ 0 w 2010"/>
                <a:gd name="T1" fmla="*/ 39915 h 1134"/>
                <a:gd name="T2" fmla="*/ 1 w 2010"/>
                <a:gd name="T3" fmla="*/ 37951 h 1134"/>
                <a:gd name="T4" fmla="*/ 2 w 2010"/>
                <a:gd name="T5" fmla="*/ 31084 h 1134"/>
                <a:gd name="T6" fmla="*/ 4 w 2010"/>
                <a:gd name="T7" fmla="*/ 20609 h 1134"/>
                <a:gd name="T8" fmla="*/ 5 w 2010"/>
                <a:gd name="T9" fmla="*/ 14060 h 1134"/>
                <a:gd name="T10" fmla="*/ 6 w 2010"/>
                <a:gd name="T11" fmla="*/ 10469 h 1134"/>
                <a:gd name="T12" fmla="*/ 6 w 2010"/>
                <a:gd name="T13" fmla="*/ 7530 h 1134"/>
                <a:gd name="T14" fmla="*/ 7 w 2010"/>
                <a:gd name="T15" fmla="*/ 3939 h 1134"/>
                <a:gd name="T16" fmla="*/ 8 w 2010"/>
                <a:gd name="T17" fmla="*/ 977 h 1134"/>
                <a:gd name="T18" fmla="*/ 8 w 2010"/>
                <a:gd name="T19" fmla="*/ 0 h 1134"/>
                <a:gd name="T20" fmla="*/ 10 w 2010"/>
                <a:gd name="T21" fmla="*/ 977 h 1134"/>
                <a:gd name="T22" fmla="*/ 11 w 2010"/>
                <a:gd name="T23" fmla="*/ 1633 h 1134"/>
                <a:gd name="T24" fmla="*/ 13 w 2010"/>
                <a:gd name="T25" fmla="*/ 2610 h 1134"/>
                <a:gd name="T26" fmla="*/ 14 w 2010"/>
                <a:gd name="T27" fmla="*/ 977 h 1134"/>
                <a:gd name="T28" fmla="*/ 14 w 2010"/>
                <a:gd name="T29" fmla="*/ 319 h 1134"/>
                <a:gd name="T30" fmla="*/ 15 w 2010"/>
                <a:gd name="T31" fmla="*/ 655 h 1134"/>
                <a:gd name="T32" fmla="*/ 15 w 2010"/>
                <a:gd name="T33" fmla="*/ 1955 h 1134"/>
                <a:gd name="T34" fmla="*/ 15 w 2010"/>
                <a:gd name="T35" fmla="*/ 3600 h 1134"/>
                <a:gd name="T36" fmla="*/ 15 w 2010"/>
                <a:gd name="T37" fmla="*/ 8507 h 1134"/>
                <a:gd name="T38" fmla="*/ 14 w 2010"/>
                <a:gd name="T39" fmla="*/ 9809 h 1134"/>
                <a:gd name="T40" fmla="*/ 14 w 2010"/>
                <a:gd name="T41" fmla="*/ 10810 h 1134"/>
                <a:gd name="T42" fmla="*/ 14 w 2010"/>
                <a:gd name="T43" fmla="*/ 17022 h 1134"/>
                <a:gd name="T44" fmla="*/ 14 w 2010"/>
                <a:gd name="T45" fmla="*/ 22254 h 1134"/>
                <a:gd name="T46" fmla="*/ 14 w 2010"/>
                <a:gd name="T47" fmla="*/ 27808 h 1134"/>
                <a:gd name="T48" fmla="*/ 14 w 2010"/>
                <a:gd name="T49" fmla="*/ 31739 h 1134"/>
                <a:gd name="T50" fmla="*/ 13 w 2010"/>
                <a:gd name="T51" fmla="*/ 32396 h 1134"/>
                <a:gd name="T52" fmla="*/ 12 w 2010"/>
                <a:gd name="T53" fmla="*/ 35680 h 1134"/>
                <a:gd name="T54" fmla="*/ 12 w 2010"/>
                <a:gd name="T55" fmla="*/ 37631 h 1134"/>
                <a:gd name="T56" fmla="*/ 12 w 2010"/>
                <a:gd name="T57" fmla="*/ 38928 h 1134"/>
                <a:gd name="T58" fmla="*/ 12 w 2010"/>
                <a:gd name="T59" fmla="*/ 39915 h 1134"/>
                <a:gd name="T60" fmla="*/ 12 w 2010"/>
                <a:gd name="T61" fmla="*/ 40909 h 1134"/>
                <a:gd name="T62" fmla="*/ 12 w 2010"/>
                <a:gd name="T63" fmla="*/ 41231 h 1134"/>
                <a:gd name="T64" fmla="*/ 11 w 2010"/>
                <a:gd name="T65" fmla="*/ 40253 h 1134"/>
                <a:gd name="T66" fmla="*/ 11 w 2010"/>
                <a:gd name="T67" fmla="*/ 39915 h 1134"/>
                <a:gd name="T68" fmla="*/ 10 w 2010"/>
                <a:gd name="T69" fmla="*/ 41231 h 1134"/>
                <a:gd name="T70" fmla="*/ 8 w 2010"/>
                <a:gd name="T71" fmla="*/ 40572 h 1134"/>
                <a:gd name="T72" fmla="*/ 8 w 2010"/>
                <a:gd name="T73" fmla="*/ 39915 h 1134"/>
                <a:gd name="T74" fmla="*/ 7 w 2010"/>
                <a:gd name="T75" fmla="*/ 39584 h 1134"/>
                <a:gd name="T76" fmla="*/ 4 w 2010"/>
                <a:gd name="T77" fmla="*/ 39915 h 1134"/>
                <a:gd name="T78" fmla="*/ 2 w 2010"/>
                <a:gd name="T79" fmla="*/ 38928 h 1134"/>
                <a:gd name="T80" fmla="*/ 0 w 2010"/>
                <a:gd name="T81" fmla="*/ 39584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0263" name="Text Box 7">
              <a:extLst>
                <a:ext uri="{FF2B5EF4-FFF2-40B4-BE49-F238E27FC236}">
                  <a16:creationId xmlns:a16="http://schemas.microsoft.com/office/drawing/2014/main" id="{04D5983F-7130-F507-89FE-83D679C88018}"/>
                </a:ext>
              </a:extLst>
            </p:cNvPr>
            <p:cNvSpPr txBox="1">
              <a:spLocks noChangeArrowheads="1"/>
            </p:cNvSpPr>
            <p:nvPr/>
          </p:nvSpPr>
          <p:spPr bwMode="auto">
            <a:xfrm>
              <a:off x="528" y="2736"/>
              <a:ext cx="7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2400" dirty="0">
                  <a:latin typeface="Times New Roman" panose="02020603050405020304" pitchFamily="18" charset="0"/>
                </a:rPr>
                <a:t>FWCD/-</a:t>
              </a:r>
              <a:endParaRPr lang="en-GB" altLang="en-US" sz="2400" dirty="0">
                <a:latin typeface="Times New Roman" panose="02020603050405020304" pitchFamily="18" charset="0"/>
              </a:endParaRPr>
            </a:p>
          </p:txBody>
        </p:sp>
        <p:grpSp>
          <p:nvGrpSpPr>
            <p:cNvPr id="10264" name="Group 8">
              <a:extLst>
                <a:ext uri="{FF2B5EF4-FFF2-40B4-BE49-F238E27FC236}">
                  <a16:creationId xmlns:a16="http://schemas.microsoft.com/office/drawing/2014/main" id="{C842A515-D921-616D-524A-736A0B8FB233}"/>
                </a:ext>
              </a:extLst>
            </p:cNvPr>
            <p:cNvGrpSpPr>
              <a:grpSpLocks noChangeAspect="1"/>
            </p:cNvGrpSpPr>
            <p:nvPr/>
          </p:nvGrpSpPr>
          <p:grpSpPr bwMode="auto">
            <a:xfrm>
              <a:off x="2163" y="1776"/>
              <a:ext cx="288" cy="329"/>
              <a:chOff x="4368" y="3216"/>
              <a:chExt cx="768" cy="576"/>
            </a:xfrm>
          </p:grpSpPr>
          <p:sp>
            <p:nvSpPr>
              <p:cNvPr id="10266" name="Rectangle 9">
                <a:extLst>
                  <a:ext uri="{FF2B5EF4-FFF2-40B4-BE49-F238E27FC236}">
                    <a16:creationId xmlns:a16="http://schemas.microsoft.com/office/drawing/2014/main" id="{8E32BCE0-569D-D1FE-858D-EF9293FA238B}"/>
                  </a:ext>
                </a:extLst>
              </p:cNvPr>
              <p:cNvSpPr>
                <a:spLocks noChangeAspect="1" noChangeArrowheads="1"/>
              </p:cNvSpPr>
              <p:nvPr/>
            </p:nvSpPr>
            <p:spPr bwMode="auto">
              <a:xfrm>
                <a:off x="4464" y="3408"/>
                <a:ext cx="576" cy="38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67" name="Rectangle 10">
                <a:extLst>
                  <a:ext uri="{FF2B5EF4-FFF2-40B4-BE49-F238E27FC236}">
                    <a16:creationId xmlns:a16="http://schemas.microsoft.com/office/drawing/2014/main" id="{ED4E1A13-31C0-21B5-EC75-FF0790C91EAA}"/>
                  </a:ext>
                </a:extLst>
              </p:cNvPr>
              <p:cNvSpPr>
                <a:spLocks noChangeAspect="1" noChangeArrowheads="1"/>
              </p:cNvSpPr>
              <p:nvPr/>
            </p:nvSpPr>
            <p:spPr bwMode="auto">
              <a:xfrm>
                <a:off x="4704" y="3600"/>
                <a:ext cx="96" cy="192"/>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nvGrpSpPr>
              <p:cNvPr id="10268" name="Group 11">
                <a:extLst>
                  <a:ext uri="{FF2B5EF4-FFF2-40B4-BE49-F238E27FC236}">
                    <a16:creationId xmlns:a16="http://schemas.microsoft.com/office/drawing/2014/main" id="{79DB48E7-9C4C-C490-51F9-C51A79160AFF}"/>
                  </a:ext>
                </a:extLst>
              </p:cNvPr>
              <p:cNvGrpSpPr>
                <a:grpSpLocks noChangeAspect="1"/>
              </p:cNvGrpSpPr>
              <p:nvPr/>
            </p:nvGrpSpPr>
            <p:grpSpPr bwMode="auto">
              <a:xfrm>
                <a:off x="4848" y="3504"/>
                <a:ext cx="144" cy="144"/>
                <a:chOff x="4512" y="3504"/>
                <a:chExt cx="144" cy="144"/>
              </a:xfrm>
            </p:grpSpPr>
            <p:sp>
              <p:nvSpPr>
                <p:cNvPr id="10274" name="Rectangle 12">
                  <a:extLst>
                    <a:ext uri="{FF2B5EF4-FFF2-40B4-BE49-F238E27FC236}">
                      <a16:creationId xmlns:a16="http://schemas.microsoft.com/office/drawing/2014/main" id="{8D8AEBF6-C2E6-BF14-E42D-BEFCFD26E1C6}"/>
                    </a:ext>
                  </a:extLst>
                </p:cNvPr>
                <p:cNvSpPr>
                  <a:spLocks noChangeAspect="1" noChangeArrowheads="1"/>
                </p:cNvSpPr>
                <p:nvPr/>
              </p:nvSpPr>
              <p:spPr bwMode="auto">
                <a:xfrm>
                  <a:off x="4512" y="3504"/>
                  <a:ext cx="14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75" name="Line 13">
                  <a:extLst>
                    <a:ext uri="{FF2B5EF4-FFF2-40B4-BE49-F238E27FC236}">
                      <a16:creationId xmlns:a16="http://schemas.microsoft.com/office/drawing/2014/main" id="{8909C118-A343-927B-D1F7-CF6F1C962323}"/>
                    </a:ext>
                  </a:extLst>
                </p:cNvPr>
                <p:cNvSpPr>
                  <a:spLocks noChangeAspect="1" noChangeShapeType="1"/>
                </p:cNvSpPr>
                <p:nvPr/>
              </p:nvSpPr>
              <p:spPr bwMode="auto">
                <a:xfrm>
                  <a:off x="4560" y="3504"/>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76" name="Line 14">
                  <a:extLst>
                    <a:ext uri="{FF2B5EF4-FFF2-40B4-BE49-F238E27FC236}">
                      <a16:creationId xmlns:a16="http://schemas.microsoft.com/office/drawing/2014/main" id="{C9C99EC3-4F0E-19AA-6019-F0AA5DD7DABD}"/>
                    </a:ext>
                  </a:extLst>
                </p:cNvPr>
                <p:cNvSpPr>
                  <a:spLocks noChangeAspect="1" noChangeShapeType="1"/>
                </p:cNvSpPr>
                <p:nvPr/>
              </p:nvSpPr>
              <p:spPr bwMode="auto">
                <a:xfrm>
                  <a:off x="4512" y="355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0269" name="Group 15">
                <a:extLst>
                  <a:ext uri="{FF2B5EF4-FFF2-40B4-BE49-F238E27FC236}">
                    <a16:creationId xmlns:a16="http://schemas.microsoft.com/office/drawing/2014/main" id="{365CA31C-ED9A-7B9D-B540-636D54AD2D70}"/>
                  </a:ext>
                </a:extLst>
              </p:cNvPr>
              <p:cNvGrpSpPr>
                <a:grpSpLocks noChangeAspect="1"/>
              </p:cNvGrpSpPr>
              <p:nvPr/>
            </p:nvGrpSpPr>
            <p:grpSpPr bwMode="auto">
              <a:xfrm>
                <a:off x="4512" y="3504"/>
                <a:ext cx="144" cy="144"/>
                <a:chOff x="4512" y="3504"/>
                <a:chExt cx="144" cy="144"/>
              </a:xfrm>
            </p:grpSpPr>
            <p:sp>
              <p:nvSpPr>
                <p:cNvPr id="10271" name="Rectangle 16">
                  <a:extLst>
                    <a:ext uri="{FF2B5EF4-FFF2-40B4-BE49-F238E27FC236}">
                      <a16:creationId xmlns:a16="http://schemas.microsoft.com/office/drawing/2014/main" id="{1DFA7655-14B9-711E-2DCE-B58763D997B4}"/>
                    </a:ext>
                  </a:extLst>
                </p:cNvPr>
                <p:cNvSpPr>
                  <a:spLocks noChangeAspect="1" noChangeArrowheads="1"/>
                </p:cNvSpPr>
                <p:nvPr/>
              </p:nvSpPr>
              <p:spPr bwMode="auto">
                <a:xfrm>
                  <a:off x="4512" y="3504"/>
                  <a:ext cx="14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72" name="Line 17">
                  <a:extLst>
                    <a:ext uri="{FF2B5EF4-FFF2-40B4-BE49-F238E27FC236}">
                      <a16:creationId xmlns:a16="http://schemas.microsoft.com/office/drawing/2014/main" id="{2989E207-545D-3A0C-E3D8-ED7D477A2818}"/>
                    </a:ext>
                  </a:extLst>
                </p:cNvPr>
                <p:cNvSpPr>
                  <a:spLocks noChangeAspect="1" noChangeShapeType="1"/>
                </p:cNvSpPr>
                <p:nvPr/>
              </p:nvSpPr>
              <p:spPr bwMode="auto">
                <a:xfrm>
                  <a:off x="4560" y="3504"/>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73" name="Line 18">
                  <a:extLst>
                    <a:ext uri="{FF2B5EF4-FFF2-40B4-BE49-F238E27FC236}">
                      <a16:creationId xmlns:a16="http://schemas.microsoft.com/office/drawing/2014/main" id="{5F120AF0-B4BC-47CE-D458-14E12EBA31D8}"/>
                    </a:ext>
                  </a:extLst>
                </p:cNvPr>
                <p:cNvSpPr>
                  <a:spLocks noChangeAspect="1" noChangeShapeType="1"/>
                </p:cNvSpPr>
                <p:nvPr/>
              </p:nvSpPr>
              <p:spPr bwMode="auto">
                <a:xfrm>
                  <a:off x="4512" y="355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0270" name="AutoShape 19">
                <a:extLst>
                  <a:ext uri="{FF2B5EF4-FFF2-40B4-BE49-F238E27FC236}">
                    <a16:creationId xmlns:a16="http://schemas.microsoft.com/office/drawing/2014/main" id="{D8A9C027-DA57-FF2C-DF95-7DF5975589B5}"/>
                  </a:ext>
                </a:extLst>
              </p:cNvPr>
              <p:cNvSpPr>
                <a:spLocks noChangeAspect="1" noChangeArrowheads="1"/>
              </p:cNvSpPr>
              <p:nvPr/>
            </p:nvSpPr>
            <p:spPr bwMode="auto">
              <a:xfrm>
                <a:off x="4368" y="3216"/>
                <a:ext cx="768" cy="192"/>
              </a:xfrm>
              <a:prstGeom prst="flowChartExtra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0265" name="Oval 20">
              <a:extLst>
                <a:ext uri="{FF2B5EF4-FFF2-40B4-BE49-F238E27FC236}">
                  <a16:creationId xmlns:a16="http://schemas.microsoft.com/office/drawing/2014/main" id="{0344E289-8AA3-49B6-CC90-1252E13F0696}"/>
                </a:ext>
              </a:extLst>
            </p:cNvPr>
            <p:cNvSpPr>
              <a:spLocks noChangeArrowheads="1"/>
            </p:cNvSpPr>
            <p:nvPr/>
          </p:nvSpPr>
          <p:spPr bwMode="auto">
            <a:xfrm>
              <a:off x="1150" y="2583"/>
              <a:ext cx="314" cy="205"/>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endParaRPr lang="en-US" altLang="en-US" sz="2400">
                <a:latin typeface="Times New Roman" panose="02020603050405020304" pitchFamily="18" charset="0"/>
              </a:endParaRPr>
            </a:p>
          </p:txBody>
        </p:sp>
      </p:grpSp>
      <p:sp>
        <p:nvSpPr>
          <p:cNvPr id="10246" name="Freeform 22">
            <a:extLst>
              <a:ext uri="{FF2B5EF4-FFF2-40B4-BE49-F238E27FC236}">
                <a16:creationId xmlns:a16="http://schemas.microsoft.com/office/drawing/2014/main" id="{A99A6175-465A-B31A-7650-68DF7A89FEBC}"/>
              </a:ext>
            </a:extLst>
          </p:cNvPr>
          <p:cNvSpPr>
            <a:spLocks/>
          </p:cNvSpPr>
          <p:nvPr/>
        </p:nvSpPr>
        <p:spPr bwMode="auto">
          <a:xfrm rot="-5400000">
            <a:off x="6495256" y="2299494"/>
            <a:ext cx="1411288" cy="3276600"/>
          </a:xfrm>
          <a:custGeom>
            <a:avLst/>
            <a:gdLst>
              <a:gd name="T0" fmla="*/ 0 w 2010"/>
              <a:gd name="T1" fmla="*/ 2147483646 h 1134"/>
              <a:gd name="T2" fmla="*/ 2147483646 w 2010"/>
              <a:gd name="T3" fmla="*/ 2147483646 h 1134"/>
              <a:gd name="T4" fmla="*/ 2147483646 w 2010"/>
              <a:gd name="T5" fmla="*/ 2147483646 h 1134"/>
              <a:gd name="T6" fmla="*/ 2147483646 w 2010"/>
              <a:gd name="T7" fmla="*/ 2147483646 h 1134"/>
              <a:gd name="T8" fmla="*/ 2147483646 w 2010"/>
              <a:gd name="T9" fmla="*/ 2147483646 h 1134"/>
              <a:gd name="T10" fmla="*/ 2147483646 w 2010"/>
              <a:gd name="T11" fmla="*/ 2147483646 h 1134"/>
              <a:gd name="T12" fmla="*/ 2147483646 w 2010"/>
              <a:gd name="T13" fmla="*/ 2147483646 h 1134"/>
              <a:gd name="T14" fmla="*/ 2147483646 w 2010"/>
              <a:gd name="T15" fmla="*/ 2147483646 h 1134"/>
              <a:gd name="T16" fmla="*/ 2147483646 w 2010"/>
              <a:gd name="T17" fmla="*/ 2147483646 h 1134"/>
              <a:gd name="T18" fmla="*/ 2147483646 w 2010"/>
              <a:gd name="T19" fmla="*/ 0 h 1134"/>
              <a:gd name="T20" fmla="*/ 2147483646 w 2010"/>
              <a:gd name="T21" fmla="*/ 2147483646 h 1134"/>
              <a:gd name="T22" fmla="*/ 2147483646 w 2010"/>
              <a:gd name="T23" fmla="*/ 2147483646 h 1134"/>
              <a:gd name="T24" fmla="*/ 2147483646 w 2010"/>
              <a:gd name="T25" fmla="*/ 2147483646 h 1134"/>
              <a:gd name="T26" fmla="*/ 2147483646 w 2010"/>
              <a:gd name="T27" fmla="*/ 2147483646 h 1134"/>
              <a:gd name="T28" fmla="*/ 2147483646 w 2010"/>
              <a:gd name="T29" fmla="*/ 2147483646 h 1134"/>
              <a:gd name="T30" fmla="*/ 2147483646 w 2010"/>
              <a:gd name="T31" fmla="*/ 2147483646 h 1134"/>
              <a:gd name="T32" fmla="*/ 2147483646 w 2010"/>
              <a:gd name="T33" fmla="*/ 2147483646 h 1134"/>
              <a:gd name="T34" fmla="*/ 2147483646 w 2010"/>
              <a:gd name="T35" fmla="*/ 2147483646 h 1134"/>
              <a:gd name="T36" fmla="*/ 2147483646 w 2010"/>
              <a:gd name="T37" fmla="*/ 2147483646 h 1134"/>
              <a:gd name="T38" fmla="*/ 2147483646 w 2010"/>
              <a:gd name="T39" fmla="*/ 2147483646 h 1134"/>
              <a:gd name="T40" fmla="*/ 2147483646 w 2010"/>
              <a:gd name="T41" fmla="*/ 2147483646 h 1134"/>
              <a:gd name="T42" fmla="*/ 2147483646 w 2010"/>
              <a:gd name="T43" fmla="*/ 2147483646 h 1134"/>
              <a:gd name="T44" fmla="*/ 2147483646 w 2010"/>
              <a:gd name="T45" fmla="*/ 2147483646 h 1134"/>
              <a:gd name="T46" fmla="*/ 2147483646 w 2010"/>
              <a:gd name="T47" fmla="*/ 2147483646 h 1134"/>
              <a:gd name="T48" fmla="*/ 2147483646 w 2010"/>
              <a:gd name="T49" fmla="*/ 2147483646 h 1134"/>
              <a:gd name="T50" fmla="*/ 2147483646 w 2010"/>
              <a:gd name="T51" fmla="*/ 2147483646 h 1134"/>
              <a:gd name="T52" fmla="*/ 2147483646 w 2010"/>
              <a:gd name="T53" fmla="*/ 2147483646 h 1134"/>
              <a:gd name="T54" fmla="*/ 2147483646 w 2010"/>
              <a:gd name="T55" fmla="*/ 2147483646 h 1134"/>
              <a:gd name="T56" fmla="*/ 2147483646 w 2010"/>
              <a:gd name="T57" fmla="*/ 2147483646 h 1134"/>
              <a:gd name="T58" fmla="*/ 2147483646 w 2010"/>
              <a:gd name="T59" fmla="*/ 2147483646 h 1134"/>
              <a:gd name="T60" fmla="*/ 2147483646 w 2010"/>
              <a:gd name="T61" fmla="*/ 2147483646 h 1134"/>
              <a:gd name="T62" fmla="*/ 2147483646 w 2010"/>
              <a:gd name="T63" fmla="*/ 2147483646 h 1134"/>
              <a:gd name="T64" fmla="*/ 2147483646 w 2010"/>
              <a:gd name="T65" fmla="*/ 2147483646 h 1134"/>
              <a:gd name="T66" fmla="*/ 2147483646 w 2010"/>
              <a:gd name="T67" fmla="*/ 2147483646 h 1134"/>
              <a:gd name="T68" fmla="*/ 2147483646 w 2010"/>
              <a:gd name="T69" fmla="*/ 2147483646 h 1134"/>
              <a:gd name="T70" fmla="*/ 2147483646 w 2010"/>
              <a:gd name="T71" fmla="*/ 2147483646 h 1134"/>
              <a:gd name="T72" fmla="*/ 2147483646 w 2010"/>
              <a:gd name="T73" fmla="*/ 2147483646 h 1134"/>
              <a:gd name="T74" fmla="*/ 2147483646 w 2010"/>
              <a:gd name="T75" fmla="*/ 2147483646 h 1134"/>
              <a:gd name="T76" fmla="*/ 2147483646 w 2010"/>
              <a:gd name="T77" fmla="*/ 2147483646 h 1134"/>
              <a:gd name="T78" fmla="*/ 2147483646 w 2010"/>
              <a:gd name="T79" fmla="*/ 2147483646 h 1134"/>
              <a:gd name="T80" fmla="*/ 2147483646 w 2010"/>
              <a:gd name="T81" fmla="*/ 2147483646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0247" name="Text Box 23">
            <a:extLst>
              <a:ext uri="{FF2B5EF4-FFF2-40B4-BE49-F238E27FC236}">
                <a16:creationId xmlns:a16="http://schemas.microsoft.com/office/drawing/2014/main" id="{6A51FF34-293A-3B68-EF65-37269573E7CD}"/>
              </a:ext>
            </a:extLst>
          </p:cNvPr>
          <p:cNvSpPr txBox="1">
            <a:spLocks noChangeArrowheads="1"/>
          </p:cNvSpPr>
          <p:nvPr/>
        </p:nvSpPr>
        <p:spPr bwMode="auto">
          <a:xfrm>
            <a:off x="6705600" y="2743200"/>
            <a:ext cx="125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2400" dirty="0">
                <a:latin typeface="Times New Roman" panose="02020603050405020304" pitchFamily="18" charset="0"/>
              </a:rPr>
              <a:t>-/FWCD</a:t>
            </a:r>
            <a:endParaRPr lang="en-GB" altLang="en-US" sz="2400" dirty="0">
              <a:latin typeface="Times New Roman" panose="02020603050405020304" pitchFamily="18" charset="0"/>
            </a:endParaRPr>
          </a:p>
        </p:txBody>
      </p:sp>
      <p:grpSp>
        <p:nvGrpSpPr>
          <p:cNvPr id="10248" name="Group 24">
            <a:extLst>
              <a:ext uri="{FF2B5EF4-FFF2-40B4-BE49-F238E27FC236}">
                <a16:creationId xmlns:a16="http://schemas.microsoft.com/office/drawing/2014/main" id="{F064E6B4-7BC2-0A8B-8EF8-F3383FBB69FE}"/>
              </a:ext>
            </a:extLst>
          </p:cNvPr>
          <p:cNvGrpSpPr>
            <a:grpSpLocks noChangeAspect="1"/>
          </p:cNvGrpSpPr>
          <p:nvPr/>
        </p:nvGrpSpPr>
        <p:grpSpPr bwMode="auto">
          <a:xfrm>
            <a:off x="8310563" y="2819400"/>
            <a:ext cx="457200" cy="522288"/>
            <a:chOff x="4368" y="3216"/>
            <a:chExt cx="768" cy="576"/>
          </a:xfrm>
        </p:grpSpPr>
        <p:sp>
          <p:nvSpPr>
            <p:cNvPr id="10251" name="Rectangle 25">
              <a:extLst>
                <a:ext uri="{FF2B5EF4-FFF2-40B4-BE49-F238E27FC236}">
                  <a16:creationId xmlns:a16="http://schemas.microsoft.com/office/drawing/2014/main" id="{A00638A4-2400-5809-2ADA-95AEDC219970}"/>
                </a:ext>
              </a:extLst>
            </p:cNvPr>
            <p:cNvSpPr>
              <a:spLocks noChangeAspect="1" noChangeArrowheads="1"/>
            </p:cNvSpPr>
            <p:nvPr/>
          </p:nvSpPr>
          <p:spPr bwMode="auto">
            <a:xfrm>
              <a:off x="4464" y="3408"/>
              <a:ext cx="576" cy="38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52" name="Rectangle 26">
              <a:extLst>
                <a:ext uri="{FF2B5EF4-FFF2-40B4-BE49-F238E27FC236}">
                  <a16:creationId xmlns:a16="http://schemas.microsoft.com/office/drawing/2014/main" id="{4D9480AF-145C-418E-11F0-4368A9CFC124}"/>
                </a:ext>
              </a:extLst>
            </p:cNvPr>
            <p:cNvSpPr>
              <a:spLocks noChangeAspect="1" noChangeArrowheads="1"/>
            </p:cNvSpPr>
            <p:nvPr/>
          </p:nvSpPr>
          <p:spPr bwMode="auto">
            <a:xfrm>
              <a:off x="4704" y="3600"/>
              <a:ext cx="96" cy="192"/>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nvGrpSpPr>
            <p:cNvPr id="10253" name="Group 27">
              <a:extLst>
                <a:ext uri="{FF2B5EF4-FFF2-40B4-BE49-F238E27FC236}">
                  <a16:creationId xmlns:a16="http://schemas.microsoft.com/office/drawing/2014/main" id="{6D7124F0-0E07-99B2-4ABE-E01347D5B91F}"/>
                </a:ext>
              </a:extLst>
            </p:cNvPr>
            <p:cNvGrpSpPr>
              <a:grpSpLocks noChangeAspect="1"/>
            </p:cNvGrpSpPr>
            <p:nvPr/>
          </p:nvGrpSpPr>
          <p:grpSpPr bwMode="auto">
            <a:xfrm>
              <a:off x="4848" y="3504"/>
              <a:ext cx="144" cy="144"/>
              <a:chOff x="4512" y="3504"/>
              <a:chExt cx="144" cy="144"/>
            </a:xfrm>
          </p:grpSpPr>
          <p:sp>
            <p:nvSpPr>
              <p:cNvPr id="10259" name="Rectangle 28">
                <a:extLst>
                  <a:ext uri="{FF2B5EF4-FFF2-40B4-BE49-F238E27FC236}">
                    <a16:creationId xmlns:a16="http://schemas.microsoft.com/office/drawing/2014/main" id="{C79B6000-3508-9705-F5BD-31F49CEE9149}"/>
                  </a:ext>
                </a:extLst>
              </p:cNvPr>
              <p:cNvSpPr>
                <a:spLocks noChangeAspect="1" noChangeArrowheads="1"/>
              </p:cNvSpPr>
              <p:nvPr/>
            </p:nvSpPr>
            <p:spPr bwMode="auto">
              <a:xfrm>
                <a:off x="4512" y="3504"/>
                <a:ext cx="14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60" name="Line 29">
                <a:extLst>
                  <a:ext uri="{FF2B5EF4-FFF2-40B4-BE49-F238E27FC236}">
                    <a16:creationId xmlns:a16="http://schemas.microsoft.com/office/drawing/2014/main" id="{68641D37-7B41-2A17-A3CE-8367985D0D09}"/>
                  </a:ext>
                </a:extLst>
              </p:cNvPr>
              <p:cNvSpPr>
                <a:spLocks noChangeAspect="1" noChangeShapeType="1"/>
              </p:cNvSpPr>
              <p:nvPr/>
            </p:nvSpPr>
            <p:spPr bwMode="auto">
              <a:xfrm>
                <a:off x="4560" y="3504"/>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61" name="Line 30">
                <a:extLst>
                  <a:ext uri="{FF2B5EF4-FFF2-40B4-BE49-F238E27FC236}">
                    <a16:creationId xmlns:a16="http://schemas.microsoft.com/office/drawing/2014/main" id="{B45E52A1-452C-C932-885C-4BAAF796CC9B}"/>
                  </a:ext>
                </a:extLst>
              </p:cNvPr>
              <p:cNvSpPr>
                <a:spLocks noChangeAspect="1" noChangeShapeType="1"/>
              </p:cNvSpPr>
              <p:nvPr/>
            </p:nvSpPr>
            <p:spPr bwMode="auto">
              <a:xfrm>
                <a:off x="4512" y="355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10254" name="Group 31">
              <a:extLst>
                <a:ext uri="{FF2B5EF4-FFF2-40B4-BE49-F238E27FC236}">
                  <a16:creationId xmlns:a16="http://schemas.microsoft.com/office/drawing/2014/main" id="{8591FCA1-4D1D-50D1-7B11-E35AB1584D65}"/>
                </a:ext>
              </a:extLst>
            </p:cNvPr>
            <p:cNvGrpSpPr>
              <a:grpSpLocks noChangeAspect="1"/>
            </p:cNvGrpSpPr>
            <p:nvPr/>
          </p:nvGrpSpPr>
          <p:grpSpPr bwMode="auto">
            <a:xfrm>
              <a:off x="4512" y="3504"/>
              <a:ext cx="144" cy="144"/>
              <a:chOff x="4512" y="3504"/>
              <a:chExt cx="144" cy="144"/>
            </a:xfrm>
          </p:grpSpPr>
          <p:sp>
            <p:nvSpPr>
              <p:cNvPr id="10256" name="Rectangle 32">
                <a:extLst>
                  <a:ext uri="{FF2B5EF4-FFF2-40B4-BE49-F238E27FC236}">
                    <a16:creationId xmlns:a16="http://schemas.microsoft.com/office/drawing/2014/main" id="{574D497B-CACA-2F96-2834-2D08244189B4}"/>
                  </a:ext>
                </a:extLst>
              </p:cNvPr>
              <p:cNvSpPr>
                <a:spLocks noChangeAspect="1" noChangeArrowheads="1"/>
              </p:cNvSpPr>
              <p:nvPr/>
            </p:nvSpPr>
            <p:spPr bwMode="auto">
              <a:xfrm>
                <a:off x="4512" y="3504"/>
                <a:ext cx="14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57" name="Line 33">
                <a:extLst>
                  <a:ext uri="{FF2B5EF4-FFF2-40B4-BE49-F238E27FC236}">
                    <a16:creationId xmlns:a16="http://schemas.microsoft.com/office/drawing/2014/main" id="{EB58E913-581E-8BD5-9698-443B5982F3F5}"/>
                  </a:ext>
                </a:extLst>
              </p:cNvPr>
              <p:cNvSpPr>
                <a:spLocks noChangeAspect="1" noChangeShapeType="1"/>
              </p:cNvSpPr>
              <p:nvPr/>
            </p:nvSpPr>
            <p:spPr bwMode="auto">
              <a:xfrm>
                <a:off x="4560" y="3504"/>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0258" name="Line 34">
                <a:extLst>
                  <a:ext uri="{FF2B5EF4-FFF2-40B4-BE49-F238E27FC236}">
                    <a16:creationId xmlns:a16="http://schemas.microsoft.com/office/drawing/2014/main" id="{CAC3892D-F431-A3A1-5968-00BA22BD97C4}"/>
                  </a:ext>
                </a:extLst>
              </p:cNvPr>
              <p:cNvSpPr>
                <a:spLocks noChangeAspect="1" noChangeShapeType="1"/>
              </p:cNvSpPr>
              <p:nvPr/>
            </p:nvSpPr>
            <p:spPr bwMode="auto">
              <a:xfrm>
                <a:off x="4512" y="355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0255" name="AutoShape 35">
              <a:extLst>
                <a:ext uri="{FF2B5EF4-FFF2-40B4-BE49-F238E27FC236}">
                  <a16:creationId xmlns:a16="http://schemas.microsoft.com/office/drawing/2014/main" id="{192E2EF7-2322-F527-4574-81247046B234}"/>
                </a:ext>
              </a:extLst>
            </p:cNvPr>
            <p:cNvSpPr>
              <a:spLocks noChangeAspect="1" noChangeArrowheads="1"/>
            </p:cNvSpPr>
            <p:nvPr/>
          </p:nvSpPr>
          <p:spPr bwMode="auto">
            <a:xfrm>
              <a:off x="4368" y="3216"/>
              <a:ext cx="768" cy="192"/>
            </a:xfrm>
            <a:prstGeom prst="flowChartExtra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0249" name="Oval 36">
            <a:extLst>
              <a:ext uri="{FF2B5EF4-FFF2-40B4-BE49-F238E27FC236}">
                <a16:creationId xmlns:a16="http://schemas.microsoft.com/office/drawing/2014/main" id="{F953EE70-965B-4617-880C-927BEA5CC962}"/>
              </a:ext>
            </a:extLst>
          </p:cNvPr>
          <p:cNvSpPr>
            <a:spLocks noChangeArrowheads="1"/>
          </p:cNvSpPr>
          <p:nvPr/>
        </p:nvSpPr>
        <p:spPr bwMode="auto">
          <a:xfrm>
            <a:off x="7315200" y="3200400"/>
            <a:ext cx="498475" cy="325438"/>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endParaRPr lang="en-US" altLang="en-US" sz="2400">
              <a:latin typeface="Times New Roman" panose="02020603050405020304" pitchFamily="18" charset="0"/>
            </a:endParaRPr>
          </a:p>
        </p:txBody>
      </p:sp>
      <p:sp>
        <p:nvSpPr>
          <p:cNvPr id="10250" name="Line 37">
            <a:extLst>
              <a:ext uri="{FF2B5EF4-FFF2-40B4-BE49-F238E27FC236}">
                <a16:creationId xmlns:a16="http://schemas.microsoft.com/office/drawing/2014/main" id="{01F9D062-CB5F-94FA-6B20-95BAE1953953}"/>
              </a:ext>
            </a:extLst>
          </p:cNvPr>
          <p:cNvSpPr>
            <a:spLocks noChangeShapeType="1"/>
          </p:cNvSpPr>
          <p:nvPr/>
        </p:nvSpPr>
        <p:spPr bwMode="auto">
          <a:xfrm>
            <a:off x="4191000" y="3810000"/>
            <a:ext cx="914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TextBox 1">
            <a:extLst>
              <a:ext uri="{FF2B5EF4-FFF2-40B4-BE49-F238E27FC236}">
                <a16:creationId xmlns:a16="http://schemas.microsoft.com/office/drawing/2014/main" id="{C6C4C606-A494-B5E6-1851-CA4F63D4203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 Example: River Problem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DAC137CF-C185-7634-66BD-13CA36F3D28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14743D5-6973-4B46-BA65-B543C549A05D}" type="slidenum">
              <a:rPr lang="en-GB" altLang="en-US" sz="1400">
                <a:solidFill>
                  <a:srgbClr val="FFFFFF"/>
                </a:solidFill>
                <a:latin typeface="Franklin Gothic Book" panose="020B0503020102020204" pitchFamily="34" charset="0"/>
              </a:rPr>
              <a:pPr>
                <a:spcBef>
                  <a:spcPct val="0"/>
                </a:spcBef>
                <a:buClrTx/>
                <a:buSzTx/>
                <a:buFontTx/>
                <a:buNone/>
              </a:pPr>
              <a:t>10</a:t>
            </a:fld>
            <a:endParaRPr lang="en-GB" altLang="en-US" sz="1400">
              <a:solidFill>
                <a:srgbClr val="FFFFFF"/>
              </a:solidFill>
              <a:latin typeface="Franklin Gothic Book" panose="020B0503020102020204" pitchFamily="34" charset="0"/>
            </a:endParaRPr>
          </a:p>
        </p:txBody>
      </p:sp>
      <p:sp>
        <p:nvSpPr>
          <p:cNvPr id="11267" name="Rectangle 3">
            <a:extLst>
              <a:ext uri="{FF2B5EF4-FFF2-40B4-BE49-F238E27FC236}">
                <a16:creationId xmlns:a16="http://schemas.microsoft.com/office/drawing/2014/main" id="{C7A355C8-4B9E-42DA-2703-B537CFD5DA58}"/>
              </a:ext>
            </a:extLst>
          </p:cNvPr>
          <p:cNvSpPr>
            <a:spLocks noGrp="1"/>
          </p:cNvSpPr>
          <p:nvPr>
            <p:ph sz="quarter" idx="4294967295"/>
          </p:nvPr>
        </p:nvSpPr>
        <p:spPr>
          <a:xfrm>
            <a:off x="552448" y="1424002"/>
            <a:ext cx="8039101" cy="5179998"/>
          </a:xfrm>
        </p:spPr>
        <p:txBody>
          <a:bodyPr>
            <a:noAutofit/>
          </a:bodyPr>
          <a:lstStyle/>
          <a:p>
            <a:pPr eaLnBrk="1" hangingPunct="1"/>
            <a:r>
              <a:rPr lang="en-US" altLang="en-US" sz="2000" dirty="0">
                <a:solidFill>
                  <a:schemeClr val="tx1"/>
                </a:solidFill>
              </a:rPr>
              <a:t>Problem formulation:</a:t>
            </a:r>
          </a:p>
          <a:p>
            <a:pPr lvl="1" eaLnBrk="1" hangingPunct="1"/>
            <a:r>
              <a:rPr lang="en-US" altLang="en-US" sz="2000" dirty="0">
                <a:solidFill>
                  <a:schemeClr val="tx1"/>
                </a:solidFill>
              </a:rPr>
              <a:t>State representation: location of farmer and items in both sides of river </a:t>
            </a:r>
          </a:p>
          <a:p>
            <a:pPr lvl="1" eaLnBrk="1" hangingPunct="1">
              <a:buFont typeface="Wingdings" panose="05000000000000000000" pitchFamily="2" charset="2"/>
              <a:buNone/>
            </a:pPr>
            <a:r>
              <a:rPr lang="en-US" altLang="en-US" sz="2000" dirty="0">
                <a:solidFill>
                  <a:schemeClr val="tx1"/>
                </a:solidFill>
              </a:rPr>
              <a:t>	[items in South shore / items in North shore] : (FWDC/-, FD/WC, C/FWD …)</a:t>
            </a:r>
          </a:p>
          <a:p>
            <a:pPr lvl="1" eaLnBrk="1" hangingPunct="1"/>
            <a:r>
              <a:rPr lang="en-US" altLang="en-US" sz="2000" dirty="0">
                <a:solidFill>
                  <a:schemeClr val="tx1"/>
                </a:solidFill>
              </a:rPr>
              <a:t>Initial State: farmer, wolf, duck and corn in the south shore        FWDC/-</a:t>
            </a:r>
          </a:p>
          <a:p>
            <a:pPr lvl="1" eaLnBrk="1" hangingPunct="1"/>
            <a:r>
              <a:rPr lang="en-US" altLang="en-US" sz="2000" dirty="0">
                <a:solidFill>
                  <a:schemeClr val="tx1"/>
                </a:solidFill>
              </a:rPr>
              <a:t>Goal State: farmer, duck and corn in the north shore </a:t>
            </a:r>
          </a:p>
          <a:p>
            <a:pPr lvl="1" eaLnBrk="1" hangingPunct="1">
              <a:buFont typeface="Wingdings" panose="05000000000000000000" pitchFamily="2" charset="2"/>
              <a:buNone/>
            </a:pPr>
            <a:r>
              <a:rPr lang="en-US" altLang="en-US" sz="2000" dirty="0">
                <a:solidFill>
                  <a:schemeClr val="tx1"/>
                </a:solidFill>
              </a:rPr>
              <a:t>     -/FWDC</a:t>
            </a:r>
          </a:p>
          <a:p>
            <a:pPr lvl="1" eaLnBrk="1" hangingPunct="1"/>
            <a:r>
              <a:rPr lang="en-US" altLang="en-US" sz="2000" dirty="0">
                <a:solidFill>
                  <a:schemeClr val="tx1"/>
                </a:solidFill>
              </a:rPr>
              <a:t>Operators: the farmer takes in the boat at most one item from one side to the other side </a:t>
            </a:r>
          </a:p>
          <a:p>
            <a:pPr lvl="1" algn="ctr" eaLnBrk="1" hangingPunct="1">
              <a:buFont typeface="Wingdings" panose="05000000000000000000" pitchFamily="2" charset="2"/>
              <a:buNone/>
            </a:pPr>
            <a:r>
              <a:rPr lang="en-US" altLang="en-US" sz="2000" dirty="0">
                <a:solidFill>
                  <a:schemeClr val="tx1"/>
                </a:solidFill>
              </a:rPr>
              <a:t>(F-Takes-W, F-Takes-D, F-Takes-C, F-Takes-Self [himself only])</a:t>
            </a:r>
          </a:p>
          <a:p>
            <a:pPr lvl="1" eaLnBrk="1" hangingPunct="1"/>
            <a:r>
              <a:rPr lang="en-US" altLang="en-US" sz="2000" dirty="0">
                <a:solidFill>
                  <a:schemeClr val="tx1"/>
                </a:solidFill>
              </a:rPr>
              <a:t>Path cost: the number of crossings</a:t>
            </a:r>
            <a:endParaRPr lang="en-GB" altLang="en-US" sz="2000" dirty="0">
              <a:solidFill>
                <a:schemeClr val="tx1"/>
              </a:solidFill>
            </a:endParaRPr>
          </a:p>
        </p:txBody>
      </p:sp>
      <p:sp>
        <p:nvSpPr>
          <p:cNvPr id="2" name="TextBox 1">
            <a:extLst>
              <a:ext uri="{FF2B5EF4-FFF2-40B4-BE49-F238E27FC236}">
                <a16:creationId xmlns:a16="http://schemas.microsoft.com/office/drawing/2014/main" id="{F6329940-3CE7-E301-0D0A-6614DFE4525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 Example: River Problem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2BC21890-EE1E-BB89-196E-C0C3D1719511}"/>
              </a:ext>
            </a:extLst>
          </p:cNvPr>
          <p:cNvSpPr>
            <a:spLocks noGrp="1"/>
          </p:cNvSpPr>
          <p:nvPr>
            <p:ph type="body" sz="half" idx="4294967295"/>
          </p:nvPr>
        </p:nvSpPr>
        <p:spPr>
          <a:xfrm>
            <a:off x="342900" y="678556"/>
            <a:ext cx="8610600" cy="1393132"/>
          </a:xfrm>
        </p:spPr>
        <p:txBody>
          <a:bodyPr>
            <a:noAutofit/>
          </a:bodyPr>
          <a:lstStyle/>
          <a:p>
            <a:pPr eaLnBrk="1" hangingPunct="1"/>
            <a:r>
              <a:rPr lang="en-US" altLang="en-US" sz="2000" dirty="0">
                <a:solidFill>
                  <a:schemeClr val="accent1"/>
                </a:solidFill>
                <a:latin typeface="+mj-lt"/>
              </a:rPr>
              <a:t>State space</a:t>
            </a:r>
            <a:r>
              <a:rPr lang="en-US" altLang="en-US" sz="2000" dirty="0">
                <a:latin typeface="+mj-lt"/>
              </a:rPr>
              <a:t>: </a:t>
            </a:r>
          </a:p>
          <a:p>
            <a:pPr eaLnBrk="1" hangingPunct="1">
              <a:buFont typeface="Wingdings" panose="05000000000000000000" pitchFamily="2" charset="2"/>
              <a:buNone/>
            </a:pPr>
            <a:r>
              <a:rPr lang="en-IE" altLang="en-US" sz="2000" dirty="0">
                <a:latin typeface="+mj-lt"/>
              </a:rPr>
              <a:t>	</a:t>
            </a:r>
            <a:r>
              <a:rPr lang="en-IE" altLang="en-US" sz="2000" dirty="0">
                <a:solidFill>
                  <a:schemeClr val="tx1"/>
                </a:solidFill>
                <a:latin typeface="+mj-lt"/>
                <a:cs typeface="Times New Roman" panose="02020603050405020304" pitchFamily="18" charset="0"/>
              </a:rPr>
              <a:t>A problem is solved by moving from the initial state to the goal state by applying valid operators in sequence. </a:t>
            </a:r>
            <a:r>
              <a:rPr lang="en-IE" altLang="en-US" sz="2000" dirty="0">
                <a:solidFill>
                  <a:schemeClr val="hlink"/>
                </a:solidFill>
                <a:latin typeface="+mj-lt"/>
                <a:cs typeface="Times New Roman" panose="02020603050405020304" pitchFamily="18" charset="0"/>
              </a:rPr>
              <a:t>Thus the state space is the set of states reachable from a particular initial state.</a:t>
            </a:r>
            <a:endParaRPr lang="en-US" altLang="en-US" sz="2000" dirty="0">
              <a:solidFill>
                <a:schemeClr val="hlink"/>
              </a:solidFill>
              <a:latin typeface="+mj-lt"/>
              <a:cs typeface="Times New Roman" panose="02020603050405020304" pitchFamily="18" charset="0"/>
            </a:endParaRPr>
          </a:p>
        </p:txBody>
      </p:sp>
      <p:pic>
        <p:nvPicPr>
          <p:cNvPr id="12292" name="Picture 4">
            <a:extLst>
              <a:ext uri="{FF2B5EF4-FFF2-40B4-BE49-F238E27FC236}">
                <a16:creationId xmlns:a16="http://schemas.microsoft.com/office/drawing/2014/main" id="{937AA075-71F5-B211-F3FF-B5C4BA545BA2}"/>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965200" y="2392892"/>
            <a:ext cx="6858000" cy="4117975"/>
          </a:xfrm>
          <a:noFill/>
        </p:spPr>
      </p:pic>
      <p:sp>
        <p:nvSpPr>
          <p:cNvPr id="12294" name="Text Box 6">
            <a:extLst>
              <a:ext uri="{FF2B5EF4-FFF2-40B4-BE49-F238E27FC236}">
                <a16:creationId xmlns:a16="http://schemas.microsoft.com/office/drawing/2014/main" id="{5064BF07-C67E-C5F2-B1E4-996BA2174BB0}"/>
              </a:ext>
            </a:extLst>
          </p:cNvPr>
          <p:cNvSpPr txBox="1">
            <a:spLocks noChangeArrowheads="1"/>
          </p:cNvSpPr>
          <p:nvPr/>
        </p:nvSpPr>
        <p:spPr bwMode="auto">
          <a:xfrm>
            <a:off x="5613400" y="2334155"/>
            <a:ext cx="1600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solidFill>
                  <a:schemeClr val="accent2"/>
                </a:solidFill>
                <a:latin typeface="+mj-lt"/>
              </a:rPr>
              <a:t>Initial state</a:t>
            </a:r>
            <a:endParaRPr lang="en-GB" altLang="en-US" sz="1800">
              <a:solidFill>
                <a:schemeClr val="accent2"/>
              </a:solidFill>
              <a:latin typeface="+mj-lt"/>
            </a:endParaRPr>
          </a:p>
        </p:txBody>
      </p:sp>
      <p:sp>
        <p:nvSpPr>
          <p:cNvPr id="12295" name="Text Box 7">
            <a:extLst>
              <a:ext uri="{FF2B5EF4-FFF2-40B4-BE49-F238E27FC236}">
                <a16:creationId xmlns:a16="http://schemas.microsoft.com/office/drawing/2014/main" id="{FA0D7A14-1092-A249-33D7-4946901BAA9D}"/>
              </a:ext>
            </a:extLst>
          </p:cNvPr>
          <p:cNvSpPr txBox="1">
            <a:spLocks noChangeArrowheads="1"/>
          </p:cNvSpPr>
          <p:nvPr/>
        </p:nvSpPr>
        <p:spPr bwMode="auto">
          <a:xfrm>
            <a:off x="4301067" y="6202892"/>
            <a:ext cx="1600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dirty="0">
                <a:solidFill>
                  <a:schemeClr val="accent1"/>
                </a:solidFill>
                <a:latin typeface="+mj-lt"/>
              </a:rPr>
              <a:t>Goal state</a:t>
            </a:r>
            <a:endParaRPr lang="en-GB" altLang="en-US" sz="1800" dirty="0">
              <a:solidFill>
                <a:schemeClr val="accent1"/>
              </a:solidFill>
              <a:latin typeface="+mj-lt"/>
            </a:endParaRPr>
          </a:p>
        </p:txBody>
      </p:sp>
      <p:sp>
        <p:nvSpPr>
          <p:cNvPr id="12296" name="Text Box 8">
            <a:extLst>
              <a:ext uri="{FF2B5EF4-FFF2-40B4-BE49-F238E27FC236}">
                <a16:creationId xmlns:a16="http://schemas.microsoft.com/office/drawing/2014/main" id="{5BAE8172-BA7A-C0BD-7432-289C044EACA7}"/>
              </a:ext>
            </a:extLst>
          </p:cNvPr>
          <p:cNvSpPr txBox="1">
            <a:spLocks noChangeArrowheads="1"/>
          </p:cNvSpPr>
          <p:nvPr/>
        </p:nvSpPr>
        <p:spPr bwMode="auto">
          <a:xfrm>
            <a:off x="2599267" y="3154893"/>
            <a:ext cx="1600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dirty="0">
                <a:solidFill>
                  <a:schemeClr val="hlink"/>
                </a:solidFill>
                <a:latin typeface="+mj-lt"/>
              </a:rPr>
              <a:t>Dead</a:t>
            </a:r>
            <a:r>
              <a:rPr lang="en-US" altLang="en-US" sz="1800" dirty="0">
                <a:solidFill>
                  <a:schemeClr val="accent2"/>
                </a:solidFill>
                <a:latin typeface="+mj-lt"/>
              </a:rPr>
              <a:t> </a:t>
            </a:r>
            <a:r>
              <a:rPr lang="en-US" altLang="en-US" sz="1800" dirty="0">
                <a:solidFill>
                  <a:schemeClr val="hlink"/>
                </a:solidFill>
                <a:latin typeface="+mj-lt"/>
              </a:rPr>
              <a:t>ends</a:t>
            </a:r>
          </a:p>
          <a:p>
            <a:pPr eaLnBrk="1" hangingPunct="1">
              <a:spcBef>
                <a:spcPct val="50000"/>
              </a:spcBef>
              <a:buClrTx/>
              <a:buSzTx/>
              <a:buFontTx/>
              <a:buNone/>
            </a:pPr>
            <a:r>
              <a:rPr lang="en-US" altLang="en-US" sz="1800" dirty="0">
                <a:solidFill>
                  <a:schemeClr val="hlink"/>
                </a:solidFill>
                <a:latin typeface="+mj-lt"/>
              </a:rPr>
              <a:t>Illegal states</a:t>
            </a:r>
            <a:endParaRPr lang="en-GB" altLang="en-US" sz="1800" dirty="0">
              <a:solidFill>
                <a:schemeClr val="hlink"/>
              </a:solidFill>
              <a:latin typeface="+mj-lt"/>
            </a:endParaRPr>
          </a:p>
        </p:txBody>
      </p:sp>
      <p:sp>
        <p:nvSpPr>
          <p:cNvPr id="12297" name="Text Box 9">
            <a:extLst>
              <a:ext uri="{FF2B5EF4-FFF2-40B4-BE49-F238E27FC236}">
                <a16:creationId xmlns:a16="http://schemas.microsoft.com/office/drawing/2014/main" id="{232349CD-4652-EC79-FB11-290C75E24628}"/>
              </a:ext>
            </a:extLst>
          </p:cNvPr>
          <p:cNvSpPr txBox="1">
            <a:spLocks noChangeArrowheads="1"/>
          </p:cNvSpPr>
          <p:nvPr/>
        </p:nvSpPr>
        <p:spPr bwMode="auto">
          <a:xfrm>
            <a:off x="203200" y="3934355"/>
            <a:ext cx="190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dirty="0">
                <a:solidFill>
                  <a:schemeClr val="accent1"/>
                </a:solidFill>
                <a:latin typeface="+mj-lt"/>
              </a:rPr>
              <a:t>repeated</a:t>
            </a:r>
            <a:r>
              <a:rPr lang="en-US" altLang="en-US" sz="1800" dirty="0">
                <a:solidFill>
                  <a:schemeClr val="accent2"/>
                </a:solidFill>
                <a:latin typeface="+mj-lt"/>
              </a:rPr>
              <a:t> </a:t>
            </a:r>
            <a:r>
              <a:rPr lang="en-US" altLang="en-US" sz="1800" dirty="0">
                <a:solidFill>
                  <a:schemeClr val="accent1"/>
                </a:solidFill>
                <a:latin typeface="+mj-lt"/>
              </a:rPr>
              <a:t>state</a:t>
            </a:r>
            <a:endParaRPr lang="en-GB" altLang="en-US" sz="1800" dirty="0">
              <a:solidFill>
                <a:schemeClr val="accent1"/>
              </a:solidFill>
              <a:latin typeface="+mj-lt"/>
            </a:endParaRPr>
          </a:p>
        </p:txBody>
      </p:sp>
      <p:sp>
        <p:nvSpPr>
          <p:cNvPr id="12298" name="Text Box 10">
            <a:extLst>
              <a:ext uri="{FF2B5EF4-FFF2-40B4-BE49-F238E27FC236}">
                <a16:creationId xmlns:a16="http://schemas.microsoft.com/office/drawing/2014/main" id="{91CC1251-994D-E61E-0CD1-91B4065D0E85}"/>
              </a:ext>
            </a:extLst>
          </p:cNvPr>
          <p:cNvSpPr txBox="1">
            <a:spLocks noChangeArrowheads="1"/>
          </p:cNvSpPr>
          <p:nvPr/>
        </p:nvSpPr>
        <p:spPr bwMode="auto">
          <a:xfrm rot="16200000">
            <a:off x="7065433" y="4000237"/>
            <a:ext cx="2057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dirty="0">
                <a:solidFill>
                  <a:schemeClr val="accent1"/>
                </a:solidFill>
                <a:latin typeface="+mj-lt"/>
              </a:rPr>
              <a:t>intermediate state</a:t>
            </a:r>
            <a:endParaRPr lang="en-GB" altLang="en-US" sz="1800" dirty="0">
              <a:solidFill>
                <a:schemeClr val="accent1"/>
              </a:solidFill>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105A5BCA-8FBF-E31C-CC32-6A148C24ECAA}"/>
              </a:ext>
            </a:extLst>
          </p:cNvPr>
          <p:cNvSpPr>
            <a:spLocks noGrp="1"/>
          </p:cNvSpPr>
          <p:nvPr>
            <p:ph type="body" sz="half" idx="4294967295"/>
          </p:nvPr>
        </p:nvSpPr>
        <p:spPr>
          <a:xfrm>
            <a:off x="36512" y="1030369"/>
            <a:ext cx="4724399" cy="4949661"/>
          </a:xfrm>
        </p:spPr>
        <p:txBody>
          <a:bodyPr>
            <a:noAutofit/>
          </a:bodyPr>
          <a:lstStyle/>
          <a:p>
            <a:pPr eaLnBrk="1" hangingPunct="1">
              <a:lnSpc>
                <a:spcPct val="120000"/>
              </a:lnSpc>
            </a:pPr>
            <a:r>
              <a:rPr lang="en-US" altLang="en-US" sz="2000" dirty="0">
                <a:solidFill>
                  <a:schemeClr val="tx1"/>
                </a:solidFill>
              </a:rPr>
              <a:t>Problem solution:</a:t>
            </a:r>
          </a:p>
          <a:p>
            <a:pPr>
              <a:lnSpc>
                <a:spcPct val="120000"/>
              </a:lnSpc>
              <a:spcBef>
                <a:spcPct val="0"/>
              </a:spcBef>
              <a:buClrTx/>
              <a:buSzTx/>
              <a:buFontTx/>
              <a:buNone/>
            </a:pPr>
            <a:endParaRPr lang="en-US" altLang="en-US" sz="2000" dirty="0">
              <a:solidFill>
                <a:schemeClr val="tx1"/>
              </a:solidFill>
            </a:endParaRPr>
          </a:p>
          <a:p>
            <a:pPr>
              <a:lnSpc>
                <a:spcPct val="120000"/>
              </a:lnSpc>
              <a:spcBef>
                <a:spcPct val="0"/>
              </a:spcBef>
              <a:buClrTx/>
              <a:buSzTx/>
              <a:buFontTx/>
              <a:buNone/>
            </a:pPr>
            <a:r>
              <a:rPr lang="en-US" altLang="en-US" sz="2000" dirty="0">
                <a:solidFill>
                  <a:schemeClr val="tx1"/>
                </a:solidFill>
              </a:rPr>
              <a:t>	</a:t>
            </a:r>
            <a:r>
              <a:rPr lang="en-IE" altLang="en-US" sz="2000" dirty="0">
                <a:solidFill>
                  <a:schemeClr val="tx1"/>
                </a:solidFill>
              </a:rPr>
              <a:t>A problem solution is simply the set of operators (actions) needed to reach the goal state from the initial state:</a:t>
            </a:r>
            <a:endParaRPr lang="en-US" altLang="en-US" sz="2000" dirty="0"/>
          </a:p>
          <a:p>
            <a:pPr>
              <a:lnSpc>
                <a:spcPct val="120000"/>
              </a:lnSpc>
              <a:spcBef>
                <a:spcPct val="0"/>
              </a:spcBef>
              <a:buClrTx/>
              <a:buSzTx/>
              <a:buFontTx/>
              <a:buNone/>
            </a:pPr>
            <a:endParaRPr lang="en-US" altLang="en-US" sz="2000" dirty="0"/>
          </a:p>
          <a:p>
            <a:pPr eaLnBrk="1" hangingPunct="1">
              <a:lnSpc>
                <a:spcPct val="120000"/>
              </a:lnSpc>
              <a:buFont typeface="Wingdings" panose="05000000000000000000" pitchFamily="2" charset="2"/>
              <a:buNone/>
            </a:pPr>
            <a:r>
              <a:rPr lang="en-US" altLang="en-US" sz="2000" dirty="0">
                <a:solidFill>
                  <a:schemeClr val="hlink"/>
                </a:solidFill>
              </a:rPr>
              <a:t>	F-Takes-D, F-Takes-Self, F-Takes-W, </a:t>
            </a:r>
          </a:p>
          <a:p>
            <a:pPr eaLnBrk="1" hangingPunct="1">
              <a:lnSpc>
                <a:spcPct val="120000"/>
              </a:lnSpc>
              <a:buFont typeface="Wingdings" panose="05000000000000000000" pitchFamily="2" charset="2"/>
              <a:buNone/>
            </a:pPr>
            <a:r>
              <a:rPr lang="en-US" altLang="en-US" sz="2000" dirty="0">
                <a:solidFill>
                  <a:schemeClr val="hlink"/>
                </a:solidFill>
              </a:rPr>
              <a:t>	F-Takes-D, F-Takes-C, F-Takes-Self, </a:t>
            </a:r>
          </a:p>
          <a:p>
            <a:pPr eaLnBrk="1" hangingPunct="1">
              <a:lnSpc>
                <a:spcPct val="120000"/>
              </a:lnSpc>
              <a:buFont typeface="Wingdings" panose="05000000000000000000" pitchFamily="2" charset="2"/>
              <a:buNone/>
            </a:pPr>
            <a:r>
              <a:rPr lang="en-US" altLang="en-US" sz="2000" dirty="0">
                <a:solidFill>
                  <a:schemeClr val="hlink"/>
                </a:solidFill>
              </a:rPr>
              <a:t>	F-Takes-D</a:t>
            </a:r>
            <a:r>
              <a:rPr lang="en-US" altLang="en-US" sz="2000" dirty="0"/>
              <a:t>.</a:t>
            </a:r>
          </a:p>
        </p:txBody>
      </p:sp>
      <p:grpSp>
        <p:nvGrpSpPr>
          <p:cNvPr id="14340" name="Group 14">
            <a:extLst>
              <a:ext uri="{FF2B5EF4-FFF2-40B4-BE49-F238E27FC236}">
                <a16:creationId xmlns:a16="http://schemas.microsoft.com/office/drawing/2014/main" id="{C34A2893-FDC9-6ABF-42D4-E50D98639188}"/>
              </a:ext>
            </a:extLst>
          </p:cNvPr>
          <p:cNvGrpSpPr>
            <a:grpSpLocks/>
          </p:cNvGrpSpPr>
          <p:nvPr/>
        </p:nvGrpSpPr>
        <p:grpSpPr bwMode="auto">
          <a:xfrm>
            <a:off x="4572000" y="1258969"/>
            <a:ext cx="4230688" cy="4648200"/>
            <a:chOff x="2976" y="1200"/>
            <a:chExt cx="2665" cy="2928"/>
          </a:xfrm>
        </p:grpSpPr>
        <p:pic>
          <p:nvPicPr>
            <p:cNvPr id="14342" name="Picture 4">
              <a:extLst>
                <a:ext uri="{FF2B5EF4-FFF2-40B4-BE49-F238E27FC236}">
                  <a16:creationId xmlns:a16="http://schemas.microsoft.com/office/drawing/2014/main" id="{92880721-9B9E-1969-B302-1A8A45AF7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1200"/>
              <a:ext cx="2665" cy="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Line 5">
              <a:extLst>
                <a:ext uri="{FF2B5EF4-FFF2-40B4-BE49-F238E27FC236}">
                  <a16:creationId xmlns:a16="http://schemas.microsoft.com/office/drawing/2014/main" id="{04532554-1633-1386-B608-DADDB5603C39}"/>
                </a:ext>
              </a:extLst>
            </p:cNvPr>
            <p:cNvSpPr>
              <a:spLocks noChangeShapeType="1"/>
            </p:cNvSpPr>
            <p:nvPr/>
          </p:nvSpPr>
          <p:spPr bwMode="auto">
            <a:xfrm>
              <a:off x="4320" y="1392"/>
              <a:ext cx="240" cy="192"/>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4" name="Line 6">
              <a:extLst>
                <a:ext uri="{FF2B5EF4-FFF2-40B4-BE49-F238E27FC236}">
                  <a16:creationId xmlns:a16="http://schemas.microsoft.com/office/drawing/2014/main" id="{F74A957C-1098-9BDD-53C7-1EA1D6DD24CD}"/>
                </a:ext>
              </a:extLst>
            </p:cNvPr>
            <p:cNvSpPr>
              <a:spLocks noChangeShapeType="1"/>
            </p:cNvSpPr>
            <p:nvPr/>
          </p:nvSpPr>
          <p:spPr bwMode="auto">
            <a:xfrm flipH="1">
              <a:off x="4368" y="1776"/>
              <a:ext cx="240" cy="240"/>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5" name="Line 7">
              <a:extLst>
                <a:ext uri="{FF2B5EF4-FFF2-40B4-BE49-F238E27FC236}">
                  <a16:creationId xmlns:a16="http://schemas.microsoft.com/office/drawing/2014/main" id="{63BAC0CB-7D87-A9F8-3586-D91587B227FB}"/>
                </a:ext>
              </a:extLst>
            </p:cNvPr>
            <p:cNvSpPr>
              <a:spLocks noChangeShapeType="1"/>
            </p:cNvSpPr>
            <p:nvPr/>
          </p:nvSpPr>
          <p:spPr bwMode="auto">
            <a:xfrm>
              <a:off x="4272" y="2160"/>
              <a:ext cx="0" cy="192"/>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6" name="Line 8">
              <a:extLst>
                <a:ext uri="{FF2B5EF4-FFF2-40B4-BE49-F238E27FC236}">
                  <a16:creationId xmlns:a16="http://schemas.microsoft.com/office/drawing/2014/main" id="{A4156DEA-C126-E0D7-0373-05A62BB73C67}"/>
                </a:ext>
              </a:extLst>
            </p:cNvPr>
            <p:cNvSpPr>
              <a:spLocks noChangeShapeType="1"/>
            </p:cNvSpPr>
            <p:nvPr/>
          </p:nvSpPr>
          <p:spPr bwMode="auto">
            <a:xfrm flipH="1">
              <a:off x="3984" y="2544"/>
              <a:ext cx="240" cy="192"/>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7" name="Line 9">
              <a:extLst>
                <a:ext uri="{FF2B5EF4-FFF2-40B4-BE49-F238E27FC236}">
                  <a16:creationId xmlns:a16="http://schemas.microsoft.com/office/drawing/2014/main" id="{E690A878-6044-93C6-B57A-F735DB947E9B}"/>
                </a:ext>
              </a:extLst>
            </p:cNvPr>
            <p:cNvSpPr>
              <a:spLocks noChangeShapeType="1"/>
            </p:cNvSpPr>
            <p:nvPr/>
          </p:nvSpPr>
          <p:spPr bwMode="auto">
            <a:xfrm>
              <a:off x="3984" y="2928"/>
              <a:ext cx="240" cy="144"/>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8" name="Line 10">
              <a:extLst>
                <a:ext uri="{FF2B5EF4-FFF2-40B4-BE49-F238E27FC236}">
                  <a16:creationId xmlns:a16="http://schemas.microsoft.com/office/drawing/2014/main" id="{A6624B50-C1BB-7FF2-7859-93C7EBA6BAF6}"/>
                </a:ext>
              </a:extLst>
            </p:cNvPr>
            <p:cNvSpPr>
              <a:spLocks noChangeShapeType="1"/>
            </p:cNvSpPr>
            <p:nvPr/>
          </p:nvSpPr>
          <p:spPr bwMode="auto">
            <a:xfrm flipH="1">
              <a:off x="4128" y="3312"/>
              <a:ext cx="144" cy="144"/>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9" name="Line 12">
              <a:extLst>
                <a:ext uri="{FF2B5EF4-FFF2-40B4-BE49-F238E27FC236}">
                  <a16:creationId xmlns:a16="http://schemas.microsoft.com/office/drawing/2014/main" id="{9D027AD9-6580-9707-5E03-EE1901C6048A}"/>
                </a:ext>
              </a:extLst>
            </p:cNvPr>
            <p:cNvSpPr>
              <a:spLocks noChangeShapeType="1"/>
            </p:cNvSpPr>
            <p:nvPr/>
          </p:nvSpPr>
          <p:spPr bwMode="auto">
            <a:xfrm>
              <a:off x="4032" y="3648"/>
              <a:ext cx="96" cy="192"/>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50" name="Rectangle 13">
              <a:extLst>
                <a:ext uri="{FF2B5EF4-FFF2-40B4-BE49-F238E27FC236}">
                  <a16:creationId xmlns:a16="http://schemas.microsoft.com/office/drawing/2014/main" id="{C0FCF8CE-CCD5-D229-79EC-3B678E8F4E21}"/>
                </a:ext>
              </a:extLst>
            </p:cNvPr>
            <p:cNvSpPr>
              <a:spLocks noChangeArrowheads="1"/>
            </p:cNvSpPr>
            <p:nvPr/>
          </p:nvSpPr>
          <p:spPr bwMode="auto">
            <a:xfrm>
              <a:off x="4032" y="3840"/>
              <a:ext cx="240" cy="24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6">
            <a:extLst>
              <a:ext uri="{FF2B5EF4-FFF2-40B4-BE49-F238E27FC236}">
                <a16:creationId xmlns:a16="http://schemas.microsoft.com/office/drawing/2014/main" id="{05F737A9-B60D-95C6-1630-A7C71334DC4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E3EFF3A-94A8-49CB-AAC9-E3E4ED8D4C32}" type="slidenum">
              <a:rPr lang="en-GB" altLang="en-US" sz="1400">
                <a:solidFill>
                  <a:srgbClr val="FFFFFF"/>
                </a:solidFill>
                <a:latin typeface="Franklin Gothic Book" panose="020B0503020102020204" pitchFamily="34" charset="0"/>
              </a:rPr>
              <a:pPr>
                <a:spcBef>
                  <a:spcPct val="0"/>
                </a:spcBef>
                <a:buClrTx/>
                <a:buSzTx/>
                <a:buFontTx/>
                <a:buNone/>
              </a:pPr>
              <a:t>13</a:t>
            </a:fld>
            <a:endParaRPr lang="en-GB" altLang="en-US" sz="1400">
              <a:solidFill>
                <a:srgbClr val="FFFFFF"/>
              </a:solidFill>
              <a:latin typeface="Franklin Gothic Book" panose="020B0503020102020204" pitchFamily="34" charset="0"/>
            </a:endParaRPr>
          </a:p>
        </p:txBody>
      </p:sp>
      <p:sp>
        <p:nvSpPr>
          <p:cNvPr id="15362" name="Rectangle 3">
            <a:extLst>
              <a:ext uri="{FF2B5EF4-FFF2-40B4-BE49-F238E27FC236}">
                <a16:creationId xmlns:a16="http://schemas.microsoft.com/office/drawing/2014/main" id="{4E987C7D-5A61-69C4-5D3D-24B4208258DC}"/>
              </a:ext>
            </a:extLst>
          </p:cNvPr>
          <p:cNvSpPr>
            <a:spLocks noGrp="1"/>
          </p:cNvSpPr>
          <p:nvPr>
            <p:ph type="body" sz="half" idx="4294967295"/>
          </p:nvPr>
        </p:nvSpPr>
        <p:spPr>
          <a:xfrm>
            <a:off x="533400" y="1219200"/>
            <a:ext cx="8610600" cy="1066800"/>
          </a:xfrm>
        </p:spPr>
        <p:txBody>
          <a:bodyPr/>
          <a:lstStyle/>
          <a:p>
            <a:pPr marL="533400" indent="-533400" eaLnBrk="1" hangingPunct="1"/>
            <a:r>
              <a:rPr lang="en-US" altLang="en-US" sz="2800" dirty="0">
                <a:solidFill>
                  <a:schemeClr val="tx1"/>
                </a:solidFill>
              </a:rPr>
              <a:t>Problem solution: (path Cost = 7)</a:t>
            </a:r>
          </a:p>
          <a:p>
            <a:pPr marL="533400" indent="-533400" eaLnBrk="1" hangingPunct="1">
              <a:buFont typeface="Wingdings" panose="05000000000000000000" pitchFamily="2" charset="2"/>
              <a:buNone/>
            </a:pPr>
            <a:r>
              <a:rPr lang="en-IE" altLang="en-US" sz="1800" dirty="0">
                <a:solidFill>
                  <a:schemeClr val="tx1"/>
                </a:solidFill>
              </a:rPr>
              <a:t>While there are other possibilities here is one </a:t>
            </a:r>
            <a:r>
              <a:rPr lang="en-IE" altLang="en-US" sz="1800" b="1" dirty="0">
                <a:solidFill>
                  <a:schemeClr val="tx1"/>
                </a:solidFill>
              </a:rPr>
              <a:t>7</a:t>
            </a:r>
            <a:r>
              <a:rPr lang="en-IE" altLang="en-US" sz="1800" dirty="0">
                <a:solidFill>
                  <a:schemeClr val="tx1"/>
                </a:solidFill>
              </a:rPr>
              <a:t> step solution to the river problem</a:t>
            </a:r>
            <a:endParaRPr lang="en-US" altLang="en-US" sz="2800" dirty="0">
              <a:solidFill>
                <a:schemeClr val="tx1"/>
              </a:solidFill>
            </a:endParaRPr>
          </a:p>
        </p:txBody>
      </p:sp>
      <p:grpSp>
        <p:nvGrpSpPr>
          <p:cNvPr id="15364" name="Group 14">
            <a:extLst>
              <a:ext uri="{FF2B5EF4-FFF2-40B4-BE49-F238E27FC236}">
                <a16:creationId xmlns:a16="http://schemas.microsoft.com/office/drawing/2014/main" id="{52D16E43-B5C3-4DD7-CB43-C80B5B5D8470}"/>
              </a:ext>
            </a:extLst>
          </p:cNvPr>
          <p:cNvGrpSpPr>
            <a:grpSpLocks/>
          </p:cNvGrpSpPr>
          <p:nvPr/>
        </p:nvGrpSpPr>
        <p:grpSpPr bwMode="auto">
          <a:xfrm>
            <a:off x="304800" y="2286000"/>
            <a:ext cx="8610600" cy="3733800"/>
            <a:chOff x="432" y="1680"/>
            <a:chExt cx="5280" cy="2256"/>
          </a:xfrm>
        </p:grpSpPr>
        <p:grpSp>
          <p:nvGrpSpPr>
            <p:cNvPr id="15366" name="Group 15">
              <a:extLst>
                <a:ext uri="{FF2B5EF4-FFF2-40B4-BE49-F238E27FC236}">
                  <a16:creationId xmlns:a16="http://schemas.microsoft.com/office/drawing/2014/main" id="{DC0EB0C4-C2AA-3FAC-A323-222EF6454776}"/>
                </a:ext>
              </a:extLst>
            </p:cNvPr>
            <p:cNvGrpSpPr>
              <a:grpSpLocks/>
            </p:cNvGrpSpPr>
            <p:nvPr/>
          </p:nvGrpSpPr>
          <p:grpSpPr bwMode="auto">
            <a:xfrm>
              <a:off x="432" y="1686"/>
              <a:ext cx="864" cy="720"/>
              <a:chOff x="1344" y="1824"/>
              <a:chExt cx="864" cy="720"/>
            </a:xfrm>
          </p:grpSpPr>
          <p:sp>
            <p:nvSpPr>
              <p:cNvPr id="15451" name="Freeform 16">
                <a:extLst>
                  <a:ext uri="{FF2B5EF4-FFF2-40B4-BE49-F238E27FC236}">
                    <a16:creationId xmlns:a16="http://schemas.microsoft.com/office/drawing/2014/main" id="{8FD99103-60C9-A4DF-9812-563B07F566E5}"/>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452" name="Rectangle 17">
                <a:extLst>
                  <a:ext uri="{FF2B5EF4-FFF2-40B4-BE49-F238E27FC236}">
                    <a16:creationId xmlns:a16="http://schemas.microsoft.com/office/drawing/2014/main" id="{0FF98005-DC49-A96C-D09A-B514B3175001}"/>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367" name="Text Box 18">
              <a:extLst>
                <a:ext uri="{FF2B5EF4-FFF2-40B4-BE49-F238E27FC236}">
                  <a16:creationId xmlns:a16="http://schemas.microsoft.com/office/drawing/2014/main" id="{5D477778-6464-D744-DFAE-3CC93ECAFE3B}"/>
                </a:ext>
              </a:extLst>
            </p:cNvPr>
            <p:cNvSpPr txBox="1">
              <a:spLocks noChangeArrowheads="1"/>
            </p:cNvSpPr>
            <p:nvPr/>
          </p:nvSpPr>
          <p:spPr bwMode="auto">
            <a:xfrm>
              <a:off x="432" y="2151"/>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368" name="Text Box 19">
              <a:extLst>
                <a:ext uri="{FF2B5EF4-FFF2-40B4-BE49-F238E27FC236}">
                  <a16:creationId xmlns:a16="http://schemas.microsoft.com/office/drawing/2014/main" id="{414B6B15-231A-FD22-A7D2-79B7DBD2AC3E}"/>
                </a:ext>
              </a:extLst>
            </p:cNvPr>
            <p:cNvSpPr txBox="1">
              <a:spLocks noChangeArrowheads="1"/>
            </p:cNvSpPr>
            <p:nvPr/>
          </p:nvSpPr>
          <p:spPr bwMode="auto">
            <a:xfrm>
              <a:off x="624" y="2151"/>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369" name="Text Box 20">
              <a:extLst>
                <a:ext uri="{FF2B5EF4-FFF2-40B4-BE49-F238E27FC236}">
                  <a16:creationId xmlns:a16="http://schemas.microsoft.com/office/drawing/2014/main" id="{20E41380-0056-2C63-B40D-B4B91B79BF62}"/>
                </a:ext>
              </a:extLst>
            </p:cNvPr>
            <p:cNvSpPr txBox="1">
              <a:spLocks noChangeArrowheads="1"/>
            </p:cNvSpPr>
            <p:nvPr/>
          </p:nvSpPr>
          <p:spPr bwMode="auto">
            <a:xfrm>
              <a:off x="863" y="215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D</a:t>
              </a:r>
              <a:endParaRPr lang="en-GB" altLang="en-US" sz="1800" b="1">
                <a:latin typeface="Arial" panose="020B0604020202020204" pitchFamily="34" charset="0"/>
              </a:endParaRPr>
            </a:p>
          </p:txBody>
        </p:sp>
        <p:sp>
          <p:nvSpPr>
            <p:cNvPr id="15370" name="Text Box 21">
              <a:extLst>
                <a:ext uri="{FF2B5EF4-FFF2-40B4-BE49-F238E27FC236}">
                  <a16:creationId xmlns:a16="http://schemas.microsoft.com/office/drawing/2014/main" id="{EFB0F2AF-F8ED-36BE-970A-F3BD53918F03}"/>
                </a:ext>
              </a:extLst>
            </p:cNvPr>
            <p:cNvSpPr txBox="1">
              <a:spLocks noChangeArrowheads="1"/>
            </p:cNvSpPr>
            <p:nvPr/>
          </p:nvSpPr>
          <p:spPr bwMode="auto">
            <a:xfrm>
              <a:off x="1055" y="215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grpSp>
          <p:nvGrpSpPr>
            <p:cNvPr id="15371" name="Group 22">
              <a:extLst>
                <a:ext uri="{FF2B5EF4-FFF2-40B4-BE49-F238E27FC236}">
                  <a16:creationId xmlns:a16="http://schemas.microsoft.com/office/drawing/2014/main" id="{447D854C-FF2E-F6E3-E208-13C5549BC2A2}"/>
                </a:ext>
              </a:extLst>
            </p:cNvPr>
            <p:cNvGrpSpPr>
              <a:grpSpLocks/>
            </p:cNvGrpSpPr>
            <p:nvPr/>
          </p:nvGrpSpPr>
          <p:grpSpPr bwMode="auto">
            <a:xfrm>
              <a:off x="432" y="3072"/>
              <a:ext cx="864" cy="720"/>
              <a:chOff x="1344" y="1824"/>
              <a:chExt cx="864" cy="720"/>
            </a:xfrm>
          </p:grpSpPr>
          <p:sp>
            <p:nvSpPr>
              <p:cNvPr id="15449" name="Freeform 23">
                <a:extLst>
                  <a:ext uri="{FF2B5EF4-FFF2-40B4-BE49-F238E27FC236}">
                    <a16:creationId xmlns:a16="http://schemas.microsoft.com/office/drawing/2014/main" id="{E6C29B0D-CA35-2350-792A-E0E34C3FA4EA}"/>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450" name="Rectangle 24">
                <a:extLst>
                  <a:ext uri="{FF2B5EF4-FFF2-40B4-BE49-F238E27FC236}">
                    <a16:creationId xmlns:a16="http://schemas.microsoft.com/office/drawing/2014/main" id="{EA2B7E72-955D-E7C1-1D0F-C6655EF33031}"/>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372" name="Text Box 25">
              <a:extLst>
                <a:ext uri="{FF2B5EF4-FFF2-40B4-BE49-F238E27FC236}">
                  <a16:creationId xmlns:a16="http://schemas.microsoft.com/office/drawing/2014/main" id="{B1B00A11-9F50-7A81-B320-C514B1311B87}"/>
                </a:ext>
              </a:extLst>
            </p:cNvPr>
            <p:cNvSpPr txBox="1">
              <a:spLocks noChangeArrowheads="1"/>
            </p:cNvSpPr>
            <p:nvPr/>
          </p:nvSpPr>
          <p:spPr bwMode="auto">
            <a:xfrm>
              <a:off x="432" y="3072"/>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373" name="Text Box 26">
              <a:extLst>
                <a:ext uri="{FF2B5EF4-FFF2-40B4-BE49-F238E27FC236}">
                  <a16:creationId xmlns:a16="http://schemas.microsoft.com/office/drawing/2014/main" id="{EA43A9E2-5EF3-3BDA-53BE-5FBA8CD7A159}"/>
                </a:ext>
              </a:extLst>
            </p:cNvPr>
            <p:cNvSpPr txBox="1">
              <a:spLocks noChangeArrowheads="1"/>
            </p:cNvSpPr>
            <p:nvPr/>
          </p:nvSpPr>
          <p:spPr bwMode="auto">
            <a:xfrm>
              <a:off x="624" y="3072"/>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374" name="Text Box 27">
              <a:extLst>
                <a:ext uri="{FF2B5EF4-FFF2-40B4-BE49-F238E27FC236}">
                  <a16:creationId xmlns:a16="http://schemas.microsoft.com/office/drawing/2014/main" id="{5FE8679B-A785-F67F-6155-0DDC6134A691}"/>
                </a:ext>
              </a:extLst>
            </p:cNvPr>
            <p:cNvSpPr txBox="1">
              <a:spLocks noChangeArrowheads="1"/>
            </p:cNvSpPr>
            <p:nvPr/>
          </p:nvSpPr>
          <p:spPr bwMode="auto">
            <a:xfrm>
              <a:off x="863" y="3072"/>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G</a:t>
              </a:r>
              <a:endParaRPr lang="en-GB" altLang="en-US" sz="1800" b="1">
                <a:latin typeface="Arial" panose="020B0604020202020204" pitchFamily="34" charset="0"/>
              </a:endParaRPr>
            </a:p>
          </p:txBody>
        </p:sp>
        <p:sp>
          <p:nvSpPr>
            <p:cNvPr id="15375" name="Text Box 28">
              <a:extLst>
                <a:ext uri="{FF2B5EF4-FFF2-40B4-BE49-F238E27FC236}">
                  <a16:creationId xmlns:a16="http://schemas.microsoft.com/office/drawing/2014/main" id="{9D7EAE97-8E34-A467-BB1F-5577AEAE761A}"/>
                </a:ext>
              </a:extLst>
            </p:cNvPr>
            <p:cNvSpPr txBox="1">
              <a:spLocks noChangeArrowheads="1"/>
            </p:cNvSpPr>
            <p:nvPr/>
          </p:nvSpPr>
          <p:spPr bwMode="auto">
            <a:xfrm>
              <a:off x="1055" y="307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grpSp>
          <p:nvGrpSpPr>
            <p:cNvPr id="15376" name="Group 29">
              <a:extLst>
                <a:ext uri="{FF2B5EF4-FFF2-40B4-BE49-F238E27FC236}">
                  <a16:creationId xmlns:a16="http://schemas.microsoft.com/office/drawing/2014/main" id="{2519589A-726A-E271-FD97-E5DCCE8D960A}"/>
                </a:ext>
              </a:extLst>
            </p:cNvPr>
            <p:cNvGrpSpPr>
              <a:grpSpLocks/>
            </p:cNvGrpSpPr>
            <p:nvPr/>
          </p:nvGrpSpPr>
          <p:grpSpPr bwMode="auto">
            <a:xfrm>
              <a:off x="1296" y="3476"/>
              <a:ext cx="864" cy="220"/>
              <a:chOff x="1296" y="3380"/>
              <a:chExt cx="864" cy="220"/>
            </a:xfrm>
          </p:grpSpPr>
          <p:cxnSp>
            <p:nvCxnSpPr>
              <p:cNvPr id="15447" name="AutoShape 30">
                <a:extLst>
                  <a:ext uri="{FF2B5EF4-FFF2-40B4-BE49-F238E27FC236}">
                    <a16:creationId xmlns:a16="http://schemas.microsoft.com/office/drawing/2014/main" id="{60EAEB4A-D780-B9FD-82B2-27F45164B56D}"/>
                  </a:ext>
                </a:extLst>
              </p:cNvPr>
              <p:cNvCxnSpPr>
                <a:cxnSpLocks noChangeShapeType="1"/>
              </p:cNvCxnSpPr>
              <p:nvPr/>
            </p:nvCxnSpPr>
            <p:spPr bwMode="auto">
              <a:xfrm flipH="1">
                <a:off x="1302" y="3600"/>
                <a:ext cx="6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448" name="Text Box 31">
                <a:extLst>
                  <a:ext uri="{FF2B5EF4-FFF2-40B4-BE49-F238E27FC236}">
                    <a16:creationId xmlns:a16="http://schemas.microsoft.com/office/drawing/2014/main" id="{FA0815D9-4672-25B4-B2F6-7C6207BCA9C9}"/>
                  </a:ext>
                </a:extLst>
              </p:cNvPr>
              <p:cNvSpPr txBox="1">
                <a:spLocks noChangeArrowheads="1"/>
              </p:cNvSpPr>
              <p:nvPr/>
            </p:nvSpPr>
            <p:spPr bwMode="auto">
              <a:xfrm>
                <a:off x="1296" y="3380"/>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IE" altLang="en-US" sz="1200" b="1">
                    <a:solidFill>
                      <a:schemeClr val="folHlink"/>
                    </a:solidFill>
                    <a:latin typeface="Arial" panose="020B0604020202020204" pitchFamily="34" charset="0"/>
                  </a:rPr>
                  <a:t>F-Takes-D</a:t>
                </a:r>
                <a:endParaRPr lang="en-GB" altLang="en-US" sz="1200" b="1">
                  <a:solidFill>
                    <a:schemeClr val="folHlink"/>
                  </a:solidFill>
                  <a:latin typeface="Arial" panose="020B0604020202020204" pitchFamily="34" charset="0"/>
                </a:endParaRPr>
              </a:p>
            </p:txBody>
          </p:sp>
        </p:grpSp>
        <p:sp>
          <p:nvSpPr>
            <p:cNvPr id="15377" name="Rectangle 32">
              <a:extLst>
                <a:ext uri="{FF2B5EF4-FFF2-40B4-BE49-F238E27FC236}">
                  <a16:creationId xmlns:a16="http://schemas.microsoft.com/office/drawing/2014/main" id="{AFBC71F2-C06C-E9CA-B824-CDAC53AAECCF}"/>
                </a:ext>
              </a:extLst>
            </p:cNvPr>
            <p:cNvSpPr>
              <a:spLocks noChangeArrowheads="1"/>
            </p:cNvSpPr>
            <p:nvPr/>
          </p:nvSpPr>
          <p:spPr bwMode="auto">
            <a:xfrm>
              <a:off x="432" y="2400"/>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US" sz="1400" b="1">
                  <a:solidFill>
                    <a:schemeClr val="accent2"/>
                  </a:solidFill>
                  <a:latin typeface="Arial" panose="020B0604020202020204" pitchFamily="34" charset="0"/>
                </a:rPr>
                <a:t>Initial State</a:t>
              </a:r>
              <a:endParaRPr lang="en-GB" altLang="en-US" sz="1400" b="1">
                <a:solidFill>
                  <a:schemeClr val="accent2"/>
                </a:solidFill>
                <a:latin typeface="Arial" panose="020B0604020202020204" pitchFamily="34" charset="0"/>
              </a:endParaRPr>
            </a:p>
          </p:txBody>
        </p:sp>
        <p:grpSp>
          <p:nvGrpSpPr>
            <p:cNvPr id="15378" name="Group 33">
              <a:extLst>
                <a:ext uri="{FF2B5EF4-FFF2-40B4-BE49-F238E27FC236}">
                  <a16:creationId xmlns:a16="http://schemas.microsoft.com/office/drawing/2014/main" id="{F1A5476B-D52A-DE46-86C0-A27AFEE9DC3F}"/>
                </a:ext>
              </a:extLst>
            </p:cNvPr>
            <p:cNvGrpSpPr>
              <a:grpSpLocks/>
            </p:cNvGrpSpPr>
            <p:nvPr/>
          </p:nvGrpSpPr>
          <p:grpSpPr bwMode="auto">
            <a:xfrm>
              <a:off x="1296" y="1680"/>
              <a:ext cx="1488" cy="864"/>
              <a:chOff x="1296" y="1584"/>
              <a:chExt cx="1488" cy="864"/>
            </a:xfrm>
          </p:grpSpPr>
          <p:grpSp>
            <p:nvGrpSpPr>
              <p:cNvPr id="15437" name="Group 34">
                <a:extLst>
                  <a:ext uri="{FF2B5EF4-FFF2-40B4-BE49-F238E27FC236}">
                    <a16:creationId xmlns:a16="http://schemas.microsoft.com/office/drawing/2014/main" id="{29A9D017-8DA0-9AD1-0EFB-6FE10A635D32}"/>
                  </a:ext>
                </a:extLst>
              </p:cNvPr>
              <p:cNvGrpSpPr>
                <a:grpSpLocks/>
              </p:cNvGrpSpPr>
              <p:nvPr/>
            </p:nvGrpSpPr>
            <p:grpSpPr bwMode="auto">
              <a:xfrm>
                <a:off x="1920" y="1590"/>
                <a:ext cx="864" cy="720"/>
                <a:chOff x="1344" y="1824"/>
                <a:chExt cx="864" cy="720"/>
              </a:xfrm>
            </p:grpSpPr>
            <p:sp>
              <p:nvSpPr>
                <p:cNvPr id="15445" name="Freeform 35">
                  <a:extLst>
                    <a:ext uri="{FF2B5EF4-FFF2-40B4-BE49-F238E27FC236}">
                      <a16:creationId xmlns:a16="http://schemas.microsoft.com/office/drawing/2014/main" id="{4FCDDA6A-2EFB-0712-F427-B5B83C1A2D3D}"/>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446" name="Rectangle 36">
                  <a:extLst>
                    <a:ext uri="{FF2B5EF4-FFF2-40B4-BE49-F238E27FC236}">
                      <a16:creationId xmlns:a16="http://schemas.microsoft.com/office/drawing/2014/main" id="{AA1DF3A4-FE1E-C573-E288-2F30E6B77EC7}"/>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438" name="Text Box 37">
                <a:extLst>
                  <a:ext uri="{FF2B5EF4-FFF2-40B4-BE49-F238E27FC236}">
                    <a16:creationId xmlns:a16="http://schemas.microsoft.com/office/drawing/2014/main" id="{40B65804-3EF0-DF65-98A6-2291C8FD6D32}"/>
                  </a:ext>
                </a:extLst>
              </p:cNvPr>
              <p:cNvSpPr txBox="1">
                <a:spLocks noChangeArrowheads="1"/>
              </p:cNvSpPr>
              <p:nvPr/>
            </p:nvSpPr>
            <p:spPr bwMode="auto">
              <a:xfrm>
                <a:off x="1920" y="158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439" name="Text Box 38">
                <a:extLst>
                  <a:ext uri="{FF2B5EF4-FFF2-40B4-BE49-F238E27FC236}">
                    <a16:creationId xmlns:a16="http://schemas.microsoft.com/office/drawing/2014/main" id="{4ECB9B52-4BEB-F09A-D12E-8B870D8CA52A}"/>
                  </a:ext>
                </a:extLst>
              </p:cNvPr>
              <p:cNvSpPr txBox="1">
                <a:spLocks noChangeArrowheads="1"/>
              </p:cNvSpPr>
              <p:nvPr/>
            </p:nvSpPr>
            <p:spPr bwMode="auto">
              <a:xfrm>
                <a:off x="2112" y="2055"/>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440" name="Text Box 39">
                <a:extLst>
                  <a:ext uri="{FF2B5EF4-FFF2-40B4-BE49-F238E27FC236}">
                    <a16:creationId xmlns:a16="http://schemas.microsoft.com/office/drawing/2014/main" id="{C8102E99-8D31-D602-DE91-181ADA25B6D5}"/>
                  </a:ext>
                </a:extLst>
              </p:cNvPr>
              <p:cNvSpPr txBox="1">
                <a:spLocks noChangeArrowheads="1"/>
              </p:cNvSpPr>
              <p:nvPr/>
            </p:nvSpPr>
            <p:spPr bwMode="auto">
              <a:xfrm>
                <a:off x="2350" y="158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D</a:t>
                </a:r>
                <a:endParaRPr lang="en-GB" altLang="en-US" sz="1800" b="1">
                  <a:latin typeface="Arial" panose="020B0604020202020204" pitchFamily="34" charset="0"/>
                </a:endParaRPr>
              </a:p>
            </p:txBody>
          </p:sp>
          <p:sp>
            <p:nvSpPr>
              <p:cNvPr id="15441" name="Text Box 40">
                <a:extLst>
                  <a:ext uri="{FF2B5EF4-FFF2-40B4-BE49-F238E27FC236}">
                    <a16:creationId xmlns:a16="http://schemas.microsoft.com/office/drawing/2014/main" id="{7CB79143-7DAC-4DDF-48D7-01C5DD6D2552}"/>
                  </a:ext>
                </a:extLst>
              </p:cNvPr>
              <p:cNvSpPr txBox="1">
                <a:spLocks noChangeArrowheads="1"/>
              </p:cNvSpPr>
              <p:nvPr/>
            </p:nvSpPr>
            <p:spPr bwMode="auto">
              <a:xfrm>
                <a:off x="2542" y="205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cxnSp>
            <p:nvCxnSpPr>
              <p:cNvPr id="15442" name="AutoShape 41">
                <a:extLst>
                  <a:ext uri="{FF2B5EF4-FFF2-40B4-BE49-F238E27FC236}">
                    <a16:creationId xmlns:a16="http://schemas.microsoft.com/office/drawing/2014/main" id="{3B278B15-A560-55DB-8C03-78D641297C23}"/>
                  </a:ext>
                </a:extLst>
              </p:cNvPr>
              <p:cNvCxnSpPr>
                <a:cxnSpLocks noChangeShapeType="1"/>
              </p:cNvCxnSpPr>
              <p:nvPr/>
            </p:nvCxnSpPr>
            <p:spPr bwMode="auto">
              <a:xfrm>
                <a:off x="1296" y="1710"/>
                <a:ext cx="6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443" name="Text Box 42">
                <a:extLst>
                  <a:ext uri="{FF2B5EF4-FFF2-40B4-BE49-F238E27FC236}">
                    <a16:creationId xmlns:a16="http://schemas.microsoft.com/office/drawing/2014/main" id="{FFEB1C43-4C1B-9A6F-446E-FA1F8F20BD5F}"/>
                  </a:ext>
                </a:extLst>
              </p:cNvPr>
              <p:cNvSpPr txBox="1">
                <a:spLocks noChangeArrowheads="1"/>
              </p:cNvSpPr>
              <p:nvPr/>
            </p:nvSpPr>
            <p:spPr bwMode="auto">
              <a:xfrm>
                <a:off x="1296" y="1776"/>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IE" altLang="en-US" sz="1200" b="1">
                    <a:solidFill>
                      <a:schemeClr val="folHlink"/>
                    </a:solidFill>
                    <a:latin typeface="Arial" panose="020B0604020202020204" pitchFamily="34" charset="0"/>
                  </a:rPr>
                  <a:t>F-Takes-D</a:t>
                </a:r>
                <a:endParaRPr lang="en-GB" altLang="en-US" sz="1200" b="1">
                  <a:solidFill>
                    <a:schemeClr val="folHlink"/>
                  </a:solidFill>
                  <a:latin typeface="Arial" panose="020B0604020202020204" pitchFamily="34" charset="0"/>
                </a:endParaRPr>
              </a:p>
            </p:txBody>
          </p:sp>
          <p:sp>
            <p:nvSpPr>
              <p:cNvPr id="15444" name="Rectangle 43">
                <a:extLst>
                  <a:ext uri="{FF2B5EF4-FFF2-40B4-BE49-F238E27FC236}">
                    <a16:creationId xmlns:a16="http://schemas.microsoft.com/office/drawing/2014/main" id="{4DDFC460-37F9-D997-6AF3-F1FB597316DF}"/>
                  </a:ext>
                </a:extLst>
              </p:cNvPr>
              <p:cNvSpPr>
                <a:spLocks noChangeArrowheads="1"/>
              </p:cNvSpPr>
              <p:nvPr/>
            </p:nvSpPr>
            <p:spPr bwMode="auto">
              <a:xfrm>
                <a:off x="1920" y="2304"/>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IE" altLang="en-US" sz="1400" b="1">
                    <a:solidFill>
                      <a:schemeClr val="bg1"/>
                    </a:solidFill>
                    <a:latin typeface="Arial" panose="020B0604020202020204" pitchFamily="34" charset="0"/>
                  </a:rPr>
                  <a:t>WC/FD</a:t>
                </a:r>
                <a:endParaRPr lang="en-GB" altLang="en-US" sz="1400" b="1">
                  <a:solidFill>
                    <a:schemeClr val="bg1"/>
                  </a:solidFill>
                  <a:latin typeface="Arial" panose="020B0604020202020204" pitchFamily="34" charset="0"/>
                </a:endParaRPr>
              </a:p>
            </p:txBody>
          </p:sp>
        </p:grpSp>
        <p:sp>
          <p:nvSpPr>
            <p:cNvPr id="15379" name="Rectangle 44">
              <a:extLst>
                <a:ext uri="{FF2B5EF4-FFF2-40B4-BE49-F238E27FC236}">
                  <a16:creationId xmlns:a16="http://schemas.microsoft.com/office/drawing/2014/main" id="{A297A5D4-3DEB-D1AC-1CED-24CBCE472E66}"/>
                </a:ext>
              </a:extLst>
            </p:cNvPr>
            <p:cNvSpPr>
              <a:spLocks noChangeArrowheads="1"/>
            </p:cNvSpPr>
            <p:nvPr/>
          </p:nvSpPr>
          <p:spPr bwMode="auto">
            <a:xfrm>
              <a:off x="432" y="3792"/>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IE" altLang="en-US" sz="1400" b="1">
                  <a:solidFill>
                    <a:schemeClr val="hlink"/>
                  </a:solidFill>
                  <a:latin typeface="Arial" panose="020B0604020202020204" pitchFamily="34" charset="0"/>
                </a:rPr>
                <a:t>Goal State</a:t>
              </a:r>
              <a:endParaRPr lang="en-GB" altLang="en-US" sz="1400" b="1">
                <a:solidFill>
                  <a:schemeClr val="hlink"/>
                </a:solidFill>
                <a:latin typeface="Arial" panose="020B0604020202020204" pitchFamily="34" charset="0"/>
              </a:endParaRPr>
            </a:p>
          </p:txBody>
        </p:sp>
        <p:grpSp>
          <p:nvGrpSpPr>
            <p:cNvPr id="15380" name="Group 45">
              <a:extLst>
                <a:ext uri="{FF2B5EF4-FFF2-40B4-BE49-F238E27FC236}">
                  <a16:creationId xmlns:a16="http://schemas.microsoft.com/office/drawing/2014/main" id="{48E042B2-94F6-CDB7-9509-FCFC307C6F87}"/>
                </a:ext>
              </a:extLst>
            </p:cNvPr>
            <p:cNvGrpSpPr>
              <a:grpSpLocks/>
            </p:cNvGrpSpPr>
            <p:nvPr/>
          </p:nvGrpSpPr>
          <p:grpSpPr bwMode="auto">
            <a:xfrm>
              <a:off x="1920" y="3072"/>
              <a:ext cx="1728" cy="864"/>
              <a:chOff x="1920" y="2976"/>
              <a:chExt cx="1728" cy="864"/>
            </a:xfrm>
          </p:grpSpPr>
          <p:sp>
            <p:nvSpPr>
              <p:cNvPr id="15426" name="Text Box 46">
                <a:extLst>
                  <a:ext uri="{FF2B5EF4-FFF2-40B4-BE49-F238E27FC236}">
                    <a16:creationId xmlns:a16="http://schemas.microsoft.com/office/drawing/2014/main" id="{3D2FBCE8-2B29-46D1-3AC6-B8AB4F9A6A31}"/>
                  </a:ext>
                </a:extLst>
              </p:cNvPr>
              <p:cNvSpPr txBox="1">
                <a:spLocks noChangeArrowheads="1"/>
              </p:cNvSpPr>
              <p:nvPr/>
            </p:nvSpPr>
            <p:spPr bwMode="auto">
              <a:xfrm>
                <a:off x="2784" y="3360"/>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IE" altLang="en-US" sz="1200" b="1">
                    <a:solidFill>
                      <a:schemeClr val="folHlink"/>
                    </a:solidFill>
                    <a:latin typeface="Arial" panose="020B0604020202020204" pitchFamily="34" charset="0"/>
                  </a:rPr>
                  <a:t>F-Takes-S</a:t>
                </a:r>
                <a:endParaRPr lang="en-GB" altLang="en-US" sz="1200" b="1">
                  <a:solidFill>
                    <a:schemeClr val="folHlink"/>
                  </a:solidFill>
                  <a:latin typeface="Arial" panose="020B0604020202020204" pitchFamily="34" charset="0"/>
                </a:endParaRPr>
              </a:p>
            </p:txBody>
          </p:sp>
          <p:grpSp>
            <p:nvGrpSpPr>
              <p:cNvPr id="15427" name="Group 47">
                <a:extLst>
                  <a:ext uri="{FF2B5EF4-FFF2-40B4-BE49-F238E27FC236}">
                    <a16:creationId xmlns:a16="http://schemas.microsoft.com/office/drawing/2014/main" id="{44EEB05E-D839-AE1D-F91C-1C57DBF6702C}"/>
                  </a:ext>
                </a:extLst>
              </p:cNvPr>
              <p:cNvGrpSpPr>
                <a:grpSpLocks/>
              </p:cNvGrpSpPr>
              <p:nvPr/>
            </p:nvGrpSpPr>
            <p:grpSpPr bwMode="auto">
              <a:xfrm>
                <a:off x="1920" y="2976"/>
                <a:ext cx="1482" cy="864"/>
                <a:chOff x="1920" y="2976"/>
                <a:chExt cx="1482" cy="864"/>
              </a:xfrm>
            </p:grpSpPr>
            <p:grpSp>
              <p:nvGrpSpPr>
                <p:cNvPr id="15428" name="Group 48">
                  <a:extLst>
                    <a:ext uri="{FF2B5EF4-FFF2-40B4-BE49-F238E27FC236}">
                      <a16:creationId xmlns:a16="http://schemas.microsoft.com/office/drawing/2014/main" id="{442CDFCA-4478-40E6-147C-868638E6B475}"/>
                    </a:ext>
                  </a:extLst>
                </p:cNvPr>
                <p:cNvGrpSpPr>
                  <a:grpSpLocks/>
                </p:cNvGrpSpPr>
                <p:nvPr/>
              </p:nvGrpSpPr>
              <p:grpSpPr bwMode="auto">
                <a:xfrm>
                  <a:off x="1920" y="2976"/>
                  <a:ext cx="864" cy="720"/>
                  <a:chOff x="1344" y="1824"/>
                  <a:chExt cx="864" cy="720"/>
                </a:xfrm>
              </p:grpSpPr>
              <p:sp>
                <p:nvSpPr>
                  <p:cNvPr id="15435" name="Freeform 49">
                    <a:extLst>
                      <a:ext uri="{FF2B5EF4-FFF2-40B4-BE49-F238E27FC236}">
                        <a16:creationId xmlns:a16="http://schemas.microsoft.com/office/drawing/2014/main" id="{36BFC3A9-1264-D0E3-D8EA-07B36FD26204}"/>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436" name="Rectangle 50">
                    <a:extLst>
                      <a:ext uri="{FF2B5EF4-FFF2-40B4-BE49-F238E27FC236}">
                        <a16:creationId xmlns:a16="http://schemas.microsoft.com/office/drawing/2014/main" id="{FDA7022C-B7D2-7EE9-FE74-E39B9A54F8F1}"/>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429" name="Text Box 51">
                  <a:extLst>
                    <a:ext uri="{FF2B5EF4-FFF2-40B4-BE49-F238E27FC236}">
                      <a16:creationId xmlns:a16="http://schemas.microsoft.com/office/drawing/2014/main" id="{71B8756F-7EF1-DC95-4C2A-C3B9625C5C71}"/>
                    </a:ext>
                  </a:extLst>
                </p:cNvPr>
                <p:cNvSpPr txBox="1">
                  <a:spLocks noChangeArrowheads="1"/>
                </p:cNvSpPr>
                <p:nvPr/>
              </p:nvSpPr>
              <p:spPr bwMode="auto">
                <a:xfrm>
                  <a:off x="1920" y="3441"/>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430" name="Text Box 52">
                  <a:extLst>
                    <a:ext uri="{FF2B5EF4-FFF2-40B4-BE49-F238E27FC236}">
                      <a16:creationId xmlns:a16="http://schemas.microsoft.com/office/drawing/2014/main" id="{88F05C93-71C0-E4DF-389E-0B0886A3387A}"/>
                    </a:ext>
                  </a:extLst>
                </p:cNvPr>
                <p:cNvSpPr txBox="1">
                  <a:spLocks noChangeArrowheads="1"/>
                </p:cNvSpPr>
                <p:nvPr/>
              </p:nvSpPr>
              <p:spPr bwMode="auto">
                <a:xfrm>
                  <a:off x="2112" y="2985"/>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431" name="Text Box 53">
                  <a:extLst>
                    <a:ext uri="{FF2B5EF4-FFF2-40B4-BE49-F238E27FC236}">
                      <a16:creationId xmlns:a16="http://schemas.microsoft.com/office/drawing/2014/main" id="{E90EAF7B-30BB-F7C4-8F3C-405C7133D106}"/>
                    </a:ext>
                  </a:extLst>
                </p:cNvPr>
                <p:cNvSpPr txBox="1">
                  <a:spLocks noChangeArrowheads="1"/>
                </p:cNvSpPr>
                <p:nvPr/>
              </p:nvSpPr>
              <p:spPr bwMode="auto">
                <a:xfrm>
                  <a:off x="2350" y="344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D</a:t>
                  </a:r>
                  <a:endParaRPr lang="en-GB" altLang="en-US" sz="1800" b="1">
                    <a:latin typeface="Arial" panose="020B0604020202020204" pitchFamily="34" charset="0"/>
                  </a:endParaRPr>
                </a:p>
              </p:txBody>
            </p:sp>
            <p:sp>
              <p:nvSpPr>
                <p:cNvPr id="15432" name="Text Box 54">
                  <a:extLst>
                    <a:ext uri="{FF2B5EF4-FFF2-40B4-BE49-F238E27FC236}">
                      <a16:creationId xmlns:a16="http://schemas.microsoft.com/office/drawing/2014/main" id="{45F20BB9-52F4-AAD2-7D4A-AB2D0449519B}"/>
                    </a:ext>
                  </a:extLst>
                </p:cNvPr>
                <p:cNvSpPr txBox="1">
                  <a:spLocks noChangeArrowheads="1"/>
                </p:cNvSpPr>
                <p:nvPr/>
              </p:nvSpPr>
              <p:spPr bwMode="auto">
                <a:xfrm>
                  <a:off x="2542" y="298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cxnSp>
              <p:nvCxnSpPr>
                <p:cNvPr id="15433" name="AutoShape 55">
                  <a:extLst>
                    <a:ext uri="{FF2B5EF4-FFF2-40B4-BE49-F238E27FC236}">
                      <a16:creationId xmlns:a16="http://schemas.microsoft.com/office/drawing/2014/main" id="{0D8ED1CC-404F-9D73-A8F9-0BD3A83241AA}"/>
                    </a:ext>
                  </a:extLst>
                </p:cNvPr>
                <p:cNvCxnSpPr>
                  <a:cxnSpLocks noChangeShapeType="1"/>
                </p:cNvCxnSpPr>
                <p:nvPr/>
              </p:nvCxnSpPr>
              <p:spPr bwMode="auto">
                <a:xfrm flipH="1">
                  <a:off x="2790" y="3600"/>
                  <a:ext cx="6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434" name="Rectangle 56">
                  <a:extLst>
                    <a:ext uri="{FF2B5EF4-FFF2-40B4-BE49-F238E27FC236}">
                      <a16:creationId xmlns:a16="http://schemas.microsoft.com/office/drawing/2014/main" id="{6103E3C2-2DFB-651D-8A63-1DEB47AB4A8A}"/>
                    </a:ext>
                  </a:extLst>
                </p:cNvPr>
                <p:cNvSpPr>
                  <a:spLocks noChangeArrowheads="1"/>
                </p:cNvSpPr>
                <p:nvPr/>
              </p:nvSpPr>
              <p:spPr bwMode="auto">
                <a:xfrm>
                  <a:off x="1920" y="3696"/>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IE" altLang="en-US" sz="1400" b="1">
                      <a:solidFill>
                        <a:schemeClr val="bg1"/>
                      </a:solidFill>
                      <a:latin typeface="Arial" panose="020B0604020202020204" pitchFamily="34" charset="0"/>
                    </a:rPr>
                    <a:t>FD/WC</a:t>
                  </a:r>
                  <a:endParaRPr lang="en-GB" altLang="en-US" sz="1400" b="1">
                    <a:solidFill>
                      <a:schemeClr val="bg1"/>
                    </a:solidFill>
                    <a:latin typeface="Arial" panose="020B0604020202020204" pitchFamily="34" charset="0"/>
                  </a:endParaRPr>
                </a:p>
              </p:txBody>
            </p:sp>
          </p:grpSp>
        </p:grpSp>
        <p:grpSp>
          <p:nvGrpSpPr>
            <p:cNvPr id="15381" name="Group 57">
              <a:extLst>
                <a:ext uri="{FF2B5EF4-FFF2-40B4-BE49-F238E27FC236}">
                  <a16:creationId xmlns:a16="http://schemas.microsoft.com/office/drawing/2014/main" id="{958E551C-5B3C-637C-A3C5-F52B248F3A92}"/>
                </a:ext>
              </a:extLst>
            </p:cNvPr>
            <p:cNvGrpSpPr>
              <a:grpSpLocks/>
            </p:cNvGrpSpPr>
            <p:nvPr/>
          </p:nvGrpSpPr>
          <p:grpSpPr bwMode="auto">
            <a:xfrm>
              <a:off x="3408" y="3072"/>
              <a:ext cx="1728" cy="864"/>
              <a:chOff x="3408" y="2976"/>
              <a:chExt cx="1728" cy="864"/>
            </a:xfrm>
          </p:grpSpPr>
          <p:sp>
            <p:nvSpPr>
              <p:cNvPr id="15415" name="Text Box 58">
                <a:extLst>
                  <a:ext uri="{FF2B5EF4-FFF2-40B4-BE49-F238E27FC236}">
                    <a16:creationId xmlns:a16="http://schemas.microsoft.com/office/drawing/2014/main" id="{5F155063-7691-41C8-C23C-B579F45A8997}"/>
                  </a:ext>
                </a:extLst>
              </p:cNvPr>
              <p:cNvSpPr txBox="1">
                <a:spLocks noChangeArrowheads="1"/>
              </p:cNvSpPr>
              <p:nvPr/>
            </p:nvSpPr>
            <p:spPr bwMode="auto">
              <a:xfrm>
                <a:off x="4272" y="3360"/>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IE" altLang="en-US" sz="1200" b="1">
                    <a:solidFill>
                      <a:schemeClr val="folHlink"/>
                    </a:solidFill>
                    <a:latin typeface="Arial" panose="020B0604020202020204" pitchFamily="34" charset="0"/>
                  </a:rPr>
                  <a:t>F-Takes-C</a:t>
                </a:r>
                <a:endParaRPr lang="en-GB" altLang="en-US" sz="1200" b="1">
                  <a:solidFill>
                    <a:schemeClr val="folHlink"/>
                  </a:solidFill>
                  <a:latin typeface="Arial" panose="020B0604020202020204" pitchFamily="34" charset="0"/>
                </a:endParaRPr>
              </a:p>
            </p:txBody>
          </p:sp>
          <p:grpSp>
            <p:nvGrpSpPr>
              <p:cNvPr id="15416" name="Group 59">
                <a:extLst>
                  <a:ext uri="{FF2B5EF4-FFF2-40B4-BE49-F238E27FC236}">
                    <a16:creationId xmlns:a16="http://schemas.microsoft.com/office/drawing/2014/main" id="{8F0B12E9-DDA7-9EA3-0B97-5DB4BEF0B122}"/>
                  </a:ext>
                </a:extLst>
              </p:cNvPr>
              <p:cNvGrpSpPr>
                <a:grpSpLocks/>
              </p:cNvGrpSpPr>
              <p:nvPr/>
            </p:nvGrpSpPr>
            <p:grpSpPr bwMode="auto">
              <a:xfrm>
                <a:off x="3408" y="2976"/>
                <a:ext cx="1440" cy="864"/>
                <a:chOff x="3408" y="2976"/>
                <a:chExt cx="1440" cy="864"/>
              </a:xfrm>
            </p:grpSpPr>
            <p:grpSp>
              <p:nvGrpSpPr>
                <p:cNvPr id="15417" name="Group 60">
                  <a:extLst>
                    <a:ext uri="{FF2B5EF4-FFF2-40B4-BE49-F238E27FC236}">
                      <a16:creationId xmlns:a16="http://schemas.microsoft.com/office/drawing/2014/main" id="{B6770628-7AE0-01FE-7BCC-BD08E0474D17}"/>
                    </a:ext>
                  </a:extLst>
                </p:cNvPr>
                <p:cNvGrpSpPr>
                  <a:grpSpLocks/>
                </p:cNvGrpSpPr>
                <p:nvPr/>
              </p:nvGrpSpPr>
              <p:grpSpPr bwMode="auto">
                <a:xfrm>
                  <a:off x="3408" y="2976"/>
                  <a:ext cx="864" cy="720"/>
                  <a:chOff x="1344" y="1824"/>
                  <a:chExt cx="864" cy="720"/>
                </a:xfrm>
              </p:grpSpPr>
              <p:sp>
                <p:nvSpPr>
                  <p:cNvPr id="15424" name="Freeform 61">
                    <a:extLst>
                      <a:ext uri="{FF2B5EF4-FFF2-40B4-BE49-F238E27FC236}">
                        <a16:creationId xmlns:a16="http://schemas.microsoft.com/office/drawing/2014/main" id="{B4E20382-1B94-4C7C-B67B-195C9DB9DF86}"/>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425" name="Rectangle 62">
                    <a:extLst>
                      <a:ext uri="{FF2B5EF4-FFF2-40B4-BE49-F238E27FC236}">
                        <a16:creationId xmlns:a16="http://schemas.microsoft.com/office/drawing/2014/main" id="{F5222389-7F85-5CDA-8692-19A13D2F4556}"/>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418" name="Text Box 63">
                  <a:extLst>
                    <a:ext uri="{FF2B5EF4-FFF2-40B4-BE49-F238E27FC236}">
                      <a16:creationId xmlns:a16="http://schemas.microsoft.com/office/drawing/2014/main" id="{BE380CBA-21D2-4987-8350-92264E52945D}"/>
                    </a:ext>
                  </a:extLst>
                </p:cNvPr>
                <p:cNvSpPr txBox="1">
                  <a:spLocks noChangeArrowheads="1"/>
                </p:cNvSpPr>
                <p:nvPr/>
              </p:nvSpPr>
              <p:spPr bwMode="auto">
                <a:xfrm>
                  <a:off x="3408" y="297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419" name="Text Box 64">
                  <a:extLst>
                    <a:ext uri="{FF2B5EF4-FFF2-40B4-BE49-F238E27FC236}">
                      <a16:creationId xmlns:a16="http://schemas.microsoft.com/office/drawing/2014/main" id="{ACBAF420-CDEC-04F3-CD02-14B2E79BA4A5}"/>
                    </a:ext>
                  </a:extLst>
                </p:cNvPr>
                <p:cNvSpPr txBox="1">
                  <a:spLocks noChangeArrowheads="1"/>
                </p:cNvSpPr>
                <p:nvPr/>
              </p:nvSpPr>
              <p:spPr bwMode="auto">
                <a:xfrm>
                  <a:off x="3600" y="2976"/>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420" name="Text Box 65">
                  <a:extLst>
                    <a:ext uri="{FF2B5EF4-FFF2-40B4-BE49-F238E27FC236}">
                      <a16:creationId xmlns:a16="http://schemas.microsoft.com/office/drawing/2014/main" id="{A1161D8E-AFDA-BE93-3496-44CD4766CE90}"/>
                    </a:ext>
                  </a:extLst>
                </p:cNvPr>
                <p:cNvSpPr txBox="1">
                  <a:spLocks noChangeArrowheads="1"/>
                </p:cNvSpPr>
                <p:nvPr/>
              </p:nvSpPr>
              <p:spPr bwMode="auto">
                <a:xfrm>
                  <a:off x="3838" y="344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D</a:t>
                  </a:r>
                  <a:endParaRPr lang="en-GB" altLang="en-US" sz="1800" b="1">
                    <a:latin typeface="Arial" panose="020B0604020202020204" pitchFamily="34" charset="0"/>
                  </a:endParaRPr>
                </a:p>
              </p:txBody>
            </p:sp>
            <p:sp>
              <p:nvSpPr>
                <p:cNvPr id="15421" name="Text Box 66">
                  <a:extLst>
                    <a:ext uri="{FF2B5EF4-FFF2-40B4-BE49-F238E27FC236}">
                      <a16:creationId xmlns:a16="http://schemas.microsoft.com/office/drawing/2014/main" id="{3BACF51A-E5A1-9239-47BB-3799A5692D3E}"/>
                    </a:ext>
                  </a:extLst>
                </p:cNvPr>
                <p:cNvSpPr txBox="1">
                  <a:spLocks noChangeArrowheads="1"/>
                </p:cNvSpPr>
                <p:nvPr/>
              </p:nvSpPr>
              <p:spPr bwMode="auto">
                <a:xfrm>
                  <a:off x="4030" y="2976"/>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cxnSp>
              <p:nvCxnSpPr>
                <p:cNvPr id="15422" name="AutoShape 67">
                  <a:extLst>
                    <a:ext uri="{FF2B5EF4-FFF2-40B4-BE49-F238E27FC236}">
                      <a16:creationId xmlns:a16="http://schemas.microsoft.com/office/drawing/2014/main" id="{FD6019C9-C0A3-13B9-A7F0-BD0A5A732F32}"/>
                    </a:ext>
                  </a:extLst>
                </p:cNvPr>
                <p:cNvCxnSpPr>
                  <a:cxnSpLocks noChangeShapeType="1"/>
                  <a:stCxn id="15406" idx="1"/>
                </p:cNvCxnSpPr>
                <p:nvPr/>
              </p:nvCxnSpPr>
              <p:spPr bwMode="auto">
                <a:xfrm flipH="1">
                  <a:off x="4278" y="3599"/>
                  <a:ext cx="570" cy="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423" name="Rectangle 68">
                  <a:extLst>
                    <a:ext uri="{FF2B5EF4-FFF2-40B4-BE49-F238E27FC236}">
                      <a16:creationId xmlns:a16="http://schemas.microsoft.com/office/drawing/2014/main" id="{95F86C79-9B7F-21AA-97D2-578567E99DE5}"/>
                    </a:ext>
                  </a:extLst>
                </p:cNvPr>
                <p:cNvSpPr>
                  <a:spLocks noChangeArrowheads="1"/>
                </p:cNvSpPr>
                <p:nvPr/>
              </p:nvSpPr>
              <p:spPr bwMode="auto">
                <a:xfrm>
                  <a:off x="3408" y="3696"/>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IE" altLang="en-US" sz="1400" b="1">
                      <a:solidFill>
                        <a:schemeClr val="bg1"/>
                      </a:solidFill>
                      <a:latin typeface="Arial" panose="020B0604020202020204" pitchFamily="34" charset="0"/>
                    </a:rPr>
                    <a:t>D/FWC</a:t>
                  </a:r>
                  <a:endParaRPr lang="en-GB" altLang="en-US" sz="1400" b="1">
                    <a:solidFill>
                      <a:schemeClr val="bg1"/>
                    </a:solidFill>
                    <a:latin typeface="Arial" panose="020B0604020202020204" pitchFamily="34" charset="0"/>
                  </a:endParaRPr>
                </a:p>
              </p:txBody>
            </p:sp>
          </p:grpSp>
        </p:grpSp>
        <p:grpSp>
          <p:nvGrpSpPr>
            <p:cNvPr id="15382" name="Group 69">
              <a:extLst>
                <a:ext uri="{FF2B5EF4-FFF2-40B4-BE49-F238E27FC236}">
                  <a16:creationId xmlns:a16="http://schemas.microsoft.com/office/drawing/2014/main" id="{236DD0DE-4A31-C62E-0E24-C8152FA015E4}"/>
                </a:ext>
              </a:extLst>
            </p:cNvPr>
            <p:cNvGrpSpPr>
              <a:grpSpLocks/>
            </p:cNvGrpSpPr>
            <p:nvPr/>
          </p:nvGrpSpPr>
          <p:grpSpPr bwMode="auto">
            <a:xfrm>
              <a:off x="4752" y="2412"/>
              <a:ext cx="960" cy="1524"/>
              <a:chOff x="4752" y="2358"/>
              <a:chExt cx="960" cy="1524"/>
            </a:xfrm>
          </p:grpSpPr>
          <p:grpSp>
            <p:nvGrpSpPr>
              <p:cNvPr id="15405" name="Group 70">
                <a:extLst>
                  <a:ext uri="{FF2B5EF4-FFF2-40B4-BE49-F238E27FC236}">
                    <a16:creationId xmlns:a16="http://schemas.microsoft.com/office/drawing/2014/main" id="{196BA02A-06E8-DC17-4414-C67593248F43}"/>
                  </a:ext>
                </a:extLst>
              </p:cNvPr>
              <p:cNvGrpSpPr>
                <a:grpSpLocks/>
              </p:cNvGrpSpPr>
              <p:nvPr/>
            </p:nvGrpSpPr>
            <p:grpSpPr bwMode="auto">
              <a:xfrm>
                <a:off x="4848" y="3018"/>
                <a:ext cx="864" cy="720"/>
                <a:chOff x="1344" y="1824"/>
                <a:chExt cx="864" cy="720"/>
              </a:xfrm>
            </p:grpSpPr>
            <p:sp>
              <p:nvSpPr>
                <p:cNvPr id="15413" name="Freeform 71">
                  <a:extLst>
                    <a:ext uri="{FF2B5EF4-FFF2-40B4-BE49-F238E27FC236}">
                      <a16:creationId xmlns:a16="http://schemas.microsoft.com/office/drawing/2014/main" id="{6334C6DB-52B0-79EB-23A5-5AA2C5D48064}"/>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414" name="Rectangle 72">
                  <a:extLst>
                    <a:ext uri="{FF2B5EF4-FFF2-40B4-BE49-F238E27FC236}">
                      <a16:creationId xmlns:a16="http://schemas.microsoft.com/office/drawing/2014/main" id="{33353B1B-E06D-C942-78FA-84B897FF13F5}"/>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406" name="Text Box 73">
                <a:extLst>
                  <a:ext uri="{FF2B5EF4-FFF2-40B4-BE49-F238E27FC236}">
                    <a16:creationId xmlns:a16="http://schemas.microsoft.com/office/drawing/2014/main" id="{B417E22F-83DA-5894-E501-16CFF79AACEA}"/>
                  </a:ext>
                </a:extLst>
              </p:cNvPr>
              <p:cNvSpPr txBox="1">
                <a:spLocks noChangeArrowheads="1"/>
              </p:cNvSpPr>
              <p:nvPr/>
            </p:nvSpPr>
            <p:spPr bwMode="auto">
              <a:xfrm>
                <a:off x="4848" y="3483"/>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407" name="Text Box 74">
                <a:extLst>
                  <a:ext uri="{FF2B5EF4-FFF2-40B4-BE49-F238E27FC236}">
                    <a16:creationId xmlns:a16="http://schemas.microsoft.com/office/drawing/2014/main" id="{A9F7186B-519F-3627-9736-87F5B911878A}"/>
                  </a:ext>
                </a:extLst>
              </p:cNvPr>
              <p:cNvSpPr txBox="1">
                <a:spLocks noChangeArrowheads="1"/>
              </p:cNvSpPr>
              <p:nvPr/>
            </p:nvSpPr>
            <p:spPr bwMode="auto">
              <a:xfrm>
                <a:off x="5040" y="3018"/>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408" name="Text Box 75">
                <a:extLst>
                  <a:ext uri="{FF2B5EF4-FFF2-40B4-BE49-F238E27FC236}">
                    <a16:creationId xmlns:a16="http://schemas.microsoft.com/office/drawing/2014/main" id="{61C89796-5720-1527-BFB2-9F1DE9E4414E}"/>
                  </a:ext>
                </a:extLst>
              </p:cNvPr>
              <p:cNvSpPr txBox="1">
                <a:spLocks noChangeArrowheads="1"/>
              </p:cNvSpPr>
              <p:nvPr/>
            </p:nvSpPr>
            <p:spPr bwMode="auto">
              <a:xfrm>
                <a:off x="5278" y="3483"/>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D</a:t>
                </a:r>
                <a:endParaRPr lang="en-GB" altLang="en-US" sz="1800" b="1">
                  <a:latin typeface="Arial" panose="020B0604020202020204" pitchFamily="34" charset="0"/>
                </a:endParaRPr>
              </a:p>
            </p:txBody>
          </p:sp>
          <p:sp>
            <p:nvSpPr>
              <p:cNvPr id="15409" name="Text Box 76">
                <a:extLst>
                  <a:ext uri="{FF2B5EF4-FFF2-40B4-BE49-F238E27FC236}">
                    <a16:creationId xmlns:a16="http://schemas.microsoft.com/office/drawing/2014/main" id="{5DFCDE1B-2272-3184-2E45-DE5CDA1300D9}"/>
                  </a:ext>
                </a:extLst>
              </p:cNvPr>
              <p:cNvSpPr txBox="1">
                <a:spLocks noChangeArrowheads="1"/>
              </p:cNvSpPr>
              <p:nvPr/>
            </p:nvSpPr>
            <p:spPr bwMode="auto">
              <a:xfrm>
                <a:off x="5470" y="3483"/>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cxnSp>
            <p:nvCxnSpPr>
              <p:cNvPr id="15410" name="AutoShape 77">
                <a:extLst>
                  <a:ext uri="{FF2B5EF4-FFF2-40B4-BE49-F238E27FC236}">
                    <a16:creationId xmlns:a16="http://schemas.microsoft.com/office/drawing/2014/main" id="{50108355-79B1-BD25-452E-286303C98691}"/>
                  </a:ext>
                </a:extLst>
              </p:cNvPr>
              <p:cNvCxnSpPr>
                <a:cxnSpLocks noChangeShapeType="1"/>
                <a:stCxn id="15404" idx="2"/>
                <a:endCxn id="15414" idx="0"/>
              </p:cNvCxnSpPr>
              <p:nvPr/>
            </p:nvCxnSpPr>
            <p:spPr bwMode="auto">
              <a:xfrm>
                <a:off x="5280" y="2358"/>
                <a:ext cx="0" cy="65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411" name="Text Box 78">
                <a:extLst>
                  <a:ext uri="{FF2B5EF4-FFF2-40B4-BE49-F238E27FC236}">
                    <a16:creationId xmlns:a16="http://schemas.microsoft.com/office/drawing/2014/main" id="{3E0588FC-9C51-82CC-8E7C-6353D1D73F55}"/>
                  </a:ext>
                </a:extLst>
              </p:cNvPr>
              <p:cNvSpPr txBox="1">
                <a:spLocks noChangeArrowheads="1"/>
              </p:cNvSpPr>
              <p:nvPr/>
            </p:nvSpPr>
            <p:spPr bwMode="auto">
              <a:xfrm>
                <a:off x="4752" y="2668"/>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IE" altLang="en-US" sz="1200" b="1">
                    <a:solidFill>
                      <a:schemeClr val="folHlink"/>
                    </a:solidFill>
                    <a:latin typeface="Arial" panose="020B0604020202020204" pitchFamily="34" charset="0"/>
                  </a:rPr>
                  <a:t>F-Takes-D</a:t>
                </a:r>
                <a:endParaRPr lang="en-GB" altLang="en-US" sz="1200" b="1">
                  <a:solidFill>
                    <a:schemeClr val="folHlink"/>
                  </a:solidFill>
                  <a:latin typeface="Arial" panose="020B0604020202020204" pitchFamily="34" charset="0"/>
                </a:endParaRPr>
              </a:p>
            </p:txBody>
          </p:sp>
          <p:sp>
            <p:nvSpPr>
              <p:cNvPr id="15412" name="Rectangle 79">
                <a:extLst>
                  <a:ext uri="{FF2B5EF4-FFF2-40B4-BE49-F238E27FC236}">
                    <a16:creationId xmlns:a16="http://schemas.microsoft.com/office/drawing/2014/main" id="{49217011-5C2D-5094-4BC7-B859327817D4}"/>
                  </a:ext>
                </a:extLst>
              </p:cNvPr>
              <p:cNvSpPr>
                <a:spLocks noChangeArrowheads="1"/>
              </p:cNvSpPr>
              <p:nvPr/>
            </p:nvSpPr>
            <p:spPr bwMode="auto">
              <a:xfrm>
                <a:off x="4848" y="3738"/>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IE" altLang="en-US" sz="1400" b="1">
                    <a:solidFill>
                      <a:schemeClr val="bg1"/>
                    </a:solidFill>
                    <a:latin typeface="Arial" panose="020B0604020202020204" pitchFamily="34" charset="0"/>
                  </a:rPr>
                  <a:t>FDC/W</a:t>
                </a:r>
                <a:endParaRPr lang="en-GB" altLang="en-US" sz="1400" b="1">
                  <a:solidFill>
                    <a:schemeClr val="bg1"/>
                  </a:solidFill>
                  <a:latin typeface="Arial" panose="020B0604020202020204" pitchFamily="34" charset="0"/>
                </a:endParaRPr>
              </a:p>
            </p:txBody>
          </p:sp>
        </p:grpSp>
        <p:grpSp>
          <p:nvGrpSpPr>
            <p:cNvPr id="15383" name="Group 80">
              <a:extLst>
                <a:ext uri="{FF2B5EF4-FFF2-40B4-BE49-F238E27FC236}">
                  <a16:creationId xmlns:a16="http://schemas.microsoft.com/office/drawing/2014/main" id="{2EE648DD-C56D-5639-4438-79F40C0F2E30}"/>
                </a:ext>
              </a:extLst>
            </p:cNvPr>
            <p:cNvGrpSpPr>
              <a:grpSpLocks/>
            </p:cNvGrpSpPr>
            <p:nvPr/>
          </p:nvGrpSpPr>
          <p:grpSpPr bwMode="auto">
            <a:xfrm>
              <a:off x="4272" y="1728"/>
              <a:ext cx="1440" cy="858"/>
              <a:chOff x="4272" y="1632"/>
              <a:chExt cx="1440" cy="858"/>
            </a:xfrm>
          </p:grpSpPr>
          <p:grpSp>
            <p:nvGrpSpPr>
              <p:cNvPr id="15395" name="Group 81">
                <a:extLst>
                  <a:ext uri="{FF2B5EF4-FFF2-40B4-BE49-F238E27FC236}">
                    <a16:creationId xmlns:a16="http://schemas.microsoft.com/office/drawing/2014/main" id="{1F85FCD3-7E2E-BC50-984B-3A0D540F0525}"/>
                  </a:ext>
                </a:extLst>
              </p:cNvPr>
              <p:cNvGrpSpPr>
                <a:grpSpLocks/>
              </p:cNvGrpSpPr>
              <p:nvPr/>
            </p:nvGrpSpPr>
            <p:grpSpPr bwMode="auto">
              <a:xfrm>
                <a:off x="4848" y="1632"/>
                <a:ext cx="864" cy="720"/>
                <a:chOff x="1344" y="1824"/>
                <a:chExt cx="864" cy="720"/>
              </a:xfrm>
            </p:grpSpPr>
            <p:sp>
              <p:nvSpPr>
                <p:cNvPr id="15403" name="Freeform 82">
                  <a:extLst>
                    <a:ext uri="{FF2B5EF4-FFF2-40B4-BE49-F238E27FC236}">
                      <a16:creationId xmlns:a16="http://schemas.microsoft.com/office/drawing/2014/main" id="{F6218616-9655-8906-57CC-0131D2C87955}"/>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404" name="Rectangle 83">
                  <a:extLst>
                    <a:ext uri="{FF2B5EF4-FFF2-40B4-BE49-F238E27FC236}">
                      <a16:creationId xmlns:a16="http://schemas.microsoft.com/office/drawing/2014/main" id="{25934ABF-6D5B-0F18-9FF7-8CE2B5C589B9}"/>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396" name="Text Box 84">
                <a:extLst>
                  <a:ext uri="{FF2B5EF4-FFF2-40B4-BE49-F238E27FC236}">
                    <a16:creationId xmlns:a16="http://schemas.microsoft.com/office/drawing/2014/main" id="{F7DDA28F-C292-503D-0D38-3F0CB4111848}"/>
                  </a:ext>
                </a:extLst>
              </p:cNvPr>
              <p:cNvSpPr txBox="1">
                <a:spLocks noChangeArrowheads="1"/>
              </p:cNvSpPr>
              <p:nvPr/>
            </p:nvSpPr>
            <p:spPr bwMode="auto">
              <a:xfrm>
                <a:off x="4848" y="1635"/>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397" name="Text Box 85">
                <a:extLst>
                  <a:ext uri="{FF2B5EF4-FFF2-40B4-BE49-F238E27FC236}">
                    <a16:creationId xmlns:a16="http://schemas.microsoft.com/office/drawing/2014/main" id="{E3FDB372-5F68-33C4-6DD0-305A894A2C69}"/>
                  </a:ext>
                </a:extLst>
              </p:cNvPr>
              <p:cNvSpPr txBox="1">
                <a:spLocks noChangeArrowheads="1"/>
              </p:cNvSpPr>
              <p:nvPr/>
            </p:nvSpPr>
            <p:spPr bwMode="auto">
              <a:xfrm>
                <a:off x="5040" y="1635"/>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398" name="Text Box 86">
                <a:extLst>
                  <a:ext uri="{FF2B5EF4-FFF2-40B4-BE49-F238E27FC236}">
                    <a16:creationId xmlns:a16="http://schemas.microsoft.com/office/drawing/2014/main" id="{1340F75E-7392-E9F5-91FC-42EF17F8B550}"/>
                  </a:ext>
                </a:extLst>
              </p:cNvPr>
              <p:cNvSpPr txBox="1">
                <a:spLocks noChangeArrowheads="1"/>
              </p:cNvSpPr>
              <p:nvPr/>
            </p:nvSpPr>
            <p:spPr bwMode="auto">
              <a:xfrm>
                <a:off x="5278" y="163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D</a:t>
                </a:r>
                <a:endParaRPr lang="en-GB" altLang="en-US" sz="1800" b="1">
                  <a:latin typeface="Arial" panose="020B0604020202020204" pitchFamily="34" charset="0"/>
                </a:endParaRPr>
              </a:p>
            </p:txBody>
          </p:sp>
          <p:sp>
            <p:nvSpPr>
              <p:cNvPr id="15399" name="Text Box 87">
                <a:extLst>
                  <a:ext uri="{FF2B5EF4-FFF2-40B4-BE49-F238E27FC236}">
                    <a16:creationId xmlns:a16="http://schemas.microsoft.com/office/drawing/2014/main" id="{33866CB9-9635-F43F-CB5D-BF9EC579FF97}"/>
                  </a:ext>
                </a:extLst>
              </p:cNvPr>
              <p:cNvSpPr txBox="1">
                <a:spLocks noChangeArrowheads="1"/>
              </p:cNvSpPr>
              <p:nvPr/>
            </p:nvSpPr>
            <p:spPr bwMode="auto">
              <a:xfrm>
                <a:off x="5470" y="2097"/>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sp>
            <p:nvSpPr>
              <p:cNvPr id="15400" name="Text Box 88">
                <a:extLst>
                  <a:ext uri="{FF2B5EF4-FFF2-40B4-BE49-F238E27FC236}">
                    <a16:creationId xmlns:a16="http://schemas.microsoft.com/office/drawing/2014/main" id="{79199D1D-4B94-A02C-7C06-F6E10F186DBD}"/>
                  </a:ext>
                </a:extLst>
              </p:cNvPr>
              <p:cNvSpPr txBox="1">
                <a:spLocks noChangeArrowheads="1"/>
              </p:cNvSpPr>
              <p:nvPr/>
            </p:nvSpPr>
            <p:spPr bwMode="auto">
              <a:xfrm>
                <a:off x="4272" y="1776"/>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IE" altLang="en-US" sz="1200" b="1">
                    <a:solidFill>
                      <a:schemeClr val="folHlink"/>
                    </a:solidFill>
                    <a:latin typeface="Arial" panose="020B0604020202020204" pitchFamily="34" charset="0"/>
                  </a:rPr>
                  <a:t>F-Takes-W</a:t>
                </a:r>
                <a:endParaRPr lang="en-GB" altLang="en-US" sz="1200" b="1">
                  <a:solidFill>
                    <a:schemeClr val="folHlink"/>
                  </a:solidFill>
                  <a:latin typeface="Arial" panose="020B0604020202020204" pitchFamily="34" charset="0"/>
                </a:endParaRPr>
              </a:p>
            </p:txBody>
          </p:sp>
          <p:sp>
            <p:nvSpPr>
              <p:cNvPr id="15401" name="Rectangle 89">
                <a:extLst>
                  <a:ext uri="{FF2B5EF4-FFF2-40B4-BE49-F238E27FC236}">
                    <a16:creationId xmlns:a16="http://schemas.microsoft.com/office/drawing/2014/main" id="{5E45D9B8-8B36-650E-10B4-72C214DCA7CB}"/>
                  </a:ext>
                </a:extLst>
              </p:cNvPr>
              <p:cNvSpPr>
                <a:spLocks noChangeArrowheads="1"/>
              </p:cNvSpPr>
              <p:nvPr/>
            </p:nvSpPr>
            <p:spPr bwMode="auto">
              <a:xfrm>
                <a:off x="4848" y="2346"/>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IE" altLang="en-US" sz="1400" b="1">
                    <a:solidFill>
                      <a:schemeClr val="bg1"/>
                    </a:solidFill>
                    <a:latin typeface="Arial" panose="020B0604020202020204" pitchFamily="34" charset="0"/>
                  </a:rPr>
                  <a:t>C/FWD</a:t>
                </a:r>
                <a:endParaRPr lang="en-GB" altLang="en-US" sz="1400" b="1">
                  <a:solidFill>
                    <a:schemeClr val="bg1"/>
                  </a:solidFill>
                  <a:latin typeface="Arial" panose="020B0604020202020204" pitchFamily="34" charset="0"/>
                </a:endParaRPr>
              </a:p>
            </p:txBody>
          </p:sp>
          <p:sp>
            <p:nvSpPr>
              <p:cNvPr id="15402" name="Line 90">
                <a:extLst>
                  <a:ext uri="{FF2B5EF4-FFF2-40B4-BE49-F238E27FC236}">
                    <a16:creationId xmlns:a16="http://schemas.microsoft.com/office/drawing/2014/main" id="{060EA03F-FBF9-81B3-1918-6B173407A2F0}"/>
                  </a:ext>
                </a:extLst>
              </p:cNvPr>
              <p:cNvSpPr>
                <a:spLocks noChangeShapeType="1"/>
              </p:cNvSpPr>
              <p:nvPr/>
            </p:nvSpPr>
            <p:spPr bwMode="auto">
              <a:xfrm>
                <a:off x="4272" y="1680"/>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5384" name="Group 91">
              <a:extLst>
                <a:ext uri="{FF2B5EF4-FFF2-40B4-BE49-F238E27FC236}">
                  <a16:creationId xmlns:a16="http://schemas.microsoft.com/office/drawing/2014/main" id="{1FD57918-7C34-E381-7B96-5E01C632B161}"/>
                </a:ext>
              </a:extLst>
            </p:cNvPr>
            <p:cNvGrpSpPr>
              <a:grpSpLocks/>
            </p:cNvGrpSpPr>
            <p:nvPr/>
          </p:nvGrpSpPr>
          <p:grpSpPr bwMode="auto">
            <a:xfrm>
              <a:off x="2791" y="1686"/>
              <a:ext cx="1481" cy="858"/>
              <a:chOff x="2790" y="1590"/>
              <a:chExt cx="1482" cy="858"/>
            </a:xfrm>
          </p:grpSpPr>
          <p:cxnSp>
            <p:nvCxnSpPr>
              <p:cNvPr id="15385" name="AutoShape 92">
                <a:extLst>
                  <a:ext uri="{FF2B5EF4-FFF2-40B4-BE49-F238E27FC236}">
                    <a16:creationId xmlns:a16="http://schemas.microsoft.com/office/drawing/2014/main" id="{2D3DD70D-BB07-658E-1258-32632FBA8282}"/>
                  </a:ext>
                </a:extLst>
              </p:cNvPr>
              <p:cNvCxnSpPr>
                <a:cxnSpLocks noChangeShapeType="1"/>
              </p:cNvCxnSpPr>
              <p:nvPr/>
            </p:nvCxnSpPr>
            <p:spPr bwMode="auto">
              <a:xfrm>
                <a:off x="2790" y="1686"/>
                <a:ext cx="612"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386" name="Text Box 93">
                <a:extLst>
                  <a:ext uri="{FF2B5EF4-FFF2-40B4-BE49-F238E27FC236}">
                    <a16:creationId xmlns:a16="http://schemas.microsoft.com/office/drawing/2014/main" id="{68610D98-7817-0678-C313-42365B3B79A5}"/>
                  </a:ext>
                </a:extLst>
              </p:cNvPr>
              <p:cNvSpPr txBox="1">
                <a:spLocks noChangeArrowheads="1"/>
              </p:cNvSpPr>
              <p:nvPr/>
            </p:nvSpPr>
            <p:spPr bwMode="auto">
              <a:xfrm>
                <a:off x="2832" y="1776"/>
                <a:ext cx="8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IE" altLang="en-US" sz="1200" b="1">
                    <a:solidFill>
                      <a:schemeClr val="folHlink"/>
                    </a:solidFill>
                    <a:latin typeface="Arial" panose="020B0604020202020204" pitchFamily="34" charset="0"/>
                  </a:rPr>
                  <a:t>F-Takes-S</a:t>
                </a:r>
                <a:endParaRPr lang="en-GB" altLang="en-US" sz="1200" b="1">
                  <a:solidFill>
                    <a:schemeClr val="folHlink"/>
                  </a:solidFill>
                  <a:latin typeface="Arial" panose="020B0604020202020204" pitchFamily="34" charset="0"/>
                </a:endParaRPr>
              </a:p>
            </p:txBody>
          </p:sp>
          <p:grpSp>
            <p:nvGrpSpPr>
              <p:cNvPr id="15387" name="Group 94">
                <a:extLst>
                  <a:ext uri="{FF2B5EF4-FFF2-40B4-BE49-F238E27FC236}">
                    <a16:creationId xmlns:a16="http://schemas.microsoft.com/office/drawing/2014/main" id="{5C9903B0-36A8-8973-799B-43FBD31C779B}"/>
                  </a:ext>
                </a:extLst>
              </p:cNvPr>
              <p:cNvGrpSpPr>
                <a:grpSpLocks/>
              </p:cNvGrpSpPr>
              <p:nvPr/>
            </p:nvGrpSpPr>
            <p:grpSpPr bwMode="auto">
              <a:xfrm>
                <a:off x="3408" y="1590"/>
                <a:ext cx="864" cy="720"/>
                <a:chOff x="1344" y="1824"/>
                <a:chExt cx="864" cy="720"/>
              </a:xfrm>
            </p:grpSpPr>
            <p:sp>
              <p:nvSpPr>
                <p:cNvPr id="15393" name="Freeform 95">
                  <a:extLst>
                    <a:ext uri="{FF2B5EF4-FFF2-40B4-BE49-F238E27FC236}">
                      <a16:creationId xmlns:a16="http://schemas.microsoft.com/office/drawing/2014/main" id="{3009ACA9-C42C-C988-B1AA-D9EF9A9224DC}"/>
                    </a:ext>
                  </a:extLst>
                </p:cNvPr>
                <p:cNvSpPr>
                  <a:spLocks/>
                </p:cNvSpPr>
                <p:nvPr/>
              </p:nvSpPr>
              <p:spPr bwMode="auto">
                <a:xfrm rot="5400000">
                  <a:off x="1608" y="1800"/>
                  <a:ext cx="288" cy="720"/>
                </a:xfrm>
                <a:custGeom>
                  <a:avLst/>
                  <a:gdLst>
                    <a:gd name="T0" fmla="*/ 0 w 2010"/>
                    <a:gd name="T1" fmla="*/ 72 h 1134"/>
                    <a:gd name="T2" fmla="*/ 0 w 2010"/>
                    <a:gd name="T3" fmla="*/ 69 h 1134"/>
                    <a:gd name="T4" fmla="*/ 0 w 2010"/>
                    <a:gd name="T5" fmla="*/ 56 h 1134"/>
                    <a:gd name="T6" fmla="*/ 0 w 2010"/>
                    <a:gd name="T7" fmla="*/ 37 h 1134"/>
                    <a:gd name="T8" fmla="*/ 0 w 2010"/>
                    <a:gd name="T9" fmla="*/ 25 h 1134"/>
                    <a:gd name="T10" fmla="*/ 0 w 2010"/>
                    <a:gd name="T11" fmla="*/ 19 h 1134"/>
                    <a:gd name="T12" fmla="*/ 0 w 2010"/>
                    <a:gd name="T13" fmla="*/ 14 h 1134"/>
                    <a:gd name="T14" fmla="*/ 0 w 2010"/>
                    <a:gd name="T15" fmla="*/ 7 h 1134"/>
                    <a:gd name="T16" fmla="*/ 0 w 2010"/>
                    <a:gd name="T17" fmla="*/ 2 h 1134"/>
                    <a:gd name="T18" fmla="*/ 0 w 2010"/>
                    <a:gd name="T19" fmla="*/ 0 h 1134"/>
                    <a:gd name="T20" fmla="*/ 0 w 2010"/>
                    <a:gd name="T21" fmla="*/ 2 h 1134"/>
                    <a:gd name="T22" fmla="*/ 0 w 2010"/>
                    <a:gd name="T23" fmla="*/ 3 h 1134"/>
                    <a:gd name="T24" fmla="*/ 0 w 2010"/>
                    <a:gd name="T25" fmla="*/ 4 h 1134"/>
                    <a:gd name="T26" fmla="*/ 0 w 2010"/>
                    <a:gd name="T27" fmla="*/ 2 h 1134"/>
                    <a:gd name="T28" fmla="*/ 0 w 2010"/>
                    <a:gd name="T29" fmla="*/ 1 h 1134"/>
                    <a:gd name="T30" fmla="*/ 0 w 2010"/>
                    <a:gd name="T31" fmla="*/ 1 h 1134"/>
                    <a:gd name="T32" fmla="*/ 0 w 2010"/>
                    <a:gd name="T33" fmla="*/ 4 h 1134"/>
                    <a:gd name="T34" fmla="*/ 0 w 2010"/>
                    <a:gd name="T35" fmla="*/ 6 h 1134"/>
                    <a:gd name="T36" fmla="*/ 0 w 2010"/>
                    <a:gd name="T37" fmla="*/ 15 h 1134"/>
                    <a:gd name="T38" fmla="*/ 0 w 2010"/>
                    <a:gd name="T39" fmla="*/ 18 h 1134"/>
                    <a:gd name="T40" fmla="*/ 0 w 2010"/>
                    <a:gd name="T41" fmla="*/ 19 h 1134"/>
                    <a:gd name="T42" fmla="*/ 0 w 2010"/>
                    <a:gd name="T43" fmla="*/ 30 h 1134"/>
                    <a:gd name="T44" fmla="*/ 0 w 2010"/>
                    <a:gd name="T45" fmla="*/ 40 h 1134"/>
                    <a:gd name="T46" fmla="*/ 0 w 2010"/>
                    <a:gd name="T47" fmla="*/ 50 h 1134"/>
                    <a:gd name="T48" fmla="*/ 0 w 2010"/>
                    <a:gd name="T49" fmla="*/ 57 h 1134"/>
                    <a:gd name="T50" fmla="*/ 0 w 2010"/>
                    <a:gd name="T51" fmla="*/ 58 h 1134"/>
                    <a:gd name="T52" fmla="*/ 0 w 2010"/>
                    <a:gd name="T53" fmla="*/ 64 h 1134"/>
                    <a:gd name="T54" fmla="*/ 0 w 2010"/>
                    <a:gd name="T55" fmla="*/ 68 h 1134"/>
                    <a:gd name="T56" fmla="*/ 0 w 2010"/>
                    <a:gd name="T57" fmla="*/ 70 h 1134"/>
                    <a:gd name="T58" fmla="*/ 0 w 2010"/>
                    <a:gd name="T59" fmla="*/ 72 h 1134"/>
                    <a:gd name="T60" fmla="*/ 0 w 2010"/>
                    <a:gd name="T61" fmla="*/ 74 h 1134"/>
                    <a:gd name="T62" fmla="*/ 0 w 2010"/>
                    <a:gd name="T63" fmla="*/ 74 h 1134"/>
                    <a:gd name="T64" fmla="*/ 0 w 2010"/>
                    <a:gd name="T65" fmla="*/ 72 h 1134"/>
                    <a:gd name="T66" fmla="*/ 0 w 2010"/>
                    <a:gd name="T67" fmla="*/ 72 h 1134"/>
                    <a:gd name="T68" fmla="*/ 0 w 2010"/>
                    <a:gd name="T69" fmla="*/ 74 h 1134"/>
                    <a:gd name="T70" fmla="*/ 0 w 2010"/>
                    <a:gd name="T71" fmla="*/ 74 h 1134"/>
                    <a:gd name="T72" fmla="*/ 0 w 2010"/>
                    <a:gd name="T73" fmla="*/ 72 h 1134"/>
                    <a:gd name="T74" fmla="*/ 0 w 2010"/>
                    <a:gd name="T75" fmla="*/ 71 h 1134"/>
                    <a:gd name="T76" fmla="*/ 0 w 2010"/>
                    <a:gd name="T77" fmla="*/ 72 h 1134"/>
                    <a:gd name="T78" fmla="*/ 0 w 2010"/>
                    <a:gd name="T79" fmla="*/ 70 h 1134"/>
                    <a:gd name="T80" fmla="*/ 0 w 2010"/>
                    <a:gd name="T81" fmla="*/ 71 h 113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010"/>
                    <a:gd name="T124" fmla="*/ 0 h 1134"/>
                    <a:gd name="T125" fmla="*/ 2010 w 2010"/>
                    <a:gd name="T126" fmla="*/ 1134 h 113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010" h="1134">
                      <a:moveTo>
                        <a:pt x="0" y="1098"/>
                      </a:moveTo>
                      <a:cubicBezTo>
                        <a:pt x="49" y="1088"/>
                        <a:pt x="73" y="1079"/>
                        <a:pt x="108" y="1044"/>
                      </a:cubicBezTo>
                      <a:cubicBezTo>
                        <a:pt x="137" y="927"/>
                        <a:pt x="220" y="919"/>
                        <a:pt x="306" y="855"/>
                      </a:cubicBezTo>
                      <a:cubicBezTo>
                        <a:pt x="339" y="756"/>
                        <a:pt x="379" y="627"/>
                        <a:pt x="468" y="567"/>
                      </a:cubicBezTo>
                      <a:cubicBezTo>
                        <a:pt x="519" y="491"/>
                        <a:pt x="567" y="445"/>
                        <a:pt x="639" y="387"/>
                      </a:cubicBezTo>
                      <a:cubicBezTo>
                        <a:pt x="689" y="347"/>
                        <a:pt x="730" y="304"/>
                        <a:pt x="792" y="288"/>
                      </a:cubicBezTo>
                      <a:cubicBezTo>
                        <a:pt x="830" y="263"/>
                        <a:pt x="853" y="255"/>
                        <a:pt x="837" y="207"/>
                      </a:cubicBezTo>
                      <a:cubicBezTo>
                        <a:pt x="855" y="153"/>
                        <a:pt x="911" y="125"/>
                        <a:pt x="963" y="108"/>
                      </a:cubicBezTo>
                      <a:cubicBezTo>
                        <a:pt x="971" y="97"/>
                        <a:pt x="1018" y="32"/>
                        <a:pt x="1026" y="27"/>
                      </a:cubicBezTo>
                      <a:cubicBezTo>
                        <a:pt x="1046" y="14"/>
                        <a:pt x="1101" y="6"/>
                        <a:pt x="1125" y="0"/>
                      </a:cubicBezTo>
                      <a:cubicBezTo>
                        <a:pt x="1216" y="6"/>
                        <a:pt x="1297" y="14"/>
                        <a:pt x="1386" y="27"/>
                      </a:cubicBezTo>
                      <a:cubicBezTo>
                        <a:pt x="1429" y="49"/>
                        <a:pt x="1453" y="38"/>
                        <a:pt x="1503" y="45"/>
                      </a:cubicBezTo>
                      <a:cubicBezTo>
                        <a:pt x="1572" y="55"/>
                        <a:pt x="1641" y="63"/>
                        <a:pt x="1710" y="72"/>
                      </a:cubicBezTo>
                      <a:cubicBezTo>
                        <a:pt x="1754" y="61"/>
                        <a:pt x="1793" y="41"/>
                        <a:pt x="1836" y="27"/>
                      </a:cubicBezTo>
                      <a:cubicBezTo>
                        <a:pt x="1854" y="21"/>
                        <a:pt x="1890" y="9"/>
                        <a:pt x="1890" y="9"/>
                      </a:cubicBezTo>
                      <a:cubicBezTo>
                        <a:pt x="1926" y="12"/>
                        <a:pt x="1966" y="2"/>
                        <a:pt x="1998" y="18"/>
                      </a:cubicBezTo>
                      <a:cubicBezTo>
                        <a:pt x="2010" y="24"/>
                        <a:pt x="1988" y="43"/>
                        <a:pt x="1980" y="54"/>
                      </a:cubicBezTo>
                      <a:cubicBezTo>
                        <a:pt x="1967" y="71"/>
                        <a:pt x="1950" y="84"/>
                        <a:pt x="1935" y="99"/>
                      </a:cubicBezTo>
                      <a:cubicBezTo>
                        <a:pt x="1937" y="115"/>
                        <a:pt x="1962" y="209"/>
                        <a:pt x="1944" y="234"/>
                      </a:cubicBezTo>
                      <a:cubicBezTo>
                        <a:pt x="1934" y="248"/>
                        <a:pt x="1919" y="257"/>
                        <a:pt x="1908" y="270"/>
                      </a:cubicBezTo>
                      <a:cubicBezTo>
                        <a:pt x="1901" y="278"/>
                        <a:pt x="1896" y="288"/>
                        <a:pt x="1890" y="297"/>
                      </a:cubicBezTo>
                      <a:cubicBezTo>
                        <a:pt x="1881" y="380"/>
                        <a:pt x="1871" y="402"/>
                        <a:pt x="1827" y="468"/>
                      </a:cubicBezTo>
                      <a:cubicBezTo>
                        <a:pt x="1810" y="536"/>
                        <a:pt x="1834" y="565"/>
                        <a:pt x="1881" y="612"/>
                      </a:cubicBezTo>
                      <a:cubicBezTo>
                        <a:pt x="1897" y="661"/>
                        <a:pt x="1858" y="714"/>
                        <a:pt x="1845" y="765"/>
                      </a:cubicBezTo>
                      <a:cubicBezTo>
                        <a:pt x="1857" y="812"/>
                        <a:pt x="1868" y="823"/>
                        <a:pt x="1818" y="873"/>
                      </a:cubicBezTo>
                      <a:cubicBezTo>
                        <a:pt x="1801" y="890"/>
                        <a:pt x="1769" y="883"/>
                        <a:pt x="1746" y="891"/>
                      </a:cubicBezTo>
                      <a:cubicBezTo>
                        <a:pt x="1725" y="923"/>
                        <a:pt x="1690" y="946"/>
                        <a:pt x="1674" y="981"/>
                      </a:cubicBezTo>
                      <a:cubicBezTo>
                        <a:pt x="1666" y="998"/>
                        <a:pt x="1661" y="1017"/>
                        <a:pt x="1656" y="1035"/>
                      </a:cubicBezTo>
                      <a:cubicBezTo>
                        <a:pt x="1653" y="1047"/>
                        <a:pt x="1652" y="1060"/>
                        <a:pt x="1647" y="1071"/>
                      </a:cubicBezTo>
                      <a:cubicBezTo>
                        <a:pt x="1643" y="1081"/>
                        <a:pt x="1634" y="1088"/>
                        <a:pt x="1629" y="1098"/>
                      </a:cubicBezTo>
                      <a:cubicBezTo>
                        <a:pt x="1625" y="1106"/>
                        <a:pt x="1627" y="1118"/>
                        <a:pt x="1620" y="1125"/>
                      </a:cubicBezTo>
                      <a:cubicBezTo>
                        <a:pt x="1613" y="1132"/>
                        <a:pt x="1602" y="1131"/>
                        <a:pt x="1593" y="1134"/>
                      </a:cubicBezTo>
                      <a:cubicBezTo>
                        <a:pt x="1582" y="1130"/>
                        <a:pt x="1531" y="1113"/>
                        <a:pt x="1512" y="1107"/>
                      </a:cubicBezTo>
                      <a:cubicBezTo>
                        <a:pt x="1503" y="1104"/>
                        <a:pt x="1485" y="1098"/>
                        <a:pt x="1485" y="1098"/>
                      </a:cubicBezTo>
                      <a:cubicBezTo>
                        <a:pt x="1413" y="1110"/>
                        <a:pt x="1341" y="1122"/>
                        <a:pt x="1269" y="1134"/>
                      </a:cubicBezTo>
                      <a:cubicBezTo>
                        <a:pt x="1098" y="1120"/>
                        <a:pt x="1217" y="1134"/>
                        <a:pt x="1116" y="1116"/>
                      </a:cubicBezTo>
                      <a:cubicBezTo>
                        <a:pt x="1080" y="1110"/>
                        <a:pt x="1044" y="1104"/>
                        <a:pt x="1008" y="1098"/>
                      </a:cubicBezTo>
                      <a:cubicBezTo>
                        <a:pt x="990" y="1095"/>
                        <a:pt x="954" y="1089"/>
                        <a:pt x="954" y="1089"/>
                      </a:cubicBezTo>
                      <a:cubicBezTo>
                        <a:pt x="793" y="1095"/>
                        <a:pt x="637" y="1109"/>
                        <a:pt x="477" y="1098"/>
                      </a:cubicBezTo>
                      <a:cubicBezTo>
                        <a:pt x="405" y="1086"/>
                        <a:pt x="333" y="1078"/>
                        <a:pt x="261" y="1071"/>
                      </a:cubicBezTo>
                      <a:cubicBezTo>
                        <a:pt x="192" y="1077"/>
                        <a:pt x="54" y="1089"/>
                        <a:pt x="54" y="1089"/>
                      </a:cubicBezTo>
                    </a:path>
                  </a:pathLst>
                </a:custGeom>
                <a:solidFill>
                  <a:srgbClr val="99CCFF"/>
                </a:solidFill>
                <a:ln w="9525">
                  <a:solidFill>
                    <a:srgbClr val="99CCFF"/>
                  </a:solidFill>
                  <a:round/>
                  <a:headEnd/>
                  <a:tailEnd/>
                </a:ln>
              </p:spPr>
              <p:txBody>
                <a:bodyPr wrap="none"/>
                <a:lstStyle/>
                <a:p>
                  <a:endParaRPr lang="en-US"/>
                </a:p>
              </p:txBody>
            </p:sp>
            <p:sp>
              <p:nvSpPr>
                <p:cNvPr id="15394" name="Rectangle 96">
                  <a:extLst>
                    <a:ext uri="{FF2B5EF4-FFF2-40B4-BE49-F238E27FC236}">
                      <a16:creationId xmlns:a16="http://schemas.microsoft.com/office/drawing/2014/main" id="{D84F8715-16A4-ABF6-34A0-D9683CC7D004}"/>
                    </a:ext>
                  </a:extLst>
                </p:cNvPr>
                <p:cNvSpPr>
                  <a:spLocks noChangeArrowheads="1"/>
                </p:cNvSpPr>
                <p:nvPr/>
              </p:nvSpPr>
              <p:spPr bwMode="auto">
                <a:xfrm>
                  <a:off x="1344" y="1824"/>
                  <a:ext cx="864" cy="7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grpSp>
          <p:sp>
            <p:nvSpPr>
              <p:cNvPr id="15388" name="Text Box 97">
                <a:extLst>
                  <a:ext uri="{FF2B5EF4-FFF2-40B4-BE49-F238E27FC236}">
                    <a16:creationId xmlns:a16="http://schemas.microsoft.com/office/drawing/2014/main" id="{401464E4-2C10-9636-C182-C451F90D81E2}"/>
                  </a:ext>
                </a:extLst>
              </p:cNvPr>
              <p:cNvSpPr txBox="1">
                <a:spLocks noChangeArrowheads="1"/>
              </p:cNvSpPr>
              <p:nvPr/>
            </p:nvSpPr>
            <p:spPr bwMode="auto">
              <a:xfrm>
                <a:off x="3408" y="2055"/>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F</a:t>
                </a:r>
                <a:endParaRPr lang="en-GB" altLang="en-US" sz="1800" b="1">
                  <a:latin typeface="Arial" panose="020B0604020202020204" pitchFamily="34" charset="0"/>
                </a:endParaRPr>
              </a:p>
            </p:txBody>
          </p:sp>
          <p:sp>
            <p:nvSpPr>
              <p:cNvPr id="15389" name="Text Box 98">
                <a:extLst>
                  <a:ext uri="{FF2B5EF4-FFF2-40B4-BE49-F238E27FC236}">
                    <a16:creationId xmlns:a16="http://schemas.microsoft.com/office/drawing/2014/main" id="{4AD994CB-27C5-B958-37B8-A7284F0265DC}"/>
                  </a:ext>
                </a:extLst>
              </p:cNvPr>
              <p:cNvSpPr txBox="1">
                <a:spLocks noChangeArrowheads="1"/>
              </p:cNvSpPr>
              <p:nvPr/>
            </p:nvSpPr>
            <p:spPr bwMode="auto">
              <a:xfrm>
                <a:off x="3600" y="2055"/>
                <a:ext cx="2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W</a:t>
                </a:r>
                <a:endParaRPr lang="en-GB" altLang="en-US" sz="1800" b="1">
                  <a:latin typeface="Arial" panose="020B0604020202020204" pitchFamily="34" charset="0"/>
                </a:endParaRPr>
              </a:p>
            </p:txBody>
          </p:sp>
          <p:sp>
            <p:nvSpPr>
              <p:cNvPr id="15390" name="Text Box 99">
                <a:extLst>
                  <a:ext uri="{FF2B5EF4-FFF2-40B4-BE49-F238E27FC236}">
                    <a16:creationId xmlns:a16="http://schemas.microsoft.com/office/drawing/2014/main" id="{93BD41F6-5F35-0E79-FC88-B3694365A22C}"/>
                  </a:ext>
                </a:extLst>
              </p:cNvPr>
              <p:cNvSpPr txBox="1">
                <a:spLocks noChangeArrowheads="1"/>
              </p:cNvSpPr>
              <p:nvPr/>
            </p:nvSpPr>
            <p:spPr bwMode="auto">
              <a:xfrm>
                <a:off x="3838" y="1593"/>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D</a:t>
                </a:r>
                <a:endParaRPr lang="en-GB" altLang="en-US" sz="1800" b="1">
                  <a:latin typeface="Arial" panose="020B0604020202020204" pitchFamily="34" charset="0"/>
                </a:endParaRPr>
              </a:p>
            </p:txBody>
          </p:sp>
          <p:sp>
            <p:nvSpPr>
              <p:cNvPr id="15391" name="Text Box 100">
                <a:extLst>
                  <a:ext uri="{FF2B5EF4-FFF2-40B4-BE49-F238E27FC236}">
                    <a16:creationId xmlns:a16="http://schemas.microsoft.com/office/drawing/2014/main" id="{AD506C44-809F-4834-8309-B8FFD12D8CFE}"/>
                  </a:ext>
                </a:extLst>
              </p:cNvPr>
              <p:cNvSpPr txBox="1">
                <a:spLocks noChangeArrowheads="1"/>
              </p:cNvSpPr>
              <p:nvPr/>
            </p:nvSpPr>
            <p:spPr bwMode="auto">
              <a:xfrm>
                <a:off x="4030" y="205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IE" altLang="en-US" sz="1800" b="1">
                    <a:latin typeface="Arial" panose="020B0604020202020204" pitchFamily="34" charset="0"/>
                  </a:rPr>
                  <a:t>C</a:t>
                </a:r>
                <a:endParaRPr lang="en-GB" altLang="en-US" sz="1800" b="1">
                  <a:latin typeface="Arial" panose="020B0604020202020204" pitchFamily="34" charset="0"/>
                </a:endParaRPr>
              </a:p>
            </p:txBody>
          </p:sp>
          <p:sp>
            <p:nvSpPr>
              <p:cNvPr id="15392" name="Rectangle 101">
                <a:extLst>
                  <a:ext uri="{FF2B5EF4-FFF2-40B4-BE49-F238E27FC236}">
                    <a16:creationId xmlns:a16="http://schemas.microsoft.com/office/drawing/2014/main" id="{93B1EA1E-4C42-A887-9CF7-FBAD6B5983D2}"/>
                  </a:ext>
                </a:extLst>
              </p:cNvPr>
              <p:cNvSpPr>
                <a:spLocks noChangeArrowheads="1"/>
              </p:cNvSpPr>
              <p:nvPr/>
            </p:nvSpPr>
            <p:spPr bwMode="auto">
              <a:xfrm>
                <a:off x="3408" y="2304"/>
                <a:ext cx="864" cy="144"/>
              </a:xfrm>
              <a:prstGeom prst="rect">
                <a:avLst/>
              </a:prstGeom>
              <a:solidFill>
                <a:schemeClr val="accent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IE" altLang="en-US" sz="1400" b="1">
                    <a:solidFill>
                      <a:schemeClr val="bg1"/>
                    </a:solidFill>
                    <a:latin typeface="Arial" panose="020B0604020202020204" pitchFamily="34" charset="0"/>
                  </a:rPr>
                  <a:t>FWC/D</a:t>
                </a:r>
                <a:endParaRPr lang="en-GB" altLang="en-US" sz="1400" b="1">
                  <a:solidFill>
                    <a:schemeClr val="bg1"/>
                  </a:solidFill>
                  <a:latin typeface="Arial" panose="020B0604020202020204" pitchFamily="34" charset="0"/>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91117838-02E1-C3CF-C471-7CF0323A1675}"/>
              </a:ext>
            </a:extLst>
          </p:cNvPr>
          <p:cNvSpPr>
            <a:spLocks noGrp="1"/>
          </p:cNvSpPr>
          <p:nvPr>
            <p:ph type="body" sz="half" idx="4294967295"/>
          </p:nvPr>
        </p:nvSpPr>
        <p:spPr>
          <a:xfrm>
            <a:off x="287867" y="1254855"/>
            <a:ext cx="4419600" cy="5029200"/>
          </a:xfrm>
        </p:spPr>
        <p:txBody>
          <a:bodyPr>
            <a:normAutofit fontScale="92500" lnSpcReduction="10000"/>
          </a:bodyPr>
          <a:lstStyle/>
          <a:p>
            <a:pPr eaLnBrk="1" hangingPunct="1">
              <a:lnSpc>
                <a:spcPct val="80000"/>
              </a:lnSpc>
            </a:pPr>
            <a:r>
              <a:rPr lang="en-US" altLang="en-US" sz="2400" dirty="0">
                <a:solidFill>
                  <a:schemeClr val="tx1"/>
                </a:solidFill>
              </a:rPr>
              <a:t>Searching for a solution:</a:t>
            </a:r>
          </a:p>
          <a:p>
            <a:pPr>
              <a:lnSpc>
                <a:spcPct val="80000"/>
              </a:lnSpc>
              <a:spcBef>
                <a:spcPct val="0"/>
              </a:spcBef>
              <a:buClrTx/>
              <a:buSzTx/>
              <a:buFontTx/>
              <a:buNone/>
            </a:pPr>
            <a:endParaRPr lang="en-US" altLang="en-US" sz="2400" dirty="0">
              <a:solidFill>
                <a:schemeClr val="tx1"/>
              </a:solidFill>
            </a:endParaRPr>
          </a:p>
          <a:p>
            <a:pPr>
              <a:lnSpc>
                <a:spcPct val="80000"/>
              </a:lnSpc>
              <a:spcBef>
                <a:spcPct val="0"/>
              </a:spcBef>
              <a:buClrTx/>
              <a:buSzTx/>
              <a:buFontTx/>
              <a:buNone/>
            </a:pPr>
            <a:r>
              <a:rPr lang="en-US" altLang="en-US" sz="2400" dirty="0">
                <a:solidFill>
                  <a:schemeClr val="tx1"/>
                </a:solidFill>
              </a:rPr>
              <a:t>	We start with the initial state and keep using the operators to expand the parent nodes till we find a goal state.</a:t>
            </a:r>
          </a:p>
          <a:p>
            <a:pPr>
              <a:lnSpc>
                <a:spcPct val="80000"/>
              </a:lnSpc>
              <a:spcBef>
                <a:spcPct val="0"/>
              </a:spcBef>
              <a:buClrTx/>
              <a:buSzTx/>
              <a:buFontTx/>
              <a:buNone/>
            </a:pPr>
            <a:endParaRPr lang="en-US" altLang="en-US" sz="2400" dirty="0">
              <a:solidFill>
                <a:schemeClr val="tx1"/>
              </a:solidFill>
            </a:endParaRPr>
          </a:p>
          <a:p>
            <a:pPr>
              <a:lnSpc>
                <a:spcPct val="80000"/>
              </a:lnSpc>
              <a:spcBef>
                <a:spcPct val="0"/>
              </a:spcBef>
              <a:buClrTx/>
              <a:buSzTx/>
              <a:buFontTx/>
              <a:buNone/>
            </a:pPr>
            <a:endParaRPr lang="en-US" altLang="en-US" sz="2400" dirty="0">
              <a:solidFill>
                <a:schemeClr val="tx1"/>
              </a:solidFill>
            </a:endParaRPr>
          </a:p>
          <a:p>
            <a:pPr eaLnBrk="1" hangingPunct="1">
              <a:lnSpc>
                <a:spcPct val="80000"/>
              </a:lnSpc>
            </a:pPr>
            <a:r>
              <a:rPr lang="en-US" altLang="en-US" sz="2400" dirty="0">
                <a:solidFill>
                  <a:schemeClr val="tx1"/>
                </a:solidFill>
              </a:rPr>
              <a:t>…but the search space might be large…</a:t>
            </a:r>
          </a:p>
          <a:p>
            <a:pPr eaLnBrk="1" hangingPunct="1">
              <a:lnSpc>
                <a:spcPct val="80000"/>
              </a:lnSpc>
            </a:pPr>
            <a:endParaRPr lang="en-US" altLang="en-US" sz="2400" dirty="0">
              <a:solidFill>
                <a:schemeClr val="tx1"/>
              </a:solidFill>
            </a:endParaRPr>
          </a:p>
          <a:p>
            <a:pPr eaLnBrk="1" hangingPunct="1">
              <a:lnSpc>
                <a:spcPct val="80000"/>
              </a:lnSpc>
            </a:pPr>
            <a:r>
              <a:rPr lang="en-US" altLang="en-US" sz="2400" dirty="0">
                <a:solidFill>
                  <a:schemeClr val="tx1"/>
                </a:solidFill>
              </a:rPr>
              <a:t>…really large…</a:t>
            </a:r>
          </a:p>
          <a:p>
            <a:pPr eaLnBrk="1" hangingPunct="1">
              <a:lnSpc>
                <a:spcPct val="80000"/>
              </a:lnSpc>
            </a:pPr>
            <a:endParaRPr lang="en-US" altLang="en-US" sz="2400" dirty="0">
              <a:solidFill>
                <a:schemeClr val="tx1"/>
              </a:solidFill>
            </a:endParaRPr>
          </a:p>
          <a:p>
            <a:pPr eaLnBrk="1" hangingPunct="1">
              <a:lnSpc>
                <a:spcPct val="80000"/>
              </a:lnSpc>
            </a:pPr>
            <a:r>
              <a:rPr lang="en-US" altLang="en-US" sz="2400" dirty="0">
                <a:solidFill>
                  <a:schemeClr val="tx1"/>
                </a:solidFill>
              </a:rPr>
              <a:t>So, we need some systematic way to search.</a:t>
            </a:r>
          </a:p>
        </p:txBody>
      </p:sp>
      <p:pic>
        <p:nvPicPr>
          <p:cNvPr id="13315" name="Picture 6">
            <a:extLst>
              <a:ext uri="{FF2B5EF4-FFF2-40B4-BE49-F238E27FC236}">
                <a16:creationId xmlns:a16="http://schemas.microsoft.com/office/drawing/2014/main" id="{77956149-ED31-7F6E-3CF5-8DD51F30D6E2}"/>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4913313" y="1905000"/>
            <a:ext cx="4230687" cy="4648200"/>
          </a:xfr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5">
            <a:extLst>
              <a:ext uri="{FF2B5EF4-FFF2-40B4-BE49-F238E27FC236}">
                <a16:creationId xmlns:a16="http://schemas.microsoft.com/office/drawing/2014/main" id="{AE62F56D-C452-9B99-4139-01E74549ABDC}"/>
              </a:ext>
            </a:extLst>
          </p:cNvPr>
          <p:cNvSpPr>
            <a:spLocks noGrp="1"/>
          </p:cNvSpPr>
          <p:nvPr>
            <p:ph sz="quarter" idx="4294967295"/>
          </p:nvPr>
        </p:nvSpPr>
        <p:spPr>
          <a:xfrm>
            <a:off x="452965" y="1884728"/>
            <a:ext cx="8238067" cy="3965738"/>
          </a:xfrm>
        </p:spPr>
        <p:txBody>
          <a:bodyPr>
            <a:normAutofit/>
          </a:bodyPr>
          <a:lstStyle/>
          <a:p>
            <a:pPr eaLnBrk="1" hangingPunct="1">
              <a:spcBef>
                <a:spcPts val="0"/>
              </a:spcBef>
              <a:spcAft>
                <a:spcPts val="1200"/>
              </a:spcAft>
              <a:buClr>
                <a:schemeClr val="accent1"/>
              </a:buClr>
            </a:pPr>
            <a:r>
              <a:rPr lang="en-CA" altLang="en-US" sz="2200" dirty="0">
                <a:solidFill>
                  <a:schemeClr val="accent1"/>
                </a:solidFill>
                <a:latin typeface="+mj-lt"/>
              </a:rPr>
              <a:t>Uninformed (Blind) search: </a:t>
            </a:r>
            <a:r>
              <a:rPr lang="en-CA" altLang="en-US" sz="2200" dirty="0">
                <a:solidFill>
                  <a:schemeClr val="tx1"/>
                </a:solidFill>
                <a:latin typeface="+mj-lt"/>
              </a:rPr>
              <a:t>breadth-first, depth-first, depth limited, iterative deepening, and bidirectional search</a:t>
            </a:r>
            <a:endParaRPr lang="en-CA" altLang="en-US" sz="2200" b="1" dirty="0">
              <a:solidFill>
                <a:schemeClr val="tx1"/>
              </a:solidFill>
              <a:latin typeface="+mj-lt"/>
            </a:endParaRPr>
          </a:p>
          <a:p>
            <a:pPr eaLnBrk="1" hangingPunct="1">
              <a:spcBef>
                <a:spcPts val="0"/>
              </a:spcBef>
              <a:spcAft>
                <a:spcPts val="1200"/>
              </a:spcAft>
              <a:buClr>
                <a:schemeClr val="accent1"/>
              </a:buClr>
            </a:pPr>
            <a:r>
              <a:rPr lang="en-CA" altLang="en-US" sz="2200" dirty="0">
                <a:solidFill>
                  <a:schemeClr val="accent1"/>
                </a:solidFill>
                <a:latin typeface="+mj-lt"/>
              </a:rPr>
              <a:t>Informed (Heuristic) search:</a:t>
            </a:r>
            <a:r>
              <a:rPr lang="en-CA" altLang="en-US" sz="2200" dirty="0">
                <a:solidFill>
                  <a:schemeClr val="tx1"/>
                </a:solidFill>
                <a:latin typeface="+mj-lt"/>
              </a:rPr>
              <a:t> search is guided by an evaluation function: Greedy best-first, A*, IDA*, and beam search</a:t>
            </a:r>
            <a:endParaRPr lang="en-CA" altLang="en-US" sz="2200" b="1" dirty="0">
              <a:solidFill>
                <a:schemeClr val="tx1"/>
              </a:solidFill>
              <a:latin typeface="+mj-lt"/>
            </a:endParaRPr>
          </a:p>
          <a:p>
            <a:pPr eaLnBrk="1" hangingPunct="1">
              <a:spcBef>
                <a:spcPts val="0"/>
              </a:spcBef>
              <a:spcAft>
                <a:spcPts val="1200"/>
              </a:spcAft>
              <a:buClr>
                <a:schemeClr val="accent1"/>
              </a:buClr>
            </a:pPr>
            <a:r>
              <a:rPr lang="en-CA" altLang="en-US" sz="2200" dirty="0">
                <a:solidFill>
                  <a:schemeClr val="accent1"/>
                </a:solidFill>
                <a:latin typeface="+mj-lt"/>
              </a:rPr>
              <a:t>Optimization</a:t>
            </a:r>
            <a:r>
              <a:rPr lang="en-CA" altLang="en-US" sz="2200" dirty="0">
                <a:solidFill>
                  <a:schemeClr val="tx1"/>
                </a:solidFill>
                <a:latin typeface="+mj-lt"/>
              </a:rPr>
              <a:t> in which the search is to find an optimal value of an objective function: hill climbing, simulated annealing, genetic algorithms, Ant Colony Optimization</a:t>
            </a:r>
            <a:endParaRPr lang="en-CA" altLang="en-US" sz="2200" b="1" dirty="0">
              <a:solidFill>
                <a:schemeClr val="tx1"/>
              </a:solidFill>
              <a:latin typeface="+mj-lt"/>
            </a:endParaRPr>
          </a:p>
          <a:p>
            <a:pPr eaLnBrk="1" hangingPunct="1">
              <a:spcBef>
                <a:spcPts val="0"/>
              </a:spcBef>
              <a:spcAft>
                <a:spcPts val="1200"/>
              </a:spcAft>
              <a:buClr>
                <a:schemeClr val="accent1"/>
              </a:buClr>
            </a:pPr>
            <a:r>
              <a:rPr lang="en-CA" altLang="en-US" sz="2200" dirty="0">
                <a:solidFill>
                  <a:schemeClr val="accent1"/>
                </a:solidFill>
                <a:latin typeface="+mj-lt"/>
              </a:rPr>
              <a:t>Game playing</a:t>
            </a:r>
            <a:r>
              <a:rPr lang="en-CA" altLang="en-US" sz="2200" dirty="0">
                <a:solidFill>
                  <a:schemeClr val="tx1"/>
                </a:solidFill>
                <a:latin typeface="+mj-lt"/>
              </a:rPr>
              <a:t>, an adversarial search: minimax algorithm, alpha-beta pruning</a:t>
            </a:r>
          </a:p>
        </p:txBody>
      </p:sp>
      <p:sp>
        <p:nvSpPr>
          <p:cNvPr id="2" name="TextBox 1">
            <a:extLst>
              <a:ext uri="{FF2B5EF4-FFF2-40B4-BE49-F238E27FC236}">
                <a16:creationId xmlns:a16="http://schemas.microsoft.com/office/drawing/2014/main" id="{155C8725-9611-F97A-E850-6D9C4D26135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 Algorithms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EAF8-38AE-9278-B0AD-A9262A4E84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8E8C3A-6E32-41D4-63BC-3466D81A26E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Evaluating Search Algorithms</a:t>
            </a:r>
          </a:p>
        </p:txBody>
      </p:sp>
      <p:sp>
        <p:nvSpPr>
          <p:cNvPr id="5" name="TextBox 4">
            <a:extLst>
              <a:ext uri="{FF2B5EF4-FFF2-40B4-BE49-F238E27FC236}">
                <a16:creationId xmlns:a16="http://schemas.microsoft.com/office/drawing/2014/main" id="{23EBB4F2-0A88-1FA2-5498-A3652234EDC2}"/>
              </a:ext>
            </a:extLst>
          </p:cNvPr>
          <p:cNvSpPr txBox="1"/>
          <p:nvPr/>
        </p:nvSpPr>
        <p:spPr>
          <a:xfrm>
            <a:off x="452966" y="2264012"/>
            <a:ext cx="8238067" cy="3385542"/>
          </a:xfrm>
          <a:prstGeom prst="rect">
            <a:avLst/>
          </a:prstGeom>
          <a:noFill/>
        </p:spPr>
        <p:txBody>
          <a:bodyPr wrap="square" lIns="0" tIns="0" rIns="0" bIns="0" rtlCol="0" anchor="ctr">
            <a:spAutoFit/>
          </a:bodyPr>
          <a:lstStyle/>
          <a:p>
            <a:pPr marL="342900" indent="-342900">
              <a:buClr>
                <a:schemeClr val="accent1"/>
              </a:buClr>
              <a:buFont typeface="Arial" panose="020B0604020202020204" pitchFamily="34" charset="0"/>
              <a:buChar char="•"/>
            </a:pPr>
            <a:r>
              <a:rPr lang="en-US" sz="2000" dirty="0">
                <a:solidFill>
                  <a:schemeClr val="accent1"/>
                </a:solidFill>
                <a:latin typeface="CMU Serif" panose="02000603000000000000" pitchFamily="2" charset="0"/>
                <a:ea typeface="CMU Serif" panose="02000603000000000000" pitchFamily="2" charset="0"/>
                <a:cs typeface="CMU Serif" panose="02000603000000000000" pitchFamily="2" charset="0"/>
              </a:rPr>
              <a:t>Completeness:</a:t>
            </a:r>
          </a:p>
          <a:p>
            <a:pPr>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	- Guarantees finding a solution if one exists</a:t>
            </a:r>
          </a:p>
          <a:p>
            <a:pPr marL="342900" indent="-342900">
              <a:buClr>
                <a:schemeClr val="accent1"/>
              </a:buClr>
              <a:buFont typeface="Arial" panose="020B0604020202020204" pitchFamily="34" charset="0"/>
              <a:buChar char="•"/>
            </a:pPr>
            <a:r>
              <a:rPr lang="en-US" sz="2000" dirty="0">
                <a:solidFill>
                  <a:schemeClr val="accent1"/>
                </a:solidFill>
                <a:latin typeface="CMU Serif" panose="02000603000000000000" pitchFamily="2" charset="0"/>
                <a:ea typeface="CMU Serif" panose="02000603000000000000" pitchFamily="2" charset="0"/>
                <a:cs typeface="CMU Serif" panose="02000603000000000000" pitchFamily="2" charset="0"/>
              </a:rPr>
              <a:t>Time complexity:</a:t>
            </a:r>
          </a:p>
          <a:p>
            <a:pPr>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	- How long (worst or average case) does it take to find a solution?</a:t>
            </a:r>
          </a:p>
          <a:p>
            <a:pPr>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	- Usually measured in number of states visited/nodes expanded</a:t>
            </a:r>
          </a:p>
          <a:p>
            <a:pPr marL="342900" indent="-342900">
              <a:buClr>
                <a:schemeClr val="accent1"/>
              </a:buClr>
              <a:buFont typeface="Arial" panose="020B0604020202020204" pitchFamily="34" charset="0"/>
              <a:buChar char="•"/>
            </a:pPr>
            <a:r>
              <a:rPr lang="en-US" sz="2000" dirty="0">
                <a:solidFill>
                  <a:schemeClr val="accent1"/>
                </a:solidFill>
                <a:latin typeface="CMU Serif" panose="02000603000000000000" pitchFamily="2" charset="0"/>
                <a:ea typeface="CMU Serif" panose="02000603000000000000" pitchFamily="2" charset="0"/>
                <a:cs typeface="CMU Serif" panose="02000603000000000000" pitchFamily="2" charset="0"/>
              </a:rPr>
              <a:t>Space complexity:</a:t>
            </a:r>
          </a:p>
          <a:p>
            <a:pPr>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	- How much space is used by the algorithm?</a:t>
            </a:r>
          </a:p>
          <a:p>
            <a:pPr>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	- Usually measured in maximum size of the “nodes” list during search</a:t>
            </a:r>
          </a:p>
          <a:p>
            <a:pPr marL="342900" indent="-342900">
              <a:buClr>
                <a:schemeClr val="accent1"/>
              </a:buClr>
              <a:buFont typeface="Arial" panose="020B0604020202020204" pitchFamily="34" charset="0"/>
              <a:buChar char="•"/>
            </a:pPr>
            <a:r>
              <a:rPr lang="en-US" sz="2000" dirty="0">
                <a:solidFill>
                  <a:schemeClr val="accent1"/>
                </a:solidFill>
                <a:latin typeface="CMU Serif" panose="02000603000000000000" pitchFamily="2" charset="0"/>
                <a:ea typeface="CMU Serif" panose="02000603000000000000" pitchFamily="2" charset="0"/>
                <a:cs typeface="CMU Serif" panose="02000603000000000000" pitchFamily="2" charset="0"/>
              </a:rPr>
              <a:t>Optimality / Admissibility:</a:t>
            </a:r>
          </a:p>
          <a:p>
            <a:pPr>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	- If a solution is found, is it guaranteed to be optimal </a:t>
            </a:r>
          </a:p>
          <a:p>
            <a:pPr>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	- an admissible algorithm will find a solution with minimum cost</a:t>
            </a:r>
          </a:p>
        </p:txBody>
      </p:sp>
    </p:spTree>
    <p:extLst>
      <p:ext uri="{BB962C8B-B14F-4D97-AF65-F5344CB8AC3E}">
        <p14:creationId xmlns:p14="http://schemas.microsoft.com/office/powerpoint/2010/main" val="2111276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5">
            <a:extLst>
              <a:ext uri="{FF2B5EF4-FFF2-40B4-BE49-F238E27FC236}">
                <a16:creationId xmlns:a16="http://schemas.microsoft.com/office/drawing/2014/main" id="{6FD47FF1-7EBA-D25A-3163-4A5CEDF46B8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4E43092-5849-4B9A-9F95-5B05B793DC17}" type="slidenum">
              <a:rPr lang="en-GB" altLang="en-US" sz="1400">
                <a:solidFill>
                  <a:srgbClr val="FFFFFF"/>
                </a:solidFill>
                <a:latin typeface="Franklin Gothic Book" panose="020B0503020102020204" pitchFamily="34" charset="0"/>
              </a:rPr>
              <a:pPr>
                <a:spcBef>
                  <a:spcPct val="0"/>
                </a:spcBef>
                <a:buClrTx/>
                <a:buSzTx/>
                <a:buFontTx/>
                <a:buNone/>
              </a:pPr>
              <a:t>17</a:t>
            </a:fld>
            <a:endParaRPr lang="en-GB" altLang="en-US" sz="1400">
              <a:solidFill>
                <a:srgbClr val="FFFFFF"/>
              </a:solidFill>
              <a:latin typeface="Franklin Gothic Book" panose="020B0503020102020204" pitchFamily="34" charset="0"/>
            </a:endParaRPr>
          </a:p>
        </p:txBody>
      </p:sp>
      <p:sp>
        <p:nvSpPr>
          <p:cNvPr id="19460" name="Rectangle 3">
            <a:extLst>
              <a:ext uri="{FF2B5EF4-FFF2-40B4-BE49-F238E27FC236}">
                <a16:creationId xmlns:a16="http://schemas.microsoft.com/office/drawing/2014/main" id="{715F2413-08B5-D627-DBD4-58857C5771F2}"/>
              </a:ext>
            </a:extLst>
          </p:cNvPr>
          <p:cNvSpPr>
            <a:spLocks noGrp="1"/>
          </p:cNvSpPr>
          <p:nvPr>
            <p:ph sz="quarter" idx="4294967295"/>
          </p:nvPr>
        </p:nvSpPr>
        <p:spPr>
          <a:xfrm>
            <a:off x="452966" y="2002367"/>
            <a:ext cx="8238067" cy="3632200"/>
          </a:xfrm>
        </p:spPr>
        <p:txBody>
          <a:bodyPr>
            <a:noAutofit/>
          </a:bodyPr>
          <a:lstStyle/>
          <a:p>
            <a:pPr marL="381000" indent="-381000" eaLnBrk="1" hangingPunct="1">
              <a:spcBef>
                <a:spcPct val="0"/>
              </a:spcBef>
              <a:buClrTx/>
              <a:buSzTx/>
              <a:buFontTx/>
              <a:buNone/>
            </a:pPr>
            <a:r>
              <a:rPr lang="fr-FR" altLang="en-US" sz="2200" dirty="0">
                <a:solidFill>
                  <a:schemeClr val="tx1"/>
                </a:solidFill>
                <a:latin typeface="+mj-lt"/>
              </a:rPr>
              <a:t>Time and space complexity are measured in terms of:</a:t>
            </a:r>
            <a:endParaRPr lang="en-US" altLang="en-US" sz="2200" dirty="0">
              <a:solidFill>
                <a:schemeClr val="tx1"/>
              </a:solidFill>
              <a:latin typeface="+mj-lt"/>
            </a:endParaRPr>
          </a:p>
          <a:p>
            <a:pPr marL="381000" indent="-381000" eaLnBrk="1" hangingPunct="1"/>
            <a:r>
              <a:rPr lang="en-US" altLang="en-US" sz="2200" dirty="0">
                <a:solidFill>
                  <a:schemeClr val="tx1"/>
                </a:solidFill>
                <a:latin typeface="+mj-lt"/>
              </a:rPr>
              <a:t>The average number of new nodes we create when expanding a new node is the (effective) branching factor </a:t>
            </a:r>
            <a:r>
              <a:rPr lang="en-US" altLang="en-US" sz="2200" b="1" dirty="0">
                <a:solidFill>
                  <a:schemeClr val="tx1"/>
                </a:solidFill>
                <a:latin typeface="+mj-lt"/>
              </a:rPr>
              <a:t>b</a:t>
            </a:r>
            <a:r>
              <a:rPr lang="en-US" altLang="en-US" sz="2200" dirty="0">
                <a:solidFill>
                  <a:schemeClr val="tx1"/>
                </a:solidFill>
                <a:latin typeface="+mj-lt"/>
              </a:rPr>
              <a:t>.</a:t>
            </a:r>
          </a:p>
          <a:p>
            <a:pPr marL="381000" indent="-381000" eaLnBrk="1" hangingPunct="1"/>
            <a:r>
              <a:rPr lang="en-US" altLang="en-US" sz="2200" dirty="0">
                <a:solidFill>
                  <a:schemeClr val="tx1"/>
                </a:solidFill>
                <a:latin typeface="+mj-lt"/>
              </a:rPr>
              <a:t>The (maximum) branching factor </a:t>
            </a:r>
            <a:r>
              <a:rPr lang="en-US" altLang="en-US" sz="2200" b="1" dirty="0">
                <a:solidFill>
                  <a:schemeClr val="tx1"/>
                </a:solidFill>
                <a:latin typeface="+mj-lt"/>
              </a:rPr>
              <a:t>b</a:t>
            </a:r>
            <a:r>
              <a:rPr lang="en-US" altLang="en-US" sz="2200" dirty="0">
                <a:solidFill>
                  <a:schemeClr val="tx1"/>
                </a:solidFill>
                <a:latin typeface="+mj-lt"/>
              </a:rPr>
              <a:t> is defined as the maximum nodes created when a new node is expanded.</a:t>
            </a:r>
          </a:p>
          <a:p>
            <a:pPr marL="381000" indent="-381000" eaLnBrk="1" hangingPunct="1"/>
            <a:r>
              <a:rPr lang="en-US" altLang="en-US" sz="2200" dirty="0">
                <a:solidFill>
                  <a:schemeClr val="tx1"/>
                </a:solidFill>
                <a:latin typeface="+mj-lt"/>
              </a:rPr>
              <a:t>The length of a path to a goal is the depth </a:t>
            </a:r>
            <a:r>
              <a:rPr lang="en-US" altLang="en-US" sz="2200" b="1" dirty="0">
                <a:solidFill>
                  <a:schemeClr val="tx1"/>
                </a:solidFill>
                <a:latin typeface="+mj-lt"/>
              </a:rPr>
              <a:t>d</a:t>
            </a:r>
            <a:r>
              <a:rPr lang="en-US" altLang="en-US" sz="2200" dirty="0">
                <a:solidFill>
                  <a:schemeClr val="tx1"/>
                </a:solidFill>
                <a:latin typeface="+mj-lt"/>
              </a:rPr>
              <a:t>.</a:t>
            </a:r>
            <a:endParaRPr lang="fr-FR" altLang="en-US" sz="2200" dirty="0">
              <a:solidFill>
                <a:schemeClr val="tx1"/>
              </a:solidFill>
              <a:latin typeface="+mj-lt"/>
            </a:endParaRPr>
          </a:p>
          <a:p>
            <a:pPr marL="381000" indent="-381000" eaLnBrk="1" hangingPunct="1"/>
            <a:r>
              <a:rPr lang="fr-FR" altLang="en-US" sz="2200" dirty="0">
                <a:solidFill>
                  <a:schemeClr val="tx1"/>
                </a:solidFill>
                <a:latin typeface="+mj-lt"/>
              </a:rPr>
              <a:t>The maximum length of any path in the state space </a:t>
            </a:r>
            <a:r>
              <a:rPr lang="fr-FR" altLang="en-US" sz="2200" b="1" dirty="0">
                <a:solidFill>
                  <a:schemeClr val="tx1"/>
                </a:solidFill>
                <a:latin typeface="+mj-lt"/>
              </a:rPr>
              <a:t>m</a:t>
            </a:r>
            <a:r>
              <a:rPr lang="fr-FR" altLang="en-US" sz="2200" dirty="0">
                <a:solidFill>
                  <a:schemeClr val="tx1"/>
                </a:solidFill>
                <a:latin typeface="+mj-lt"/>
              </a:rPr>
              <a:t>.</a:t>
            </a:r>
            <a:r>
              <a:rPr lang="fr-FR" altLang="en-US" sz="2200" b="1" i="1" dirty="0">
                <a:solidFill>
                  <a:schemeClr val="tx1"/>
                </a:solidFill>
                <a:latin typeface="+mj-lt"/>
                <a:cs typeface="Times New Roman" panose="02020603050405020304" pitchFamily="18" charset="0"/>
              </a:rPr>
              <a:t> </a:t>
            </a:r>
          </a:p>
        </p:txBody>
      </p:sp>
      <p:sp>
        <p:nvSpPr>
          <p:cNvPr id="2" name="TextBox 1">
            <a:extLst>
              <a:ext uri="{FF2B5EF4-FFF2-40B4-BE49-F238E27FC236}">
                <a16:creationId xmlns:a16="http://schemas.microsoft.com/office/drawing/2014/main" id="{4A89E4D8-F904-C9D5-826D-EA0952AD058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Time and Space Complexity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lide Number Placeholder 5">
            <a:extLst>
              <a:ext uri="{FF2B5EF4-FFF2-40B4-BE49-F238E27FC236}">
                <a16:creationId xmlns:a16="http://schemas.microsoft.com/office/drawing/2014/main" id="{77BC0C42-A923-6DBC-C2E8-517B96949FA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2325E9E-8DC4-4E4C-A6DF-96A492699579}" type="slidenum">
              <a:rPr lang="en-GB" altLang="en-US" sz="1400">
                <a:solidFill>
                  <a:srgbClr val="FFFFFF"/>
                </a:solidFill>
                <a:latin typeface="Franklin Gothic Book" panose="020B0503020102020204" pitchFamily="34" charset="0"/>
              </a:rPr>
              <a:pPr>
                <a:spcBef>
                  <a:spcPct val="0"/>
                </a:spcBef>
                <a:buClrTx/>
                <a:buSzTx/>
                <a:buFontTx/>
                <a:buNone/>
              </a:pPr>
              <a:t>18</a:t>
            </a:fld>
            <a:endParaRPr lang="en-GB" altLang="en-US" sz="1400">
              <a:solidFill>
                <a:srgbClr val="FFFFFF"/>
              </a:solidFill>
              <a:latin typeface="Franklin Gothic Book" panose="020B0503020102020204" pitchFamily="34" charset="0"/>
            </a:endParaRPr>
          </a:p>
        </p:txBody>
      </p:sp>
      <p:sp>
        <p:nvSpPr>
          <p:cNvPr id="20484" name="Rectangle 3">
            <a:extLst>
              <a:ext uri="{FF2B5EF4-FFF2-40B4-BE49-F238E27FC236}">
                <a16:creationId xmlns:a16="http://schemas.microsoft.com/office/drawing/2014/main" id="{A919861A-D5EC-6F6D-6583-C4B2E2B0AA5E}"/>
              </a:ext>
            </a:extLst>
          </p:cNvPr>
          <p:cNvSpPr>
            <a:spLocks noGrp="1"/>
          </p:cNvSpPr>
          <p:nvPr>
            <p:ph sz="quarter" idx="4294967295"/>
          </p:nvPr>
        </p:nvSpPr>
        <p:spPr>
          <a:xfrm>
            <a:off x="452966" y="2016654"/>
            <a:ext cx="5728728" cy="3978804"/>
          </a:xfrm>
        </p:spPr>
        <p:txBody>
          <a:bodyPr>
            <a:normAutofit/>
          </a:bodyPr>
          <a:lstStyle/>
          <a:p>
            <a:pPr eaLnBrk="1" hangingPunct="1"/>
            <a:r>
              <a:rPr lang="en-US" altLang="en-US" sz="2000" dirty="0">
                <a:solidFill>
                  <a:schemeClr val="tx1"/>
                </a:solidFill>
                <a:latin typeface="+mj-lt"/>
              </a:rPr>
              <a:t>The eight puzzle has a (effective)  branching factor of 2.13, so a search tree at depth 20 has about 3.7 million nodes: O(b</a:t>
            </a:r>
            <a:r>
              <a:rPr lang="en-US" altLang="en-US" sz="2000" baseline="30000" dirty="0">
                <a:solidFill>
                  <a:schemeClr val="tx1"/>
                </a:solidFill>
                <a:latin typeface="+mj-lt"/>
              </a:rPr>
              <a:t>d</a:t>
            </a:r>
            <a:r>
              <a:rPr lang="en-US" altLang="en-US" sz="2000" dirty="0">
                <a:solidFill>
                  <a:schemeClr val="tx1"/>
                </a:solidFill>
                <a:latin typeface="+mj-lt"/>
              </a:rPr>
              <a:t>)</a:t>
            </a:r>
          </a:p>
          <a:p>
            <a:pPr eaLnBrk="1" hangingPunct="1"/>
            <a:r>
              <a:rPr lang="en-US" altLang="en-US" sz="2000" dirty="0">
                <a:solidFill>
                  <a:schemeClr val="tx1"/>
                </a:solidFill>
                <a:latin typeface="+mj-lt"/>
              </a:rPr>
              <a:t>Rubik’s cube has a (effective) branching factor of 13.34. There are 901,083,404,981,813,616 different states. The average depth of a solution is about 18. </a:t>
            </a:r>
          </a:p>
          <a:p>
            <a:pPr eaLnBrk="1" hangingPunct="1"/>
            <a:r>
              <a:rPr lang="en-US" altLang="en-US" sz="2000" dirty="0">
                <a:solidFill>
                  <a:schemeClr val="tx1"/>
                </a:solidFill>
                <a:latin typeface="+mj-lt"/>
              </a:rPr>
              <a:t>Chess has a branching factor of about 35, there are about 10</a:t>
            </a:r>
            <a:r>
              <a:rPr lang="en-US" altLang="en-US" sz="2000" baseline="30000" dirty="0">
                <a:solidFill>
                  <a:schemeClr val="tx1"/>
                </a:solidFill>
                <a:latin typeface="+mj-lt"/>
              </a:rPr>
              <a:t>120</a:t>
            </a:r>
            <a:r>
              <a:rPr lang="en-US" altLang="en-US" sz="2000" dirty="0">
                <a:solidFill>
                  <a:schemeClr val="tx1"/>
                </a:solidFill>
                <a:latin typeface="+mj-lt"/>
              </a:rPr>
              <a:t> states (there are about 10</a:t>
            </a:r>
            <a:r>
              <a:rPr lang="en-US" altLang="en-US" sz="2000" baseline="30000" dirty="0">
                <a:solidFill>
                  <a:schemeClr val="tx1"/>
                </a:solidFill>
                <a:latin typeface="+mj-lt"/>
              </a:rPr>
              <a:t>79</a:t>
            </a:r>
            <a:r>
              <a:rPr lang="en-US" altLang="en-US" sz="2000" dirty="0">
                <a:solidFill>
                  <a:schemeClr val="tx1"/>
                </a:solidFill>
                <a:latin typeface="+mj-lt"/>
              </a:rPr>
              <a:t> electrons in the universe).</a:t>
            </a:r>
          </a:p>
        </p:txBody>
      </p:sp>
      <p:pic>
        <p:nvPicPr>
          <p:cNvPr id="20485" name="Picture 5" descr="Chess-Set-12">
            <a:extLst>
              <a:ext uri="{FF2B5EF4-FFF2-40B4-BE49-F238E27FC236}">
                <a16:creationId xmlns:a16="http://schemas.microsoft.com/office/drawing/2014/main" id="{26097508-83C8-C856-3587-FE359D7546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3038" y="4724400"/>
            <a:ext cx="1706562"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6" descr="rubik">
            <a:extLst>
              <a:ext uri="{FF2B5EF4-FFF2-40B4-BE49-F238E27FC236}">
                <a16:creationId xmlns:a16="http://schemas.microsoft.com/office/drawing/2014/main" id="{D8977A7B-A741-1A82-1B16-18E6018F9B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8138" y="3276600"/>
            <a:ext cx="1444625"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7" name="Group 7">
            <a:extLst>
              <a:ext uri="{FF2B5EF4-FFF2-40B4-BE49-F238E27FC236}">
                <a16:creationId xmlns:a16="http://schemas.microsoft.com/office/drawing/2014/main" id="{2EB76FDF-E5CE-6CE3-EB8C-5291BFBE6443}"/>
              </a:ext>
            </a:extLst>
          </p:cNvPr>
          <p:cNvGrpSpPr>
            <a:grpSpLocks/>
          </p:cNvGrpSpPr>
          <p:nvPr/>
        </p:nvGrpSpPr>
        <p:grpSpPr bwMode="auto">
          <a:xfrm>
            <a:off x="6732588" y="1897063"/>
            <a:ext cx="1279525" cy="1227137"/>
            <a:chOff x="4312" y="828"/>
            <a:chExt cx="1104" cy="1028"/>
          </a:xfrm>
        </p:grpSpPr>
        <p:sp>
          <p:nvSpPr>
            <p:cNvPr id="20488" name="Rectangle 8">
              <a:extLst>
                <a:ext uri="{FF2B5EF4-FFF2-40B4-BE49-F238E27FC236}">
                  <a16:creationId xmlns:a16="http://schemas.microsoft.com/office/drawing/2014/main" id="{E2E6594A-D2D6-2C9C-9217-112265356AD7}"/>
                </a:ext>
              </a:extLst>
            </p:cNvPr>
            <p:cNvSpPr>
              <a:spLocks noChangeArrowheads="1"/>
            </p:cNvSpPr>
            <p:nvPr/>
          </p:nvSpPr>
          <p:spPr bwMode="auto">
            <a:xfrm>
              <a:off x="4312" y="828"/>
              <a:ext cx="1104" cy="960"/>
            </a:xfrm>
            <a:prstGeom prst="rect">
              <a:avLst/>
            </a:prstGeom>
            <a:solidFill>
              <a:schemeClr val="tx1"/>
            </a:solidFill>
            <a:ln w="9525">
              <a:solidFill>
                <a:schemeClr val="tx1"/>
              </a:solidFill>
              <a:miter lim="800000"/>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0489" name="Text Box 9">
              <a:extLst>
                <a:ext uri="{FF2B5EF4-FFF2-40B4-BE49-F238E27FC236}">
                  <a16:creationId xmlns:a16="http://schemas.microsoft.com/office/drawing/2014/main" id="{9994D9B1-90AA-4902-AD9A-2004C9470793}"/>
                </a:ext>
              </a:extLst>
            </p:cNvPr>
            <p:cNvSpPr txBox="1">
              <a:spLocks noChangeArrowheads="1"/>
            </p:cNvSpPr>
            <p:nvPr/>
          </p:nvSpPr>
          <p:spPr bwMode="auto">
            <a:xfrm>
              <a:off x="4360" y="876"/>
              <a:ext cx="337" cy="404"/>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20490" name="Text Box 10">
              <a:extLst>
                <a:ext uri="{FF2B5EF4-FFF2-40B4-BE49-F238E27FC236}">
                  <a16:creationId xmlns:a16="http://schemas.microsoft.com/office/drawing/2014/main" id="{83667FC5-833B-1D12-DD1D-8D301077340D}"/>
                </a:ext>
              </a:extLst>
            </p:cNvPr>
            <p:cNvSpPr txBox="1">
              <a:spLocks noChangeArrowheads="1"/>
            </p:cNvSpPr>
            <p:nvPr/>
          </p:nvSpPr>
          <p:spPr bwMode="auto">
            <a:xfrm>
              <a:off x="4697" y="876"/>
              <a:ext cx="334" cy="404"/>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20491" name="Text Box 11">
              <a:extLst>
                <a:ext uri="{FF2B5EF4-FFF2-40B4-BE49-F238E27FC236}">
                  <a16:creationId xmlns:a16="http://schemas.microsoft.com/office/drawing/2014/main" id="{C8456391-46BF-9787-7B2F-CD382F65CEC4}"/>
                </a:ext>
              </a:extLst>
            </p:cNvPr>
            <p:cNvSpPr txBox="1">
              <a:spLocks noChangeArrowheads="1"/>
            </p:cNvSpPr>
            <p:nvPr/>
          </p:nvSpPr>
          <p:spPr bwMode="auto">
            <a:xfrm>
              <a:off x="5031" y="876"/>
              <a:ext cx="337" cy="404"/>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3</a:t>
              </a:r>
              <a:endParaRPr lang="en-US" altLang="en-US" sz="2400">
                <a:latin typeface="Times New Roman" panose="02020603050405020304" pitchFamily="18" charset="0"/>
              </a:endParaRPr>
            </a:p>
          </p:txBody>
        </p:sp>
        <p:sp>
          <p:nvSpPr>
            <p:cNvPr id="20492" name="Text Box 12">
              <a:extLst>
                <a:ext uri="{FF2B5EF4-FFF2-40B4-BE49-F238E27FC236}">
                  <a16:creationId xmlns:a16="http://schemas.microsoft.com/office/drawing/2014/main" id="{32F1B042-54D7-FBE1-E068-8CAC7C27EFF8}"/>
                </a:ext>
              </a:extLst>
            </p:cNvPr>
            <p:cNvSpPr txBox="1">
              <a:spLocks noChangeArrowheads="1"/>
            </p:cNvSpPr>
            <p:nvPr/>
          </p:nvSpPr>
          <p:spPr bwMode="auto">
            <a:xfrm>
              <a:off x="4360" y="1164"/>
              <a:ext cx="337" cy="405"/>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20493" name="Text Box 13">
              <a:extLst>
                <a:ext uri="{FF2B5EF4-FFF2-40B4-BE49-F238E27FC236}">
                  <a16:creationId xmlns:a16="http://schemas.microsoft.com/office/drawing/2014/main" id="{BE1F0BAF-007E-B9DC-1970-10FD8FD673D9}"/>
                </a:ext>
              </a:extLst>
            </p:cNvPr>
            <p:cNvSpPr txBox="1">
              <a:spLocks noChangeArrowheads="1"/>
            </p:cNvSpPr>
            <p:nvPr/>
          </p:nvSpPr>
          <p:spPr bwMode="auto">
            <a:xfrm>
              <a:off x="4697" y="1164"/>
              <a:ext cx="334" cy="405"/>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20494" name="Text Box 14">
              <a:extLst>
                <a:ext uri="{FF2B5EF4-FFF2-40B4-BE49-F238E27FC236}">
                  <a16:creationId xmlns:a16="http://schemas.microsoft.com/office/drawing/2014/main" id="{5A14F6AE-0EE5-7F69-6995-88E3E9B5037A}"/>
                </a:ext>
              </a:extLst>
            </p:cNvPr>
            <p:cNvSpPr txBox="1">
              <a:spLocks noChangeArrowheads="1"/>
            </p:cNvSpPr>
            <p:nvPr/>
          </p:nvSpPr>
          <p:spPr bwMode="auto">
            <a:xfrm>
              <a:off x="5031" y="1164"/>
              <a:ext cx="337" cy="405"/>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6</a:t>
              </a:r>
              <a:endParaRPr lang="en-US" altLang="en-US" sz="2400">
                <a:latin typeface="Times New Roman" panose="02020603050405020304" pitchFamily="18" charset="0"/>
              </a:endParaRPr>
            </a:p>
          </p:txBody>
        </p:sp>
        <p:sp>
          <p:nvSpPr>
            <p:cNvPr id="20495" name="Text Box 15">
              <a:extLst>
                <a:ext uri="{FF2B5EF4-FFF2-40B4-BE49-F238E27FC236}">
                  <a16:creationId xmlns:a16="http://schemas.microsoft.com/office/drawing/2014/main" id="{66A22A8D-BDD2-A8D4-4926-2F4211B88B1C}"/>
                </a:ext>
              </a:extLst>
            </p:cNvPr>
            <p:cNvSpPr txBox="1">
              <a:spLocks noChangeArrowheads="1"/>
            </p:cNvSpPr>
            <p:nvPr/>
          </p:nvSpPr>
          <p:spPr bwMode="auto">
            <a:xfrm>
              <a:off x="4360" y="1452"/>
              <a:ext cx="337" cy="404"/>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20496" name="Text Box 16">
              <a:extLst>
                <a:ext uri="{FF2B5EF4-FFF2-40B4-BE49-F238E27FC236}">
                  <a16:creationId xmlns:a16="http://schemas.microsoft.com/office/drawing/2014/main" id="{0B026F07-83A2-DAC7-5B19-308A1555BC16}"/>
                </a:ext>
              </a:extLst>
            </p:cNvPr>
            <p:cNvSpPr txBox="1">
              <a:spLocks noChangeArrowheads="1"/>
            </p:cNvSpPr>
            <p:nvPr/>
          </p:nvSpPr>
          <p:spPr bwMode="auto">
            <a:xfrm>
              <a:off x="4697" y="1452"/>
              <a:ext cx="334" cy="404"/>
            </a:xfrm>
            <a:prstGeom prst="rect">
              <a:avLst/>
            </a:prstGeom>
            <a:solidFill>
              <a:srgbClr val="EAEAEA"/>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r>
                <a:rPr lang="en-US" altLang="en-US" sz="2400" b="1">
                  <a:latin typeface="Times New Roman" panose="02020603050405020304" pitchFamily="18" charset="0"/>
                </a:rPr>
                <a:t>8</a:t>
              </a:r>
              <a:endParaRPr lang="en-US" altLang="en-US" sz="2400">
                <a:latin typeface="Times New Roman" panose="02020603050405020304" pitchFamily="18" charset="0"/>
              </a:endParaRPr>
            </a:p>
          </p:txBody>
        </p:sp>
        <p:sp>
          <p:nvSpPr>
            <p:cNvPr id="20497" name="Text Box 17">
              <a:extLst>
                <a:ext uri="{FF2B5EF4-FFF2-40B4-BE49-F238E27FC236}">
                  <a16:creationId xmlns:a16="http://schemas.microsoft.com/office/drawing/2014/main" id="{7C51C0BC-9849-1146-A02F-6DEB19F8B253}"/>
                </a:ext>
              </a:extLst>
            </p:cNvPr>
            <p:cNvSpPr txBox="1">
              <a:spLocks noChangeArrowheads="1"/>
            </p:cNvSpPr>
            <p:nvPr/>
          </p:nvSpPr>
          <p:spPr bwMode="auto">
            <a:xfrm>
              <a:off x="5031" y="1452"/>
              <a:ext cx="337" cy="404"/>
            </a:xfrm>
            <a:prstGeom prst="rect">
              <a:avLst/>
            </a:prstGeom>
            <a:solidFill>
              <a:schemeClr val="bg1"/>
            </a:solidFill>
            <a:ln w="25400">
              <a:solidFill>
                <a:srgbClr val="808080"/>
              </a:solidFill>
              <a:miter lim="800000"/>
              <a:headEnd/>
              <a:tailEnd/>
            </a:ln>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50000"/>
                </a:spcBef>
                <a:buClrTx/>
                <a:buSzTx/>
                <a:buFontTx/>
                <a:buNone/>
              </a:pPr>
              <a:endParaRPr lang="en-US" altLang="en-US" sz="2400">
                <a:latin typeface="Times New Roman" panose="02020603050405020304" pitchFamily="18" charset="0"/>
              </a:endParaRPr>
            </a:p>
          </p:txBody>
        </p:sp>
      </p:grpSp>
      <p:sp>
        <p:nvSpPr>
          <p:cNvPr id="2" name="TextBox 1">
            <a:extLst>
              <a:ext uri="{FF2B5EF4-FFF2-40B4-BE49-F238E27FC236}">
                <a16:creationId xmlns:a16="http://schemas.microsoft.com/office/drawing/2014/main" id="{800CF497-F2E3-1472-3CDB-E4F7CC6922C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Branching Factors for Some Problems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5">
            <a:extLst>
              <a:ext uri="{FF2B5EF4-FFF2-40B4-BE49-F238E27FC236}">
                <a16:creationId xmlns:a16="http://schemas.microsoft.com/office/drawing/2014/main" id="{87A66559-11C9-40F6-840D-861354A6D20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44ED016-EF11-42EC-93AA-B3B0250C69E0}" type="slidenum">
              <a:rPr lang="en-GB" altLang="en-US" sz="1400">
                <a:solidFill>
                  <a:srgbClr val="FFFFFF"/>
                </a:solidFill>
                <a:latin typeface="Franklin Gothic Book" panose="020B0503020102020204" pitchFamily="34" charset="0"/>
              </a:rPr>
              <a:pPr>
                <a:spcBef>
                  <a:spcPct val="0"/>
                </a:spcBef>
                <a:buClrTx/>
                <a:buSzTx/>
                <a:buFontTx/>
                <a:buNone/>
              </a:pPr>
              <a:t>19</a:t>
            </a:fld>
            <a:endParaRPr lang="en-GB" altLang="en-US" sz="1400">
              <a:solidFill>
                <a:srgbClr val="FFFFFF"/>
              </a:solidFill>
              <a:latin typeface="Franklin Gothic Book" panose="020B0503020102020204" pitchFamily="34" charset="0"/>
            </a:endParaRPr>
          </a:p>
        </p:txBody>
      </p:sp>
      <p:sp>
        <p:nvSpPr>
          <p:cNvPr id="21508" name="Rectangle 3">
            <a:extLst>
              <a:ext uri="{FF2B5EF4-FFF2-40B4-BE49-F238E27FC236}">
                <a16:creationId xmlns:a16="http://schemas.microsoft.com/office/drawing/2014/main" id="{79DE76CB-418B-85B4-7AAE-8D05946C1ED7}"/>
              </a:ext>
            </a:extLst>
          </p:cNvPr>
          <p:cNvSpPr>
            <a:spLocks noGrp="1"/>
          </p:cNvSpPr>
          <p:nvPr>
            <p:ph sz="quarter" idx="4294967295"/>
          </p:nvPr>
        </p:nvSpPr>
        <p:spPr>
          <a:xfrm>
            <a:off x="452965" y="1743917"/>
            <a:ext cx="8238067" cy="4212219"/>
          </a:xfrm>
        </p:spPr>
        <p:txBody>
          <a:bodyPr>
            <a:noAutofit/>
          </a:bodyPr>
          <a:lstStyle/>
          <a:p>
            <a:pPr eaLnBrk="1" hangingPunct="1">
              <a:spcBef>
                <a:spcPts val="0"/>
              </a:spcBef>
              <a:spcAft>
                <a:spcPts val="1200"/>
              </a:spcAft>
              <a:buClr>
                <a:schemeClr val="accent1"/>
              </a:buClr>
              <a:buFont typeface="Wingdings" panose="05000000000000000000" pitchFamily="2" charset="2"/>
              <a:buChar char="q"/>
            </a:pPr>
            <a:r>
              <a:rPr lang="en-US" altLang="en-US" sz="2400" b="1" dirty="0">
                <a:solidFill>
                  <a:schemeClr val="tx1"/>
                </a:solidFill>
                <a:latin typeface="+mj-lt"/>
              </a:rPr>
              <a:t>Uninformed (“blind”) search: </a:t>
            </a:r>
          </a:p>
          <a:p>
            <a:pPr eaLnBrk="1" hangingPunct="1">
              <a:spcBef>
                <a:spcPts val="0"/>
              </a:spcBef>
              <a:spcAft>
                <a:spcPts val="1200"/>
              </a:spcAft>
              <a:buClr>
                <a:schemeClr val="accent1"/>
              </a:buClr>
              <a:buFont typeface="Arial" panose="020B0604020202020204" pitchFamily="34" charset="0"/>
              <a:buChar char="•"/>
            </a:pPr>
            <a:r>
              <a:rPr lang="en-US" altLang="en-US" sz="2200" dirty="0">
                <a:solidFill>
                  <a:schemeClr val="tx1"/>
                </a:solidFill>
                <a:latin typeface="+mj-lt"/>
              </a:rPr>
              <a:t>Use no information about the “direction” of the goal node(s)</a:t>
            </a:r>
          </a:p>
          <a:p>
            <a:pPr eaLnBrk="1" hangingPunct="1">
              <a:spcBef>
                <a:spcPts val="0"/>
              </a:spcBef>
              <a:spcAft>
                <a:spcPts val="1200"/>
              </a:spcAft>
              <a:buClr>
                <a:schemeClr val="accent1"/>
              </a:buClr>
              <a:buFont typeface="Arial" panose="020B0604020202020204" pitchFamily="34" charset="0"/>
              <a:buChar char="•"/>
            </a:pPr>
            <a:r>
              <a:rPr lang="en-US" altLang="en-US" sz="2200" dirty="0">
                <a:solidFill>
                  <a:schemeClr val="tx1"/>
                </a:solidFill>
                <a:latin typeface="+mj-lt"/>
              </a:rPr>
              <a:t>Ex. Breadth-first, depth-first, depth-limited, uniform-cost, depth-first iterative deepening, bidirectional</a:t>
            </a:r>
          </a:p>
          <a:p>
            <a:pPr marL="0" indent="0" eaLnBrk="1" hangingPunct="1">
              <a:spcBef>
                <a:spcPts val="0"/>
              </a:spcBef>
              <a:spcAft>
                <a:spcPts val="1200"/>
              </a:spcAft>
              <a:buClr>
                <a:schemeClr val="accent1"/>
              </a:buClr>
              <a:buNone/>
            </a:pPr>
            <a:endParaRPr lang="en-US" altLang="en-US" sz="2200" dirty="0">
              <a:solidFill>
                <a:schemeClr val="tx1"/>
              </a:solidFill>
              <a:latin typeface="+mj-lt"/>
            </a:endParaRPr>
          </a:p>
          <a:p>
            <a:pPr eaLnBrk="1" hangingPunct="1">
              <a:spcBef>
                <a:spcPts val="0"/>
              </a:spcBef>
              <a:spcAft>
                <a:spcPts val="1200"/>
              </a:spcAft>
              <a:buClr>
                <a:schemeClr val="accent1"/>
              </a:buClr>
              <a:buFont typeface="Wingdings" panose="05000000000000000000" pitchFamily="2" charset="2"/>
              <a:buChar char="q"/>
            </a:pPr>
            <a:r>
              <a:rPr lang="en-US" altLang="en-US" sz="2400" b="1" dirty="0">
                <a:solidFill>
                  <a:schemeClr val="tx1"/>
                </a:solidFill>
                <a:latin typeface="+mj-lt"/>
              </a:rPr>
              <a:t>Informed (“heuristic”) search (next class)</a:t>
            </a:r>
          </a:p>
          <a:p>
            <a:pPr eaLnBrk="1" hangingPunct="1">
              <a:spcBef>
                <a:spcPts val="0"/>
              </a:spcBef>
              <a:spcAft>
                <a:spcPts val="1200"/>
              </a:spcAft>
              <a:buClr>
                <a:schemeClr val="accent1"/>
              </a:buClr>
              <a:buFont typeface="Arial" panose="020B0604020202020204" pitchFamily="34" charset="0"/>
              <a:buChar char="•"/>
            </a:pPr>
            <a:r>
              <a:rPr lang="en-US" altLang="en-US" sz="2200" dirty="0">
                <a:solidFill>
                  <a:schemeClr val="tx1"/>
                </a:solidFill>
                <a:latin typeface="+mj-lt"/>
              </a:rPr>
              <a:t>Use domain information to (try to) head in the general direction of the goal node(s)</a:t>
            </a:r>
          </a:p>
          <a:p>
            <a:pPr eaLnBrk="1" hangingPunct="1">
              <a:spcBef>
                <a:spcPts val="0"/>
              </a:spcBef>
              <a:spcAft>
                <a:spcPts val="1200"/>
              </a:spcAft>
              <a:buClr>
                <a:schemeClr val="accent1"/>
              </a:buClr>
              <a:buFont typeface="Arial" panose="020B0604020202020204" pitchFamily="34" charset="0"/>
              <a:buChar char="•"/>
            </a:pPr>
            <a:r>
              <a:rPr lang="en-US" altLang="en-US" sz="2200" dirty="0">
                <a:solidFill>
                  <a:schemeClr val="tx1"/>
                </a:solidFill>
                <a:latin typeface="+mj-lt"/>
              </a:rPr>
              <a:t>Hill climbing, best-first, greedy search, beam search, A, A*</a:t>
            </a:r>
          </a:p>
        </p:txBody>
      </p:sp>
      <p:sp>
        <p:nvSpPr>
          <p:cNvPr id="2" name="TextBox 1">
            <a:extLst>
              <a:ext uri="{FF2B5EF4-FFF2-40B4-BE49-F238E27FC236}">
                <a16:creationId xmlns:a16="http://schemas.microsoft.com/office/drawing/2014/main" id="{B8EF7FC6-BBE7-716A-3F11-72CB078D8ED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Search Algorithms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A1C74-B5F8-1B85-D535-05E8B1CA74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045AB07-6D0A-F84B-537B-682BA12C3C0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Uninformed Search </a:t>
            </a:r>
          </a:p>
        </p:txBody>
      </p:sp>
      <p:sp>
        <p:nvSpPr>
          <p:cNvPr id="5" name="TextBox 4">
            <a:extLst>
              <a:ext uri="{FF2B5EF4-FFF2-40B4-BE49-F238E27FC236}">
                <a16:creationId xmlns:a16="http://schemas.microsoft.com/office/drawing/2014/main" id="{0E9902E9-B9CD-03CB-50FC-0ED3AD4AE51E}"/>
              </a:ext>
            </a:extLst>
          </p:cNvPr>
          <p:cNvSpPr txBox="1"/>
          <p:nvPr/>
        </p:nvSpPr>
        <p:spPr>
          <a:xfrm>
            <a:off x="452965" y="2452750"/>
            <a:ext cx="8238067" cy="2985433"/>
          </a:xfrm>
          <a:prstGeom prst="rect">
            <a:avLst/>
          </a:prstGeom>
          <a:noFill/>
        </p:spPr>
        <p:txBody>
          <a:bodyPr wrap="square" lIns="0" tIns="0" rIns="0" bIns="0" rtlCol="0" anchor="ctr">
            <a:spAutoFit/>
          </a:bodyPr>
          <a:lstStyle/>
          <a:p>
            <a:pPr marL="457200" indent="-457200">
              <a:spcAft>
                <a:spcPts val="1200"/>
              </a:spcAft>
              <a:buClr>
                <a:schemeClr val="accent1"/>
              </a:buClr>
              <a:buFont typeface="+mj-lt"/>
              <a:buAutoNum type="arabicParenR"/>
            </a:pPr>
            <a:r>
              <a:rPr lang="en-US" sz="2400" dirty="0">
                <a:latin typeface="CMU Serif" panose="02000603000000000000" pitchFamily="2" charset="0"/>
                <a:ea typeface="CMU Serif" panose="02000603000000000000" pitchFamily="2" charset="0"/>
                <a:cs typeface="CMU Serif" panose="02000603000000000000" pitchFamily="2" charset="0"/>
              </a:rPr>
              <a:t>Breadth-first search</a:t>
            </a:r>
          </a:p>
          <a:p>
            <a:pPr marL="457200" indent="-457200">
              <a:spcAft>
                <a:spcPts val="1200"/>
              </a:spcAft>
              <a:buClr>
                <a:schemeClr val="accent1"/>
              </a:buClr>
              <a:buFont typeface="+mj-lt"/>
              <a:buAutoNum type="arabicParenR"/>
            </a:pPr>
            <a:r>
              <a:rPr lang="en-US" sz="2400" dirty="0">
                <a:latin typeface="CMU Serif" panose="02000603000000000000" pitchFamily="2" charset="0"/>
                <a:ea typeface="CMU Serif" panose="02000603000000000000" pitchFamily="2" charset="0"/>
                <a:cs typeface="CMU Serif" panose="02000603000000000000" pitchFamily="2" charset="0"/>
              </a:rPr>
              <a:t>Uniform-cost search</a:t>
            </a:r>
          </a:p>
          <a:p>
            <a:pPr marL="457200" indent="-457200">
              <a:spcAft>
                <a:spcPts val="1200"/>
              </a:spcAft>
              <a:buClr>
                <a:schemeClr val="accent1"/>
              </a:buClr>
              <a:buFont typeface="+mj-lt"/>
              <a:buAutoNum type="arabicParenR"/>
            </a:pPr>
            <a:r>
              <a:rPr lang="en-US" sz="2400" dirty="0">
                <a:latin typeface="CMU Serif" panose="02000603000000000000" pitchFamily="2" charset="0"/>
                <a:ea typeface="CMU Serif" panose="02000603000000000000" pitchFamily="2" charset="0"/>
                <a:cs typeface="CMU Serif" panose="02000603000000000000" pitchFamily="2" charset="0"/>
              </a:rPr>
              <a:t>Depth-first search</a:t>
            </a:r>
          </a:p>
          <a:p>
            <a:pPr marL="457200" indent="-457200">
              <a:spcAft>
                <a:spcPts val="1200"/>
              </a:spcAft>
              <a:buClr>
                <a:schemeClr val="accent1"/>
              </a:buClr>
              <a:buFont typeface="+mj-lt"/>
              <a:buAutoNum type="arabicParenR"/>
            </a:pPr>
            <a:r>
              <a:rPr lang="en-US" sz="2400" dirty="0">
                <a:latin typeface="CMU Serif" panose="02000603000000000000" pitchFamily="2" charset="0"/>
                <a:ea typeface="CMU Serif" panose="02000603000000000000" pitchFamily="2" charset="0"/>
                <a:cs typeface="CMU Serif" panose="02000603000000000000" pitchFamily="2" charset="0"/>
              </a:rPr>
              <a:t>Depth-limited search</a:t>
            </a:r>
          </a:p>
          <a:p>
            <a:pPr marL="457200" indent="-457200">
              <a:spcAft>
                <a:spcPts val="1200"/>
              </a:spcAft>
              <a:buClr>
                <a:schemeClr val="accent1"/>
              </a:buClr>
              <a:buFont typeface="+mj-lt"/>
              <a:buAutoNum type="arabicParenR"/>
            </a:pPr>
            <a:r>
              <a:rPr lang="en-US" sz="2400" dirty="0">
                <a:latin typeface="CMU Serif" panose="02000603000000000000" pitchFamily="2" charset="0"/>
                <a:ea typeface="CMU Serif" panose="02000603000000000000" pitchFamily="2" charset="0"/>
                <a:cs typeface="CMU Serif" panose="02000603000000000000" pitchFamily="2" charset="0"/>
              </a:rPr>
              <a:t>Iterative deepening search</a:t>
            </a:r>
          </a:p>
          <a:p>
            <a:pPr marL="457200" indent="-457200">
              <a:spcAft>
                <a:spcPts val="1200"/>
              </a:spcAft>
              <a:buClr>
                <a:schemeClr val="accent1"/>
              </a:buClr>
              <a:buFont typeface="+mj-lt"/>
              <a:buAutoNum type="arabicParenR"/>
            </a:pPr>
            <a:r>
              <a:rPr lang="en-US" sz="2400" dirty="0">
                <a:latin typeface="CMU Serif" panose="02000603000000000000" pitchFamily="2" charset="0"/>
                <a:ea typeface="CMU Serif" panose="02000603000000000000" pitchFamily="2" charset="0"/>
                <a:cs typeface="CMU Serif" panose="02000603000000000000" pitchFamily="2" charset="0"/>
              </a:rPr>
              <a:t>Bidirectional search</a:t>
            </a:r>
          </a:p>
        </p:txBody>
      </p:sp>
    </p:spTree>
    <p:extLst>
      <p:ext uri="{BB962C8B-B14F-4D97-AF65-F5344CB8AC3E}">
        <p14:creationId xmlns:p14="http://schemas.microsoft.com/office/powerpoint/2010/main" val="950671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7">
            <a:extLst>
              <a:ext uri="{FF2B5EF4-FFF2-40B4-BE49-F238E27FC236}">
                <a16:creationId xmlns:a16="http://schemas.microsoft.com/office/drawing/2014/main" id="{D34EF783-6EE4-79BE-60A5-F67406A0B26B}"/>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914399" y="1717092"/>
            <a:ext cx="7315200" cy="4491038"/>
          </a:xfrm>
          <a:noFill/>
        </p:spPr>
      </p:pic>
      <p:sp>
        <p:nvSpPr>
          <p:cNvPr id="2" name="TextBox 1">
            <a:extLst>
              <a:ext uri="{FF2B5EF4-FFF2-40B4-BE49-F238E27FC236}">
                <a16:creationId xmlns:a16="http://schemas.microsoft.com/office/drawing/2014/main" id="{46390E6E-DA97-3FB6-992E-789008C06F0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70" descr="bfs-progress">
            <a:extLst>
              <a:ext uri="{FF2B5EF4-FFF2-40B4-BE49-F238E27FC236}">
                <a16:creationId xmlns:a16="http://schemas.microsoft.com/office/drawing/2014/main" id="{0CDBFB7E-5E8E-BD41-93C3-8A6694118087}"/>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680244" y="1203868"/>
            <a:ext cx="7772400" cy="1676400"/>
          </a:xfrm>
          <a:noFill/>
        </p:spPr>
      </p:pic>
      <p:sp>
        <p:nvSpPr>
          <p:cNvPr id="24581" name="Text Box 68">
            <a:extLst>
              <a:ext uri="{FF2B5EF4-FFF2-40B4-BE49-F238E27FC236}">
                <a16:creationId xmlns:a16="http://schemas.microsoft.com/office/drawing/2014/main" id="{3FC0E65A-283E-7D18-D9D9-5CEF07A62758}"/>
              </a:ext>
            </a:extLst>
          </p:cNvPr>
          <p:cNvSpPr txBox="1">
            <a:spLocks noChangeArrowheads="1"/>
          </p:cNvSpPr>
          <p:nvPr/>
        </p:nvSpPr>
        <p:spPr bwMode="auto">
          <a:xfrm>
            <a:off x="304800" y="4676689"/>
            <a:ext cx="843121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None/>
            </a:pPr>
            <a:r>
              <a:rPr lang="en-US" altLang="en-US" sz="2400" dirty="0">
                <a:latin typeface="+mj-lt"/>
              </a:rPr>
              <a:t>Complete? Yes.</a:t>
            </a:r>
          </a:p>
          <a:p>
            <a:pPr>
              <a:spcBef>
                <a:spcPct val="0"/>
              </a:spcBef>
              <a:buClrTx/>
              <a:buSzTx/>
              <a:buNone/>
            </a:pPr>
            <a:r>
              <a:rPr lang="en-US" altLang="en-US" sz="2400" dirty="0">
                <a:latin typeface="+mj-lt"/>
              </a:rPr>
              <a:t>Optimal? Yes, </a:t>
            </a:r>
            <a:r>
              <a:rPr lang="en-US" altLang="en-US" sz="1800" dirty="0">
                <a:latin typeface="+mj-lt"/>
              </a:rPr>
              <a:t>if path cost is nondecreasing function of depth</a:t>
            </a:r>
            <a:endParaRPr lang="en-US" altLang="en-US" sz="2400" dirty="0">
              <a:latin typeface="+mj-lt"/>
            </a:endParaRPr>
          </a:p>
          <a:p>
            <a:pPr>
              <a:spcBef>
                <a:spcPct val="0"/>
              </a:spcBef>
              <a:buClrTx/>
              <a:buSzTx/>
              <a:buNone/>
            </a:pPr>
            <a:r>
              <a:rPr lang="en-US" altLang="en-US" sz="2400" dirty="0">
                <a:latin typeface="+mj-lt"/>
              </a:rPr>
              <a:t>Time Complexity: O(b</a:t>
            </a:r>
            <a:r>
              <a:rPr lang="en-US" altLang="en-US" sz="2400" baseline="30000" dirty="0">
                <a:latin typeface="+mj-lt"/>
              </a:rPr>
              <a:t>d</a:t>
            </a:r>
            <a:r>
              <a:rPr lang="en-US" altLang="en-US" sz="2400" dirty="0">
                <a:latin typeface="+mj-lt"/>
              </a:rPr>
              <a:t>)</a:t>
            </a:r>
          </a:p>
          <a:p>
            <a:pPr>
              <a:spcBef>
                <a:spcPct val="0"/>
              </a:spcBef>
              <a:buClrTx/>
              <a:buSzTx/>
              <a:buNone/>
            </a:pPr>
            <a:r>
              <a:rPr lang="en-US" altLang="en-US" sz="2400" dirty="0">
                <a:latin typeface="+mj-lt"/>
              </a:rPr>
              <a:t>Space Complexity: O(b</a:t>
            </a:r>
            <a:r>
              <a:rPr lang="en-US" altLang="en-US" sz="2400" baseline="30000" dirty="0">
                <a:latin typeface="+mj-lt"/>
              </a:rPr>
              <a:t>d</a:t>
            </a:r>
            <a:r>
              <a:rPr lang="en-US" altLang="en-US" sz="2400" dirty="0">
                <a:latin typeface="+mj-lt"/>
              </a:rPr>
              <a:t>), </a:t>
            </a:r>
            <a:r>
              <a:rPr lang="en-US" altLang="en-US" sz="1800" dirty="0">
                <a:latin typeface="+mj-lt"/>
              </a:rPr>
              <a:t>note that every node in the fringe is kept in the queue.</a:t>
            </a:r>
            <a:endParaRPr lang="en-US" altLang="en-US" sz="2400" dirty="0">
              <a:latin typeface="+mj-lt"/>
            </a:endParaRPr>
          </a:p>
        </p:txBody>
      </p:sp>
      <p:sp>
        <p:nvSpPr>
          <p:cNvPr id="24582" name="Text Box 69">
            <a:extLst>
              <a:ext uri="{FF2B5EF4-FFF2-40B4-BE49-F238E27FC236}">
                <a16:creationId xmlns:a16="http://schemas.microsoft.com/office/drawing/2014/main" id="{0CE27782-B455-4B2E-F1D1-0B5BC881D4F1}"/>
              </a:ext>
            </a:extLst>
          </p:cNvPr>
          <p:cNvSpPr txBox="1">
            <a:spLocks noChangeArrowheads="1"/>
          </p:cNvSpPr>
          <p:nvPr/>
        </p:nvSpPr>
        <p:spPr bwMode="auto">
          <a:xfrm>
            <a:off x="304800" y="3048000"/>
            <a:ext cx="8431213"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fr-FR" altLang="en-US" sz="1800" b="1" dirty="0">
                <a:latin typeface="+mj-lt"/>
              </a:rPr>
              <a:t>Main idea</a:t>
            </a:r>
            <a:r>
              <a:rPr lang="fr-FR" altLang="en-US" sz="1800" dirty="0">
                <a:latin typeface="+mj-lt"/>
              </a:rPr>
              <a:t>: </a:t>
            </a:r>
            <a:r>
              <a:rPr lang="en-US" altLang="en-US" sz="2000" dirty="0">
                <a:latin typeface="+mj-lt"/>
                <a:cs typeface="Times New Roman" panose="02020603050405020304" pitchFamily="18" charset="0"/>
              </a:rPr>
              <a:t>Expand all nodes at depth (</a:t>
            </a:r>
            <a:r>
              <a:rPr lang="en-US" altLang="en-US" sz="2000" dirty="0" err="1">
                <a:latin typeface="+mj-lt"/>
                <a:cs typeface="Times New Roman" panose="02020603050405020304" pitchFamily="18" charset="0"/>
              </a:rPr>
              <a:t>i</a:t>
            </a:r>
            <a:r>
              <a:rPr lang="en-US" altLang="en-US" sz="2000" dirty="0">
                <a:latin typeface="+mj-lt"/>
                <a:cs typeface="Times New Roman" panose="02020603050405020304" pitchFamily="18" charset="0"/>
              </a:rPr>
              <a:t>) before expanding nodes at depth (</a:t>
            </a:r>
            <a:r>
              <a:rPr lang="en-US" altLang="en-US" sz="2000" dirty="0" err="1">
                <a:latin typeface="+mj-lt"/>
                <a:cs typeface="Times New Roman" panose="02020603050405020304" pitchFamily="18" charset="0"/>
              </a:rPr>
              <a:t>i</a:t>
            </a:r>
            <a:r>
              <a:rPr lang="en-US" altLang="en-US" sz="2000" dirty="0">
                <a:latin typeface="+mj-lt"/>
                <a:cs typeface="Times New Roman" panose="02020603050405020304" pitchFamily="18" charset="0"/>
              </a:rPr>
              <a:t> + 1)</a:t>
            </a:r>
            <a:endParaRPr lang="fr-FR" altLang="en-US" sz="2000" dirty="0">
              <a:latin typeface="+mj-lt"/>
              <a:cs typeface="Times New Roman" panose="02020603050405020304" pitchFamily="18" charset="0"/>
            </a:endParaRPr>
          </a:p>
          <a:p>
            <a:pPr eaLnBrk="1" hangingPunct="1">
              <a:spcBef>
                <a:spcPct val="0"/>
              </a:spcBef>
              <a:buClrTx/>
              <a:buSzTx/>
              <a:buFontTx/>
              <a:buNone/>
            </a:pPr>
            <a:r>
              <a:rPr lang="fr-FR" altLang="en-US" sz="2000" dirty="0">
                <a:latin typeface="+mj-lt"/>
                <a:cs typeface="Times New Roman" panose="02020603050405020304" pitchFamily="18" charset="0"/>
              </a:rPr>
              <a:t>Level-order Traversal.</a:t>
            </a:r>
            <a:endParaRPr lang="fr-FR" altLang="en-US" sz="1200" dirty="0">
              <a:latin typeface="+mj-lt"/>
              <a:cs typeface="Times New Roman" panose="02020603050405020304" pitchFamily="18" charset="0"/>
            </a:endParaRPr>
          </a:p>
          <a:p>
            <a:pPr eaLnBrk="1" hangingPunct="1">
              <a:spcBef>
                <a:spcPct val="0"/>
              </a:spcBef>
              <a:buClrTx/>
              <a:buSzTx/>
              <a:buFontTx/>
              <a:buNone/>
            </a:pPr>
            <a:r>
              <a:rPr lang="fr-FR" altLang="en-US" sz="1800" b="1" dirty="0">
                <a:latin typeface="+mj-lt"/>
              </a:rPr>
              <a:t>Implementation</a:t>
            </a:r>
            <a:r>
              <a:rPr lang="fr-FR" altLang="en-US" sz="1800" dirty="0">
                <a:latin typeface="+mj-lt"/>
              </a:rPr>
              <a:t>: </a:t>
            </a:r>
            <a:r>
              <a:rPr lang="fr-FR" altLang="en-US" sz="2000" dirty="0">
                <a:latin typeface="+mj-lt"/>
                <a:cs typeface="Times New Roman" panose="02020603050405020304" pitchFamily="18" charset="0"/>
              </a:rPr>
              <a:t>Use of a First-In-First-Out queue (FIFO). Nodes </a:t>
            </a:r>
            <a:r>
              <a:rPr lang="fr-FR" altLang="en-US" sz="2000" dirty="0" err="1">
                <a:latin typeface="+mj-lt"/>
                <a:cs typeface="Times New Roman" panose="02020603050405020304" pitchFamily="18" charset="0"/>
              </a:rPr>
              <a:t>visited</a:t>
            </a:r>
            <a:r>
              <a:rPr lang="fr-FR" altLang="en-US" sz="2000" dirty="0">
                <a:latin typeface="+mj-lt"/>
                <a:cs typeface="Times New Roman" panose="02020603050405020304" pitchFamily="18" charset="0"/>
              </a:rPr>
              <a:t> first are expanded first. </a:t>
            </a:r>
            <a:r>
              <a:rPr lang="en-US" altLang="en-US" sz="2000" dirty="0">
                <a:latin typeface="+mj-lt"/>
                <a:cs typeface="Times New Roman" panose="02020603050405020304" pitchFamily="18" charset="0"/>
              </a:rPr>
              <a:t>Enqueue nodes in FIFO (first-in, first-out) order.</a:t>
            </a:r>
          </a:p>
        </p:txBody>
      </p:sp>
      <p:sp>
        <p:nvSpPr>
          <p:cNvPr id="2" name="TextBox 1">
            <a:extLst>
              <a:ext uri="{FF2B5EF4-FFF2-40B4-BE49-F238E27FC236}">
                <a16:creationId xmlns:a16="http://schemas.microsoft.com/office/drawing/2014/main" id="{725A5451-F586-452A-BCE2-0EDFB0451E0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a:extLst>
              <a:ext uri="{FF2B5EF4-FFF2-40B4-BE49-F238E27FC236}">
                <a16:creationId xmlns:a16="http://schemas.microsoft.com/office/drawing/2014/main" id="{F1A812CE-D7A4-02F6-B899-32D71895DDB3}"/>
              </a:ext>
            </a:extLst>
          </p:cNvPr>
          <p:cNvSpPr>
            <a:spLocks noChangeArrowheads="1"/>
          </p:cNvSpPr>
          <p:nvPr/>
        </p:nvSpPr>
        <p:spPr bwMode="auto">
          <a:xfrm>
            <a:off x="452966" y="1592534"/>
            <a:ext cx="8238066" cy="122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0" indent="0" eaLnBrk="1" hangingPunct="1">
              <a:spcBef>
                <a:spcPct val="20000"/>
              </a:spcBef>
              <a:buClr>
                <a:schemeClr val="folHlink"/>
              </a:buClr>
              <a:buSzPct val="60000"/>
              <a:buNone/>
            </a:pPr>
            <a:r>
              <a:rPr lang="en-US" altLang="en-US" sz="2000" dirty="0">
                <a:latin typeface="+mj-lt"/>
              </a:rPr>
              <a:t>Given the following state space (tree search), give the sequence of visited nodes when using BFS (assume that the node </a:t>
            </a:r>
            <a:r>
              <a:rPr lang="en-US" altLang="en-US" sz="2000" b="1" i="1" dirty="0">
                <a:latin typeface="+mj-lt"/>
              </a:rPr>
              <a:t>O</a:t>
            </a:r>
            <a:r>
              <a:rPr lang="en-US" altLang="en-US" sz="2000" dirty="0">
                <a:latin typeface="+mj-lt"/>
              </a:rPr>
              <a:t> is the goal state):</a:t>
            </a:r>
          </a:p>
        </p:txBody>
      </p:sp>
      <p:grpSp>
        <p:nvGrpSpPr>
          <p:cNvPr id="25605" name="Group 4">
            <a:extLst>
              <a:ext uri="{FF2B5EF4-FFF2-40B4-BE49-F238E27FC236}">
                <a16:creationId xmlns:a16="http://schemas.microsoft.com/office/drawing/2014/main" id="{6885EE58-DF1F-6BA9-3295-9E1C1AB6C626}"/>
              </a:ext>
            </a:extLst>
          </p:cNvPr>
          <p:cNvGrpSpPr>
            <a:grpSpLocks/>
          </p:cNvGrpSpPr>
          <p:nvPr/>
        </p:nvGrpSpPr>
        <p:grpSpPr bwMode="auto">
          <a:xfrm>
            <a:off x="2133600" y="2895600"/>
            <a:ext cx="5410200" cy="3429000"/>
            <a:chOff x="1104" y="1776"/>
            <a:chExt cx="3408" cy="2160"/>
          </a:xfrm>
        </p:grpSpPr>
        <p:grpSp>
          <p:nvGrpSpPr>
            <p:cNvPr id="25606" name="Group 5">
              <a:extLst>
                <a:ext uri="{FF2B5EF4-FFF2-40B4-BE49-F238E27FC236}">
                  <a16:creationId xmlns:a16="http://schemas.microsoft.com/office/drawing/2014/main" id="{A2597B56-86B7-321B-D659-06E303ECEA7B}"/>
                </a:ext>
              </a:extLst>
            </p:cNvPr>
            <p:cNvGrpSpPr>
              <a:grpSpLocks/>
            </p:cNvGrpSpPr>
            <p:nvPr/>
          </p:nvGrpSpPr>
          <p:grpSpPr bwMode="auto">
            <a:xfrm>
              <a:off x="2640" y="1776"/>
              <a:ext cx="336" cy="240"/>
              <a:chOff x="2640" y="1776"/>
              <a:chExt cx="336" cy="240"/>
            </a:xfrm>
          </p:grpSpPr>
          <p:sp>
            <p:nvSpPr>
              <p:cNvPr id="25662" name="Oval 6">
                <a:extLst>
                  <a:ext uri="{FF2B5EF4-FFF2-40B4-BE49-F238E27FC236}">
                    <a16:creationId xmlns:a16="http://schemas.microsoft.com/office/drawing/2014/main" id="{42EAF261-1164-30EC-0744-CEDEBE5FE46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63" name="Text Box 7">
                <a:extLst>
                  <a:ext uri="{FF2B5EF4-FFF2-40B4-BE49-F238E27FC236}">
                    <a16:creationId xmlns:a16="http://schemas.microsoft.com/office/drawing/2014/main" id="{9CC538FF-B3DB-E73E-E6E3-097B9D4A5F3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25607" name="Group 8">
              <a:extLst>
                <a:ext uri="{FF2B5EF4-FFF2-40B4-BE49-F238E27FC236}">
                  <a16:creationId xmlns:a16="http://schemas.microsoft.com/office/drawing/2014/main" id="{83FB83CB-C4F5-4E91-AFFE-B0D5E58D637C}"/>
                </a:ext>
              </a:extLst>
            </p:cNvPr>
            <p:cNvGrpSpPr>
              <a:grpSpLocks/>
            </p:cNvGrpSpPr>
            <p:nvPr/>
          </p:nvGrpSpPr>
          <p:grpSpPr bwMode="auto">
            <a:xfrm>
              <a:off x="1536" y="2208"/>
              <a:ext cx="336" cy="240"/>
              <a:chOff x="2640" y="1776"/>
              <a:chExt cx="336" cy="240"/>
            </a:xfrm>
          </p:grpSpPr>
          <p:sp>
            <p:nvSpPr>
              <p:cNvPr id="25660" name="Oval 9">
                <a:extLst>
                  <a:ext uri="{FF2B5EF4-FFF2-40B4-BE49-F238E27FC236}">
                    <a16:creationId xmlns:a16="http://schemas.microsoft.com/office/drawing/2014/main" id="{CEAF48E9-356A-5010-A4D3-CC1CE904759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61" name="Text Box 10">
                <a:extLst>
                  <a:ext uri="{FF2B5EF4-FFF2-40B4-BE49-F238E27FC236}">
                    <a16:creationId xmlns:a16="http://schemas.microsoft.com/office/drawing/2014/main" id="{9240910E-6C8D-7EBC-DF52-E596394ACC2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25608" name="Group 11">
              <a:extLst>
                <a:ext uri="{FF2B5EF4-FFF2-40B4-BE49-F238E27FC236}">
                  <a16:creationId xmlns:a16="http://schemas.microsoft.com/office/drawing/2014/main" id="{862CEA11-AE10-4AE2-1C5D-95FF44D61FFA}"/>
                </a:ext>
              </a:extLst>
            </p:cNvPr>
            <p:cNvGrpSpPr>
              <a:grpSpLocks/>
            </p:cNvGrpSpPr>
            <p:nvPr/>
          </p:nvGrpSpPr>
          <p:grpSpPr bwMode="auto">
            <a:xfrm>
              <a:off x="2352" y="2208"/>
              <a:ext cx="336" cy="240"/>
              <a:chOff x="2640" y="1776"/>
              <a:chExt cx="336" cy="240"/>
            </a:xfrm>
          </p:grpSpPr>
          <p:sp>
            <p:nvSpPr>
              <p:cNvPr id="25658" name="Oval 12">
                <a:extLst>
                  <a:ext uri="{FF2B5EF4-FFF2-40B4-BE49-F238E27FC236}">
                    <a16:creationId xmlns:a16="http://schemas.microsoft.com/office/drawing/2014/main" id="{21708962-15BA-32F3-58A5-32687BD265F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59" name="Text Box 13">
                <a:extLst>
                  <a:ext uri="{FF2B5EF4-FFF2-40B4-BE49-F238E27FC236}">
                    <a16:creationId xmlns:a16="http://schemas.microsoft.com/office/drawing/2014/main" id="{F89A884A-9436-6FB3-15AE-AE848E23FF4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25609" name="Group 14">
              <a:extLst>
                <a:ext uri="{FF2B5EF4-FFF2-40B4-BE49-F238E27FC236}">
                  <a16:creationId xmlns:a16="http://schemas.microsoft.com/office/drawing/2014/main" id="{B69C8CC1-4E8D-86A6-4358-4038D143F666}"/>
                </a:ext>
              </a:extLst>
            </p:cNvPr>
            <p:cNvGrpSpPr>
              <a:grpSpLocks/>
            </p:cNvGrpSpPr>
            <p:nvPr/>
          </p:nvGrpSpPr>
          <p:grpSpPr bwMode="auto">
            <a:xfrm>
              <a:off x="4176" y="2208"/>
              <a:ext cx="336" cy="240"/>
              <a:chOff x="2640" y="1776"/>
              <a:chExt cx="336" cy="240"/>
            </a:xfrm>
          </p:grpSpPr>
          <p:sp>
            <p:nvSpPr>
              <p:cNvPr id="25656" name="Oval 15">
                <a:extLst>
                  <a:ext uri="{FF2B5EF4-FFF2-40B4-BE49-F238E27FC236}">
                    <a16:creationId xmlns:a16="http://schemas.microsoft.com/office/drawing/2014/main" id="{A73CF2E0-7FF6-CD8D-D00F-5298AA1E83D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57" name="Text Box 16">
                <a:extLst>
                  <a:ext uri="{FF2B5EF4-FFF2-40B4-BE49-F238E27FC236}">
                    <a16:creationId xmlns:a16="http://schemas.microsoft.com/office/drawing/2014/main" id="{C45702FF-8F34-EA9C-4922-4BD0561FE59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25610" name="Group 17">
              <a:extLst>
                <a:ext uri="{FF2B5EF4-FFF2-40B4-BE49-F238E27FC236}">
                  <a16:creationId xmlns:a16="http://schemas.microsoft.com/office/drawing/2014/main" id="{912EE3DF-4519-8B83-0B41-C7579F8C7F68}"/>
                </a:ext>
              </a:extLst>
            </p:cNvPr>
            <p:cNvGrpSpPr>
              <a:grpSpLocks/>
            </p:cNvGrpSpPr>
            <p:nvPr/>
          </p:nvGrpSpPr>
          <p:grpSpPr bwMode="auto">
            <a:xfrm>
              <a:off x="3168" y="2208"/>
              <a:ext cx="336" cy="240"/>
              <a:chOff x="2640" y="1776"/>
              <a:chExt cx="336" cy="240"/>
            </a:xfrm>
          </p:grpSpPr>
          <p:sp>
            <p:nvSpPr>
              <p:cNvPr id="25654" name="Oval 18">
                <a:extLst>
                  <a:ext uri="{FF2B5EF4-FFF2-40B4-BE49-F238E27FC236}">
                    <a16:creationId xmlns:a16="http://schemas.microsoft.com/office/drawing/2014/main" id="{D2525C27-3C2D-C1A5-A66C-AF7E146D876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55" name="Text Box 19">
                <a:extLst>
                  <a:ext uri="{FF2B5EF4-FFF2-40B4-BE49-F238E27FC236}">
                    <a16:creationId xmlns:a16="http://schemas.microsoft.com/office/drawing/2014/main" id="{00A43931-6889-1CB1-C833-C2FFCBF6D44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25611" name="Group 20">
              <a:extLst>
                <a:ext uri="{FF2B5EF4-FFF2-40B4-BE49-F238E27FC236}">
                  <a16:creationId xmlns:a16="http://schemas.microsoft.com/office/drawing/2014/main" id="{7D21DB27-A203-2822-DDAA-7C39B1C8F83D}"/>
                </a:ext>
              </a:extLst>
            </p:cNvPr>
            <p:cNvGrpSpPr>
              <a:grpSpLocks/>
            </p:cNvGrpSpPr>
            <p:nvPr/>
          </p:nvGrpSpPr>
          <p:grpSpPr bwMode="auto">
            <a:xfrm>
              <a:off x="1104" y="2640"/>
              <a:ext cx="336" cy="240"/>
              <a:chOff x="2640" y="1776"/>
              <a:chExt cx="336" cy="240"/>
            </a:xfrm>
          </p:grpSpPr>
          <p:sp>
            <p:nvSpPr>
              <p:cNvPr id="25652" name="Oval 21">
                <a:extLst>
                  <a:ext uri="{FF2B5EF4-FFF2-40B4-BE49-F238E27FC236}">
                    <a16:creationId xmlns:a16="http://schemas.microsoft.com/office/drawing/2014/main" id="{582EADC1-3E31-62A3-614A-C8233762028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53" name="Text Box 22">
                <a:extLst>
                  <a:ext uri="{FF2B5EF4-FFF2-40B4-BE49-F238E27FC236}">
                    <a16:creationId xmlns:a16="http://schemas.microsoft.com/office/drawing/2014/main" id="{A37F7A8A-140F-11B1-D110-A987165703F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25612" name="Group 23">
              <a:extLst>
                <a:ext uri="{FF2B5EF4-FFF2-40B4-BE49-F238E27FC236}">
                  <a16:creationId xmlns:a16="http://schemas.microsoft.com/office/drawing/2014/main" id="{D86980A0-F842-76BF-EAC9-AD299CF75E32}"/>
                </a:ext>
              </a:extLst>
            </p:cNvPr>
            <p:cNvGrpSpPr>
              <a:grpSpLocks/>
            </p:cNvGrpSpPr>
            <p:nvPr/>
          </p:nvGrpSpPr>
          <p:grpSpPr bwMode="auto">
            <a:xfrm>
              <a:off x="1872" y="2640"/>
              <a:ext cx="336" cy="240"/>
              <a:chOff x="2640" y="1776"/>
              <a:chExt cx="336" cy="240"/>
            </a:xfrm>
          </p:grpSpPr>
          <p:sp>
            <p:nvSpPr>
              <p:cNvPr id="25650" name="Oval 24">
                <a:extLst>
                  <a:ext uri="{FF2B5EF4-FFF2-40B4-BE49-F238E27FC236}">
                    <a16:creationId xmlns:a16="http://schemas.microsoft.com/office/drawing/2014/main" id="{272966B1-D8C6-8521-02AF-CAD1563645D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51" name="Text Box 25">
                <a:extLst>
                  <a:ext uri="{FF2B5EF4-FFF2-40B4-BE49-F238E27FC236}">
                    <a16:creationId xmlns:a16="http://schemas.microsoft.com/office/drawing/2014/main" id="{4398A9BF-292C-2A51-A651-24C097E65B9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25613" name="Group 26">
              <a:extLst>
                <a:ext uri="{FF2B5EF4-FFF2-40B4-BE49-F238E27FC236}">
                  <a16:creationId xmlns:a16="http://schemas.microsoft.com/office/drawing/2014/main" id="{FA49C172-5A0D-2429-6C54-D243AB8DD1A2}"/>
                </a:ext>
              </a:extLst>
            </p:cNvPr>
            <p:cNvGrpSpPr>
              <a:grpSpLocks/>
            </p:cNvGrpSpPr>
            <p:nvPr/>
          </p:nvGrpSpPr>
          <p:grpSpPr bwMode="auto">
            <a:xfrm>
              <a:off x="2592" y="2640"/>
              <a:ext cx="336" cy="240"/>
              <a:chOff x="2640" y="1776"/>
              <a:chExt cx="336" cy="240"/>
            </a:xfrm>
          </p:grpSpPr>
          <p:sp>
            <p:nvSpPr>
              <p:cNvPr id="25648" name="Oval 27">
                <a:extLst>
                  <a:ext uri="{FF2B5EF4-FFF2-40B4-BE49-F238E27FC236}">
                    <a16:creationId xmlns:a16="http://schemas.microsoft.com/office/drawing/2014/main" id="{0FC14C2A-138E-0DCC-309E-471BD77F39A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49" name="Text Box 28">
                <a:extLst>
                  <a:ext uri="{FF2B5EF4-FFF2-40B4-BE49-F238E27FC236}">
                    <a16:creationId xmlns:a16="http://schemas.microsoft.com/office/drawing/2014/main" id="{6CE42E06-2358-2DF9-DC62-1E411289015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25614" name="Group 29">
              <a:extLst>
                <a:ext uri="{FF2B5EF4-FFF2-40B4-BE49-F238E27FC236}">
                  <a16:creationId xmlns:a16="http://schemas.microsoft.com/office/drawing/2014/main" id="{AD499586-6409-9FEB-9CA0-7719DED3CB44}"/>
                </a:ext>
              </a:extLst>
            </p:cNvPr>
            <p:cNvGrpSpPr>
              <a:grpSpLocks/>
            </p:cNvGrpSpPr>
            <p:nvPr/>
          </p:nvGrpSpPr>
          <p:grpSpPr bwMode="auto">
            <a:xfrm>
              <a:off x="3072" y="2640"/>
              <a:ext cx="336" cy="240"/>
              <a:chOff x="2640" y="1776"/>
              <a:chExt cx="336" cy="240"/>
            </a:xfrm>
          </p:grpSpPr>
          <p:sp>
            <p:nvSpPr>
              <p:cNvPr id="25646" name="Oval 30">
                <a:extLst>
                  <a:ext uri="{FF2B5EF4-FFF2-40B4-BE49-F238E27FC236}">
                    <a16:creationId xmlns:a16="http://schemas.microsoft.com/office/drawing/2014/main" id="{56C9A0A3-9197-EBEC-2525-24539E08286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47" name="Text Box 31">
                <a:extLst>
                  <a:ext uri="{FF2B5EF4-FFF2-40B4-BE49-F238E27FC236}">
                    <a16:creationId xmlns:a16="http://schemas.microsoft.com/office/drawing/2014/main" id="{D7E625D2-A8EB-0A0C-0E8B-6E0A5E27F91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25615" name="Group 32">
              <a:extLst>
                <a:ext uri="{FF2B5EF4-FFF2-40B4-BE49-F238E27FC236}">
                  <a16:creationId xmlns:a16="http://schemas.microsoft.com/office/drawing/2014/main" id="{99D6E241-A026-E2D9-F55F-E997728C0C73}"/>
                </a:ext>
              </a:extLst>
            </p:cNvPr>
            <p:cNvGrpSpPr>
              <a:grpSpLocks/>
            </p:cNvGrpSpPr>
            <p:nvPr/>
          </p:nvGrpSpPr>
          <p:grpSpPr bwMode="auto">
            <a:xfrm>
              <a:off x="3696" y="2640"/>
              <a:ext cx="336" cy="240"/>
              <a:chOff x="2640" y="1776"/>
              <a:chExt cx="336" cy="240"/>
            </a:xfrm>
          </p:grpSpPr>
          <p:sp>
            <p:nvSpPr>
              <p:cNvPr id="25644" name="Oval 33">
                <a:extLst>
                  <a:ext uri="{FF2B5EF4-FFF2-40B4-BE49-F238E27FC236}">
                    <a16:creationId xmlns:a16="http://schemas.microsoft.com/office/drawing/2014/main" id="{35E009A3-8818-2CBD-256B-0D29886A5E7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45" name="Text Box 34">
                <a:extLst>
                  <a:ext uri="{FF2B5EF4-FFF2-40B4-BE49-F238E27FC236}">
                    <a16:creationId xmlns:a16="http://schemas.microsoft.com/office/drawing/2014/main" id="{F01CE358-B9B6-505A-9214-5599AA8E4E0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grpSp>
          <p:nvGrpSpPr>
            <p:cNvPr id="25616" name="Group 35">
              <a:extLst>
                <a:ext uri="{FF2B5EF4-FFF2-40B4-BE49-F238E27FC236}">
                  <a16:creationId xmlns:a16="http://schemas.microsoft.com/office/drawing/2014/main" id="{CD0F0C01-49CD-8372-68F9-B77B1D05A702}"/>
                </a:ext>
              </a:extLst>
            </p:cNvPr>
            <p:cNvGrpSpPr>
              <a:grpSpLocks/>
            </p:cNvGrpSpPr>
            <p:nvPr/>
          </p:nvGrpSpPr>
          <p:grpSpPr bwMode="auto">
            <a:xfrm>
              <a:off x="1536" y="3168"/>
              <a:ext cx="336" cy="240"/>
              <a:chOff x="2640" y="1776"/>
              <a:chExt cx="336" cy="240"/>
            </a:xfrm>
          </p:grpSpPr>
          <p:sp>
            <p:nvSpPr>
              <p:cNvPr id="25642" name="Oval 36">
                <a:extLst>
                  <a:ext uri="{FF2B5EF4-FFF2-40B4-BE49-F238E27FC236}">
                    <a16:creationId xmlns:a16="http://schemas.microsoft.com/office/drawing/2014/main" id="{F290B27E-2F87-4A53-8B9E-37A1270C19A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43" name="Text Box 37">
                <a:extLst>
                  <a:ext uri="{FF2B5EF4-FFF2-40B4-BE49-F238E27FC236}">
                    <a16:creationId xmlns:a16="http://schemas.microsoft.com/office/drawing/2014/main" id="{CDCAF886-D13F-BACD-3EC3-25A5437D6C5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25617" name="Group 38">
              <a:extLst>
                <a:ext uri="{FF2B5EF4-FFF2-40B4-BE49-F238E27FC236}">
                  <a16:creationId xmlns:a16="http://schemas.microsoft.com/office/drawing/2014/main" id="{D159D3A3-7681-73BF-579F-20876ED56BF3}"/>
                </a:ext>
              </a:extLst>
            </p:cNvPr>
            <p:cNvGrpSpPr>
              <a:grpSpLocks/>
            </p:cNvGrpSpPr>
            <p:nvPr/>
          </p:nvGrpSpPr>
          <p:grpSpPr bwMode="auto">
            <a:xfrm>
              <a:off x="2160" y="3168"/>
              <a:ext cx="336" cy="240"/>
              <a:chOff x="2640" y="1776"/>
              <a:chExt cx="336" cy="240"/>
            </a:xfrm>
          </p:grpSpPr>
          <p:sp>
            <p:nvSpPr>
              <p:cNvPr id="25640" name="Oval 39">
                <a:extLst>
                  <a:ext uri="{FF2B5EF4-FFF2-40B4-BE49-F238E27FC236}">
                    <a16:creationId xmlns:a16="http://schemas.microsoft.com/office/drawing/2014/main" id="{E736CF74-F44D-CECC-012A-C5D93702C2F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41" name="Text Box 40">
                <a:extLst>
                  <a:ext uri="{FF2B5EF4-FFF2-40B4-BE49-F238E27FC236}">
                    <a16:creationId xmlns:a16="http://schemas.microsoft.com/office/drawing/2014/main" id="{01109D7F-2148-D99E-4F7F-6111782585D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25618" name="Oval 41">
              <a:extLst>
                <a:ext uri="{FF2B5EF4-FFF2-40B4-BE49-F238E27FC236}">
                  <a16:creationId xmlns:a16="http://schemas.microsoft.com/office/drawing/2014/main" id="{2BB05548-9169-79C5-66D9-1FDCEAC86277}"/>
                </a:ext>
              </a:extLst>
            </p:cNvPr>
            <p:cNvSpPr>
              <a:spLocks noChangeArrowheads="1"/>
            </p:cNvSpPr>
            <p:nvPr/>
          </p:nvSpPr>
          <p:spPr bwMode="auto">
            <a:xfrm>
              <a:off x="2160" y="3696"/>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19" name="Text Box 42">
              <a:extLst>
                <a:ext uri="{FF2B5EF4-FFF2-40B4-BE49-F238E27FC236}">
                  <a16:creationId xmlns:a16="http://schemas.microsoft.com/office/drawing/2014/main" id="{46D5752A-9538-6240-2804-27DF5035E247}"/>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Tahoma" panose="020B0604030504040204" pitchFamily="34" charset="0"/>
                </a:rPr>
                <a:t>O</a:t>
              </a:r>
              <a:endParaRPr lang="en-GB" altLang="en-US" sz="1800" b="1" i="1">
                <a:latin typeface="Tahoma" panose="020B0604030504040204" pitchFamily="34" charset="0"/>
              </a:endParaRPr>
            </a:p>
          </p:txBody>
        </p:sp>
        <p:sp>
          <p:nvSpPr>
            <p:cNvPr id="25620" name="Line 43">
              <a:extLst>
                <a:ext uri="{FF2B5EF4-FFF2-40B4-BE49-F238E27FC236}">
                  <a16:creationId xmlns:a16="http://schemas.microsoft.com/office/drawing/2014/main" id="{A10D94D8-369D-F2C9-4755-4E6950FEEC8A}"/>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1" name="Line 44">
              <a:extLst>
                <a:ext uri="{FF2B5EF4-FFF2-40B4-BE49-F238E27FC236}">
                  <a16:creationId xmlns:a16="http://schemas.microsoft.com/office/drawing/2014/main" id="{5C18EA3D-762A-D496-A7D4-72912CD1A384}"/>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2" name="Line 45">
              <a:extLst>
                <a:ext uri="{FF2B5EF4-FFF2-40B4-BE49-F238E27FC236}">
                  <a16:creationId xmlns:a16="http://schemas.microsoft.com/office/drawing/2014/main" id="{155F730E-B312-4981-DB12-8C1C94B0832D}"/>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3" name="Line 46">
              <a:extLst>
                <a:ext uri="{FF2B5EF4-FFF2-40B4-BE49-F238E27FC236}">
                  <a16:creationId xmlns:a16="http://schemas.microsoft.com/office/drawing/2014/main" id="{5816C069-69F0-FB8A-269D-39F1CEB01CA3}"/>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4" name="Line 47">
              <a:extLst>
                <a:ext uri="{FF2B5EF4-FFF2-40B4-BE49-F238E27FC236}">
                  <a16:creationId xmlns:a16="http://schemas.microsoft.com/office/drawing/2014/main" id="{BE500B84-BEFA-6B04-FD38-4D536367D778}"/>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5" name="Line 48">
              <a:extLst>
                <a:ext uri="{FF2B5EF4-FFF2-40B4-BE49-F238E27FC236}">
                  <a16:creationId xmlns:a16="http://schemas.microsoft.com/office/drawing/2014/main" id="{E75BE496-A945-DA08-6B9D-28AFD08A0E82}"/>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6" name="Line 49">
              <a:extLst>
                <a:ext uri="{FF2B5EF4-FFF2-40B4-BE49-F238E27FC236}">
                  <a16:creationId xmlns:a16="http://schemas.microsoft.com/office/drawing/2014/main" id="{9C545DD7-9EC0-BC16-3690-EE76EA30B510}"/>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7" name="Line 50">
              <a:extLst>
                <a:ext uri="{FF2B5EF4-FFF2-40B4-BE49-F238E27FC236}">
                  <a16:creationId xmlns:a16="http://schemas.microsoft.com/office/drawing/2014/main" id="{04E3614D-CAFA-0341-6405-89B286D15149}"/>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8" name="Line 51">
              <a:extLst>
                <a:ext uri="{FF2B5EF4-FFF2-40B4-BE49-F238E27FC236}">
                  <a16:creationId xmlns:a16="http://schemas.microsoft.com/office/drawing/2014/main" id="{C8CA7359-BBFA-232D-75D4-38C40CD07EE7}"/>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29" name="Line 52">
              <a:extLst>
                <a:ext uri="{FF2B5EF4-FFF2-40B4-BE49-F238E27FC236}">
                  <a16:creationId xmlns:a16="http://schemas.microsoft.com/office/drawing/2014/main" id="{3DBEEEE7-62FC-F63B-88B1-9AD27713B462}"/>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0" name="Line 53">
              <a:extLst>
                <a:ext uri="{FF2B5EF4-FFF2-40B4-BE49-F238E27FC236}">
                  <a16:creationId xmlns:a16="http://schemas.microsoft.com/office/drawing/2014/main" id="{25647846-1F8D-44DB-7C4D-7BE5A1A01753}"/>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5631" name="Group 54">
              <a:extLst>
                <a:ext uri="{FF2B5EF4-FFF2-40B4-BE49-F238E27FC236}">
                  <a16:creationId xmlns:a16="http://schemas.microsoft.com/office/drawing/2014/main" id="{D29B372A-3371-D4EC-60A1-B7FE8DA0E288}"/>
                </a:ext>
              </a:extLst>
            </p:cNvPr>
            <p:cNvGrpSpPr>
              <a:grpSpLocks/>
            </p:cNvGrpSpPr>
            <p:nvPr/>
          </p:nvGrpSpPr>
          <p:grpSpPr bwMode="auto">
            <a:xfrm>
              <a:off x="3120" y="3168"/>
              <a:ext cx="336" cy="240"/>
              <a:chOff x="2640" y="1776"/>
              <a:chExt cx="336" cy="240"/>
            </a:xfrm>
          </p:grpSpPr>
          <p:sp>
            <p:nvSpPr>
              <p:cNvPr id="25638" name="Oval 55">
                <a:extLst>
                  <a:ext uri="{FF2B5EF4-FFF2-40B4-BE49-F238E27FC236}">
                    <a16:creationId xmlns:a16="http://schemas.microsoft.com/office/drawing/2014/main" id="{8D61BF51-3BCD-ABD6-1428-F74571E9987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39" name="Text Box 56">
                <a:extLst>
                  <a:ext uri="{FF2B5EF4-FFF2-40B4-BE49-F238E27FC236}">
                    <a16:creationId xmlns:a16="http://schemas.microsoft.com/office/drawing/2014/main" id="{04F46EC7-7AFA-2835-3449-5CE0FE91E11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M</a:t>
                </a:r>
                <a:endParaRPr lang="en-GB" altLang="en-US" sz="1800">
                  <a:latin typeface="Tahoma" panose="020B0604030504040204" pitchFamily="34" charset="0"/>
                </a:endParaRPr>
              </a:p>
            </p:txBody>
          </p:sp>
        </p:grpSp>
        <p:grpSp>
          <p:nvGrpSpPr>
            <p:cNvPr id="25632" name="Group 57">
              <a:extLst>
                <a:ext uri="{FF2B5EF4-FFF2-40B4-BE49-F238E27FC236}">
                  <a16:creationId xmlns:a16="http://schemas.microsoft.com/office/drawing/2014/main" id="{1E2A6823-D589-A00B-2354-229C5F452DB5}"/>
                </a:ext>
              </a:extLst>
            </p:cNvPr>
            <p:cNvGrpSpPr>
              <a:grpSpLocks/>
            </p:cNvGrpSpPr>
            <p:nvPr/>
          </p:nvGrpSpPr>
          <p:grpSpPr bwMode="auto">
            <a:xfrm>
              <a:off x="3840" y="3120"/>
              <a:ext cx="336" cy="240"/>
              <a:chOff x="2640" y="1776"/>
              <a:chExt cx="336" cy="240"/>
            </a:xfrm>
          </p:grpSpPr>
          <p:sp>
            <p:nvSpPr>
              <p:cNvPr id="25636" name="Oval 58">
                <a:extLst>
                  <a:ext uri="{FF2B5EF4-FFF2-40B4-BE49-F238E27FC236}">
                    <a16:creationId xmlns:a16="http://schemas.microsoft.com/office/drawing/2014/main" id="{F572EA87-043B-4B16-031D-9CD4DE60888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5637" name="Text Box 59">
                <a:extLst>
                  <a:ext uri="{FF2B5EF4-FFF2-40B4-BE49-F238E27FC236}">
                    <a16:creationId xmlns:a16="http://schemas.microsoft.com/office/drawing/2014/main" id="{246DB648-2E6C-58B2-0A52-3A7DE8C463E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N</a:t>
                </a:r>
                <a:endParaRPr lang="en-GB" altLang="en-US" sz="1800">
                  <a:latin typeface="Tahoma" panose="020B0604030504040204" pitchFamily="34" charset="0"/>
                </a:endParaRPr>
              </a:p>
            </p:txBody>
          </p:sp>
        </p:grpSp>
        <p:sp>
          <p:nvSpPr>
            <p:cNvPr id="25633" name="Line 60">
              <a:extLst>
                <a:ext uri="{FF2B5EF4-FFF2-40B4-BE49-F238E27FC236}">
                  <a16:creationId xmlns:a16="http://schemas.microsoft.com/office/drawing/2014/main" id="{4C7ADE32-830D-A985-B8D0-B6213AD18523}"/>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4" name="Line 61">
              <a:extLst>
                <a:ext uri="{FF2B5EF4-FFF2-40B4-BE49-F238E27FC236}">
                  <a16:creationId xmlns:a16="http://schemas.microsoft.com/office/drawing/2014/main" id="{F6350397-A643-E51E-AC30-D6DFDD9D3267}"/>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35" name="Line 62">
              <a:extLst>
                <a:ext uri="{FF2B5EF4-FFF2-40B4-BE49-F238E27FC236}">
                  <a16:creationId xmlns:a16="http://schemas.microsoft.com/office/drawing/2014/main" id="{E7DFCCC7-48E5-1001-30E6-43219B314641}"/>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A4905764-D03C-A54A-1AC7-A413FED520A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3">
            <a:extLst>
              <a:ext uri="{FF2B5EF4-FFF2-40B4-BE49-F238E27FC236}">
                <a16:creationId xmlns:a16="http://schemas.microsoft.com/office/drawing/2014/main" id="{80B182A0-76E5-A496-D23A-46DBFD124517}"/>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a:t>
            </a:r>
          </a:p>
        </p:txBody>
      </p:sp>
      <p:grpSp>
        <p:nvGrpSpPr>
          <p:cNvPr id="26629" name="Group 4">
            <a:extLst>
              <a:ext uri="{FF2B5EF4-FFF2-40B4-BE49-F238E27FC236}">
                <a16:creationId xmlns:a16="http://schemas.microsoft.com/office/drawing/2014/main" id="{4104EDC2-DDA9-BDD8-CCE6-45D59D11A063}"/>
              </a:ext>
            </a:extLst>
          </p:cNvPr>
          <p:cNvGrpSpPr>
            <a:grpSpLocks/>
          </p:cNvGrpSpPr>
          <p:nvPr/>
        </p:nvGrpSpPr>
        <p:grpSpPr bwMode="auto">
          <a:xfrm>
            <a:off x="2819400" y="2895600"/>
            <a:ext cx="4724400" cy="1066800"/>
            <a:chOff x="1776" y="1824"/>
            <a:chExt cx="2976" cy="672"/>
          </a:xfrm>
        </p:grpSpPr>
        <p:grpSp>
          <p:nvGrpSpPr>
            <p:cNvPr id="26630" name="Group 5">
              <a:extLst>
                <a:ext uri="{FF2B5EF4-FFF2-40B4-BE49-F238E27FC236}">
                  <a16:creationId xmlns:a16="http://schemas.microsoft.com/office/drawing/2014/main" id="{BE392696-418A-6651-DEA9-9A218C79CD02}"/>
                </a:ext>
              </a:extLst>
            </p:cNvPr>
            <p:cNvGrpSpPr>
              <a:grpSpLocks/>
            </p:cNvGrpSpPr>
            <p:nvPr/>
          </p:nvGrpSpPr>
          <p:grpSpPr bwMode="auto">
            <a:xfrm>
              <a:off x="2880" y="1824"/>
              <a:ext cx="336" cy="240"/>
              <a:chOff x="2640" y="1776"/>
              <a:chExt cx="336" cy="240"/>
            </a:xfrm>
          </p:grpSpPr>
          <p:sp>
            <p:nvSpPr>
              <p:cNvPr id="26647" name="Oval 6">
                <a:extLst>
                  <a:ext uri="{FF2B5EF4-FFF2-40B4-BE49-F238E27FC236}">
                    <a16:creationId xmlns:a16="http://schemas.microsoft.com/office/drawing/2014/main" id="{0A95F60A-B5DB-EC6A-6B2B-0C94C4706404}"/>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6648" name="Text Box 7">
                <a:extLst>
                  <a:ext uri="{FF2B5EF4-FFF2-40B4-BE49-F238E27FC236}">
                    <a16:creationId xmlns:a16="http://schemas.microsoft.com/office/drawing/2014/main" id="{EB677CA9-FF73-15AD-5BD9-FD222DD0BA4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26631" name="Group 8">
              <a:extLst>
                <a:ext uri="{FF2B5EF4-FFF2-40B4-BE49-F238E27FC236}">
                  <a16:creationId xmlns:a16="http://schemas.microsoft.com/office/drawing/2014/main" id="{2546759B-3016-1688-B35A-61E76BC9ACD6}"/>
                </a:ext>
              </a:extLst>
            </p:cNvPr>
            <p:cNvGrpSpPr>
              <a:grpSpLocks/>
            </p:cNvGrpSpPr>
            <p:nvPr/>
          </p:nvGrpSpPr>
          <p:grpSpPr bwMode="auto">
            <a:xfrm>
              <a:off x="1776" y="2256"/>
              <a:ext cx="336" cy="240"/>
              <a:chOff x="2640" y="1776"/>
              <a:chExt cx="336" cy="240"/>
            </a:xfrm>
          </p:grpSpPr>
          <p:sp>
            <p:nvSpPr>
              <p:cNvPr id="26645" name="Oval 9">
                <a:extLst>
                  <a:ext uri="{FF2B5EF4-FFF2-40B4-BE49-F238E27FC236}">
                    <a16:creationId xmlns:a16="http://schemas.microsoft.com/office/drawing/2014/main" id="{27119D95-B205-1FD5-5380-596E00EAD77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6646" name="Text Box 10">
                <a:extLst>
                  <a:ext uri="{FF2B5EF4-FFF2-40B4-BE49-F238E27FC236}">
                    <a16:creationId xmlns:a16="http://schemas.microsoft.com/office/drawing/2014/main" id="{CF96EBD7-863E-C676-3940-56E765C8749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26632" name="Group 11">
              <a:extLst>
                <a:ext uri="{FF2B5EF4-FFF2-40B4-BE49-F238E27FC236}">
                  <a16:creationId xmlns:a16="http://schemas.microsoft.com/office/drawing/2014/main" id="{0E9D4F88-5E89-63B6-1CFC-87147F7D3952}"/>
                </a:ext>
              </a:extLst>
            </p:cNvPr>
            <p:cNvGrpSpPr>
              <a:grpSpLocks/>
            </p:cNvGrpSpPr>
            <p:nvPr/>
          </p:nvGrpSpPr>
          <p:grpSpPr bwMode="auto">
            <a:xfrm>
              <a:off x="2592" y="2256"/>
              <a:ext cx="336" cy="240"/>
              <a:chOff x="2640" y="1776"/>
              <a:chExt cx="336" cy="240"/>
            </a:xfrm>
          </p:grpSpPr>
          <p:sp>
            <p:nvSpPr>
              <p:cNvPr id="26643" name="Oval 12">
                <a:extLst>
                  <a:ext uri="{FF2B5EF4-FFF2-40B4-BE49-F238E27FC236}">
                    <a16:creationId xmlns:a16="http://schemas.microsoft.com/office/drawing/2014/main" id="{67031816-C68B-D6F0-0C89-4A1EB530AEC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6644" name="Text Box 13">
                <a:extLst>
                  <a:ext uri="{FF2B5EF4-FFF2-40B4-BE49-F238E27FC236}">
                    <a16:creationId xmlns:a16="http://schemas.microsoft.com/office/drawing/2014/main" id="{AC994BF4-A63D-09D9-0A74-1C71B32F4FF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26633" name="Group 14">
              <a:extLst>
                <a:ext uri="{FF2B5EF4-FFF2-40B4-BE49-F238E27FC236}">
                  <a16:creationId xmlns:a16="http://schemas.microsoft.com/office/drawing/2014/main" id="{53193810-5E53-49C1-AF5A-6F6E3888EA71}"/>
                </a:ext>
              </a:extLst>
            </p:cNvPr>
            <p:cNvGrpSpPr>
              <a:grpSpLocks/>
            </p:cNvGrpSpPr>
            <p:nvPr/>
          </p:nvGrpSpPr>
          <p:grpSpPr bwMode="auto">
            <a:xfrm>
              <a:off x="4416" y="2256"/>
              <a:ext cx="336" cy="240"/>
              <a:chOff x="2640" y="1776"/>
              <a:chExt cx="336" cy="240"/>
            </a:xfrm>
          </p:grpSpPr>
          <p:sp>
            <p:nvSpPr>
              <p:cNvPr id="26641" name="Oval 15">
                <a:extLst>
                  <a:ext uri="{FF2B5EF4-FFF2-40B4-BE49-F238E27FC236}">
                    <a16:creationId xmlns:a16="http://schemas.microsoft.com/office/drawing/2014/main" id="{5724344F-7689-E4F2-D404-4081F8DE303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6642" name="Text Box 16">
                <a:extLst>
                  <a:ext uri="{FF2B5EF4-FFF2-40B4-BE49-F238E27FC236}">
                    <a16:creationId xmlns:a16="http://schemas.microsoft.com/office/drawing/2014/main" id="{BF538A4E-4DF6-E98A-93ED-AF12E5FF475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26634" name="Group 17">
              <a:extLst>
                <a:ext uri="{FF2B5EF4-FFF2-40B4-BE49-F238E27FC236}">
                  <a16:creationId xmlns:a16="http://schemas.microsoft.com/office/drawing/2014/main" id="{16272B39-66BD-D8EA-CDC0-CC03BD1CC7C0}"/>
                </a:ext>
              </a:extLst>
            </p:cNvPr>
            <p:cNvGrpSpPr>
              <a:grpSpLocks/>
            </p:cNvGrpSpPr>
            <p:nvPr/>
          </p:nvGrpSpPr>
          <p:grpSpPr bwMode="auto">
            <a:xfrm>
              <a:off x="3408" y="2256"/>
              <a:ext cx="336" cy="240"/>
              <a:chOff x="2640" y="1776"/>
              <a:chExt cx="336" cy="240"/>
            </a:xfrm>
          </p:grpSpPr>
          <p:sp>
            <p:nvSpPr>
              <p:cNvPr id="26639" name="Oval 18">
                <a:extLst>
                  <a:ext uri="{FF2B5EF4-FFF2-40B4-BE49-F238E27FC236}">
                    <a16:creationId xmlns:a16="http://schemas.microsoft.com/office/drawing/2014/main" id="{147463A7-E64B-DF93-4330-FF5DF00C97C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6640" name="Text Box 19">
                <a:extLst>
                  <a:ext uri="{FF2B5EF4-FFF2-40B4-BE49-F238E27FC236}">
                    <a16:creationId xmlns:a16="http://schemas.microsoft.com/office/drawing/2014/main" id="{3F20ADD9-0ED3-75E6-BFA9-010CB3B225C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sp>
          <p:nvSpPr>
            <p:cNvPr id="26635" name="Line 20">
              <a:extLst>
                <a:ext uri="{FF2B5EF4-FFF2-40B4-BE49-F238E27FC236}">
                  <a16:creationId xmlns:a16="http://schemas.microsoft.com/office/drawing/2014/main" id="{71ABB36A-B83A-4027-3DA0-9BACDA6F2648}"/>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6" name="Line 21">
              <a:extLst>
                <a:ext uri="{FF2B5EF4-FFF2-40B4-BE49-F238E27FC236}">
                  <a16:creationId xmlns:a16="http://schemas.microsoft.com/office/drawing/2014/main" id="{0CEF32EB-48CF-5897-ACAE-A5092533F258}"/>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7" name="Line 22">
              <a:extLst>
                <a:ext uri="{FF2B5EF4-FFF2-40B4-BE49-F238E27FC236}">
                  <a16:creationId xmlns:a16="http://schemas.microsoft.com/office/drawing/2014/main" id="{0116E1DE-4F7E-2856-B248-30CB2691E402}"/>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8" name="Line 23">
              <a:extLst>
                <a:ext uri="{FF2B5EF4-FFF2-40B4-BE49-F238E27FC236}">
                  <a16:creationId xmlns:a16="http://schemas.microsoft.com/office/drawing/2014/main" id="{C4B2186E-5759-E786-74DE-BEBE07D009DE}"/>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BF5641CF-DE2F-D811-6D48-344147E1F47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a:extLst>
              <a:ext uri="{FF2B5EF4-FFF2-40B4-BE49-F238E27FC236}">
                <a16:creationId xmlns:a16="http://schemas.microsoft.com/office/drawing/2014/main" id="{09EC93F9-6DF7-0687-05DA-8234C24D0527}"/>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B,</a:t>
            </a:r>
          </a:p>
        </p:txBody>
      </p:sp>
      <p:grpSp>
        <p:nvGrpSpPr>
          <p:cNvPr id="27653" name="Group 4">
            <a:extLst>
              <a:ext uri="{FF2B5EF4-FFF2-40B4-BE49-F238E27FC236}">
                <a16:creationId xmlns:a16="http://schemas.microsoft.com/office/drawing/2014/main" id="{87E85EB2-3B6A-652E-3DFE-698372105335}"/>
              </a:ext>
            </a:extLst>
          </p:cNvPr>
          <p:cNvGrpSpPr>
            <a:grpSpLocks/>
          </p:cNvGrpSpPr>
          <p:nvPr/>
        </p:nvGrpSpPr>
        <p:grpSpPr bwMode="auto">
          <a:xfrm>
            <a:off x="2133600" y="2895600"/>
            <a:ext cx="5410200" cy="1752600"/>
            <a:chOff x="1344" y="1824"/>
            <a:chExt cx="3408" cy="1104"/>
          </a:xfrm>
        </p:grpSpPr>
        <p:grpSp>
          <p:nvGrpSpPr>
            <p:cNvPr id="27654" name="Group 5">
              <a:extLst>
                <a:ext uri="{FF2B5EF4-FFF2-40B4-BE49-F238E27FC236}">
                  <a16:creationId xmlns:a16="http://schemas.microsoft.com/office/drawing/2014/main" id="{5923A7E0-B6EC-6139-331A-9A049C17117C}"/>
                </a:ext>
              </a:extLst>
            </p:cNvPr>
            <p:cNvGrpSpPr>
              <a:grpSpLocks/>
            </p:cNvGrpSpPr>
            <p:nvPr/>
          </p:nvGrpSpPr>
          <p:grpSpPr bwMode="auto">
            <a:xfrm>
              <a:off x="2880" y="1824"/>
              <a:ext cx="336" cy="240"/>
              <a:chOff x="2640" y="1776"/>
              <a:chExt cx="336" cy="240"/>
            </a:xfrm>
          </p:grpSpPr>
          <p:sp>
            <p:nvSpPr>
              <p:cNvPr id="27679" name="Oval 6">
                <a:extLst>
                  <a:ext uri="{FF2B5EF4-FFF2-40B4-BE49-F238E27FC236}">
                    <a16:creationId xmlns:a16="http://schemas.microsoft.com/office/drawing/2014/main" id="{8A61B4FE-AAE8-A64F-A64F-1007DF62078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7680" name="Text Box 7">
                <a:extLst>
                  <a:ext uri="{FF2B5EF4-FFF2-40B4-BE49-F238E27FC236}">
                    <a16:creationId xmlns:a16="http://schemas.microsoft.com/office/drawing/2014/main" id="{C60E3ED2-C198-ACEF-79C1-1E23ACD5CBC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27655" name="Group 8">
              <a:extLst>
                <a:ext uri="{FF2B5EF4-FFF2-40B4-BE49-F238E27FC236}">
                  <a16:creationId xmlns:a16="http://schemas.microsoft.com/office/drawing/2014/main" id="{AAE3CD48-0723-0FB9-0818-1E6DBBDD34BE}"/>
                </a:ext>
              </a:extLst>
            </p:cNvPr>
            <p:cNvGrpSpPr>
              <a:grpSpLocks/>
            </p:cNvGrpSpPr>
            <p:nvPr/>
          </p:nvGrpSpPr>
          <p:grpSpPr bwMode="auto">
            <a:xfrm>
              <a:off x="1776" y="2256"/>
              <a:ext cx="336" cy="240"/>
              <a:chOff x="2640" y="1776"/>
              <a:chExt cx="336" cy="240"/>
            </a:xfrm>
          </p:grpSpPr>
          <p:sp>
            <p:nvSpPr>
              <p:cNvPr id="27677" name="Oval 9">
                <a:extLst>
                  <a:ext uri="{FF2B5EF4-FFF2-40B4-BE49-F238E27FC236}">
                    <a16:creationId xmlns:a16="http://schemas.microsoft.com/office/drawing/2014/main" id="{280C4C01-CAA1-4D31-7C62-C76CC7FBD7A3}"/>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7678" name="Text Box 10">
                <a:extLst>
                  <a:ext uri="{FF2B5EF4-FFF2-40B4-BE49-F238E27FC236}">
                    <a16:creationId xmlns:a16="http://schemas.microsoft.com/office/drawing/2014/main" id="{AE8D7895-15A7-3371-78C0-C3858F1007F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27656" name="Group 11">
              <a:extLst>
                <a:ext uri="{FF2B5EF4-FFF2-40B4-BE49-F238E27FC236}">
                  <a16:creationId xmlns:a16="http://schemas.microsoft.com/office/drawing/2014/main" id="{476DDAEC-E089-8C35-5019-86774C5B6C2B}"/>
                </a:ext>
              </a:extLst>
            </p:cNvPr>
            <p:cNvGrpSpPr>
              <a:grpSpLocks/>
            </p:cNvGrpSpPr>
            <p:nvPr/>
          </p:nvGrpSpPr>
          <p:grpSpPr bwMode="auto">
            <a:xfrm>
              <a:off x="2592" y="2256"/>
              <a:ext cx="336" cy="240"/>
              <a:chOff x="2640" y="1776"/>
              <a:chExt cx="336" cy="240"/>
            </a:xfrm>
          </p:grpSpPr>
          <p:sp>
            <p:nvSpPr>
              <p:cNvPr id="27675" name="Oval 12">
                <a:extLst>
                  <a:ext uri="{FF2B5EF4-FFF2-40B4-BE49-F238E27FC236}">
                    <a16:creationId xmlns:a16="http://schemas.microsoft.com/office/drawing/2014/main" id="{EEF6C43E-8F69-86E1-F584-C24B6167E68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7676" name="Text Box 13">
                <a:extLst>
                  <a:ext uri="{FF2B5EF4-FFF2-40B4-BE49-F238E27FC236}">
                    <a16:creationId xmlns:a16="http://schemas.microsoft.com/office/drawing/2014/main" id="{05452A90-49DD-DF65-328C-9C04AB12126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27657" name="Group 14">
              <a:extLst>
                <a:ext uri="{FF2B5EF4-FFF2-40B4-BE49-F238E27FC236}">
                  <a16:creationId xmlns:a16="http://schemas.microsoft.com/office/drawing/2014/main" id="{FC190704-50BC-4979-97FD-88E9234852FB}"/>
                </a:ext>
              </a:extLst>
            </p:cNvPr>
            <p:cNvGrpSpPr>
              <a:grpSpLocks/>
            </p:cNvGrpSpPr>
            <p:nvPr/>
          </p:nvGrpSpPr>
          <p:grpSpPr bwMode="auto">
            <a:xfrm>
              <a:off x="4416" y="2256"/>
              <a:ext cx="336" cy="240"/>
              <a:chOff x="2640" y="1776"/>
              <a:chExt cx="336" cy="240"/>
            </a:xfrm>
          </p:grpSpPr>
          <p:sp>
            <p:nvSpPr>
              <p:cNvPr id="27673" name="Oval 15">
                <a:extLst>
                  <a:ext uri="{FF2B5EF4-FFF2-40B4-BE49-F238E27FC236}">
                    <a16:creationId xmlns:a16="http://schemas.microsoft.com/office/drawing/2014/main" id="{C1A5C517-B226-95D1-4F84-656AE809963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7674" name="Text Box 16">
                <a:extLst>
                  <a:ext uri="{FF2B5EF4-FFF2-40B4-BE49-F238E27FC236}">
                    <a16:creationId xmlns:a16="http://schemas.microsoft.com/office/drawing/2014/main" id="{A31267CF-F8C5-733C-3DD9-858386D6743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27658" name="Group 17">
              <a:extLst>
                <a:ext uri="{FF2B5EF4-FFF2-40B4-BE49-F238E27FC236}">
                  <a16:creationId xmlns:a16="http://schemas.microsoft.com/office/drawing/2014/main" id="{10FCAEF4-E5FB-E785-AB18-D28233406215}"/>
                </a:ext>
              </a:extLst>
            </p:cNvPr>
            <p:cNvGrpSpPr>
              <a:grpSpLocks/>
            </p:cNvGrpSpPr>
            <p:nvPr/>
          </p:nvGrpSpPr>
          <p:grpSpPr bwMode="auto">
            <a:xfrm>
              <a:off x="3408" y="2256"/>
              <a:ext cx="336" cy="240"/>
              <a:chOff x="2640" y="1776"/>
              <a:chExt cx="336" cy="240"/>
            </a:xfrm>
          </p:grpSpPr>
          <p:sp>
            <p:nvSpPr>
              <p:cNvPr id="27671" name="Oval 18">
                <a:extLst>
                  <a:ext uri="{FF2B5EF4-FFF2-40B4-BE49-F238E27FC236}">
                    <a16:creationId xmlns:a16="http://schemas.microsoft.com/office/drawing/2014/main" id="{CC56F623-5D56-CF1B-3FFB-B50CA470075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7672" name="Text Box 19">
                <a:extLst>
                  <a:ext uri="{FF2B5EF4-FFF2-40B4-BE49-F238E27FC236}">
                    <a16:creationId xmlns:a16="http://schemas.microsoft.com/office/drawing/2014/main" id="{2123E162-5142-F2FD-18A2-9AF69C74B43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27659" name="Group 20">
              <a:extLst>
                <a:ext uri="{FF2B5EF4-FFF2-40B4-BE49-F238E27FC236}">
                  <a16:creationId xmlns:a16="http://schemas.microsoft.com/office/drawing/2014/main" id="{ADF69724-3558-4AEB-2D22-82CF8A7B4989}"/>
                </a:ext>
              </a:extLst>
            </p:cNvPr>
            <p:cNvGrpSpPr>
              <a:grpSpLocks/>
            </p:cNvGrpSpPr>
            <p:nvPr/>
          </p:nvGrpSpPr>
          <p:grpSpPr bwMode="auto">
            <a:xfrm>
              <a:off x="1344" y="2688"/>
              <a:ext cx="336" cy="240"/>
              <a:chOff x="2640" y="1776"/>
              <a:chExt cx="336" cy="240"/>
            </a:xfrm>
          </p:grpSpPr>
          <p:sp>
            <p:nvSpPr>
              <p:cNvPr id="27669" name="Oval 21">
                <a:extLst>
                  <a:ext uri="{FF2B5EF4-FFF2-40B4-BE49-F238E27FC236}">
                    <a16:creationId xmlns:a16="http://schemas.microsoft.com/office/drawing/2014/main" id="{79E54D27-D681-F8B2-757C-4ACB66EBE14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7670" name="Text Box 22">
                <a:extLst>
                  <a:ext uri="{FF2B5EF4-FFF2-40B4-BE49-F238E27FC236}">
                    <a16:creationId xmlns:a16="http://schemas.microsoft.com/office/drawing/2014/main" id="{E3157ADD-337E-FB57-D3EA-26DB9295A6A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27660" name="Group 23">
              <a:extLst>
                <a:ext uri="{FF2B5EF4-FFF2-40B4-BE49-F238E27FC236}">
                  <a16:creationId xmlns:a16="http://schemas.microsoft.com/office/drawing/2014/main" id="{2A74C009-BBCE-2D2A-FE84-618F7403701C}"/>
                </a:ext>
              </a:extLst>
            </p:cNvPr>
            <p:cNvGrpSpPr>
              <a:grpSpLocks/>
            </p:cNvGrpSpPr>
            <p:nvPr/>
          </p:nvGrpSpPr>
          <p:grpSpPr bwMode="auto">
            <a:xfrm>
              <a:off x="2112" y="2688"/>
              <a:ext cx="336" cy="240"/>
              <a:chOff x="2640" y="1776"/>
              <a:chExt cx="336" cy="240"/>
            </a:xfrm>
          </p:grpSpPr>
          <p:sp>
            <p:nvSpPr>
              <p:cNvPr id="27667" name="Oval 24">
                <a:extLst>
                  <a:ext uri="{FF2B5EF4-FFF2-40B4-BE49-F238E27FC236}">
                    <a16:creationId xmlns:a16="http://schemas.microsoft.com/office/drawing/2014/main" id="{2822F279-C241-4D51-C5B2-B5E528EF433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7668" name="Text Box 25">
                <a:extLst>
                  <a:ext uri="{FF2B5EF4-FFF2-40B4-BE49-F238E27FC236}">
                    <a16:creationId xmlns:a16="http://schemas.microsoft.com/office/drawing/2014/main" id="{2CDAAEF7-81CB-DEDD-3357-510F917A8B2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sp>
          <p:nvSpPr>
            <p:cNvPr id="27661" name="Line 26">
              <a:extLst>
                <a:ext uri="{FF2B5EF4-FFF2-40B4-BE49-F238E27FC236}">
                  <a16:creationId xmlns:a16="http://schemas.microsoft.com/office/drawing/2014/main" id="{B09FBD14-41A6-7E66-3EB2-DFA6A4DAEED9}"/>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2" name="Line 27">
              <a:extLst>
                <a:ext uri="{FF2B5EF4-FFF2-40B4-BE49-F238E27FC236}">
                  <a16:creationId xmlns:a16="http://schemas.microsoft.com/office/drawing/2014/main" id="{144625D1-2BFE-F8FC-0687-6BC27343420A}"/>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3" name="Line 28">
              <a:extLst>
                <a:ext uri="{FF2B5EF4-FFF2-40B4-BE49-F238E27FC236}">
                  <a16:creationId xmlns:a16="http://schemas.microsoft.com/office/drawing/2014/main" id="{E540CA2E-B331-D398-4A33-3206B53223D2}"/>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4" name="Line 29">
              <a:extLst>
                <a:ext uri="{FF2B5EF4-FFF2-40B4-BE49-F238E27FC236}">
                  <a16:creationId xmlns:a16="http://schemas.microsoft.com/office/drawing/2014/main" id="{DFC33BE1-A1D1-C85A-0F2D-05E634DA0560}"/>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5" name="Line 30">
              <a:extLst>
                <a:ext uri="{FF2B5EF4-FFF2-40B4-BE49-F238E27FC236}">
                  <a16:creationId xmlns:a16="http://schemas.microsoft.com/office/drawing/2014/main" id="{B2077EFD-D2B9-6158-5C7F-2DA7191DA360}"/>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666" name="Line 31">
              <a:extLst>
                <a:ext uri="{FF2B5EF4-FFF2-40B4-BE49-F238E27FC236}">
                  <a16:creationId xmlns:a16="http://schemas.microsoft.com/office/drawing/2014/main" id="{1B67B7EC-F443-E819-9FFA-92CA37DB450C}"/>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A8589998-7F48-DED0-9E5D-FE9FFFEE4D6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a:extLst>
              <a:ext uri="{FF2B5EF4-FFF2-40B4-BE49-F238E27FC236}">
                <a16:creationId xmlns:a16="http://schemas.microsoft.com/office/drawing/2014/main" id="{96A4B08D-45CF-F015-CCB7-74787883A640}"/>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a:t>
            </a:r>
          </a:p>
        </p:txBody>
      </p:sp>
      <p:grpSp>
        <p:nvGrpSpPr>
          <p:cNvPr id="28677" name="Group 4">
            <a:extLst>
              <a:ext uri="{FF2B5EF4-FFF2-40B4-BE49-F238E27FC236}">
                <a16:creationId xmlns:a16="http://schemas.microsoft.com/office/drawing/2014/main" id="{47B21759-4B53-CB92-A5C2-1AA2AD95F4FA}"/>
              </a:ext>
            </a:extLst>
          </p:cNvPr>
          <p:cNvGrpSpPr>
            <a:grpSpLocks/>
          </p:cNvGrpSpPr>
          <p:nvPr/>
        </p:nvGrpSpPr>
        <p:grpSpPr bwMode="auto">
          <a:xfrm>
            <a:off x="2133600" y="2895600"/>
            <a:ext cx="5410200" cy="1752600"/>
            <a:chOff x="1344" y="1824"/>
            <a:chExt cx="3408" cy="1104"/>
          </a:xfrm>
        </p:grpSpPr>
        <p:grpSp>
          <p:nvGrpSpPr>
            <p:cNvPr id="28678" name="Group 5">
              <a:extLst>
                <a:ext uri="{FF2B5EF4-FFF2-40B4-BE49-F238E27FC236}">
                  <a16:creationId xmlns:a16="http://schemas.microsoft.com/office/drawing/2014/main" id="{A4720714-3D2E-35AE-AD94-893FE47CB3EB}"/>
                </a:ext>
              </a:extLst>
            </p:cNvPr>
            <p:cNvGrpSpPr>
              <a:grpSpLocks/>
            </p:cNvGrpSpPr>
            <p:nvPr/>
          </p:nvGrpSpPr>
          <p:grpSpPr bwMode="auto">
            <a:xfrm>
              <a:off x="2880" y="1824"/>
              <a:ext cx="336" cy="240"/>
              <a:chOff x="2640" y="1776"/>
              <a:chExt cx="336" cy="240"/>
            </a:xfrm>
          </p:grpSpPr>
          <p:sp>
            <p:nvSpPr>
              <p:cNvPr id="28707" name="Oval 6">
                <a:extLst>
                  <a:ext uri="{FF2B5EF4-FFF2-40B4-BE49-F238E27FC236}">
                    <a16:creationId xmlns:a16="http://schemas.microsoft.com/office/drawing/2014/main" id="{754DEE6A-B9D4-C742-56D0-22221A3052C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708" name="Text Box 7">
                <a:extLst>
                  <a:ext uri="{FF2B5EF4-FFF2-40B4-BE49-F238E27FC236}">
                    <a16:creationId xmlns:a16="http://schemas.microsoft.com/office/drawing/2014/main" id="{4856D3B6-0C87-9652-95AA-49FB6F426E2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28679" name="Group 8">
              <a:extLst>
                <a:ext uri="{FF2B5EF4-FFF2-40B4-BE49-F238E27FC236}">
                  <a16:creationId xmlns:a16="http://schemas.microsoft.com/office/drawing/2014/main" id="{D6A4350D-7E26-F02D-1D10-DD66A8EC20D1}"/>
                </a:ext>
              </a:extLst>
            </p:cNvPr>
            <p:cNvGrpSpPr>
              <a:grpSpLocks/>
            </p:cNvGrpSpPr>
            <p:nvPr/>
          </p:nvGrpSpPr>
          <p:grpSpPr bwMode="auto">
            <a:xfrm>
              <a:off x="1776" y="2256"/>
              <a:ext cx="336" cy="240"/>
              <a:chOff x="2640" y="1776"/>
              <a:chExt cx="336" cy="240"/>
            </a:xfrm>
          </p:grpSpPr>
          <p:sp>
            <p:nvSpPr>
              <p:cNvPr id="28705" name="Oval 9">
                <a:extLst>
                  <a:ext uri="{FF2B5EF4-FFF2-40B4-BE49-F238E27FC236}">
                    <a16:creationId xmlns:a16="http://schemas.microsoft.com/office/drawing/2014/main" id="{2C048B1E-7E4C-FEDD-45D9-9922DFA7A7A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706" name="Text Box 10">
                <a:extLst>
                  <a:ext uri="{FF2B5EF4-FFF2-40B4-BE49-F238E27FC236}">
                    <a16:creationId xmlns:a16="http://schemas.microsoft.com/office/drawing/2014/main" id="{CAA5B4A4-9CD6-B477-BABC-C3B3E2167D1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28680" name="Group 11">
              <a:extLst>
                <a:ext uri="{FF2B5EF4-FFF2-40B4-BE49-F238E27FC236}">
                  <a16:creationId xmlns:a16="http://schemas.microsoft.com/office/drawing/2014/main" id="{FE6DE720-46BB-896C-1EAB-B97487F78957}"/>
                </a:ext>
              </a:extLst>
            </p:cNvPr>
            <p:cNvGrpSpPr>
              <a:grpSpLocks/>
            </p:cNvGrpSpPr>
            <p:nvPr/>
          </p:nvGrpSpPr>
          <p:grpSpPr bwMode="auto">
            <a:xfrm>
              <a:off x="2592" y="2256"/>
              <a:ext cx="336" cy="240"/>
              <a:chOff x="2640" y="1776"/>
              <a:chExt cx="336" cy="240"/>
            </a:xfrm>
          </p:grpSpPr>
          <p:sp>
            <p:nvSpPr>
              <p:cNvPr id="28703" name="Oval 12">
                <a:extLst>
                  <a:ext uri="{FF2B5EF4-FFF2-40B4-BE49-F238E27FC236}">
                    <a16:creationId xmlns:a16="http://schemas.microsoft.com/office/drawing/2014/main" id="{ECB71F55-431D-6185-69DB-B66D2F86F1AD}"/>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704" name="Text Box 13">
                <a:extLst>
                  <a:ext uri="{FF2B5EF4-FFF2-40B4-BE49-F238E27FC236}">
                    <a16:creationId xmlns:a16="http://schemas.microsoft.com/office/drawing/2014/main" id="{48434907-7D3C-990B-6C5F-00D1DE85D5A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28681" name="Group 14">
              <a:extLst>
                <a:ext uri="{FF2B5EF4-FFF2-40B4-BE49-F238E27FC236}">
                  <a16:creationId xmlns:a16="http://schemas.microsoft.com/office/drawing/2014/main" id="{5AB9682F-732F-A714-C698-0E782B96147D}"/>
                </a:ext>
              </a:extLst>
            </p:cNvPr>
            <p:cNvGrpSpPr>
              <a:grpSpLocks/>
            </p:cNvGrpSpPr>
            <p:nvPr/>
          </p:nvGrpSpPr>
          <p:grpSpPr bwMode="auto">
            <a:xfrm>
              <a:off x="4416" y="2256"/>
              <a:ext cx="336" cy="240"/>
              <a:chOff x="2640" y="1776"/>
              <a:chExt cx="336" cy="240"/>
            </a:xfrm>
          </p:grpSpPr>
          <p:sp>
            <p:nvSpPr>
              <p:cNvPr id="28701" name="Oval 15">
                <a:extLst>
                  <a:ext uri="{FF2B5EF4-FFF2-40B4-BE49-F238E27FC236}">
                    <a16:creationId xmlns:a16="http://schemas.microsoft.com/office/drawing/2014/main" id="{FC335CA3-21F0-0F94-098E-58CB00DF729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702" name="Text Box 16">
                <a:extLst>
                  <a:ext uri="{FF2B5EF4-FFF2-40B4-BE49-F238E27FC236}">
                    <a16:creationId xmlns:a16="http://schemas.microsoft.com/office/drawing/2014/main" id="{88B13B11-64D9-03F7-B0A5-D6665C9B860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28682" name="Group 17">
              <a:extLst>
                <a:ext uri="{FF2B5EF4-FFF2-40B4-BE49-F238E27FC236}">
                  <a16:creationId xmlns:a16="http://schemas.microsoft.com/office/drawing/2014/main" id="{6DD748D5-39FF-47EC-3B62-B061B0C7E21B}"/>
                </a:ext>
              </a:extLst>
            </p:cNvPr>
            <p:cNvGrpSpPr>
              <a:grpSpLocks/>
            </p:cNvGrpSpPr>
            <p:nvPr/>
          </p:nvGrpSpPr>
          <p:grpSpPr bwMode="auto">
            <a:xfrm>
              <a:off x="3408" y="2256"/>
              <a:ext cx="336" cy="240"/>
              <a:chOff x="2640" y="1776"/>
              <a:chExt cx="336" cy="240"/>
            </a:xfrm>
          </p:grpSpPr>
          <p:sp>
            <p:nvSpPr>
              <p:cNvPr id="28699" name="Oval 18">
                <a:extLst>
                  <a:ext uri="{FF2B5EF4-FFF2-40B4-BE49-F238E27FC236}">
                    <a16:creationId xmlns:a16="http://schemas.microsoft.com/office/drawing/2014/main" id="{1ECFB456-0B75-B3C5-9EA3-BC95B3CD1B2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700" name="Text Box 19">
                <a:extLst>
                  <a:ext uri="{FF2B5EF4-FFF2-40B4-BE49-F238E27FC236}">
                    <a16:creationId xmlns:a16="http://schemas.microsoft.com/office/drawing/2014/main" id="{814C8451-76A9-BBBF-E3C7-CAB08FD359A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28683" name="Group 20">
              <a:extLst>
                <a:ext uri="{FF2B5EF4-FFF2-40B4-BE49-F238E27FC236}">
                  <a16:creationId xmlns:a16="http://schemas.microsoft.com/office/drawing/2014/main" id="{6D11B7F5-7C03-6749-DB20-B3FF3A7C2CBA}"/>
                </a:ext>
              </a:extLst>
            </p:cNvPr>
            <p:cNvGrpSpPr>
              <a:grpSpLocks/>
            </p:cNvGrpSpPr>
            <p:nvPr/>
          </p:nvGrpSpPr>
          <p:grpSpPr bwMode="auto">
            <a:xfrm>
              <a:off x="1344" y="2688"/>
              <a:ext cx="336" cy="240"/>
              <a:chOff x="2640" y="1776"/>
              <a:chExt cx="336" cy="240"/>
            </a:xfrm>
          </p:grpSpPr>
          <p:sp>
            <p:nvSpPr>
              <p:cNvPr id="28697" name="Oval 21">
                <a:extLst>
                  <a:ext uri="{FF2B5EF4-FFF2-40B4-BE49-F238E27FC236}">
                    <a16:creationId xmlns:a16="http://schemas.microsoft.com/office/drawing/2014/main" id="{A05130DD-F57A-8B7D-C799-253845D82C1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698" name="Text Box 22">
                <a:extLst>
                  <a:ext uri="{FF2B5EF4-FFF2-40B4-BE49-F238E27FC236}">
                    <a16:creationId xmlns:a16="http://schemas.microsoft.com/office/drawing/2014/main" id="{037C1778-4AB7-55AF-4FE3-04B52E7162A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28684" name="Group 23">
              <a:extLst>
                <a:ext uri="{FF2B5EF4-FFF2-40B4-BE49-F238E27FC236}">
                  <a16:creationId xmlns:a16="http://schemas.microsoft.com/office/drawing/2014/main" id="{4810471C-F130-C5D4-8515-CC923C8119AF}"/>
                </a:ext>
              </a:extLst>
            </p:cNvPr>
            <p:cNvGrpSpPr>
              <a:grpSpLocks/>
            </p:cNvGrpSpPr>
            <p:nvPr/>
          </p:nvGrpSpPr>
          <p:grpSpPr bwMode="auto">
            <a:xfrm>
              <a:off x="2112" y="2688"/>
              <a:ext cx="336" cy="240"/>
              <a:chOff x="2640" y="1776"/>
              <a:chExt cx="336" cy="240"/>
            </a:xfrm>
          </p:grpSpPr>
          <p:sp>
            <p:nvSpPr>
              <p:cNvPr id="28695" name="Oval 24">
                <a:extLst>
                  <a:ext uri="{FF2B5EF4-FFF2-40B4-BE49-F238E27FC236}">
                    <a16:creationId xmlns:a16="http://schemas.microsoft.com/office/drawing/2014/main" id="{988C7C97-A4DF-E6D7-1660-2ECBED135C4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696" name="Text Box 25">
                <a:extLst>
                  <a:ext uri="{FF2B5EF4-FFF2-40B4-BE49-F238E27FC236}">
                    <a16:creationId xmlns:a16="http://schemas.microsoft.com/office/drawing/2014/main" id="{B69445A9-D7C4-AAB5-7B84-BF4DE088735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28685" name="Group 26">
              <a:extLst>
                <a:ext uri="{FF2B5EF4-FFF2-40B4-BE49-F238E27FC236}">
                  <a16:creationId xmlns:a16="http://schemas.microsoft.com/office/drawing/2014/main" id="{993C88E4-34B7-1022-2DAF-F5D5F36C14B5}"/>
                </a:ext>
              </a:extLst>
            </p:cNvPr>
            <p:cNvGrpSpPr>
              <a:grpSpLocks/>
            </p:cNvGrpSpPr>
            <p:nvPr/>
          </p:nvGrpSpPr>
          <p:grpSpPr bwMode="auto">
            <a:xfrm>
              <a:off x="2832" y="2688"/>
              <a:ext cx="336" cy="240"/>
              <a:chOff x="2640" y="1776"/>
              <a:chExt cx="336" cy="240"/>
            </a:xfrm>
          </p:grpSpPr>
          <p:sp>
            <p:nvSpPr>
              <p:cNvPr id="28693" name="Oval 27">
                <a:extLst>
                  <a:ext uri="{FF2B5EF4-FFF2-40B4-BE49-F238E27FC236}">
                    <a16:creationId xmlns:a16="http://schemas.microsoft.com/office/drawing/2014/main" id="{822B48C0-CA75-B7B1-C21B-B5E3F89622C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8694" name="Text Box 28">
                <a:extLst>
                  <a:ext uri="{FF2B5EF4-FFF2-40B4-BE49-F238E27FC236}">
                    <a16:creationId xmlns:a16="http://schemas.microsoft.com/office/drawing/2014/main" id="{19965F22-6199-4434-467F-ED1C38EDC88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sp>
          <p:nvSpPr>
            <p:cNvPr id="28686" name="Line 29">
              <a:extLst>
                <a:ext uri="{FF2B5EF4-FFF2-40B4-BE49-F238E27FC236}">
                  <a16:creationId xmlns:a16="http://schemas.microsoft.com/office/drawing/2014/main" id="{BE224924-AEE5-2335-12FC-5DB3939497FC}"/>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8687" name="Line 30">
              <a:extLst>
                <a:ext uri="{FF2B5EF4-FFF2-40B4-BE49-F238E27FC236}">
                  <a16:creationId xmlns:a16="http://schemas.microsoft.com/office/drawing/2014/main" id="{F319A8F2-E295-4B36-71FA-0A1213E50F4F}"/>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8688" name="Line 31">
              <a:extLst>
                <a:ext uri="{FF2B5EF4-FFF2-40B4-BE49-F238E27FC236}">
                  <a16:creationId xmlns:a16="http://schemas.microsoft.com/office/drawing/2014/main" id="{3C8B6198-7555-ABCB-A1DF-B05FD5F58108}"/>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8689" name="Line 32">
              <a:extLst>
                <a:ext uri="{FF2B5EF4-FFF2-40B4-BE49-F238E27FC236}">
                  <a16:creationId xmlns:a16="http://schemas.microsoft.com/office/drawing/2014/main" id="{D5ABADEA-4D62-3013-A793-2D579411906D}"/>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8690" name="Line 33">
              <a:extLst>
                <a:ext uri="{FF2B5EF4-FFF2-40B4-BE49-F238E27FC236}">
                  <a16:creationId xmlns:a16="http://schemas.microsoft.com/office/drawing/2014/main" id="{32B31A44-AD9C-1F45-321D-68285B57ACA6}"/>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8691" name="Line 34">
              <a:extLst>
                <a:ext uri="{FF2B5EF4-FFF2-40B4-BE49-F238E27FC236}">
                  <a16:creationId xmlns:a16="http://schemas.microsoft.com/office/drawing/2014/main" id="{315E4DF4-393B-4D07-72AA-87E20C0C8214}"/>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8692" name="Line 35">
              <a:extLst>
                <a:ext uri="{FF2B5EF4-FFF2-40B4-BE49-F238E27FC236}">
                  <a16:creationId xmlns:a16="http://schemas.microsoft.com/office/drawing/2014/main" id="{51E8B6F1-0808-8306-F9AC-D4937CB622F0}"/>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A11C2A2A-170D-B874-1A7D-77FA596A7E7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a:extLst>
              <a:ext uri="{FF2B5EF4-FFF2-40B4-BE49-F238E27FC236}">
                <a16:creationId xmlns:a16="http://schemas.microsoft.com/office/drawing/2014/main" id="{69B368C1-0CDD-A3E0-3F3C-BCF1702AB7A0}"/>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a:t>
            </a:r>
          </a:p>
        </p:txBody>
      </p:sp>
      <p:grpSp>
        <p:nvGrpSpPr>
          <p:cNvPr id="29701" name="Group 4">
            <a:extLst>
              <a:ext uri="{FF2B5EF4-FFF2-40B4-BE49-F238E27FC236}">
                <a16:creationId xmlns:a16="http://schemas.microsoft.com/office/drawing/2014/main" id="{DF4A06BA-EFFA-F17A-927F-24F8A6F80932}"/>
              </a:ext>
            </a:extLst>
          </p:cNvPr>
          <p:cNvGrpSpPr>
            <a:grpSpLocks/>
          </p:cNvGrpSpPr>
          <p:nvPr/>
        </p:nvGrpSpPr>
        <p:grpSpPr bwMode="auto">
          <a:xfrm>
            <a:off x="2133600" y="2895600"/>
            <a:ext cx="5410200" cy="1752600"/>
            <a:chOff x="1344" y="1824"/>
            <a:chExt cx="3408" cy="1104"/>
          </a:xfrm>
        </p:grpSpPr>
        <p:grpSp>
          <p:nvGrpSpPr>
            <p:cNvPr id="29702" name="Group 5">
              <a:extLst>
                <a:ext uri="{FF2B5EF4-FFF2-40B4-BE49-F238E27FC236}">
                  <a16:creationId xmlns:a16="http://schemas.microsoft.com/office/drawing/2014/main" id="{6064D378-483C-9FAD-5FF4-F867FD2B685C}"/>
                </a:ext>
              </a:extLst>
            </p:cNvPr>
            <p:cNvGrpSpPr>
              <a:grpSpLocks/>
            </p:cNvGrpSpPr>
            <p:nvPr/>
          </p:nvGrpSpPr>
          <p:grpSpPr bwMode="auto">
            <a:xfrm>
              <a:off x="2880" y="1824"/>
              <a:ext cx="336" cy="240"/>
              <a:chOff x="2640" y="1776"/>
              <a:chExt cx="336" cy="240"/>
            </a:xfrm>
          </p:grpSpPr>
          <p:sp>
            <p:nvSpPr>
              <p:cNvPr id="29739" name="Oval 6">
                <a:extLst>
                  <a:ext uri="{FF2B5EF4-FFF2-40B4-BE49-F238E27FC236}">
                    <a16:creationId xmlns:a16="http://schemas.microsoft.com/office/drawing/2014/main" id="{F7ACDEBC-5240-6069-76E1-DFFABF9DD18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40" name="Text Box 7">
                <a:extLst>
                  <a:ext uri="{FF2B5EF4-FFF2-40B4-BE49-F238E27FC236}">
                    <a16:creationId xmlns:a16="http://schemas.microsoft.com/office/drawing/2014/main" id="{75C73229-3A33-B839-FE95-146BF453D42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29703" name="Group 8">
              <a:extLst>
                <a:ext uri="{FF2B5EF4-FFF2-40B4-BE49-F238E27FC236}">
                  <a16:creationId xmlns:a16="http://schemas.microsoft.com/office/drawing/2014/main" id="{8F4F1045-2366-FCB6-A1A4-97CEF517908A}"/>
                </a:ext>
              </a:extLst>
            </p:cNvPr>
            <p:cNvGrpSpPr>
              <a:grpSpLocks/>
            </p:cNvGrpSpPr>
            <p:nvPr/>
          </p:nvGrpSpPr>
          <p:grpSpPr bwMode="auto">
            <a:xfrm>
              <a:off x="1776" y="2256"/>
              <a:ext cx="336" cy="240"/>
              <a:chOff x="2640" y="1776"/>
              <a:chExt cx="336" cy="240"/>
            </a:xfrm>
          </p:grpSpPr>
          <p:sp>
            <p:nvSpPr>
              <p:cNvPr id="29737" name="Oval 9">
                <a:extLst>
                  <a:ext uri="{FF2B5EF4-FFF2-40B4-BE49-F238E27FC236}">
                    <a16:creationId xmlns:a16="http://schemas.microsoft.com/office/drawing/2014/main" id="{0607ECB0-3FBB-0E83-9AF4-4272E272022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38" name="Text Box 10">
                <a:extLst>
                  <a:ext uri="{FF2B5EF4-FFF2-40B4-BE49-F238E27FC236}">
                    <a16:creationId xmlns:a16="http://schemas.microsoft.com/office/drawing/2014/main" id="{153BA63A-EF4C-D316-2575-65C1E86CB1A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29704" name="Group 11">
              <a:extLst>
                <a:ext uri="{FF2B5EF4-FFF2-40B4-BE49-F238E27FC236}">
                  <a16:creationId xmlns:a16="http://schemas.microsoft.com/office/drawing/2014/main" id="{2920A6EB-1B6B-C0F7-7BEA-DE9C5E94E669}"/>
                </a:ext>
              </a:extLst>
            </p:cNvPr>
            <p:cNvGrpSpPr>
              <a:grpSpLocks/>
            </p:cNvGrpSpPr>
            <p:nvPr/>
          </p:nvGrpSpPr>
          <p:grpSpPr bwMode="auto">
            <a:xfrm>
              <a:off x="2592" y="2256"/>
              <a:ext cx="336" cy="240"/>
              <a:chOff x="2640" y="1776"/>
              <a:chExt cx="336" cy="240"/>
            </a:xfrm>
          </p:grpSpPr>
          <p:sp>
            <p:nvSpPr>
              <p:cNvPr id="29735" name="Oval 12">
                <a:extLst>
                  <a:ext uri="{FF2B5EF4-FFF2-40B4-BE49-F238E27FC236}">
                    <a16:creationId xmlns:a16="http://schemas.microsoft.com/office/drawing/2014/main" id="{0D88B2C1-04F0-E039-4F59-691C293C7FB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36" name="Text Box 13">
                <a:extLst>
                  <a:ext uri="{FF2B5EF4-FFF2-40B4-BE49-F238E27FC236}">
                    <a16:creationId xmlns:a16="http://schemas.microsoft.com/office/drawing/2014/main" id="{7DB900AC-F265-F090-CACA-573D474500F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29705" name="Group 14">
              <a:extLst>
                <a:ext uri="{FF2B5EF4-FFF2-40B4-BE49-F238E27FC236}">
                  <a16:creationId xmlns:a16="http://schemas.microsoft.com/office/drawing/2014/main" id="{403007DB-7111-2E94-E7EF-CF7600E8D641}"/>
                </a:ext>
              </a:extLst>
            </p:cNvPr>
            <p:cNvGrpSpPr>
              <a:grpSpLocks/>
            </p:cNvGrpSpPr>
            <p:nvPr/>
          </p:nvGrpSpPr>
          <p:grpSpPr bwMode="auto">
            <a:xfrm>
              <a:off x="4416" y="2256"/>
              <a:ext cx="336" cy="240"/>
              <a:chOff x="2640" y="1776"/>
              <a:chExt cx="336" cy="240"/>
            </a:xfrm>
          </p:grpSpPr>
          <p:sp>
            <p:nvSpPr>
              <p:cNvPr id="29733" name="Oval 15">
                <a:extLst>
                  <a:ext uri="{FF2B5EF4-FFF2-40B4-BE49-F238E27FC236}">
                    <a16:creationId xmlns:a16="http://schemas.microsoft.com/office/drawing/2014/main" id="{5774F738-4C2C-C428-05F1-254E1D0D42F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34" name="Text Box 16">
                <a:extLst>
                  <a:ext uri="{FF2B5EF4-FFF2-40B4-BE49-F238E27FC236}">
                    <a16:creationId xmlns:a16="http://schemas.microsoft.com/office/drawing/2014/main" id="{40231403-72E6-84EC-2689-9E56BCDA7E2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29706" name="Group 17">
              <a:extLst>
                <a:ext uri="{FF2B5EF4-FFF2-40B4-BE49-F238E27FC236}">
                  <a16:creationId xmlns:a16="http://schemas.microsoft.com/office/drawing/2014/main" id="{112E1CF1-408B-BC58-317F-A21D6127B2C7}"/>
                </a:ext>
              </a:extLst>
            </p:cNvPr>
            <p:cNvGrpSpPr>
              <a:grpSpLocks/>
            </p:cNvGrpSpPr>
            <p:nvPr/>
          </p:nvGrpSpPr>
          <p:grpSpPr bwMode="auto">
            <a:xfrm>
              <a:off x="3408" y="2256"/>
              <a:ext cx="336" cy="240"/>
              <a:chOff x="2640" y="1776"/>
              <a:chExt cx="336" cy="240"/>
            </a:xfrm>
          </p:grpSpPr>
          <p:sp>
            <p:nvSpPr>
              <p:cNvPr id="29731" name="Oval 18">
                <a:extLst>
                  <a:ext uri="{FF2B5EF4-FFF2-40B4-BE49-F238E27FC236}">
                    <a16:creationId xmlns:a16="http://schemas.microsoft.com/office/drawing/2014/main" id="{E9B5825E-9FBB-6971-178E-7C56434A5A4D}"/>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32" name="Text Box 19">
                <a:extLst>
                  <a:ext uri="{FF2B5EF4-FFF2-40B4-BE49-F238E27FC236}">
                    <a16:creationId xmlns:a16="http://schemas.microsoft.com/office/drawing/2014/main" id="{72CC4975-9D2C-BE8D-BCC9-2CC684AC940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29707" name="Group 20">
              <a:extLst>
                <a:ext uri="{FF2B5EF4-FFF2-40B4-BE49-F238E27FC236}">
                  <a16:creationId xmlns:a16="http://schemas.microsoft.com/office/drawing/2014/main" id="{34B3CC21-30B2-0B9F-6804-03EBA8E6388B}"/>
                </a:ext>
              </a:extLst>
            </p:cNvPr>
            <p:cNvGrpSpPr>
              <a:grpSpLocks/>
            </p:cNvGrpSpPr>
            <p:nvPr/>
          </p:nvGrpSpPr>
          <p:grpSpPr bwMode="auto">
            <a:xfrm>
              <a:off x="1344" y="2688"/>
              <a:ext cx="336" cy="240"/>
              <a:chOff x="2640" y="1776"/>
              <a:chExt cx="336" cy="240"/>
            </a:xfrm>
          </p:grpSpPr>
          <p:sp>
            <p:nvSpPr>
              <p:cNvPr id="29729" name="Oval 21">
                <a:extLst>
                  <a:ext uri="{FF2B5EF4-FFF2-40B4-BE49-F238E27FC236}">
                    <a16:creationId xmlns:a16="http://schemas.microsoft.com/office/drawing/2014/main" id="{CF4BEFFD-A7F2-3891-E752-DAA183F690A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30" name="Text Box 22">
                <a:extLst>
                  <a:ext uri="{FF2B5EF4-FFF2-40B4-BE49-F238E27FC236}">
                    <a16:creationId xmlns:a16="http://schemas.microsoft.com/office/drawing/2014/main" id="{61CCFC62-49B6-7C70-69A7-F99FD8FB481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29708" name="Group 23">
              <a:extLst>
                <a:ext uri="{FF2B5EF4-FFF2-40B4-BE49-F238E27FC236}">
                  <a16:creationId xmlns:a16="http://schemas.microsoft.com/office/drawing/2014/main" id="{D0C081E9-C2DF-8C4F-6633-C5FFD8B13520}"/>
                </a:ext>
              </a:extLst>
            </p:cNvPr>
            <p:cNvGrpSpPr>
              <a:grpSpLocks/>
            </p:cNvGrpSpPr>
            <p:nvPr/>
          </p:nvGrpSpPr>
          <p:grpSpPr bwMode="auto">
            <a:xfrm>
              <a:off x="2112" y="2688"/>
              <a:ext cx="336" cy="240"/>
              <a:chOff x="2640" y="1776"/>
              <a:chExt cx="336" cy="240"/>
            </a:xfrm>
          </p:grpSpPr>
          <p:sp>
            <p:nvSpPr>
              <p:cNvPr id="29727" name="Oval 24">
                <a:extLst>
                  <a:ext uri="{FF2B5EF4-FFF2-40B4-BE49-F238E27FC236}">
                    <a16:creationId xmlns:a16="http://schemas.microsoft.com/office/drawing/2014/main" id="{8E7E0850-1FF9-371B-266F-3F44BAED8C8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28" name="Text Box 25">
                <a:extLst>
                  <a:ext uri="{FF2B5EF4-FFF2-40B4-BE49-F238E27FC236}">
                    <a16:creationId xmlns:a16="http://schemas.microsoft.com/office/drawing/2014/main" id="{6BA77A64-1D25-E4DC-0337-64A644A6510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29709" name="Group 26">
              <a:extLst>
                <a:ext uri="{FF2B5EF4-FFF2-40B4-BE49-F238E27FC236}">
                  <a16:creationId xmlns:a16="http://schemas.microsoft.com/office/drawing/2014/main" id="{B121E95D-AB95-0C37-C84F-6E4958C7178F}"/>
                </a:ext>
              </a:extLst>
            </p:cNvPr>
            <p:cNvGrpSpPr>
              <a:grpSpLocks/>
            </p:cNvGrpSpPr>
            <p:nvPr/>
          </p:nvGrpSpPr>
          <p:grpSpPr bwMode="auto">
            <a:xfrm>
              <a:off x="2832" y="2688"/>
              <a:ext cx="336" cy="240"/>
              <a:chOff x="2640" y="1776"/>
              <a:chExt cx="336" cy="240"/>
            </a:xfrm>
          </p:grpSpPr>
          <p:sp>
            <p:nvSpPr>
              <p:cNvPr id="29725" name="Oval 27">
                <a:extLst>
                  <a:ext uri="{FF2B5EF4-FFF2-40B4-BE49-F238E27FC236}">
                    <a16:creationId xmlns:a16="http://schemas.microsoft.com/office/drawing/2014/main" id="{6C181F2C-AD5A-23E1-3135-2E5D8CDF2B4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26" name="Text Box 28">
                <a:extLst>
                  <a:ext uri="{FF2B5EF4-FFF2-40B4-BE49-F238E27FC236}">
                    <a16:creationId xmlns:a16="http://schemas.microsoft.com/office/drawing/2014/main" id="{AB3DE8E9-DCFE-4AD7-3E7E-94CC671E67C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29710" name="Group 29">
              <a:extLst>
                <a:ext uri="{FF2B5EF4-FFF2-40B4-BE49-F238E27FC236}">
                  <a16:creationId xmlns:a16="http://schemas.microsoft.com/office/drawing/2014/main" id="{F341454B-DB65-4958-FA3E-EF73BAB1381B}"/>
                </a:ext>
              </a:extLst>
            </p:cNvPr>
            <p:cNvGrpSpPr>
              <a:grpSpLocks/>
            </p:cNvGrpSpPr>
            <p:nvPr/>
          </p:nvGrpSpPr>
          <p:grpSpPr bwMode="auto">
            <a:xfrm>
              <a:off x="3312" y="2688"/>
              <a:ext cx="336" cy="240"/>
              <a:chOff x="2640" y="1776"/>
              <a:chExt cx="336" cy="240"/>
            </a:xfrm>
          </p:grpSpPr>
          <p:sp>
            <p:nvSpPr>
              <p:cNvPr id="29723" name="Oval 30">
                <a:extLst>
                  <a:ext uri="{FF2B5EF4-FFF2-40B4-BE49-F238E27FC236}">
                    <a16:creationId xmlns:a16="http://schemas.microsoft.com/office/drawing/2014/main" id="{285C8E61-94C7-8ADA-2257-27AE142B4D0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24" name="Text Box 31">
                <a:extLst>
                  <a:ext uri="{FF2B5EF4-FFF2-40B4-BE49-F238E27FC236}">
                    <a16:creationId xmlns:a16="http://schemas.microsoft.com/office/drawing/2014/main" id="{7446FA64-69DA-4083-6165-3522E7DE6A6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29711" name="Group 32">
              <a:extLst>
                <a:ext uri="{FF2B5EF4-FFF2-40B4-BE49-F238E27FC236}">
                  <a16:creationId xmlns:a16="http://schemas.microsoft.com/office/drawing/2014/main" id="{028E5B6D-D1C0-67EE-154E-D6EC4EE78D52}"/>
                </a:ext>
              </a:extLst>
            </p:cNvPr>
            <p:cNvGrpSpPr>
              <a:grpSpLocks/>
            </p:cNvGrpSpPr>
            <p:nvPr/>
          </p:nvGrpSpPr>
          <p:grpSpPr bwMode="auto">
            <a:xfrm>
              <a:off x="3936" y="2688"/>
              <a:ext cx="336" cy="240"/>
              <a:chOff x="2640" y="1776"/>
              <a:chExt cx="336" cy="240"/>
            </a:xfrm>
          </p:grpSpPr>
          <p:sp>
            <p:nvSpPr>
              <p:cNvPr id="29721" name="Oval 33">
                <a:extLst>
                  <a:ext uri="{FF2B5EF4-FFF2-40B4-BE49-F238E27FC236}">
                    <a16:creationId xmlns:a16="http://schemas.microsoft.com/office/drawing/2014/main" id="{68C5EB38-D821-33C4-F6AB-6EE7B1F7637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29722" name="Text Box 34">
                <a:extLst>
                  <a:ext uri="{FF2B5EF4-FFF2-40B4-BE49-F238E27FC236}">
                    <a16:creationId xmlns:a16="http://schemas.microsoft.com/office/drawing/2014/main" id="{9A729C12-1A7D-9D92-BB08-E2E0D4309A4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sp>
          <p:nvSpPr>
            <p:cNvPr id="29712" name="Line 35">
              <a:extLst>
                <a:ext uri="{FF2B5EF4-FFF2-40B4-BE49-F238E27FC236}">
                  <a16:creationId xmlns:a16="http://schemas.microsoft.com/office/drawing/2014/main" id="{E859CA9F-3197-5D47-408F-5A1AE786DE8E}"/>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13" name="Line 36">
              <a:extLst>
                <a:ext uri="{FF2B5EF4-FFF2-40B4-BE49-F238E27FC236}">
                  <a16:creationId xmlns:a16="http://schemas.microsoft.com/office/drawing/2014/main" id="{4936E7E9-1694-8127-FAED-40A222CB92CA}"/>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14" name="Line 37">
              <a:extLst>
                <a:ext uri="{FF2B5EF4-FFF2-40B4-BE49-F238E27FC236}">
                  <a16:creationId xmlns:a16="http://schemas.microsoft.com/office/drawing/2014/main" id="{CAA4AC97-50CB-C7AF-C469-545115724952}"/>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15" name="Line 38">
              <a:extLst>
                <a:ext uri="{FF2B5EF4-FFF2-40B4-BE49-F238E27FC236}">
                  <a16:creationId xmlns:a16="http://schemas.microsoft.com/office/drawing/2014/main" id="{9C801D61-E826-589F-57CE-6C5DC50A1394}"/>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16" name="Line 39">
              <a:extLst>
                <a:ext uri="{FF2B5EF4-FFF2-40B4-BE49-F238E27FC236}">
                  <a16:creationId xmlns:a16="http://schemas.microsoft.com/office/drawing/2014/main" id="{8477B6AE-48C6-43E1-9881-C399EA823A21}"/>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17" name="Line 40">
              <a:extLst>
                <a:ext uri="{FF2B5EF4-FFF2-40B4-BE49-F238E27FC236}">
                  <a16:creationId xmlns:a16="http://schemas.microsoft.com/office/drawing/2014/main" id="{34867206-44F0-F9E1-D4F0-019806CC0363}"/>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18" name="Line 41">
              <a:extLst>
                <a:ext uri="{FF2B5EF4-FFF2-40B4-BE49-F238E27FC236}">
                  <a16:creationId xmlns:a16="http://schemas.microsoft.com/office/drawing/2014/main" id="{E2D882A6-7E20-87A6-EF55-6A6D91F8D5F3}"/>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19" name="Line 42">
              <a:extLst>
                <a:ext uri="{FF2B5EF4-FFF2-40B4-BE49-F238E27FC236}">
                  <a16:creationId xmlns:a16="http://schemas.microsoft.com/office/drawing/2014/main" id="{8C8F6296-6B51-8C65-2BEC-DC3B2550D6CE}"/>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29720" name="Line 43">
              <a:extLst>
                <a:ext uri="{FF2B5EF4-FFF2-40B4-BE49-F238E27FC236}">
                  <a16:creationId xmlns:a16="http://schemas.microsoft.com/office/drawing/2014/main" id="{12C1674E-022E-E430-0085-962925820B12}"/>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EC9E964A-0714-7542-1FC8-16560806113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a:extLst>
              <a:ext uri="{FF2B5EF4-FFF2-40B4-BE49-F238E27FC236}">
                <a16:creationId xmlns:a16="http://schemas.microsoft.com/office/drawing/2014/main" id="{8C7F0C93-371F-73B4-875D-5D6F769C63CD}"/>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p:txBody>
      </p:sp>
      <p:grpSp>
        <p:nvGrpSpPr>
          <p:cNvPr id="30725" name="Group 4">
            <a:extLst>
              <a:ext uri="{FF2B5EF4-FFF2-40B4-BE49-F238E27FC236}">
                <a16:creationId xmlns:a16="http://schemas.microsoft.com/office/drawing/2014/main" id="{91A26DD1-27F6-0EDA-832C-1BF1E0999667}"/>
              </a:ext>
            </a:extLst>
          </p:cNvPr>
          <p:cNvGrpSpPr>
            <a:grpSpLocks/>
          </p:cNvGrpSpPr>
          <p:nvPr/>
        </p:nvGrpSpPr>
        <p:grpSpPr bwMode="auto">
          <a:xfrm>
            <a:off x="2133600" y="2895600"/>
            <a:ext cx="5410200" cy="1752600"/>
            <a:chOff x="1344" y="1824"/>
            <a:chExt cx="3408" cy="1104"/>
          </a:xfrm>
        </p:grpSpPr>
        <p:grpSp>
          <p:nvGrpSpPr>
            <p:cNvPr id="30726" name="Group 5">
              <a:extLst>
                <a:ext uri="{FF2B5EF4-FFF2-40B4-BE49-F238E27FC236}">
                  <a16:creationId xmlns:a16="http://schemas.microsoft.com/office/drawing/2014/main" id="{19C20A79-C1C2-7F88-C530-57E27236E5BB}"/>
                </a:ext>
              </a:extLst>
            </p:cNvPr>
            <p:cNvGrpSpPr>
              <a:grpSpLocks/>
            </p:cNvGrpSpPr>
            <p:nvPr/>
          </p:nvGrpSpPr>
          <p:grpSpPr bwMode="auto">
            <a:xfrm>
              <a:off x="2880" y="1824"/>
              <a:ext cx="336" cy="240"/>
              <a:chOff x="2640" y="1776"/>
              <a:chExt cx="336" cy="240"/>
            </a:xfrm>
          </p:grpSpPr>
          <p:sp>
            <p:nvSpPr>
              <p:cNvPr id="30763" name="Oval 6">
                <a:extLst>
                  <a:ext uri="{FF2B5EF4-FFF2-40B4-BE49-F238E27FC236}">
                    <a16:creationId xmlns:a16="http://schemas.microsoft.com/office/drawing/2014/main" id="{54D160DA-F56E-CA67-5DEE-6B2A3FA4FC7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64" name="Text Box 7">
                <a:extLst>
                  <a:ext uri="{FF2B5EF4-FFF2-40B4-BE49-F238E27FC236}">
                    <a16:creationId xmlns:a16="http://schemas.microsoft.com/office/drawing/2014/main" id="{9B9D2783-BEED-C0A1-FB2F-B13511F0258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0727" name="Group 8">
              <a:extLst>
                <a:ext uri="{FF2B5EF4-FFF2-40B4-BE49-F238E27FC236}">
                  <a16:creationId xmlns:a16="http://schemas.microsoft.com/office/drawing/2014/main" id="{63AF4C00-E53E-E6EF-FDF7-1877AA10E2DD}"/>
                </a:ext>
              </a:extLst>
            </p:cNvPr>
            <p:cNvGrpSpPr>
              <a:grpSpLocks/>
            </p:cNvGrpSpPr>
            <p:nvPr/>
          </p:nvGrpSpPr>
          <p:grpSpPr bwMode="auto">
            <a:xfrm>
              <a:off x="1776" y="2256"/>
              <a:ext cx="336" cy="240"/>
              <a:chOff x="2640" y="1776"/>
              <a:chExt cx="336" cy="240"/>
            </a:xfrm>
          </p:grpSpPr>
          <p:sp>
            <p:nvSpPr>
              <p:cNvPr id="30761" name="Oval 9">
                <a:extLst>
                  <a:ext uri="{FF2B5EF4-FFF2-40B4-BE49-F238E27FC236}">
                    <a16:creationId xmlns:a16="http://schemas.microsoft.com/office/drawing/2014/main" id="{41FD52B1-6ACB-4BD5-DA52-2B24BDECB55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62" name="Text Box 10">
                <a:extLst>
                  <a:ext uri="{FF2B5EF4-FFF2-40B4-BE49-F238E27FC236}">
                    <a16:creationId xmlns:a16="http://schemas.microsoft.com/office/drawing/2014/main" id="{167519DB-D6CA-D56B-B7E0-9AE13068586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0728" name="Group 11">
              <a:extLst>
                <a:ext uri="{FF2B5EF4-FFF2-40B4-BE49-F238E27FC236}">
                  <a16:creationId xmlns:a16="http://schemas.microsoft.com/office/drawing/2014/main" id="{707B48D5-45E9-E530-1953-3F0B308285DA}"/>
                </a:ext>
              </a:extLst>
            </p:cNvPr>
            <p:cNvGrpSpPr>
              <a:grpSpLocks/>
            </p:cNvGrpSpPr>
            <p:nvPr/>
          </p:nvGrpSpPr>
          <p:grpSpPr bwMode="auto">
            <a:xfrm>
              <a:off x="2592" y="2256"/>
              <a:ext cx="336" cy="240"/>
              <a:chOff x="2640" y="1776"/>
              <a:chExt cx="336" cy="240"/>
            </a:xfrm>
          </p:grpSpPr>
          <p:sp>
            <p:nvSpPr>
              <p:cNvPr id="30759" name="Oval 12">
                <a:extLst>
                  <a:ext uri="{FF2B5EF4-FFF2-40B4-BE49-F238E27FC236}">
                    <a16:creationId xmlns:a16="http://schemas.microsoft.com/office/drawing/2014/main" id="{9AFDADA2-EAE6-BE00-6ABF-6A678169EDE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60" name="Text Box 13">
                <a:extLst>
                  <a:ext uri="{FF2B5EF4-FFF2-40B4-BE49-F238E27FC236}">
                    <a16:creationId xmlns:a16="http://schemas.microsoft.com/office/drawing/2014/main" id="{61501B55-1EE8-F65C-4537-1DE4B4DA566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0729" name="Group 14">
              <a:extLst>
                <a:ext uri="{FF2B5EF4-FFF2-40B4-BE49-F238E27FC236}">
                  <a16:creationId xmlns:a16="http://schemas.microsoft.com/office/drawing/2014/main" id="{699D4D9D-45F0-09CB-6E7C-F76D1F3E896B}"/>
                </a:ext>
              </a:extLst>
            </p:cNvPr>
            <p:cNvGrpSpPr>
              <a:grpSpLocks/>
            </p:cNvGrpSpPr>
            <p:nvPr/>
          </p:nvGrpSpPr>
          <p:grpSpPr bwMode="auto">
            <a:xfrm>
              <a:off x="4416" y="2256"/>
              <a:ext cx="336" cy="240"/>
              <a:chOff x="2640" y="1776"/>
              <a:chExt cx="336" cy="240"/>
            </a:xfrm>
          </p:grpSpPr>
          <p:sp>
            <p:nvSpPr>
              <p:cNvPr id="30757" name="Oval 15">
                <a:extLst>
                  <a:ext uri="{FF2B5EF4-FFF2-40B4-BE49-F238E27FC236}">
                    <a16:creationId xmlns:a16="http://schemas.microsoft.com/office/drawing/2014/main" id="{5E33A351-81C9-43EC-11FF-BDEF32FF17A5}"/>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58" name="Text Box 16">
                <a:extLst>
                  <a:ext uri="{FF2B5EF4-FFF2-40B4-BE49-F238E27FC236}">
                    <a16:creationId xmlns:a16="http://schemas.microsoft.com/office/drawing/2014/main" id="{70B2098A-E695-07C0-5087-3DFFDE887CF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0730" name="Group 17">
              <a:extLst>
                <a:ext uri="{FF2B5EF4-FFF2-40B4-BE49-F238E27FC236}">
                  <a16:creationId xmlns:a16="http://schemas.microsoft.com/office/drawing/2014/main" id="{FFC56C6E-C206-5FBE-A204-09A72012AD82}"/>
                </a:ext>
              </a:extLst>
            </p:cNvPr>
            <p:cNvGrpSpPr>
              <a:grpSpLocks/>
            </p:cNvGrpSpPr>
            <p:nvPr/>
          </p:nvGrpSpPr>
          <p:grpSpPr bwMode="auto">
            <a:xfrm>
              <a:off x="3408" y="2256"/>
              <a:ext cx="336" cy="240"/>
              <a:chOff x="2640" y="1776"/>
              <a:chExt cx="336" cy="240"/>
            </a:xfrm>
          </p:grpSpPr>
          <p:sp>
            <p:nvSpPr>
              <p:cNvPr id="30755" name="Oval 18">
                <a:extLst>
                  <a:ext uri="{FF2B5EF4-FFF2-40B4-BE49-F238E27FC236}">
                    <a16:creationId xmlns:a16="http://schemas.microsoft.com/office/drawing/2014/main" id="{CF7B305F-2174-2E76-299A-E37B7735D55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56" name="Text Box 19">
                <a:extLst>
                  <a:ext uri="{FF2B5EF4-FFF2-40B4-BE49-F238E27FC236}">
                    <a16:creationId xmlns:a16="http://schemas.microsoft.com/office/drawing/2014/main" id="{437FB7D1-1041-2600-428A-3B397DB2DE2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0731" name="Group 20">
              <a:extLst>
                <a:ext uri="{FF2B5EF4-FFF2-40B4-BE49-F238E27FC236}">
                  <a16:creationId xmlns:a16="http://schemas.microsoft.com/office/drawing/2014/main" id="{AAAC00AE-42FC-1DB3-CE48-622EDBC164E0}"/>
                </a:ext>
              </a:extLst>
            </p:cNvPr>
            <p:cNvGrpSpPr>
              <a:grpSpLocks/>
            </p:cNvGrpSpPr>
            <p:nvPr/>
          </p:nvGrpSpPr>
          <p:grpSpPr bwMode="auto">
            <a:xfrm>
              <a:off x="1344" y="2688"/>
              <a:ext cx="336" cy="240"/>
              <a:chOff x="2640" y="1776"/>
              <a:chExt cx="336" cy="240"/>
            </a:xfrm>
          </p:grpSpPr>
          <p:sp>
            <p:nvSpPr>
              <p:cNvPr id="30753" name="Oval 21">
                <a:extLst>
                  <a:ext uri="{FF2B5EF4-FFF2-40B4-BE49-F238E27FC236}">
                    <a16:creationId xmlns:a16="http://schemas.microsoft.com/office/drawing/2014/main" id="{08D107A2-85FE-A8D3-C278-0755E179E94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54" name="Text Box 22">
                <a:extLst>
                  <a:ext uri="{FF2B5EF4-FFF2-40B4-BE49-F238E27FC236}">
                    <a16:creationId xmlns:a16="http://schemas.microsoft.com/office/drawing/2014/main" id="{7EF2A6EB-0B70-4190-EEF8-07AB02D8B45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0732" name="Group 23">
              <a:extLst>
                <a:ext uri="{FF2B5EF4-FFF2-40B4-BE49-F238E27FC236}">
                  <a16:creationId xmlns:a16="http://schemas.microsoft.com/office/drawing/2014/main" id="{B53F1CB0-D7AE-66F0-2B03-3C4EE8591753}"/>
                </a:ext>
              </a:extLst>
            </p:cNvPr>
            <p:cNvGrpSpPr>
              <a:grpSpLocks/>
            </p:cNvGrpSpPr>
            <p:nvPr/>
          </p:nvGrpSpPr>
          <p:grpSpPr bwMode="auto">
            <a:xfrm>
              <a:off x="2112" y="2688"/>
              <a:ext cx="336" cy="240"/>
              <a:chOff x="2640" y="1776"/>
              <a:chExt cx="336" cy="240"/>
            </a:xfrm>
          </p:grpSpPr>
          <p:sp>
            <p:nvSpPr>
              <p:cNvPr id="30751" name="Oval 24">
                <a:extLst>
                  <a:ext uri="{FF2B5EF4-FFF2-40B4-BE49-F238E27FC236}">
                    <a16:creationId xmlns:a16="http://schemas.microsoft.com/office/drawing/2014/main" id="{437515D3-ED52-725A-C15B-90A60809AE6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52" name="Text Box 25">
                <a:extLst>
                  <a:ext uri="{FF2B5EF4-FFF2-40B4-BE49-F238E27FC236}">
                    <a16:creationId xmlns:a16="http://schemas.microsoft.com/office/drawing/2014/main" id="{E20483B6-3B3E-7BBA-EA22-D3E506E59FD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0733" name="Group 26">
              <a:extLst>
                <a:ext uri="{FF2B5EF4-FFF2-40B4-BE49-F238E27FC236}">
                  <a16:creationId xmlns:a16="http://schemas.microsoft.com/office/drawing/2014/main" id="{BA5EA129-DA32-9CC3-55DD-29D6D5451C54}"/>
                </a:ext>
              </a:extLst>
            </p:cNvPr>
            <p:cNvGrpSpPr>
              <a:grpSpLocks/>
            </p:cNvGrpSpPr>
            <p:nvPr/>
          </p:nvGrpSpPr>
          <p:grpSpPr bwMode="auto">
            <a:xfrm>
              <a:off x="2832" y="2688"/>
              <a:ext cx="336" cy="240"/>
              <a:chOff x="2640" y="1776"/>
              <a:chExt cx="336" cy="240"/>
            </a:xfrm>
          </p:grpSpPr>
          <p:sp>
            <p:nvSpPr>
              <p:cNvPr id="30749" name="Oval 27">
                <a:extLst>
                  <a:ext uri="{FF2B5EF4-FFF2-40B4-BE49-F238E27FC236}">
                    <a16:creationId xmlns:a16="http://schemas.microsoft.com/office/drawing/2014/main" id="{C1659BFA-82B8-C0EB-BF4A-9704C523D1D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50" name="Text Box 28">
                <a:extLst>
                  <a:ext uri="{FF2B5EF4-FFF2-40B4-BE49-F238E27FC236}">
                    <a16:creationId xmlns:a16="http://schemas.microsoft.com/office/drawing/2014/main" id="{DF6B69C1-5F57-807D-4AF4-742F8614B1A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0734" name="Group 29">
              <a:extLst>
                <a:ext uri="{FF2B5EF4-FFF2-40B4-BE49-F238E27FC236}">
                  <a16:creationId xmlns:a16="http://schemas.microsoft.com/office/drawing/2014/main" id="{9ED84278-3A71-588D-6BD8-5E0359B2C119}"/>
                </a:ext>
              </a:extLst>
            </p:cNvPr>
            <p:cNvGrpSpPr>
              <a:grpSpLocks/>
            </p:cNvGrpSpPr>
            <p:nvPr/>
          </p:nvGrpSpPr>
          <p:grpSpPr bwMode="auto">
            <a:xfrm>
              <a:off x="3312" y="2688"/>
              <a:ext cx="336" cy="240"/>
              <a:chOff x="2640" y="1776"/>
              <a:chExt cx="336" cy="240"/>
            </a:xfrm>
          </p:grpSpPr>
          <p:sp>
            <p:nvSpPr>
              <p:cNvPr id="30747" name="Oval 30">
                <a:extLst>
                  <a:ext uri="{FF2B5EF4-FFF2-40B4-BE49-F238E27FC236}">
                    <a16:creationId xmlns:a16="http://schemas.microsoft.com/office/drawing/2014/main" id="{ED040368-10AB-AB2B-3203-AA5C7A6DB42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48" name="Text Box 31">
                <a:extLst>
                  <a:ext uri="{FF2B5EF4-FFF2-40B4-BE49-F238E27FC236}">
                    <a16:creationId xmlns:a16="http://schemas.microsoft.com/office/drawing/2014/main" id="{E7E1B925-0067-DB96-F1B5-456D614A2A5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0735" name="Group 32">
              <a:extLst>
                <a:ext uri="{FF2B5EF4-FFF2-40B4-BE49-F238E27FC236}">
                  <a16:creationId xmlns:a16="http://schemas.microsoft.com/office/drawing/2014/main" id="{F3F519F2-BFD3-0188-CAD8-51A885A537FD}"/>
                </a:ext>
              </a:extLst>
            </p:cNvPr>
            <p:cNvGrpSpPr>
              <a:grpSpLocks/>
            </p:cNvGrpSpPr>
            <p:nvPr/>
          </p:nvGrpSpPr>
          <p:grpSpPr bwMode="auto">
            <a:xfrm>
              <a:off x="3936" y="2688"/>
              <a:ext cx="336" cy="240"/>
              <a:chOff x="2640" y="1776"/>
              <a:chExt cx="336" cy="240"/>
            </a:xfrm>
          </p:grpSpPr>
          <p:sp>
            <p:nvSpPr>
              <p:cNvPr id="30745" name="Oval 33">
                <a:extLst>
                  <a:ext uri="{FF2B5EF4-FFF2-40B4-BE49-F238E27FC236}">
                    <a16:creationId xmlns:a16="http://schemas.microsoft.com/office/drawing/2014/main" id="{976074C2-4FB0-C859-5DA7-F5372B3BCD8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0746" name="Text Box 34">
                <a:extLst>
                  <a:ext uri="{FF2B5EF4-FFF2-40B4-BE49-F238E27FC236}">
                    <a16:creationId xmlns:a16="http://schemas.microsoft.com/office/drawing/2014/main" id="{9B68516C-F9BB-1DF4-E552-B66E1AD0B5C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sp>
          <p:nvSpPr>
            <p:cNvPr id="30736" name="Line 35">
              <a:extLst>
                <a:ext uri="{FF2B5EF4-FFF2-40B4-BE49-F238E27FC236}">
                  <a16:creationId xmlns:a16="http://schemas.microsoft.com/office/drawing/2014/main" id="{65146A79-1A65-D60B-0342-9054C663DE2C}"/>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37" name="Line 36">
              <a:extLst>
                <a:ext uri="{FF2B5EF4-FFF2-40B4-BE49-F238E27FC236}">
                  <a16:creationId xmlns:a16="http://schemas.microsoft.com/office/drawing/2014/main" id="{B20DFC7D-1C2F-4EC2-13C5-93D32D0FE9AB}"/>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38" name="Line 37">
              <a:extLst>
                <a:ext uri="{FF2B5EF4-FFF2-40B4-BE49-F238E27FC236}">
                  <a16:creationId xmlns:a16="http://schemas.microsoft.com/office/drawing/2014/main" id="{210F20E1-B9C1-2C91-247A-E1E07CE90094}"/>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39" name="Line 38">
              <a:extLst>
                <a:ext uri="{FF2B5EF4-FFF2-40B4-BE49-F238E27FC236}">
                  <a16:creationId xmlns:a16="http://schemas.microsoft.com/office/drawing/2014/main" id="{7089CFE7-9EB7-41ED-E635-DF2B0B900577}"/>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40" name="Line 39">
              <a:extLst>
                <a:ext uri="{FF2B5EF4-FFF2-40B4-BE49-F238E27FC236}">
                  <a16:creationId xmlns:a16="http://schemas.microsoft.com/office/drawing/2014/main" id="{C9CF0A3D-E8DC-6969-8514-F08CD0B7A476}"/>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41" name="Line 40">
              <a:extLst>
                <a:ext uri="{FF2B5EF4-FFF2-40B4-BE49-F238E27FC236}">
                  <a16:creationId xmlns:a16="http://schemas.microsoft.com/office/drawing/2014/main" id="{9315FD26-0D63-FDA9-EF99-99195E0B13A7}"/>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42" name="Line 41">
              <a:extLst>
                <a:ext uri="{FF2B5EF4-FFF2-40B4-BE49-F238E27FC236}">
                  <a16:creationId xmlns:a16="http://schemas.microsoft.com/office/drawing/2014/main" id="{5648A6B3-F74C-67B9-12A5-848A2C68E843}"/>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43" name="Line 42">
              <a:extLst>
                <a:ext uri="{FF2B5EF4-FFF2-40B4-BE49-F238E27FC236}">
                  <a16:creationId xmlns:a16="http://schemas.microsoft.com/office/drawing/2014/main" id="{0EA5B8AF-315D-E899-FFEF-3F0C29E9CE93}"/>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0744" name="Line 43">
              <a:extLst>
                <a:ext uri="{FF2B5EF4-FFF2-40B4-BE49-F238E27FC236}">
                  <a16:creationId xmlns:a16="http://schemas.microsoft.com/office/drawing/2014/main" id="{7943E7C7-49AE-33D6-8884-58F687FB8890}"/>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32D7494D-14FD-E826-5A45-DA97883886F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a:extLst>
              <a:ext uri="{FF2B5EF4-FFF2-40B4-BE49-F238E27FC236}">
                <a16:creationId xmlns:a16="http://schemas.microsoft.com/office/drawing/2014/main" id="{7AFE34C5-3CC7-7B44-1605-C1614E65B6E9}"/>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1749" name="Group 4">
            <a:extLst>
              <a:ext uri="{FF2B5EF4-FFF2-40B4-BE49-F238E27FC236}">
                <a16:creationId xmlns:a16="http://schemas.microsoft.com/office/drawing/2014/main" id="{5138C5DB-3552-8EE4-4A11-A97AADA0E03B}"/>
              </a:ext>
            </a:extLst>
          </p:cNvPr>
          <p:cNvGrpSpPr>
            <a:grpSpLocks/>
          </p:cNvGrpSpPr>
          <p:nvPr/>
        </p:nvGrpSpPr>
        <p:grpSpPr bwMode="auto">
          <a:xfrm>
            <a:off x="2133600" y="2895600"/>
            <a:ext cx="5410200" cy="1752600"/>
            <a:chOff x="1344" y="1824"/>
            <a:chExt cx="3408" cy="1104"/>
          </a:xfrm>
        </p:grpSpPr>
        <p:grpSp>
          <p:nvGrpSpPr>
            <p:cNvPr id="31750" name="Group 5">
              <a:extLst>
                <a:ext uri="{FF2B5EF4-FFF2-40B4-BE49-F238E27FC236}">
                  <a16:creationId xmlns:a16="http://schemas.microsoft.com/office/drawing/2014/main" id="{9B4E853F-8C49-2F26-BFBA-7F9AC47608B7}"/>
                </a:ext>
              </a:extLst>
            </p:cNvPr>
            <p:cNvGrpSpPr>
              <a:grpSpLocks/>
            </p:cNvGrpSpPr>
            <p:nvPr/>
          </p:nvGrpSpPr>
          <p:grpSpPr bwMode="auto">
            <a:xfrm>
              <a:off x="2880" y="1824"/>
              <a:ext cx="336" cy="240"/>
              <a:chOff x="2640" y="1776"/>
              <a:chExt cx="336" cy="240"/>
            </a:xfrm>
          </p:grpSpPr>
          <p:sp>
            <p:nvSpPr>
              <p:cNvPr id="31787" name="Oval 6">
                <a:extLst>
                  <a:ext uri="{FF2B5EF4-FFF2-40B4-BE49-F238E27FC236}">
                    <a16:creationId xmlns:a16="http://schemas.microsoft.com/office/drawing/2014/main" id="{2CF9FA11-F821-A48E-F218-5DA940AC783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88" name="Text Box 7">
                <a:extLst>
                  <a:ext uri="{FF2B5EF4-FFF2-40B4-BE49-F238E27FC236}">
                    <a16:creationId xmlns:a16="http://schemas.microsoft.com/office/drawing/2014/main" id="{6DF0DB3D-3FCA-EBCB-BB55-A0B5715CAE1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1751" name="Group 8">
              <a:extLst>
                <a:ext uri="{FF2B5EF4-FFF2-40B4-BE49-F238E27FC236}">
                  <a16:creationId xmlns:a16="http://schemas.microsoft.com/office/drawing/2014/main" id="{5D3F3C87-DF2C-369B-DA21-402355CAC379}"/>
                </a:ext>
              </a:extLst>
            </p:cNvPr>
            <p:cNvGrpSpPr>
              <a:grpSpLocks/>
            </p:cNvGrpSpPr>
            <p:nvPr/>
          </p:nvGrpSpPr>
          <p:grpSpPr bwMode="auto">
            <a:xfrm>
              <a:off x="1776" y="2256"/>
              <a:ext cx="336" cy="240"/>
              <a:chOff x="2640" y="1776"/>
              <a:chExt cx="336" cy="240"/>
            </a:xfrm>
          </p:grpSpPr>
          <p:sp>
            <p:nvSpPr>
              <p:cNvPr id="31785" name="Oval 9">
                <a:extLst>
                  <a:ext uri="{FF2B5EF4-FFF2-40B4-BE49-F238E27FC236}">
                    <a16:creationId xmlns:a16="http://schemas.microsoft.com/office/drawing/2014/main" id="{71E89742-BFFF-D02A-D9D6-BBF831B1ED6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86" name="Text Box 10">
                <a:extLst>
                  <a:ext uri="{FF2B5EF4-FFF2-40B4-BE49-F238E27FC236}">
                    <a16:creationId xmlns:a16="http://schemas.microsoft.com/office/drawing/2014/main" id="{F59FAB76-C520-2BCE-86EA-74FEC8473C1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1752" name="Group 11">
              <a:extLst>
                <a:ext uri="{FF2B5EF4-FFF2-40B4-BE49-F238E27FC236}">
                  <a16:creationId xmlns:a16="http://schemas.microsoft.com/office/drawing/2014/main" id="{1E5E0335-F2C6-CE1C-BC2B-6240640FA643}"/>
                </a:ext>
              </a:extLst>
            </p:cNvPr>
            <p:cNvGrpSpPr>
              <a:grpSpLocks/>
            </p:cNvGrpSpPr>
            <p:nvPr/>
          </p:nvGrpSpPr>
          <p:grpSpPr bwMode="auto">
            <a:xfrm>
              <a:off x="2592" y="2256"/>
              <a:ext cx="336" cy="240"/>
              <a:chOff x="2640" y="1776"/>
              <a:chExt cx="336" cy="240"/>
            </a:xfrm>
          </p:grpSpPr>
          <p:sp>
            <p:nvSpPr>
              <p:cNvPr id="31783" name="Oval 12">
                <a:extLst>
                  <a:ext uri="{FF2B5EF4-FFF2-40B4-BE49-F238E27FC236}">
                    <a16:creationId xmlns:a16="http://schemas.microsoft.com/office/drawing/2014/main" id="{2FBFCA43-297C-A70F-F4D1-3265B64BEA8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84" name="Text Box 13">
                <a:extLst>
                  <a:ext uri="{FF2B5EF4-FFF2-40B4-BE49-F238E27FC236}">
                    <a16:creationId xmlns:a16="http://schemas.microsoft.com/office/drawing/2014/main" id="{582F2735-C1A2-C4BF-1432-ADC0E408214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1753" name="Group 14">
              <a:extLst>
                <a:ext uri="{FF2B5EF4-FFF2-40B4-BE49-F238E27FC236}">
                  <a16:creationId xmlns:a16="http://schemas.microsoft.com/office/drawing/2014/main" id="{984487B0-DD81-2DB2-B5C8-AA90C75874DB}"/>
                </a:ext>
              </a:extLst>
            </p:cNvPr>
            <p:cNvGrpSpPr>
              <a:grpSpLocks/>
            </p:cNvGrpSpPr>
            <p:nvPr/>
          </p:nvGrpSpPr>
          <p:grpSpPr bwMode="auto">
            <a:xfrm>
              <a:off x="4416" y="2256"/>
              <a:ext cx="336" cy="240"/>
              <a:chOff x="2640" y="1776"/>
              <a:chExt cx="336" cy="240"/>
            </a:xfrm>
          </p:grpSpPr>
          <p:sp>
            <p:nvSpPr>
              <p:cNvPr id="31781" name="Oval 15">
                <a:extLst>
                  <a:ext uri="{FF2B5EF4-FFF2-40B4-BE49-F238E27FC236}">
                    <a16:creationId xmlns:a16="http://schemas.microsoft.com/office/drawing/2014/main" id="{95B8F96E-CD65-5821-38D1-FB3FDC2D9D3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82" name="Text Box 16">
                <a:extLst>
                  <a:ext uri="{FF2B5EF4-FFF2-40B4-BE49-F238E27FC236}">
                    <a16:creationId xmlns:a16="http://schemas.microsoft.com/office/drawing/2014/main" id="{50380C78-C536-979A-413D-58729454909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1754" name="Group 17">
              <a:extLst>
                <a:ext uri="{FF2B5EF4-FFF2-40B4-BE49-F238E27FC236}">
                  <a16:creationId xmlns:a16="http://schemas.microsoft.com/office/drawing/2014/main" id="{2C17C481-8AB0-77AF-3081-3379DD6396F5}"/>
                </a:ext>
              </a:extLst>
            </p:cNvPr>
            <p:cNvGrpSpPr>
              <a:grpSpLocks/>
            </p:cNvGrpSpPr>
            <p:nvPr/>
          </p:nvGrpSpPr>
          <p:grpSpPr bwMode="auto">
            <a:xfrm>
              <a:off x="3408" y="2256"/>
              <a:ext cx="336" cy="240"/>
              <a:chOff x="2640" y="1776"/>
              <a:chExt cx="336" cy="240"/>
            </a:xfrm>
          </p:grpSpPr>
          <p:sp>
            <p:nvSpPr>
              <p:cNvPr id="31779" name="Oval 18">
                <a:extLst>
                  <a:ext uri="{FF2B5EF4-FFF2-40B4-BE49-F238E27FC236}">
                    <a16:creationId xmlns:a16="http://schemas.microsoft.com/office/drawing/2014/main" id="{1AAEE53F-E287-3815-6DA0-39100314FD3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80" name="Text Box 19">
                <a:extLst>
                  <a:ext uri="{FF2B5EF4-FFF2-40B4-BE49-F238E27FC236}">
                    <a16:creationId xmlns:a16="http://schemas.microsoft.com/office/drawing/2014/main" id="{79CB3995-FB63-540E-E127-585DE0A23C7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1755" name="Group 20">
              <a:extLst>
                <a:ext uri="{FF2B5EF4-FFF2-40B4-BE49-F238E27FC236}">
                  <a16:creationId xmlns:a16="http://schemas.microsoft.com/office/drawing/2014/main" id="{EAA4B27D-3DA0-9281-7B9F-971952BBD437}"/>
                </a:ext>
              </a:extLst>
            </p:cNvPr>
            <p:cNvGrpSpPr>
              <a:grpSpLocks/>
            </p:cNvGrpSpPr>
            <p:nvPr/>
          </p:nvGrpSpPr>
          <p:grpSpPr bwMode="auto">
            <a:xfrm>
              <a:off x="1344" y="2688"/>
              <a:ext cx="336" cy="240"/>
              <a:chOff x="2640" y="1776"/>
              <a:chExt cx="336" cy="240"/>
            </a:xfrm>
          </p:grpSpPr>
          <p:sp>
            <p:nvSpPr>
              <p:cNvPr id="31777" name="Oval 21">
                <a:extLst>
                  <a:ext uri="{FF2B5EF4-FFF2-40B4-BE49-F238E27FC236}">
                    <a16:creationId xmlns:a16="http://schemas.microsoft.com/office/drawing/2014/main" id="{D514382E-28A2-3560-5B50-E2C861029E34}"/>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78" name="Text Box 22">
                <a:extLst>
                  <a:ext uri="{FF2B5EF4-FFF2-40B4-BE49-F238E27FC236}">
                    <a16:creationId xmlns:a16="http://schemas.microsoft.com/office/drawing/2014/main" id="{EB348913-1B1A-7FA1-1442-11A37BCFF35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1756" name="Group 23">
              <a:extLst>
                <a:ext uri="{FF2B5EF4-FFF2-40B4-BE49-F238E27FC236}">
                  <a16:creationId xmlns:a16="http://schemas.microsoft.com/office/drawing/2014/main" id="{25F29E9E-4E00-821E-F86D-D5BF9C6AD3A9}"/>
                </a:ext>
              </a:extLst>
            </p:cNvPr>
            <p:cNvGrpSpPr>
              <a:grpSpLocks/>
            </p:cNvGrpSpPr>
            <p:nvPr/>
          </p:nvGrpSpPr>
          <p:grpSpPr bwMode="auto">
            <a:xfrm>
              <a:off x="2112" y="2688"/>
              <a:ext cx="336" cy="240"/>
              <a:chOff x="2640" y="1776"/>
              <a:chExt cx="336" cy="240"/>
            </a:xfrm>
          </p:grpSpPr>
          <p:sp>
            <p:nvSpPr>
              <p:cNvPr id="31775" name="Oval 24">
                <a:extLst>
                  <a:ext uri="{FF2B5EF4-FFF2-40B4-BE49-F238E27FC236}">
                    <a16:creationId xmlns:a16="http://schemas.microsoft.com/office/drawing/2014/main" id="{84EFF4BD-4580-D92F-026A-F0E13CBB66F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76" name="Text Box 25">
                <a:extLst>
                  <a:ext uri="{FF2B5EF4-FFF2-40B4-BE49-F238E27FC236}">
                    <a16:creationId xmlns:a16="http://schemas.microsoft.com/office/drawing/2014/main" id="{7E25A874-90E0-E5A4-15A3-BF36F376E32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1757" name="Group 26">
              <a:extLst>
                <a:ext uri="{FF2B5EF4-FFF2-40B4-BE49-F238E27FC236}">
                  <a16:creationId xmlns:a16="http://schemas.microsoft.com/office/drawing/2014/main" id="{63117249-8C77-58E9-403B-D3AA29049BB9}"/>
                </a:ext>
              </a:extLst>
            </p:cNvPr>
            <p:cNvGrpSpPr>
              <a:grpSpLocks/>
            </p:cNvGrpSpPr>
            <p:nvPr/>
          </p:nvGrpSpPr>
          <p:grpSpPr bwMode="auto">
            <a:xfrm>
              <a:off x="2832" y="2688"/>
              <a:ext cx="336" cy="240"/>
              <a:chOff x="2640" y="1776"/>
              <a:chExt cx="336" cy="240"/>
            </a:xfrm>
          </p:grpSpPr>
          <p:sp>
            <p:nvSpPr>
              <p:cNvPr id="31773" name="Oval 27">
                <a:extLst>
                  <a:ext uri="{FF2B5EF4-FFF2-40B4-BE49-F238E27FC236}">
                    <a16:creationId xmlns:a16="http://schemas.microsoft.com/office/drawing/2014/main" id="{A2FFF469-73D3-190F-BA5A-383EEC21B5E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74" name="Text Box 28">
                <a:extLst>
                  <a:ext uri="{FF2B5EF4-FFF2-40B4-BE49-F238E27FC236}">
                    <a16:creationId xmlns:a16="http://schemas.microsoft.com/office/drawing/2014/main" id="{2D6559D5-EFC7-EA09-98A0-BB09A9B6622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1758" name="Group 29">
              <a:extLst>
                <a:ext uri="{FF2B5EF4-FFF2-40B4-BE49-F238E27FC236}">
                  <a16:creationId xmlns:a16="http://schemas.microsoft.com/office/drawing/2014/main" id="{835FD729-4530-48F5-F02C-D2389D2C45DC}"/>
                </a:ext>
              </a:extLst>
            </p:cNvPr>
            <p:cNvGrpSpPr>
              <a:grpSpLocks/>
            </p:cNvGrpSpPr>
            <p:nvPr/>
          </p:nvGrpSpPr>
          <p:grpSpPr bwMode="auto">
            <a:xfrm>
              <a:off x="3312" y="2688"/>
              <a:ext cx="336" cy="240"/>
              <a:chOff x="2640" y="1776"/>
              <a:chExt cx="336" cy="240"/>
            </a:xfrm>
          </p:grpSpPr>
          <p:sp>
            <p:nvSpPr>
              <p:cNvPr id="31771" name="Oval 30">
                <a:extLst>
                  <a:ext uri="{FF2B5EF4-FFF2-40B4-BE49-F238E27FC236}">
                    <a16:creationId xmlns:a16="http://schemas.microsoft.com/office/drawing/2014/main" id="{99ABF697-A155-F289-DC96-3821F954430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72" name="Text Box 31">
                <a:extLst>
                  <a:ext uri="{FF2B5EF4-FFF2-40B4-BE49-F238E27FC236}">
                    <a16:creationId xmlns:a16="http://schemas.microsoft.com/office/drawing/2014/main" id="{D9E1A57F-4D64-25EA-B74B-46866C004E1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1759" name="Group 32">
              <a:extLst>
                <a:ext uri="{FF2B5EF4-FFF2-40B4-BE49-F238E27FC236}">
                  <a16:creationId xmlns:a16="http://schemas.microsoft.com/office/drawing/2014/main" id="{0C41E0C1-2051-FB2A-9AEE-FC4A9D62434F}"/>
                </a:ext>
              </a:extLst>
            </p:cNvPr>
            <p:cNvGrpSpPr>
              <a:grpSpLocks/>
            </p:cNvGrpSpPr>
            <p:nvPr/>
          </p:nvGrpSpPr>
          <p:grpSpPr bwMode="auto">
            <a:xfrm>
              <a:off x="3936" y="2688"/>
              <a:ext cx="336" cy="240"/>
              <a:chOff x="2640" y="1776"/>
              <a:chExt cx="336" cy="240"/>
            </a:xfrm>
          </p:grpSpPr>
          <p:sp>
            <p:nvSpPr>
              <p:cNvPr id="31769" name="Oval 33">
                <a:extLst>
                  <a:ext uri="{FF2B5EF4-FFF2-40B4-BE49-F238E27FC236}">
                    <a16:creationId xmlns:a16="http://schemas.microsoft.com/office/drawing/2014/main" id="{4FA26FC4-89FF-9A14-E267-E7BC548DB94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1770" name="Text Box 34">
                <a:extLst>
                  <a:ext uri="{FF2B5EF4-FFF2-40B4-BE49-F238E27FC236}">
                    <a16:creationId xmlns:a16="http://schemas.microsoft.com/office/drawing/2014/main" id="{005F500F-3C1D-2696-38A9-D9AA4EF9566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sp>
          <p:nvSpPr>
            <p:cNvPr id="31760" name="Line 35">
              <a:extLst>
                <a:ext uri="{FF2B5EF4-FFF2-40B4-BE49-F238E27FC236}">
                  <a16:creationId xmlns:a16="http://schemas.microsoft.com/office/drawing/2014/main" id="{02F73C2A-D249-979C-44EC-8349F4E3C983}"/>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1" name="Line 36">
              <a:extLst>
                <a:ext uri="{FF2B5EF4-FFF2-40B4-BE49-F238E27FC236}">
                  <a16:creationId xmlns:a16="http://schemas.microsoft.com/office/drawing/2014/main" id="{E6AC00E0-EF08-FCCE-8DCD-372E709461B3}"/>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2" name="Line 37">
              <a:extLst>
                <a:ext uri="{FF2B5EF4-FFF2-40B4-BE49-F238E27FC236}">
                  <a16:creationId xmlns:a16="http://schemas.microsoft.com/office/drawing/2014/main" id="{6B3F051D-195D-3B1B-E67B-3F821D82E6AD}"/>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3" name="Line 38">
              <a:extLst>
                <a:ext uri="{FF2B5EF4-FFF2-40B4-BE49-F238E27FC236}">
                  <a16:creationId xmlns:a16="http://schemas.microsoft.com/office/drawing/2014/main" id="{43906D41-53FB-8794-0133-E8AB921B6BBD}"/>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4" name="Line 39">
              <a:extLst>
                <a:ext uri="{FF2B5EF4-FFF2-40B4-BE49-F238E27FC236}">
                  <a16:creationId xmlns:a16="http://schemas.microsoft.com/office/drawing/2014/main" id="{8006A197-7B0B-8CB4-D710-3406506573FE}"/>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5" name="Line 40">
              <a:extLst>
                <a:ext uri="{FF2B5EF4-FFF2-40B4-BE49-F238E27FC236}">
                  <a16:creationId xmlns:a16="http://schemas.microsoft.com/office/drawing/2014/main" id="{81447FA8-0141-FE78-AC70-D20D5EBA8B1E}"/>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6" name="Line 41">
              <a:extLst>
                <a:ext uri="{FF2B5EF4-FFF2-40B4-BE49-F238E27FC236}">
                  <a16:creationId xmlns:a16="http://schemas.microsoft.com/office/drawing/2014/main" id="{12347787-5233-259F-25FA-A1B3D9F8BA0B}"/>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7" name="Line 42">
              <a:extLst>
                <a:ext uri="{FF2B5EF4-FFF2-40B4-BE49-F238E27FC236}">
                  <a16:creationId xmlns:a16="http://schemas.microsoft.com/office/drawing/2014/main" id="{EAADCE91-7EA8-CEC7-049B-304D144B630D}"/>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1768" name="Line 43">
              <a:extLst>
                <a:ext uri="{FF2B5EF4-FFF2-40B4-BE49-F238E27FC236}">
                  <a16:creationId xmlns:a16="http://schemas.microsoft.com/office/drawing/2014/main" id="{103890A3-3CBC-381F-90CD-F9FED5C480E0}"/>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9B4AFEC1-7693-5728-E23B-D03C716FFCF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a:extLst>
              <a:ext uri="{FF2B5EF4-FFF2-40B4-BE49-F238E27FC236}">
                <a16:creationId xmlns:a16="http://schemas.microsoft.com/office/drawing/2014/main" id="{1461DBA2-528D-D7A1-1561-E7AAEFD58235}"/>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2773" name="Group 4">
            <a:extLst>
              <a:ext uri="{FF2B5EF4-FFF2-40B4-BE49-F238E27FC236}">
                <a16:creationId xmlns:a16="http://schemas.microsoft.com/office/drawing/2014/main" id="{92EA7E75-725D-74F4-EA90-1DC79B758FAE}"/>
              </a:ext>
            </a:extLst>
          </p:cNvPr>
          <p:cNvGrpSpPr>
            <a:grpSpLocks/>
          </p:cNvGrpSpPr>
          <p:nvPr/>
        </p:nvGrpSpPr>
        <p:grpSpPr bwMode="auto">
          <a:xfrm>
            <a:off x="2133600" y="2895600"/>
            <a:ext cx="5410200" cy="2590800"/>
            <a:chOff x="1344" y="1824"/>
            <a:chExt cx="3408" cy="1632"/>
          </a:xfrm>
        </p:grpSpPr>
        <p:grpSp>
          <p:nvGrpSpPr>
            <p:cNvPr id="32774" name="Group 5">
              <a:extLst>
                <a:ext uri="{FF2B5EF4-FFF2-40B4-BE49-F238E27FC236}">
                  <a16:creationId xmlns:a16="http://schemas.microsoft.com/office/drawing/2014/main" id="{D3A02537-8FDF-EBB5-7347-330E54226BC1}"/>
                </a:ext>
              </a:extLst>
            </p:cNvPr>
            <p:cNvGrpSpPr>
              <a:grpSpLocks/>
            </p:cNvGrpSpPr>
            <p:nvPr/>
          </p:nvGrpSpPr>
          <p:grpSpPr bwMode="auto">
            <a:xfrm>
              <a:off x="2880" y="1824"/>
              <a:ext cx="336" cy="240"/>
              <a:chOff x="2640" y="1776"/>
              <a:chExt cx="336" cy="240"/>
            </a:xfrm>
          </p:grpSpPr>
          <p:sp>
            <p:nvSpPr>
              <p:cNvPr id="32819" name="Oval 6">
                <a:extLst>
                  <a:ext uri="{FF2B5EF4-FFF2-40B4-BE49-F238E27FC236}">
                    <a16:creationId xmlns:a16="http://schemas.microsoft.com/office/drawing/2014/main" id="{1D3E0401-C398-BEE2-8B70-BB09C5A7D7A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20" name="Text Box 7">
                <a:extLst>
                  <a:ext uri="{FF2B5EF4-FFF2-40B4-BE49-F238E27FC236}">
                    <a16:creationId xmlns:a16="http://schemas.microsoft.com/office/drawing/2014/main" id="{D50E49F0-5844-ED14-C774-A1C4C1836B0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2775" name="Group 8">
              <a:extLst>
                <a:ext uri="{FF2B5EF4-FFF2-40B4-BE49-F238E27FC236}">
                  <a16:creationId xmlns:a16="http://schemas.microsoft.com/office/drawing/2014/main" id="{FA2700FA-0623-A2DC-8E4B-F8C42308CBB6}"/>
                </a:ext>
              </a:extLst>
            </p:cNvPr>
            <p:cNvGrpSpPr>
              <a:grpSpLocks/>
            </p:cNvGrpSpPr>
            <p:nvPr/>
          </p:nvGrpSpPr>
          <p:grpSpPr bwMode="auto">
            <a:xfrm>
              <a:off x="1776" y="2256"/>
              <a:ext cx="336" cy="240"/>
              <a:chOff x="2640" y="1776"/>
              <a:chExt cx="336" cy="240"/>
            </a:xfrm>
          </p:grpSpPr>
          <p:sp>
            <p:nvSpPr>
              <p:cNvPr id="32817" name="Oval 9">
                <a:extLst>
                  <a:ext uri="{FF2B5EF4-FFF2-40B4-BE49-F238E27FC236}">
                    <a16:creationId xmlns:a16="http://schemas.microsoft.com/office/drawing/2014/main" id="{8CE83CDE-6A2C-B683-F01F-36EFCE624AD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18" name="Text Box 10">
                <a:extLst>
                  <a:ext uri="{FF2B5EF4-FFF2-40B4-BE49-F238E27FC236}">
                    <a16:creationId xmlns:a16="http://schemas.microsoft.com/office/drawing/2014/main" id="{2244DC84-20EB-AEE5-85B9-85174B14056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2776" name="Group 11">
              <a:extLst>
                <a:ext uri="{FF2B5EF4-FFF2-40B4-BE49-F238E27FC236}">
                  <a16:creationId xmlns:a16="http://schemas.microsoft.com/office/drawing/2014/main" id="{906D1516-C1A4-3E44-F583-91CD0FF9E02B}"/>
                </a:ext>
              </a:extLst>
            </p:cNvPr>
            <p:cNvGrpSpPr>
              <a:grpSpLocks/>
            </p:cNvGrpSpPr>
            <p:nvPr/>
          </p:nvGrpSpPr>
          <p:grpSpPr bwMode="auto">
            <a:xfrm>
              <a:off x="2592" y="2256"/>
              <a:ext cx="336" cy="240"/>
              <a:chOff x="2640" y="1776"/>
              <a:chExt cx="336" cy="240"/>
            </a:xfrm>
          </p:grpSpPr>
          <p:sp>
            <p:nvSpPr>
              <p:cNvPr id="32815" name="Oval 12">
                <a:extLst>
                  <a:ext uri="{FF2B5EF4-FFF2-40B4-BE49-F238E27FC236}">
                    <a16:creationId xmlns:a16="http://schemas.microsoft.com/office/drawing/2014/main" id="{14C96970-E7B5-0E89-275B-1C3808B2122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16" name="Text Box 13">
                <a:extLst>
                  <a:ext uri="{FF2B5EF4-FFF2-40B4-BE49-F238E27FC236}">
                    <a16:creationId xmlns:a16="http://schemas.microsoft.com/office/drawing/2014/main" id="{8E6E9E37-A781-472F-185F-A87D4F5DC28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2777" name="Group 14">
              <a:extLst>
                <a:ext uri="{FF2B5EF4-FFF2-40B4-BE49-F238E27FC236}">
                  <a16:creationId xmlns:a16="http://schemas.microsoft.com/office/drawing/2014/main" id="{E6CBBEF4-96D2-3D69-0256-08A0EF2E0891}"/>
                </a:ext>
              </a:extLst>
            </p:cNvPr>
            <p:cNvGrpSpPr>
              <a:grpSpLocks/>
            </p:cNvGrpSpPr>
            <p:nvPr/>
          </p:nvGrpSpPr>
          <p:grpSpPr bwMode="auto">
            <a:xfrm>
              <a:off x="4416" y="2256"/>
              <a:ext cx="336" cy="240"/>
              <a:chOff x="2640" y="1776"/>
              <a:chExt cx="336" cy="240"/>
            </a:xfrm>
          </p:grpSpPr>
          <p:sp>
            <p:nvSpPr>
              <p:cNvPr id="32813" name="Oval 15">
                <a:extLst>
                  <a:ext uri="{FF2B5EF4-FFF2-40B4-BE49-F238E27FC236}">
                    <a16:creationId xmlns:a16="http://schemas.microsoft.com/office/drawing/2014/main" id="{EC7824C3-4DBD-E18C-FC28-46D8B2BD9EC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14" name="Text Box 16">
                <a:extLst>
                  <a:ext uri="{FF2B5EF4-FFF2-40B4-BE49-F238E27FC236}">
                    <a16:creationId xmlns:a16="http://schemas.microsoft.com/office/drawing/2014/main" id="{7A8AD620-21EF-419A-44BD-50BFB9FA153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2778" name="Group 17">
              <a:extLst>
                <a:ext uri="{FF2B5EF4-FFF2-40B4-BE49-F238E27FC236}">
                  <a16:creationId xmlns:a16="http://schemas.microsoft.com/office/drawing/2014/main" id="{CF2EABC1-43EB-F677-91F9-2DA8A8A178C3}"/>
                </a:ext>
              </a:extLst>
            </p:cNvPr>
            <p:cNvGrpSpPr>
              <a:grpSpLocks/>
            </p:cNvGrpSpPr>
            <p:nvPr/>
          </p:nvGrpSpPr>
          <p:grpSpPr bwMode="auto">
            <a:xfrm>
              <a:off x="3408" y="2256"/>
              <a:ext cx="336" cy="240"/>
              <a:chOff x="2640" y="1776"/>
              <a:chExt cx="336" cy="240"/>
            </a:xfrm>
          </p:grpSpPr>
          <p:sp>
            <p:nvSpPr>
              <p:cNvPr id="32811" name="Oval 18">
                <a:extLst>
                  <a:ext uri="{FF2B5EF4-FFF2-40B4-BE49-F238E27FC236}">
                    <a16:creationId xmlns:a16="http://schemas.microsoft.com/office/drawing/2014/main" id="{9312480E-2FE9-7611-BBB2-9A5A05EEDBE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12" name="Text Box 19">
                <a:extLst>
                  <a:ext uri="{FF2B5EF4-FFF2-40B4-BE49-F238E27FC236}">
                    <a16:creationId xmlns:a16="http://schemas.microsoft.com/office/drawing/2014/main" id="{F34CA4D6-7BD3-F47F-BF1A-4A96F24209C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2779" name="Group 20">
              <a:extLst>
                <a:ext uri="{FF2B5EF4-FFF2-40B4-BE49-F238E27FC236}">
                  <a16:creationId xmlns:a16="http://schemas.microsoft.com/office/drawing/2014/main" id="{D9A7CAA8-D0ED-87EF-8D6B-54323F631FB0}"/>
                </a:ext>
              </a:extLst>
            </p:cNvPr>
            <p:cNvGrpSpPr>
              <a:grpSpLocks/>
            </p:cNvGrpSpPr>
            <p:nvPr/>
          </p:nvGrpSpPr>
          <p:grpSpPr bwMode="auto">
            <a:xfrm>
              <a:off x="1344" y="2688"/>
              <a:ext cx="336" cy="240"/>
              <a:chOff x="2640" y="1776"/>
              <a:chExt cx="336" cy="240"/>
            </a:xfrm>
          </p:grpSpPr>
          <p:sp>
            <p:nvSpPr>
              <p:cNvPr id="32809" name="Oval 21">
                <a:extLst>
                  <a:ext uri="{FF2B5EF4-FFF2-40B4-BE49-F238E27FC236}">
                    <a16:creationId xmlns:a16="http://schemas.microsoft.com/office/drawing/2014/main" id="{DFA0138E-8C62-5048-49B8-787A5EAC096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10" name="Text Box 22">
                <a:extLst>
                  <a:ext uri="{FF2B5EF4-FFF2-40B4-BE49-F238E27FC236}">
                    <a16:creationId xmlns:a16="http://schemas.microsoft.com/office/drawing/2014/main" id="{26F752B5-098A-5B69-C55E-3424C0173FA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2780" name="Group 23">
              <a:extLst>
                <a:ext uri="{FF2B5EF4-FFF2-40B4-BE49-F238E27FC236}">
                  <a16:creationId xmlns:a16="http://schemas.microsoft.com/office/drawing/2014/main" id="{A6C0D2B4-FFB4-9E0A-EB10-96C88919C503}"/>
                </a:ext>
              </a:extLst>
            </p:cNvPr>
            <p:cNvGrpSpPr>
              <a:grpSpLocks/>
            </p:cNvGrpSpPr>
            <p:nvPr/>
          </p:nvGrpSpPr>
          <p:grpSpPr bwMode="auto">
            <a:xfrm>
              <a:off x="2112" y="2688"/>
              <a:ext cx="336" cy="240"/>
              <a:chOff x="2640" y="1776"/>
              <a:chExt cx="336" cy="240"/>
            </a:xfrm>
          </p:grpSpPr>
          <p:sp>
            <p:nvSpPr>
              <p:cNvPr id="32807" name="Oval 24">
                <a:extLst>
                  <a:ext uri="{FF2B5EF4-FFF2-40B4-BE49-F238E27FC236}">
                    <a16:creationId xmlns:a16="http://schemas.microsoft.com/office/drawing/2014/main" id="{874FB734-B486-74C5-A9F2-37D58273086C}"/>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08" name="Text Box 25">
                <a:extLst>
                  <a:ext uri="{FF2B5EF4-FFF2-40B4-BE49-F238E27FC236}">
                    <a16:creationId xmlns:a16="http://schemas.microsoft.com/office/drawing/2014/main" id="{9CC464F9-DBFF-833F-D8DE-60092A930A3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2781" name="Group 26">
              <a:extLst>
                <a:ext uri="{FF2B5EF4-FFF2-40B4-BE49-F238E27FC236}">
                  <a16:creationId xmlns:a16="http://schemas.microsoft.com/office/drawing/2014/main" id="{F89EF20B-CAE1-3D45-B31B-E0D0B0C1FD82}"/>
                </a:ext>
              </a:extLst>
            </p:cNvPr>
            <p:cNvGrpSpPr>
              <a:grpSpLocks/>
            </p:cNvGrpSpPr>
            <p:nvPr/>
          </p:nvGrpSpPr>
          <p:grpSpPr bwMode="auto">
            <a:xfrm>
              <a:off x="2832" y="2688"/>
              <a:ext cx="336" cy="240"/>
              <a:chOff x="2640" y="1776"/>
              <a:chExt cx="336" cy="240"/>
            </a:xfrm>
          </p:grpSpPr>
          <p:sp>
            <p:nvSpPr>
              <p:cNvPr id="32805" name="Oval 27">
                <a:extLst>
                  <a:ext uri="{FF2B5EF4-FFF2-40B4-BE49-F238E27FC236}">
                    <a16:creationId xmlns:a16="http://schemas.microsoft.com/office/drawing/2014/main" id="{28C98BE5-44B2-ADB4-480D-4F98E280A5D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06" name="Text Box 28">
                <a:extLst>
                  <a:ext uri="{FF2B5EF4-FFF2-40B4-BE49-F238E27FC236}">
                    <a16:creationId xmlns:a16="http://schemas.microsoft.com/office/drawing/2014/main" id="{3E8DF553-7FB0-CA36-70D3-6307E74B77D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2782" name="Group 29">
              <a:extLst>
                <a:ext uri="{FF2B5EF4-FFF2-40B4-BE49-F238E27FC236}">
                  <a16:creationId xmlns:a16="http://schemas.microsoft.com/office/drawing/2014/main" id="{DBBE47CF-0B63-A854-BF0B-BE7779FE309A}"/>
                </a:ext>
              </a:extLst>
            </p:cNvPr>
            <p:cNvGrpSpPr>
              <a:grpSpLocks/>
            </p:cNvGrpSpPr>
            <p:nvPr/>
          </p:nvGrpSpPr>
          <p:grpSpPr bwMode="auto">
            <a:xfrm>
              <a:off x="3312" y="2688"/>
              <a:ext cx="336" cy="240"/>
              <a:chOff x="2640" y="1776"/>
              <a:chExt cx="336" cy="240"/>
            </a:xfrm>
          </p:grpSpPr>
          <p:sp>
            <p:nvSpPr>
              <p:cNvPr id="32803" name="Oval 30">
                <a:extLst>
                  <a:ext uri="{FF2B5EF4-FFF2-40B4-BE49-F238E27FC236}">
                    <a16:creationId xmlns:a16="http://schemas.microsoft.com/office/drawing/2014/main" id="{94107698-5CD7-733A-D239-62F383C58B0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04" name="Text Box 31">
                <a:extLst>
                  <a:ext uri="{FF2B5EF4-FFF2-40B4-BE49-F238E27FC236}">
                    <a16:creationId xmlns:a16="http://schemas.microsoft.com/office/drawing/2014/main" id="{1308A1D9-B708-DE82-CE91-21CEECAE014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2783" name="Group 32">
              <a:extLst>
                <a:ext uri="{FF2B5EF4-FFF2-40B4-BE49-F238E27FC236}">
                  <a16:creationId xmlns:a16="http://schemas.microsoft.com/office/drawing/2014/main" id="{C5CB30F9-842B-2F95-7543-DB8AC7C2F5FC}"/>
                </a:ext>
              </a:extLst>
            </p:cNvPr>
            <p:cNvGrpSpPr>
              <a:grpSpLocks/>
            </p:cNvGrpSpPr>
            <p:nvPr/>
          </p:nvGrpSpPr>
          <p:grpSpPr bwMode="auto">
            <a:xfrm>
              <a:off x="3936" y="2688"/>
              <a:ext cx="336" cy="240"/>
              <a:chOff x="2640" y="1776"/>
              <a:chExt cx="336" cy="240"/>
            </a:xfrm>
          </p:grpSpPr>
          <p:sp>
            <p:nvSpPr>
              <p:cNvPr id="32801" name="Oval 33">
                <a:extLst>
                  <a:ext uri="{FF2B5EF4-FFF2-40B4-BE49-F238E27FC236}">
                    <a16:creationId xmlns:a16="http://schemas.microsoft.com/office/drawing/2014/main" id="{D324A9B5-13F4-6E2B-E6FD-A033D66F42F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02" name="Text Box 34">
                <a:extLst>
                  <a:ext uri="{FF2B5EF4-FFF2-40B4-BE49-F238E27FC236}">
                    <a16:creationId xmlns:a16="http://schemas.microsoft.com/office/drawing/2014/main" id="{6DAFCD1A-C80F-E182-18D5-68FCCEBE7A5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2784" name="Group 35">
              <a:extLst>
                <a:ext uri="{FF2B5EF4-FFF2-40B4-BE49-F238E27FC236}">
                  <a16:creationId xmlns:a16="http://schemas.microsoft.com/office/drawing/2014/main" id="{B1C0392C-2B1D-2EA9-91C6-6C8E9F2057B7}"/>
                </a:ext>
              </a:extLst>
            </p:cNvPr>
            <p:cNvGrpSpPr>
              <a:grpSpLocks/>
            </p:cNvGrpSpPr>
            <p:nvPr/>
          </p:nvGrpSpPr>
          <p:grpSpPr bwMode="auto">
            <a:xfrm>
              <a:off x="1776" y="3216"/>
              <a:ext cx="336" cy="240"/>
              <a:chOff x="2640" y="1776"/>
              <a:chExt cx="336" cy="240"/>
            </a:xfrm>
          </p:grpSpPr>
          <p:sp>
            <p:nvSpPr>
              <p:cNvPr id="32799" name="Oval 36">
                <a:extLst>
                  <a:ext uri="{FF2B5EF4-FFF2-40B4-BE49-F238E27FC236}">
                    <a16:creationId xmlns:a16="http://schemas.microsoft.com/office/drawing/2014/main" id="{2B0177DF-61BA-1C83-C039-5A4EE634928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800" name="Text Box 37">
                <a:extLst>
                  <a:ext uri="{FF2B5EF4-FFF2-40B4-BE49-F238E27FC236}">
                    <a16:creationId xmlns:a16="http://schemas.microsoft.com/office/drawing/2014/main" id="{1F22A5CD-3754-C36E-9DE2-416F0A66CA6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2785" name="Group 38">
              <a:extLst>
                <a:ext uri="{FF2B5EF4-FFF2-40B4-BE49-F238E27FC236}">
                  <a16:creationId xmlns:a16="http://schemas.microsoft.com/office/drawing/2014/main" id="{1EE6009F-5390-3AA4-5E45-354E31882FB2}"/>
                </a:ext>
              </a:extLst>
            </p:cNvPr>
            <p:cNvGrpSpPr>
              <a:grpSpLocks/>
            </p:cNvGrpSpPr>
            <p:nvPr/>
          </p:nvGrpSpPr>
          <p:grpSpPr bwMode="auto">
            <a:xfrm>
              <a:off x="2400" y="3216"/>
              <a:ext cx="336" cy="240"/>
              <a:chOff x="2640" y="1776"/>
              <a:chExt cx="336" cy="240"/>
            </a:xfrm>
          </p:grpSpPr>
          <p:sp>
            <p:nvSpPr>
              <p:cNvPr id="32797" name="Oval 39">
                <a:extLst>
                  <a:ext uri="{FF2B5EF4-FFF2-40B4-BE49-F238E27FC236}">
                    <a16:creationId xmlns:a16="http://schemas.microsoft.com/office/drawing/2014/main" id="{DA2313E3-95AD-90B3-5C9A-40299B2EE37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2798" name="Text Box 40">
                <a:extLst>
                  <a:ext uri="{FF2B5EF4-FFF2-40B4-BE49-F238E27FC236}">
                    <a16:creationId xmlns:a16="http://schemas.microsoft.com/office/drawing/2014/main" id="{49B2FE84-1370-AB93-CF02-F4590E92503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2786" name="Line 41">
              <a:extLst>
                <a:ext uri="{FF2B5EF4-FFF2-40B4-BE49-F238E27FC236}">
                  <a16:creationId xmlns:a16="http://schemas.microsoft.com/office/drawing/2014/main" id="{6EFC3126-F552-07C4-CFE6-2A76667C1585}"/>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87" name="Line 42">
              <a:extLst>
                <a:ext uri="{FF2B5EF4-FFF2-40B4-BE49-F238E27FC236}">
                  <a16:creationId xmlns:a16="http://schemas.microsoft.com/office/drawing/2014/main" id="{11CFCE08-FDAD-2B04-D9D8-BC8A885E3CB0}"/>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88" name="Line 43">
              <a:extLst>
                <a:ext uri="{FF2B5EF4-FFF2-40B4-BE49-F238E27FC236}">
                  <a16:creationId xmlns:a16="http://schemas.microsoft.com/office/drawing/2014/main" id="{B450010A-4D8E-69DB-5D9F-EA4B6A61A0F3}"/>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89" name="Line 44">
              <a:extLst>
                <a:ext uri="{FF2B5EF4-FFF2-40B4-BE49-F238E27FC236}">
                  <a16:creationId xmlns:a16="http://schemas.microsoft.com/office/drawing/2014/main" id="{5BF33083-44D2-65A0-49B7-4952331F0177}"/>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90" name="Line 45">
              <a:extLst>
                <a:ext uri="{FF2B5EF4-FFF2-40B4-BE49-F238E27FC236}">
                  <a16:creationId xmlns:a16="http://schemas.microsoft.com/office/drawing/2014/main" id="{58C17ABA-98E3-F08E-0A3A-50A5A1D5B06A}"/>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91" name="Line 46">
              <a:extLst>
                <a:ext uri="{FF2B5EF4-FFF2-40B4-BE49-F238E27FC236}">
                  <a16:creationId xmlns:a16="http://schemas.microsoft.com/office/drawing/2014/main" id="{AEDFD11A-F917-FF5B-D2D9-99D0CBEC07A0}"/>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92" name="Line 47">
              <a:extLst>
                <a:ext uri="{FF2B5EF4-FFF2-40B4-BE49-F238E27FC236}">
                  <a16:creationId xmlns:a16="http://schemas.microsoft.com/office/drawing/2014/main" id="{D56C922A-BE7D-DC7A-17CD-924F022FBF59}"/>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93" name="Line 48">
              <a:extLst>
                <a:ext uri="{FF2B5EF4-FFF2-40B4-BE49-F238E27FC236}">
                  <a16:creationId xmlns:a16="http://schemas.microsoft.com/office/drawing/2014/main" id="{A41DBD38-D0BA-A108-52B2-D0E16EF8BF9B}"/>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94" name="Line 49">
              <a:extLst>
                <a:ext uri="{FF2B5EF4-FFF2-40B4-BE49-F238E27FC236}">
                  <a16:creationId xmlns:a16="http://schemas.microsoft.com/office/drawing/2014/main" id="{EE8D2684-F2F0-D1A8-E5B8-737AD6A4B7AD}"/>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95" name="Line 50">
              <a:extLst>
                <a:ext uri="{FF2B5EF4-FFF2-40B4-BE49-F238E27FC236}">
                  <a16:creationId xmlns:a16="http://schemas.microsoft.com/office/drawing/2014/main" id="{DF4E4B57-C120-C24F-D250-5C5CD19883D9}"/>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796" name="Line 51">
              <a:extLst>
                <a:ext uri="{FF2B5EF4-FFF2-40B4-BE49-F238E27FC236}">
                  <a16:creationId xmlns:a16="http://schemas.microsoft.com/office/drawing/2014/main" id="{D2681A4B-D9BF-2AB1-3273-D39034EF8D56}"/>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B61D6607-A091-8942-C42A-1046420CFA5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a:extLst>
              <a:ext uri="{FF2B5EF4-FFF2-40B4-BE49-F238E27FC236}">
                <a16:creationId xmlns:a16="http://schemas.microsoft.com/office/drawing/2014/main" id="{62412955-8781-017C-616D-30C0EABA1545}"/>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3797" name="Group 4">
            <a:extLst>
              <a:ext uri="{FF2B5EF4-FFF2-40B4-BE49-F238E27FC236}">
                <a16:creationId xmlns:a16="http://schemas.microsoft.com/office/drawing/2014/main" id="{656CDDFA-667E-E422-54CB-F77C46A09844}"/>
              </a:ext>
            </a:extLst>
          </p:cNvPr>
          <p:cNvGrpSpPr>
            <a:grpSpLocks/>
          </p:cNvGrpSpPr>
          <p:nvPr/>
        </p:nvGrpSpPr>
        <p:grpSpPr bwMode="auto">
          <a:xfrm>
            <a:off x="2133600" y="2895600"/>
            <a:ext cx="5410200" cy="2590800"/>
            <a:chOff x="1344" y="1824"/>
            <a:chExt cx="3408" cy="1632"/>
          </a:xfrm>
        </p:grpSpPr>
        <p:grpSp>
          <p:nvGrpSpPr>
            <p:cNvPr id="33798" name="Group 5">
              <a:extLst>
                <a:ext uri="{FF2B5EF4-FFF2-40B4-BE49-F238E27FC236}">
                  <a16:creationId xmlns:a16="http://schemas.microsoft.com/office/drawing/2014/main" id="{288EB1A3-BEF9-E255-5C66-6178EFB48027}"/>
                </a:ext>
              </a:extLst>
            </p:cNvPr>
            <p:cNvGrpSpPr>
              <a:grpSpLocks/>
            </p:cNvGrpSpPr>
            <p:nvPr/>
          </p:nvGrpSpPr>
          <p:grpSpPr bwMode="auto">
            <a:xfrm>
              <a:off x="2880" y="1824"/>
              <a:ext cx="336" cy="240"/>
              <a:chOff x="2640" y="1776"/>
              <a:chExt cx="336" cy="240"/>
            </a:xfrm>
          </p:grpSpPr>
          <p:sp>
            <p:nvSpPr>
              <p:cNvPr id="33843" name="Oval 6">
                <a:extLst>
                  <a:ext uri="{FF2B5EF4-FFF2-40B4-BE49-F238E27FC236}">
                    <a16:creationId xmlns:a16="http://schemas.microsoft.com/office/drawing/2014/main" id="{540D3D34-989B-A805-B880-969D5FF8ABB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44" name="Text Box 7">
                <a:extLst>
                  <a:ext uri="{FF2B5EF4-FFF2-40B4-BE49-F238E27FC236}">
                    <a16:creationId xmlns:a16="http://schemas.microsoft.com/office/drawing/2014/main" id="{09EF4EE7-C703-E150-0B48-6A0168A85C5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3799" name="Group 8">
              <a:extLst>
                <a:ext uri="{FF2B5EF4-FFF2-40B4-BE49-F238E27FC236}">
                  <a16:creationId xmlns:a16="http://schemas.microsoft.com/office/drawing/2014/main" id="{DBE13414-503C-7754-C03A-856874169017}"/>
                </a:ext>
              </a:extLst>
            </p:cNvPr>
            <p:cNvGrpSpPr>
              <a:grpSpLocks/>
            </p:cNvGrpSpPr>
            <p:nvPr/>
          </p:nvGrpSpPr>
          <p:grpSpPr bwMode="auto">
            <a:xfrm>
              <a:off x="1776" y="2256"/>
              <a:ext cx="336" cy="240"/>
              <a:chOff x="2640" y="1776"/>
              <a:chExt cx="336" cy="240"/>
            </a:xfrm>
          </p:grpSpPr>
          <p:sp>
            <p:nvSpPr>
              <p:cNvPr id="33841" name="Oval 9">
                <a:extLst>
                  <a:ext uri="{FF2B5EF4-FFF2-40B4-BE49-F238E27FC236}">
                    <a16:creationId xmlns:a16="http://schemas.microsoft.com/office/drawing/2014/main" id="{1B75BD5B-9E33-74BD-37B8-6D7853CAEF6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42" name="Text Box 10">
                <a:extLst>
                  <a:ext uri="{FF2B5EF4-FFF2-40B4-BE49-F238E27FC236}">
                    <a16:creationId xmlns:a16="http://schemas.microsoft.com/office/drawing/2014/main" id="{562411F6-FABA-27F7-8F31-F6C3987E1F1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3800" name="Group 11">
              <a:extLst>
                <a:ext uri="{FF2B5EF4-FFF2-40B4-BE49-F238E27FC236}">
                  <a16:creationId xmlns:a16="http://schemas.microsoft.com/office/drawing/2014/main" id="{B8069536-CC94-4BF1-3861-B4B5E750147D}"/>
                </a:ext>
              </a:extLst>
            </p:cNvPr>
            <p:cNvGrpSpPr>
              <a:grpSpLocks/>
            </p:cNvGrpSpPr>
            <p:nvPr/>
          </p:nvGrpSpPr>
          <p:grpSpPr bwMode="auto">
            <a:xfrm>
              <a:off x="2592" y="2256"/>
              <a:ext cx="336" cy="240"/>
              <a:chOff x="2640" y="1776"/>
              <a:chExt cx="336" cy="240"/>
            </a:xfrm>
          </p:grpSpPr>
          <p:sp>
            <p:nvSpPr>
              <p:cNvPr id="33839" name="Oval 12">
                <a:extLst>
                  <a:ext uri="{FF2B5EF4-FFF2-40B4-BE49-F238E27FC236}">
                    <a16:creationId xmlns:a16="http://schemas.microsoft.com/office/drawing/2014/main" id="{B825CAF6-74BD-882D-EC93-08991888DD9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40" name="Text Box 13">
                <a:extLst>
                  <a:ext uri="{FF2B5EF4-FFF2-40B4-BE49-F238E27FC236}">
                    <a16:creationId xmlns:a16="http://schemas.microsoft.com/office/drawing/2014/main" id="{46583E73-AFF1-A7C9-73CC-BC0E43BCAAC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3801" name="Group 14">
              <a:extLst>
                <a:ext uri="{FF2B5EF4-FFF2-40B4-BE49-F238E27FC236}">
                  <a16:creationId xmlns:a16="http://schemas.microsoft.com/office/drawing/2014/main" id="{E0448718-AC4E-FD53-A2E5-348C85CA3FD5}"/>
                </a:ext>
              </a:extLst>
            </p:cNvPr>
            <p:cNvGrpSpPr>
              <a:grpSpLocks/>
            </p:cNvGrpSpPr>
            <p:nvPr/>
          </p:nvGrpSpPr>
          <p:grpSpPr bwMode="auto">
            <a:xfrm>
              <a:off x="4416" y="2256"/>
              <a:ext cx="336" cy="240"/>
              <a:chOff x="2640" y="1776"/>
              <a:chExt cx="336" cy="240"/>
            </a:xfrm>
          </p:grpSpPr>
          <p:sp>
            <p:nvSpPr>
              <p:cNvPr id="33837" name="Oval 15">
                <a:extLst>
                  <a:ext uri="{FF2B5EF4-FFF2-40B4-BE49-F238E27FC236}">
                    <a16:creationId xmlns:a16="http://schemas.microsoft.com/office/drawing/2014/main" id="{E8430CD6-2BB5-47F0-120A-EDD85D35C0A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38" name="Text Box 16">
                <a:extLst>
                  <a:ext uri="{FF2B5EF4-FFF2-40B4-BE49-F238E27FC236}">
                    <a16:creationId xmlns:a16="http://schemas.microsoft.com/office/drawing/2014/main" id="{2D12104F-92DF-35F4-26FB-F902F80199B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3802" name="Group 17">
              <a:extLst>
                <a:ext uri="{FF2B5EF4-FFF2-40B4-BE49-F238E27FC236}">
                  <a16:creationId xmlns:a16="http://schemas.microsoft.com/office/drawing/2014/main" id="{EE51F3F7-28DB-87E5-203A-B95DFF0C6FA8}"/>
                </a:ext>
              </a:extLst>
            </p:cNvPr>
            <p:cNvGrpSpPr>
              <a:grpSpLocks/>
            </p:cNvGrpSpPr>
            <p:nvPr/>
          </p:nvGrpSpPr>
          <p:grpSpPr bwMode="auto">
            <a:xfrm>
              <a:off x="3408" y="2256"/>
              <a:ext cx="336" cy="240"/>
              <a:chOff x="2640" y="1776"/>
              <a:chExt cx="336" cy="240"/>
            </a:xfrm>
          </p:grpSpPr>
          <p:sp>
            <p:nvSpPr>
              <p:cNvPr id="33835" name="Oval 18">
                <a:extLst>
                  <a:ext uri="{FF2B5EF4-FFF2-40B4-BE49-F238E27FC236}">
                    <a16:creationId xmlns:a16="http://schemas.microsoft.com/office/drawing/2014/main" id="{DF83B60C-5282-F2CC-CEF1-9873B7FE510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36" name="Text Box 19">
                <a:extLst>
                  <a:ext uri="{FF2B5EF4-FFF2-40B4-BE49-F238E27FC236}">
                    <a16:creationId xmlns:a16="http://schemas.microsoft.com/office/drawing/2014/main" id="{8E577BF9-A415-9FA0-CA7B-415DE836574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3803" name="Group 20">
              <a:extLst>
                <a:ext uri="{FF2B5EF4-FFF2-40B4-BE49-F238E27FC236}">
                  <a16:creationId xmlns:a16="http://schemas.microsoft.com/office/drawing/2014/main" id="{5B6F7779-38A9-5E4C-4B9B-4B1822E7CC45}"/>
                </a:ext>
              </a:extLst>
            </p:cNvPr>
            <p:cNvGrpSpPr>
              <a:grpSpLocks/>
            </p:cNvGrpSpPr>
            <p:nvPr/>
          </p:nvGrpSpPr>
          <p:grpSpPr bwMode="auto">
            <a:xfrm>
              <a:off x="1344" y="2688"/>
              <a:ext cx="336" cy="240"/>
              <a:chOff x="2640" y="1776"/>
              <a:chExt cx="336" cy="240"/>
            </a:xfrm>
          </p:grpSpPr>
          <p:sp>
            <p:nvSpPr>
              <p:cNvPr id="33833" name="Oval 21">
                <a:extLst>
                  <a:ext uri="{FF2B5EF4-FFF2-40B4-BE49-F238E27FC236}">
                    <a16:creationId xmlns:a16="http://schemas.microsoft.com/office/drawing/2014/main" id="{B8C874A1-A6E2-8C44-7DCB-C3B7017ED05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34" name="Text Box 22">
                <a:extLst>
                  <a:ext uri="{FF2B5EF4-FFF2-40B4-BE49-F238E27FC236}">
                    <a16:creationId xmlns:a16="http://schemas.microsoft.com/office/drawing/2014/main" id="{7AA45685-9207-FCA7-5A7F-03EE861847B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3804" name="Group 23">
              <a:extLst>
                <a:ext uri="{FF2B5EF4-FFF2-40B4-BE49-F238E27FC236}">
                  <a16:creationId xmlns:a16="http://schemas.microsoft.com/office/drawing/2014/main" id="{1B55ECC4-6BB0-A916-3B1B-9FCAA1248198}"/>
                </a:ext>
              </a:extLst>
            </p:cNvPr>
            <p:cNvGrpSpPr>
              <a:grpSpLocks/>
            </p:cNvGrpSpPr>
            <p:nvPr/>
          </p:nvGrpSpPr>
          <p:grpSpPr bwMode="auto">
            <a:xfrm>
              <a:off x="2112" y="2688"/>
              <a:ext cx="336" cy="240"/>
              <a:chOff x="2640" y="1776"/>
              <a:chExt cx="336" cy="240"/>
            </a:xfrm>
          </p:grpSpPr>
          <p:sp>
            <p:nvSpPr>
              <p:cNvPr id="33831" name="Oval 24">
                <a:extLst>
                  <a:ext uri="{FF2B5EF4-FFF2-40B4-BE49-F238E27FC236}">
                    <a16:creationId xmlns:a16="http://schemas.microsoft.com/office/drawing/2014/main" id="{DBDBC86B-17F6-499F-CF1E-1DD0E3D685C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32" name="Text Box 25">
                <a:extLst>
                  <a:ext uri="{FF2B5EF4-FFF2-40B4-BE49-F238E27FC236}">
                    <a16:creationId xmlns:a16="http://schemas.microsoft.com/office/drawing/2014/main" id="{27761824-092C-DFF1-BF16-A01ACC3EB7F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3805" name="Group 26">
              <a:extLst>
                <a:ext uri="{FF2B5EF4-FFF2-40B4-BE49-F238E27FC236}">
                  <a16:creationId xmlns:a16="http://schemas.microsoft.com/office/drawing/2014/main" id="{8D0AEAD4-BA36-9886-9D27-AD8E67B05D10}"/>
                </a:ext>
              </a:extLst>
            </p:cNvPr>
            <p:cNvGrpSpPr>
              <a:grpSpLocks/>
            </p:cNvGrpSpPr>
            <p:nvPr/>
          </p:nvGrpSpPr>
          <p:grpSpPr bwMode="auto">
            <a:xfrm>
              <a:off x="2832" y="2688"/>
              <a:ext cx="336" cy="240"/>
              <a:chOff x="2640" y="1776"/>
              <a:chExt cx="336" cy="240"/>
            </a:xfrm>
          </p:grpSpPr>
          <p:sp>
            <p:nvSpPr>
              <p:cNvPr id="33829" name="Oval 27">
                <a:extLst>
                  <a:ext uri="{FF2B5EF4-FFF2-40B4-BE49-F238E27FC236}">
                    <a16:creationId xmlns:a16="http://schemas.microsoft.com/office/drawing/2014/main" id="{EEC10E7C-2993-8EE7-B25D-B102607563B0}"/>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30" name="Text Box 28">
                <a:extLst>
                  <a:ext uri="{FF2B5EF4-FFF2-40B4-BE49-F238E27FC236}">
                    <a16:creationId xmlns:a16="http://schemas.microsoft.com/office/drawing/2014/main" id="{9D253CBD-FAD9-4149-C37F-6F706F16866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3806" name="Group 29">
              <a:extLst>
                <a:ext uri="{FF2B5EF4-FFF2-40B4-BE49-F238E27FC236}">
                  <a16:creationId xmlns:a16="http://schemas.microsoft.com/office/drawing/2014/main" id="{BB43E552-3CBE-9EE2-D9F6-E7E6469785E3}"/>
                </a:ext>
              </a:extLst>
            </p:cNvPr>
            <p:cNvGrpSpPr>
              <a:grpSpLocks/>
            </p:cNvGrpSpPr>
            <p:nvPr/>
          </p:nvGrpSpPr>
          <p:grpSpPr bwMode="auto">
            <a:xfrm>
              <a:off x="3312" y="2688"/>
              <a:ext cx="336" cy="240"/>
              <a:chOff x="2640" y="1776"/>
              <a:chExt cx="336" cy="240"/>
            </a:xfrm>
          </p:grpSpPr>
          <p:sp>
            <p:nvSpPr>
              <p:cNvPr id="33827" name="Oval 30">
                <a:extLst>
                  <a:ext uri="{FF2B5EF4-FFF2-40B4-BE49-F238E27FC236}">
                    <a16:creationId xmlns:a16="http://schemas.microsoft.com/office/drawing/2014/main" id="{862B4F28-F61E-1EC3-41C4-54C86B7710F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28" name="Text Box 31">
                <a:extLst>
                  <a:ext uri="{FF2B5EF4-FFF2-40B4-BE49-F238E27FC236}">
                    <a16:creationId xmlns:a16="http://schemas.microsoft.com/office/drawing/2014/main" id="{DC1A6E79-7BD7-52FC-0BF8-3C7DB893783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3807" name="Group 32">
              <a:extLst>
                <a:ext uri="{FF2B5EF4-FFF2-40B4-BE49-F238E27FC236}">
                  <a16:creationId xmlns:a16="http://schemas.microsoft.com/office/drawing/2014/main" id="{BC814689-EDC2-D98D-A13E-FD50E5D80EDE}"/>
                </a:ext>
              </a:extLst>
            </p:cNvPr>
            <p:cNvGrpSpPr>
              <a:grpSpLocks/>
            </p:cNvGrpSpPr>
            <p:nvPr/>
          </p:nvGrpSpPr>
          <p:grpSpPr bwMode="auto">
            <a:xfrm>
              <a:off x="3936" y="2688"/>
              <a:ext cx="336" cy="240"/>
              <a:chOff x="2640" y="1776"/>
              <a:chExt cx="336" cy="240"/>
            </a:xfrm>
          </p:grpSpPr>
          <p:sp>
            <p:nvSpPr>
              <p:cNvPr id="33825" name="Oval 33">
                <a:extLst>
                  <a:ext uri="{FF2B5EF4-FFF2-40B4-BE49-F238E27FC236}">
                    <a16:creationId xmlns:a16="http://schemas.microsoft.com/office/drawing/2014/main" id="{67E6D40A-A056-B1F2-CAFE-C37C1EE1820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26" name="Text Box 34">
                <a:extLst>
                  <a:ext uri="{FF2B5EF4-FFF2-40B4-BE49-F238E27FC236}">
                    <a16:creationId xmlns:a16="http://schemas.microsoft.com/office/drawing/2014/main" id="{820454EC-08D9-C467-9842-B462DC1CA01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3808" name="Group 35">
              <a:extLst>
                <a:ext uri="{FF2B5EF4-FFF2-40B4-BE49-F238E27FC236}">
                  <a16:creationId xmlns:a16="http://schemas.microsoft.com/office/drawing/2014/main" id="{D096F739-1F4E-4270-8D4F-F85DFEFD8D23}"/>
                </a:ext>
              </a:extLst>
            </p:cNvPr>
            <p:cNvGrpSpPr>
              <a:grpSpLocks/>
            </p:cNvGrpSpPr>
            <p:nvPr/>
          </p:nvGrpSpPr>
          <p:grpSpPr bwMode="auto">
            <a:xfrm>
              <a:off x="1776" y="3216"/>
              <a:ext cx="336" cy="240"/>
              <a:chOff x="2640" y="1776"/>
              <a:chExt cx="336" cy="240"/>
            </a:xfrm>
          </p:grpSpPr>
          <p:sp>
            <p:nvSpPr>
              <p:cNvPr id="33823" name="Oval 36">
                <a:extLst>
                  <a:ext uri="{FF2B5EF4-FFF2-40B4-BE49-F238E27FC236}">
                    <a16:creationId xmlns:a16="http://schemas.microsoft.com/office/drawing/2014/main" id="{066CB91C-D46D-B51B-2849-EB86E16D67E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24" name="Text Box 37">
                <a:extLst>
                  <a:ext uri="{FF2B5EF4-FFF2-40B4-BE49-F238E27FC236}">
                    <a16:creationId xmlns:a16="http://schemas.microsoft.com/office/drawing/2014/main" id="{79C84170-C3C0-F1AB-61B7-F97E5D13D18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3809" name="Group 38">
              <a:extLst>
                <a:ext uri="{FF2B5EF4-FFF2-40B4-BE49-F238E27FC236}">
                  <a16:creationId xmlns:a16="http://schemas.microsoft.com/office/drawing/2014/main" id="{0EE5D55F-194E-3D00-0FA0-756DBF4FE8BC}"/>
                </a:ext>
              </a:extLst>
            </p:cNvPr>
            <p:cNvGrpSpPr>
              <a:grpSpLocks/>
            </p:cNvGrpSpPr>
            <p:nvPr/>
          </p:nvGrpSpPr>
          <p:grpSpPr bwMode="auto">
            <a:xfrm>
              <a:off x="2400" y="3216"/>
              <a:ext cx="336" cy="240"/>
              <a:chOff x="2640" y="1776"/>
              <a:chExt cx="336" cy="240"/>
            </a:xfrm>
          </p:grpSpPr>
          <p:sp>
            <p:nvSpPr>
              <p:cNvPr id="33821" name="Oval 39">
                <a:extLst>
                  <a:ext uri="{FF2B5EF4-FFF2-40B4-BE49-F238E27FC236}">
                    <a16:creationId xmlns:a16="http://schemas.microsoft.com/office/drawing/2014/main" id="{400C2072-90D2-0693-6600-160F808AD05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3822" name="Text Box 40">
                <a:extLst>
                  <a:ext uri="{FF2B5EF4-FFF2-40B4-BE49-F238E27FC236}">
                    <a16:creationId xmlns:a16="http://schemas.microsoft.com/office/drawing/2014/main" id="{59C601BC-5A26-0436-B14A-4B7291FCF88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3810" name="Line 41">
              <a:extLst>
                <a:ext uri="{FF2B5EF4-FFF2-40B4-BE49-F238E27FC236}">
                  <a16:creationId xmlns:a16="http://schemas.microsoft.com/office/drawing/2014/main" id="{3B4C4DC9-E571-0003-B162-890C732D42F0}"/>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1" name="Line 42">
              <a:extLst>
                <a:ext uri="{FF2B5EF4-FFF2-40B4-BE49-F238E27FC236}">
                  <a16:creationId xmlns:a16="http://schemas.microsoft.com/office/drawing/2014/main" id="{9D93919D-0196-EEE4-8BBD-FC3556CD4DE6}"/>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2" name="Line 43">
              <a:extLst>
                <a:ext uri="{FF2B5EF4-FFF2-40B4-BE49-F238E27FC236}">
                  <a16:creationId xmlns:a16="http://schemas.microsoft.com/office/drawing/2014/main" id="{6EF6DDDA-C925-7A17-EC5D-9F6A2828D4FA}"/>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3" name="Line 44">
              <a:extLst>
                <a:ext uri="{FF2B5EF4-FFF2-40B4-BE49-F238E27FC236}">
                  <a16:creationId xmlns:a16="http://schemas.microsoft.com/office/drawing/2014/main" id="{3CC5FFC9-8220-F741-91BF-CA51BB8DD80B}"/>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4" name="Line 45">
              <a:extLst>
                <a:ext uri="{FF2B5EF4-FFF2-40B4-BE49-F238E27FC236}">
                  <a16:creationId xmlns:a16="http://schemas.microsoft.com/office/drawing/2014/main" id="{13824F49-A054-EA61-ECFB-363204A616FD}"/>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5" name="Line 46">
              <a:extLst>
                <a:ext uri="{FF2B5EF4-FFF2-40B4-BE49-F238E27FC236}">
                  <a16:creationId xmlns:a16="http://schemas.microsoft.com/office/drawing/2014/main" id="{FE273337-D59F-8567-5259-2B9D736279F8}"/>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6" name="Line 47">
              <a:extLst>
                <a:ext uri="{FF2B5EF4-FFF2-40B4-BE49-F238E27FC236}">
                  <a16:creationId xmlns:a16="http://schemas.microsoft.com/office/drawing/2014/main" id="{91573160-058B-162D-6640-E68ACFF921B1}"/>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7" name="Line 48">
              <a:extLst>
                <a:ext uri="{FF2B5EF4-FFF2-40B4-BE49-F238E27FC236}">
                  <a16:creationId xmlns:a16="http://schemas.microsoft.com/office/drawing/2014/main" id="{43A4CD6B-6357-25DC-5B89-2923175B2496}"/>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8" name="Line 49">
              <a:extLst>
                <a:ext uri="{FF2B5EF4-FFF2-40B4-BE49-F238E27FC236}">
                  <a16:creationId xmlns:a16="http://schemas.microsoft.com/office/drawing/2014/main" id="{92B0B551-58BF-226C-72E4-CABCD879BFEC}"/>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19" name="Line 50">
              <a:extLst>
                <a:ext uri="{FF2B5EF4-FFF2-40B4-BE49-F238E27FC236}">
                  <a16:creationId xmlns:a16="http://schemas.microsoft.com/office/drawing/2014/main" id="{32757CDA-A37C-30F4-868A-CDAA05503756}"/>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820" name="Line 51">
              <a:extLst>
                <a:ext uri="{FF2B5EF4-FFF2-40B4-BE49-F238E27FC236}">
                  <a16:creationId xmlns:a16="http://schemas.microsoft.com/office/drawing/2014/main" id="{01CB0BE6-8561-FFF3-6D83-9605AC80FA6A}"/>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C4CA91C1-4644-5047-6961-F67A9BCEDC1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a:extLst>
              <a:ext uri="{FF2B5EF4-FFF2-40B4-BE49-F238E27FC236}">
                <a16:creationId xmlns:a16="http://schemas.microsoft.com/office/drawing/2014/main" id="{C948E6F5-797C-86A6-E84E-3E1608B69FD1}"/>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F,G,H,I</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4821" name="Group 4">
            <a:extLst>
              <a:ext uri="{FF2B5EF4-FFF2-40B4-BE49-F238E27FC236}">
                <a16:creationId xmlns:a16="http://schemas.microsoft.com/office/drawing/2014/main" id="{B2701E9C-4C55-5AC5-8749-F4203F4EA5BF}"/>
              </a:ext>
            </a:extLst>
          </p:cNvPr>
          <p:cNvGrpSpPr>
            <a:grpSpLocks/>
          </p:cNvGrpSpPr>
          <p:nvPr/>
        </p:nvGrpSpPr>
        <p:grpSpPr bwMode="auto">
          <a:xfrm>
            <a:off x="2133600" y="2895600"/>
            <a:ext cx="5410200" cy="2590800"/>
            <a:chOff x="1344" y="1824"/>
            <a:chExt cx="3408" cy="1632"/>
          </a:xfrm>
        </p:grpSpPr>
        <p:grpSp>
          <p:nvGrpSpPr>
            <p:cNvPr id="34822" name="Group 5">
              <a:extLst>
                <a:ext uri="{FF2B5EF4-FFF2-40B4-BE49-F238E27FC236}">
                  <a16:creationId xmlns:a16="http://schemas.microsoft.com/office/drawing/2014/main" id="{05FBCD69-1777-0431-09E0-E56FC7AF480C}"/>
                </a:ext>
              </a:extLst>
            </p:cNvPr>
            <p:cNvGrpSpPr>
              <a:grpSpLocks/>
            </p:cNvGrpSpPr>
            <p:nvPr/>
          </p:nvGrpSpPr>
          <p:grpSpPr bwMode="auto">
            <a:xfrm>
              <a:off x="2880" y="1824"/>
              <a:ext cx="336" cy="240"/>
              <a:chOff x="2640" y="1776"/>
              <a:chExt cx="336" cy="240"/>
            </a:xfrm>
          </p:grpSpPr>
          <p:sp>
            <p:nvSpPr>
              <p:cNvPr id="34871" name="Oval 6">
                <a:extLst>
                  <a:ext uri="{FF2B5EF4-FFF2-40B4-BE49-F238E27FC236}">
                    <a16:creationId xmlns:a16="http://schemas.microsoft.com/office/drawing/2014/main" id="{B9068B67-D8B9-A00B-60E0-5CD16CE3699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72" name="Text Box 7">
                <a:extLst>
                  <a:ext uri="{FF2B5EF4-FFF2-40B4-BE49-F238E27FC236}">
                    <a16:creationId xmlns:a16="http://schemas.microsoft.com/office/drawing/2014/main" id="{E42C9ECC-6E38-6F0F-2C25-6F5D326E05E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4823" name="Group 8">
              <a:extLst>
                <a:ext uri="{FF2B5EF4-FFF2-40B4-BE49-F238E27FC236}">
                  <a16:creationId xmlns:a16="http://schemas.microsoft.com/office/drawing/2014/main" id="{53812BB3-6A11-31E1-6D4A-9608BA9EC975}"/>
                </a:ext>
              </a:extLst>
            </p:cNvPr>
            <p:cNvGrpSpPr>
              <a:grpSpLocks/>
            </p:cNvGrpSpPr>
            <p:nvPr/>
          </p:nvGrpSpPr>
          <p:grpSpPr bwMode="auto">
            <a:xfrm>
              <a:off x="1776" y="2256"/>
              <a:ext cx="336" cy="240"/>
              <a:chOff x="2640" y="1776"/>
              <a:chExt cx="336" cy="240"/>
            </a:xfrm>
          </p:grpSpPr>
          <p:sp>
            <p:nvSpPr>
              <p:cNvPr id="34869" name="Oval 9">
                <a:extLst>
                  <a:ext uri="{FF2B5EF4-FFF2-40B4-BE49-F238E27FC236}">
                    <a16:creationId xmlns:a16="http://schemas.microsoft.com/office/drawing/2014/main" id="{8478C46E-163F-CC3D-2E7A-87D73C1C67D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70" name="Text Box 10">
                <a:extLst>
                  <a:ext uri="{FF2B5EF4-FFF2-40B4-BE49-F238E27FC236}">
                    <a16:creationId xmlns:a16="http://schemas.microsoft.com/office/drawing/2014/main" id="{1BFBE0D2-92FA-7205-BB6E-251CE50A824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4824" name="Group 11">
              <a:extLst>
                <a:ext uri="{FF2B5EF4-FFF2-40B4-BE49-F238E27FC236}">
                  <a16:creationId xmlns:a16="http://schemas.microsoft.com/office/drawing/2014/main" id="{D0A55741-57BC-F1C6-A639-7BD82C92AD86}"/>
                </a:ext>
              </a:extLst>
            </p:cNvPr>
            <p:cNvGrpSpPr>
              <a:grpSpLocks/>
            </p:cNvGrpSpPr>
            <p:nvPr/>
          </p:nvGrpSpPr>
          <p:grpSpPr bwMode="auto">
            <a:xfrm>
              <a:off x="2592" y="2256"/>
              <a:ext cx="336" cy="240"/>
              <a:chOff x="2640" y="1776"/>
              <a:chExt cx="336" cy="240"/>
            </a:xfrm>
          </p:grpSpPr>
          <p:sp>
            <p:nvSpPr>
              <p:cNvPr id="34867" name="Oval 12">
                <a:extLst>
                  <a:ext uri="{FF2B5EF4-FFF2-40B4-BE49-F238E27FC236}">
                    <a16:creationId xmlns:a16="http://schemas.microsoft.com/office/drawing/2014/main" id="{3C0A9D63-77AE-933F-CDCA-6F2878B48FB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68" name="Text Box 13">
                <a:extLst>
                  <a:ext uri="{FF2B5EF4-FFF2-40B4-BE49-F238E27FC236}">
                    <a16:creationId xmlns:a16="http://schemas.microsoft.com/office/drawing/2014/main" id="{1F8D8947-23E1-79BA-916C-33403CF976F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4825" name="Group 14">
              <a:extLst>
                <a:ext uri="{FF2B5EF4-FFF2-40B4-BE49-F238E27FC236}">
                  <a16:creationId xmlns:a16="http://schemas.microsoft.com/office/drawing/2014/main" id="{F935A9F0-FC8E-4FD0-E3ED-E402DE5F92DF}"/>
                </a:ext>
              </a:extLst>
            </p:cNvPr>
            <p:cNvGrpSpPr>
              <a:grpSpLocks/>
            </p:cNvGrpSpPr>
            <p:nvPr/>
          </p:nvGrpSpPr>
          <p:grpSpPr bwMode="auto">
            <a:xfrm>
              <a:off x="4416" y="2256"/>
              <a:ext cx="336" cy="240"/>
              <a:chOff x="2640" y="1776"/>
              <a:chExt cx="336" cy="240"/>
            </a:xfrm>
          </p:grpSpPr>
          <p:sp>
            <p:nvSpPr>
              <p:cNvPr id="34865" name="Oval 15">
                <a:extLst>
                  <a:ext uri="{FF2B5EF4-FFF2-40B4-BE49-F238E27FC236}">
                    <a16:creationId xmlns:a16="http://schemas.microsoft.com/office/drawing/2014/main" id="{D82678D4-EF9F-0BC0-A124-8333B2899EE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66" name="Text Box 16">
                <a:extLst>
                  <a:ext uri="{FF2B5EF4-FFF2-40B4-BE49-F238E27FC236}">
                    <a16:creationId xmlns:a16="http://schemas.microsoft.com/office/drawing/2014/main" id="{A46BCC4D-0FF9-5D66-4A09-4DF1A77C92C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4826" name="Group 17">
              <a:extLst>
                <a:ext uri="{FF2B5EF4-FFF2-40B4-BE49-F238E27FC236}">
                  <a16:creationId xmlns:a16="http://schemas.microsoft.com/office/drawing/2014/main" id="{3E4210F1-3FB0-2798-AD9F-D5D5FA582556}"/>
                </a:ext>
              </a:extLst>
            </p:cNvPr>
            <p:cNvGrpSpPr>
              <a:grpSpLocks/>
            </p:cNvGrpSpPr>
            <p:nvPr/>
          </p:nvGrpSpPr>
          <p:grpSpPr bwMode="auto">
            <a:xfrm>
              <a:off x="3408" y="2256"/>
              <a:ext cx="336" cy="240"/>
              <a:chOff x="2640" y="1776"/>
              <a:chExt cx="336" cy="240"/>
            </a:xfrm>
          </p:grpSpPr>
          <p:sp>
            <p:nvSpPr>
              <p:cNvPr id="34863" name="Oval 18">
                <a:extLst>
                  <a:ext uri="{FF2B5EF4-FFF2-40B4-BE49-F238E27FC236}">
                    <a16:creationId xmlns:a16="http://schemas.microsoft.com/office/drawing/2014/main" id="{64602216-C7AD-DB21-2BB6-C275CFA6C91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64" name="Text Box 19">
                <a:extLst>
                  <a:ext uri="{FF2B5EF4-FFF2-40B4-BE49-F238E27FC236}">
                    <a16:creationId xmlns:a16="http://schemas.microsoft.com/office/drawing/2014/main" id="{17F86AEA-31A2-ED6E-3A2A-7CB507B28AA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4827" name="Group 20">
              <a:extLst>
                <a:ext uri="{FF2B5EF4-FFF2-40B4-BE49-F238E27FC236}">
                  <a16:creationId xmlns:a16="http://schemas.microsoft.com/office/drawing/2014/main" id="{AE7C1E93-EB9D-B928-EA4E-3832F0CA9FCE}"/>
                </a:ext>
              </a:extLst>
            </p:cNvPr>
            <p:cNvGrpSpPr>
              <a:grpSpLocks/>
            </p:cNvGrpSpPr>
            <p:nvPr/>
          </p:nvGrpSpPr>
          <p:grpSpPr bwMode="auto">
            <a:xfrm>
              <a:off x="1344" y="2688"/>
              <a:ext cx="336" cy="240"/>
              <a:chOff x="2640" y="1776"/>
              <a:chExt cx="336" cy="240"/>
            </a:xfrm>
          </p:grpSpPr>
          <p:sp>
            <p:nvSpPr>
              <p:cNvPr id="34861" name="Oval 21">
                <a:extLst>
                  <a:ext uri="{FF2B5EF4-FFF2-40B4-BE49-F238E27FC236}">
                    <a16:creationId xmlns:a16="http://schemas.microsoft.com/office/drawing/2014/main" id="{FB074C65-94BB-4B19-1849-C17CD6A1952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62" name="Text Box 22">
                <a:extLst>
                  <a:ext uri="{FF2B5EF4-FFF2-40B4-BE49-F238E27FC236}">
                    <a16:creationId xmlns:a16="http://schemas.microsoft.com/office/drawing/2014/main" id="{F74493CB-CD6D-5F6C-0F05-7C0C68253F7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4828" name="Group 23">
              <a:extLst>
                <a:ext uri="{FF2B5EF4-FFF2-40B4-BE49-F238E27FC236}">
                  <a16:creationId xmlns:a16="http://schemas.microsoft.com/office/drawing/2014/main" id="{59BCC588-8A79-6653-6635-AA5F96BE9AF1}"/>
                </a:ext>
              </a:extLst>
            </p:cNvPr>
            <p:cNvGrpSpPr>
              <a:grpSpLocks/>
            </p:cNvGrpSpPr>
            <p:nvPr/>
          </p:nvGrpSpPr>
          <p:grpSpPr bwMode="auto">
            <a:xfrm>
              <a:off x="2112" y="2688"/>
              <a:ext cx="336" cy="240"/>
              <a:chOff x="2640" y="1776"/>
              <a:chExt cx="336" cy="240"/>
            </a:xfrm>
          </p:grpSpPr>
          <p:sp>
            <p:nvSpPr>
              <p:cNvPr id="34859" name="Oval 24">
                <a:extLst>
                  <a:ext uri="{FF2B5EF4-FFF2-40B4-BE49-F238E27FC236}">
                    <a16:creationId xmlns:a16="http://schemas.microsoft.com/office/drawing/2014/main" id="{F4B53ACE-876E-58FD-BCC4-69A821B4A07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60" name="Text Box 25">
                <a:extLst>
                  <a:ext uri="{FF2B5EF4-FFF2-40B4-BE49-F238E27FC236}">
                    <a16:creationId xmlns:a16="http://schemas.microsoft.com/office/drawing/2014/main" id="{FBAC8F13-D72F-2296-C4EB-D64D85EEB59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4829" name="Group 26">
              <a:extLst>
                <a:ext uri="{FF2B5EF4-FFF2-40B4-BE49-F238E27FC236}">
                  <a16:creationId xmlns:a16="http://schemas.microsoft.com/office/drawing/2014/main" id="{6591C573-8E7C-0335-BE9B-73FBE1F6C0FF}"/>
                </a:ext>
              </a:extLst>
            </p:cNvPr>
            <p:cNvGrpSpPr>
              <a:grpSpLocks/>
            </p:cNvGrpSpPr>
            <p:nvPr/>
          </p:nvGrpSpPr>
          <p:grpSpPr bwMode="auto">
            <a:xfrm>
              <a:off x="2832" y="2688"/>
              <a:ext cx="336" cy="240"/>
              <a:chOff x="2640" y="1776"/>
              <a:chExt cx="336" cy="240"/>
            </a:xfrm>
          </p:grpSpPr>
          <p:sp>
            <p:nvSpPr>
              <p:cNvPr id="34857" name="Oval 27">
                <a:extLst>
                  <a:ext uri="{FF2B5EF4-FFF2-40B4-BE49-F238E27FC236}">
                    <a16:creationId xmlns:a16="http://schemas.microsoft.com/office/drawing/2014/main" id="{7D3E6060-1E3D-0C81-1745-D1F150F2D5F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58" name="Text Box 28">
                <a:extLst>
                  <a:ext uri="{FF2B5EF4-FFF2-40B4-BE49-F238E27FC236}">
                    <a16:creationId xmlns:a16="http://schemas.microsoft.com/office/drawing/2014/main" id="{1D17F321-C6D2-C2F1-9798-3BB646E53D4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4830" name="Group 29">
              <a:extLst>
                <a:ext uri="{FF2B5EF4-FFF2-40B4-BE49-F238E27FC236}">
                  <a16:creationId xmlns:a16="http://schemas.microsoft.com/office/drawing/2014/main" id="{C7A96EE3-C2C6-1430-6503-530AA4F2BE1C}"/>
                </a:ext>
              </a:extLst>
            </p:cNvPr>
            <p:cNvGrpSpPr>
              <a:grpSpLocks/>
            </p:cNvGrpSpPr>
            <p:nvPr/>
          </p:nvGrpSpPr>
          <p:grpSpPr bwMode="auto">
            <a:xfrm>
              <a:off x="3312" y="2688"/>
              <a:ext cx="336" cy="240"/>
              <a:chOff x="2640" y="1776"/>
              <a:chExt cx="336" cy="240"/>
            </a:xfrm>
          </p:grpSpPr>
          <p:sp>
            <p:nvSpPr>
              <p:cNvPr id="34855" name="Oval 30">
                <a:extLst>
                  <a:ext uri="{FF2B5EF4-FFF2-40B4-BE49-F238E27FC236}">
                    <a16:creationId xmlns:a16="http://schemas.microsoft.com/office/drawing/2014/main" id="{AFAE01BC-5BC9-B88E-FAC4-5A37E6A8517C}"/>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56" name="Text Box 31">
                <a:extLst>
                  <a:ext uri="{FF2B5EF4-FFF2-40B4-BE49-F238E27FC236}">
                    <a16:creationId xmlns:a16="http://schemas.microsoft.com/office/drawing/2014/main" id="{142C5171-DE77-2BAD-7D4C-842AFC5E47E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4831" name="Group 32">
              <a:extLst>
                <a:ext uri="{FF2B5EF4-FFF2-40B4-BE49-F238E27FC236}">
                  <a16:creationId xmlns:a16="http://schemas.microsoft.com/office/drawing/2014/main" id="{BC5F3E3E-7238-6F1A-849B-15EFEEFBD347}"/>
                </a:ext>
              </a:extLst>
            </p:cNvPr>
            <p:cNvGrpSpPr>
              <a:grpSpLocks/>
            </p:cNvGrpSpPr>
            <p:nvPr/>
          </p:nvGrpSpPr>
          <p:grpSpPr bwMode="auto">
            <a:xfrm>
              <a:off x="3936" y="2688"/>
              <a:ext cx="336" cy="240"/>
              <a:chOff x="2640" y="1776"/>
              <a:chExt cx="336" cy="240"/>
            </a:xfrm>
          </p:grpSpPr>
          <p:sp>
            <p:nvSpPr>
              <p:cNvPr id="34853" name="Oval 33">
                <a:extLst>
                  <a:ext uri="{FF2B5EF4-FFF2-40B4-BE49-F238E27FC236}">
                    <a16:creationId xmlns:a16="http://schemas.microsoft.com/office/drawing/2014/main" id="{0BE457CA-B29E-A09A-DDC5-F0C62938A1D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54" name="Text Box 34">
                <a:extLst>
                  <a:ext uri="{FF2B5EF4-FFF2-40B4-BE49-F238E27FC236}">
                    <a16:creationId xmlns:a16="http://schemas.microsoft.com/office/drawing/2014/main" id="{CECAC69A-3112-5FA6-E43F-FC5C2D0064A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4832" name="Group 35">
              <a:extLst>
                <a:ext uri="{FF2B5EF4-FFF2-40B4-BE49-F238E27FC236}">
                  <a16:creationId xmlns:a16="http://schemas.microsoft.com/office/drawing/2014/main" id="{E0AE4DE6-2D5C-BC88-D6EF-BEC0CB9CCCEE}"/>
                </a:ext>
              </a:extLst>
            </p:cNvPr>
            <p:cNvGrpSpPr>
              <a:grpSpLocks/>
            </p:cNvGrpSpPr>
            <p:nvPr/>
          </p:nvGrpSpPr>
          <p:grpSpPr bwMode="auto">
            <a:xfrm>
              <a:off x="1776" y="3216"/>
              <a:ext cx="336" cy="240"/>
              <a:chOff x="2640" y="1776"/>
              <a:chExt cx="336" cy="240"/>
            </a:xfrm>
          </p:grpSpPr>
          <p:sp>
            <p:nvSpPr>
              <p:cNvPr id="34851" name="Oval 36">
                <a:extLst>
                  <a:ext uri="{FF2B5EF4-FFF2-40B4-BE49-F238E27FC236}">
                    <a16:creationId xmlns:a16="http://schemas.microsoft.com/office/drawing/2014/main" id="{FAB0C606-8AC1-D943-E455-B8B12F0D040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52" name="Text Box 37">
                <a:extLst>
                  <a:ext uri="{FF2B5EF4-FFF2-40B4-BE49-F238E27FC236}">
                    <a16:creationId xmlns:a16="http://schemas.microsoft.com/office/drawing/2014/main" id="{4C623C37-33A9-775B-3D22-6CD3F6ABA9D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4833" name="Group 38">
              <a:extLst>
                <a:ext uri="{FF2B5EF4-FFF2-40B4-BE49-F238E27FC236}">
                  <a16:creationId xmlns:a16="http://schemas.microsoft.com/office/drawing/2014/main" id="{6C076D49-EC4B-94B7-5AAE-A9CF2E5B48DF}"/>
                </a:ext>
              </a:extLst>
            </p:cNvPr>
            <p:cNvGrpSpPr>
              <a:grpSpLocks/>
            </p:cNvGrpSpPr>
            <p:nvPr/>
          </p:nvGrpSpPr>
          <p:grpSpPr bwMode="auto">
            <a:xfrm>
              <a:off x="2400" y="3216"/>
              <a:ext cx="336" cy="240"/>
              <a:chOff x="2640" y="1776"/>
              <a:chExt cx="336" cy="240"/>
            </a:xfrm>
          </p:grpSpPr>
          <p:sp>
            <p:nvSpPr>
              <p:cNvPr id="34849" name="Oval 39">
                <a:extLst>
                  <a:ext uri="{FF2B5EF4-FFF2-40B4-BE49-F238E27FC236}">
                    <a16:creationId xmlns:a16="http://schemas.microsoft.com/office/drawing/2014/main" id="{A39C6F86-CB39-C902-B3F7-5AA000125B8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50" name="Text Box 40">
                <a:extLst>
                  <a:ext uri="{FF2B5EF4-FFF2-40B4-BE49-F238E27FC236}">
                    <a16:creationId xmlns:a16="http://schemas.microsoft.com/office/drawing/2014/main" id="{2682BE56-2CF3-8FCE-FA1F-439068EC00F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4834" name="Line 41">
              <a:extLst>
                <a:ext uri="{FF2B5EF4-FFF2-40B4-BE49-F238E27FC236}">
                  <a16:creationId xmlns:a16="http://schemas.microsoft.com/office/drawing/2014/main" id="{C9E9E948-3087-9A7E-1362-E94BF6F800A0}"/>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35" name="Line 42">
              <a:extLst>
                <a:ext uri="{FF2B5EF4-FFF2-40B4-BE49-F238E27FC236}">
                  <a16:creationId xmlns:a16="http://schemas.microsoft.com/office/drawing/2014/main" id="{155B893A-37FD-776D-B094-67CA54D3465E}"/>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36" name="Line 43">
              <a:extLst>
                <a:ext uri="{FF2B5EF4-FFF2-40B4-BE49-F238E27FC236}">
                  <a16:creationId xmlns:a16="http://schemas.microsoft.com/office/drawing/2014/main" id="{C4E82AFF-232B-6252-D9A6-5BB926C9012F}"/>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37" name="Line 44">
              <a:extLst>
                <a:ext uri="{FF2B5EF4-FFF2-40B4-BE49-F238E27FC236}">
                  <a16:creationId xmlns:a16="http://schemas.microsoft.com/office/drawing/2014/main" id="{3AA19443-44A9-3111-FAA6-9F74E3C44B43}"/>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38" name="Line 45">
              <a:extLst>
                <a:ext uri="{FF2B5EF4-FFF2-40B4-BE49-F238E27FC236}">
                  <a16:creationId xmlns:a16="http://schemas.microsoft.com/office/drawing/2014/main" id="{2F50E6F8-BE15-4269-0FC5-80B4B76720D5}"/>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39" name="Line 46">
              <a:extLst>
                <a:ext uri="{FF2B5EF4-FFF2-40B4-BE49-F238E27FC236}">
                  <a16:creationId xmlns:a16="http://schemas.microsoft.com/office/drawing/2014/main" id="{978B6D11-8E58-4B6B-6748-ED60B603F073}"/>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40" name="Line 47">
              <a:extLst>
                <a:ext uri="{FF2B5EF4-FFF2-40B4-BE49-F238E27FC236}">
                  <a16:creationId xmlns:a16="http://schemas.microsoft.com/office/drawing/2014/main" id="{AECBFAEE-9D26-4A43-595B-2D1EBF58C57A}"/>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41" name="Line 48">
              <a:extLst>
                <a:ext uri="{FF2B5EF4-FFF2-40B4-BE49-F238E27FC236}">
                  <a16:creationId xmlns:a16="http://schemas.microsoft.com/office/drawing/2014/main" id="{7A6F0975-860E-8D0E-1075-22DC6D8268FE}"/>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42" name="Line 49">
              <a:extLst>
                <a:ext uri="{FF2B5EF4-FFF2-40B4-BE49-F238E27FC236}">
                  <a16:creationId xmlns:a16="http://schemas.microsoft.com/office/drawing/2014/main" id="{05A8D205-C711-B3D5-BDF2-374EB89A5505}"/>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43" name="Line 50">
              <a:extLst>
                <a:ext uri="{FF2B5EF4-FFF2-40B4-BE49-F238E27FC236}">
                  <a16:creationId xmlns:a16="http://schemas.microsoft.com/office/drawing/2014/main" id="{7FF7956F-A49C-1610-5CF0-4FC10CC0E91C}"/>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4844" name="Line 51">
              <a:extLst>
                <a:ext uri="{FF2B5EF4-FFF2-40B4-BE49-F238E27FC236}">
                  <a16:creationId xmlns:a16="http://schemas.microsoft.com/office/drawing/2014/main" id="{F64D2491-6CB9-B550-5843-DF5811D64197}"/>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34845" name="Group 52">
              <a:extLst>
                <a:ext uri="{FF2B5EF4-FFF2-40B4-BE49-F238E27FC236}">
                  <a16:creationId xmlns:a16="http://schemas.microsoft.com/office/drawing/2014/main" id="{BCCFF6AE-BE2B-4FA2-5096-227DDD5A669E}"/>
                </a:ext>
              </a:extLst>
            </p:cNvPr>
            <p:cNvGrpSpPr>
              <a:grpSpLocks/>
            </p:cNvGrpSpPr>
            <p:nvPr/>
          </p:nvGrpSpPr>
          <p:grpSpPr bwMode="auto">
            <a:xfrm>
              <a:off x="3360" y="3216"/>
              <a:ext cx="336" cy="240"/>
              <a:chOff x="2640" y="1776"/>
              <a:chExt cx="336" cy="240"/>
            </a:xfrm>
          </p:grpSpPr>
          <p:sp>
            <p:nvSpPr>
              <p:cNvPr id="34847" name="Oval 53">
                <a:extLst>
                  <a:ext uri="{FF2B5EF4-FFF2-40B4-BE49-F238E27FC236}">
                    <a16:creationId xmlns:a16="http://schemas.microsoft.com/office/drawing/2014/main" id="{19641103-EAD9-21F0-805F-BF9AF26B6B7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4848" name="Text Box 54">
                <a:extLst>
                  <a:ext uri="{FF2B5EF4-FFF2-40B4-BE49-F238E27FC236}">
                    <a16:creationId xmlns:a16="http://schemas.microsoft.com/office/drawing/2014/main" id="{67234ABE-B94C-684C-461B-BD913878346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sp>
          <p:nvSpPr>
            <p:cNvPr id="34846" name="Line 55">
              <a:extLst>
                <a:ext uri="{FF2B5EF4-FFF2-40B4-BE49-F238E27FC236}">
                  <a16:creationId xmlns:a16="http://schemas.microsoft.com/office/drawing/2014/main" id="{AAAE1597-FF82-BB75-F239-384A7770BABA}"/>
                </a:ext>
              </a:extLst>
            </p:cNvPr>
            <p:cNvSpPr>
              <a:spLocks noChangeShapeType="1"/>
            </p:cNvSpPr>
            <p:nvPr/>
          </p:nvSpPr>
          <p:spPr bwMode="auto">
            <a:xfrm>
              <a:off x="3504" y="292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6BAF6F7C-9E59-06DA-CBAF-10C58F4C425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a:extLst>
              <a:ext uri="{FF2B5EF4-FFF2-40B4-BE49-F238E27FC236}">
                <a16:creationId xmlns:a16="http://schemas.microsoft.com/office/drawing/2014/main" id="{29CA060C-3DF6-F12A-507E-4534050709D8}"/>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F,G,H,I,J,</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5845" name="Group 4">
            <a:extLst>
              <a:ext uri="{FF2B5EF4-FFF2-40B4-BE49-F238E27FC236}">
                <a16:creationId xmlns:a16="http://schemas.microsoft.com/office/drawing/2014/main" id="{66200375-01D3-FAF6-02FA-0F171CE891EF}"/>
              </a:ext>
            </a:extLst>
          </p:cNvPr>
          <p:cNvGrpSpPr>
            <a:grpSpLocks/>
          </p:cNvGrpSpPr>
          <p:nvPr/>
        </p:nvGrpSpPr>
        <p:grpSpPr bwMode="auto">
          <a:xfrm>
            <a:off x="2133600" y="2895600"/>
            <a:ext cx="5410200" cy="2590800"/>
            <a:chOff x="1344" y="1824"/>
            <a:chExt cx="3408" cy="1632"/>
          </a:xfrm>
        </p:grpSpPr>
        <p:grpSp>
          <p:nvGrpSpPr>
            <p:cNvPr id="35846" name="Group 5">
              <a:extLst>
                <a:ext uri="{FF2B5EF4-FFF2-40B4-BE49-F238E27FC236}">
                  <a16:creationId xmlns:a16="http://schemas.microsoft.com/office/drawing/2014/main" id="{145D8ACE-B732-7C0C-57D8-0CF12043E4D8}"/>
                </a:ext>
              </a:extLst>
            </p:cNvPr>
            <p:cNvGrpSpPr>
              <a:grpSpLocks/>
            </p:cNvGrpSpPr>
            <p:nvPr/>
          </p:nvGrpSpPr>
          <p:grpSpPr bwMode="auto">
            <a:xfrm>
              <a:off x="2880" y="1824"/>
              <a:ext cx="336" cy="240"/>
              <a:chOff x="2640" y="1776"/>
              <a:chExt cx="336" cy="240"/>
            </a:xfrm>
          </p:grpSpPr>
          <p:sp>
            <p:nvSpPr>
              <p:cNvPr id="35899" name="Oval 6">
                <a:extLst>
                  <a:ext uri="{FF2B5EF4-FFF2-40B4-BE49-F238E27FC236}">
                    <a16:creationId xmlns:a16="http://schemas.microsoft.com/office/drawing/2014/main" id="{B856A45E-6478-3324-D6C8-5A9D06ED5D0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900" name="Text Box 7">
                <a:extLst>
                  <a:ext uri="{FF2B5EF4-FFF2-40B4-BE49-F238E27FC236}">
                    <a16:creationId xmlns:a16="http://schemas.microsoft.com/office/drawing/2014/main" id="{F312BBEA-358F-F06D-B967-8E16FB273EE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5847" name="Group 8">
              <a:extLst>
                <a:ext uri="{FF2B5EF4-FFF2-40B4-BE49-F238E27FC236}">
                  <a16:creationId xmlns:a16="http://schemas.microsoft.com/office/drawing/2014/main" id="{2EA4A5C7-9BAD-3842-0FA8-0411B3F3838C}"/>
                </a:ext>
              </a:extLst>
            </p:cNvPr>
            <p:cNvGrpSpPr>
              <a:grpSpLocks/>
            </p:cNvGrpSpPr>
            <p:nvPr/>
          </p:nvGrpSpPr>
          <p:grpSpPr bwMode="auto">
            <a:xfrm>
              <a:off x="1776" y="2256"/>
              <a:ext cx="336" cy="240"/>
              <a:chOff x="2640" y="1776"/>
              <a:chExt cx="336" cy="240"/>
            </a:xfrm>
          </p:grpSpPr>
          <p:sp>
            <p:nvSpPr>
              <p:cNvPr id="35897" name="Oval 9">
                <a:extLst>
                  <a:ext uri="{FF2B5EF4-FFF2-40B4-BE49-F238E27FC236}">
                    <a16:creationId xmlns:a16="http://schemas.microsoft.com/office/drawing/2014/main" id="{2C7117F2-BEF7-0545-12EA-D89EBB09B4E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98" name="Text Box 10">
                <a:extLst>
                  <a:ext uri="{FF2B5EF4-FFF2-40B4-BE49-F238E27FC236}">
                    <a16:creationId xmlns:a16="http://schemas.microsoft.com/office/drawing/2014/main" id="{3A5F0796-E218-AE53-C089-EC4F3D979D6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5848" name="Group 11">
              <a:extLst>
                <a:ext uri="{FF2B5EF4-FFF2-40B4-BE49-F238E27FC236}">
                  <a16:creationId xmlns:a16="http://schemas.microsoft.com/office/drawing/2014/main" id="{300A976A-678A-FFE1-E528-7A32C26F0D6F}"/>
                </a:ext>
              </a:extLst>
            </p:cNvPr>
            <p:cNvGrpSpPr>
              <a:grpSpLocks/>
            </p:cNvGrpSpPr>
            <p:nvPr/>
          </p:nvGrpSpPr>
          <p:grpSpPr bwMode="auto">
            <a:xfrm>
              <a:off x="2592" y="2256"/>
              <a:ext cx="336" cy="240"/>
              <a:chOff x="2640" y="1776"/>
              <a:chExt cx="336" cy="240"/>
            </a:xfrm>
          </p:grpSpPr>
          <p:sp>
            <p:nvSpPr>
              <p:cNvPr id="35895" name="Oval 12">
                <a:extLst>
                  <a:ext uri="{FF2B5EF4-FFF2-40B4-BE49-F238E27FC236}">
                    <a16:creationId xmlns:a16="http://schemas.microsoft.com/office/drawing/2014/main" id="{ECF6E496-57DE-CFD5-57AD-AC7ABA28515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96" name="Text Box 13">
                <a:extLst>
                  <a:ext uri="{FF2B5EF4-FFF2-40B4-BE49-F238E27FC236}">
                    <a16:creationId xmlns:a16="http://schemas.microsoft.com/office/drawing/2014/main" id="{04F4A173-4A76-A082-7253-7957EC74A56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5849" name="Group 14">
              <a:extLst>
                <a:ext uri="{FF2B5EF4-FFF2-40B4-BE49-F238E27FC236}">
                  <a16:creationId xmlns:a16="http://schemas.microsoft.com/office/drawing/2014/main" id="{46C8BB83-88C0-3C38-651B-3799D3295C8B}"/>
                </a:ext>
              </a:extLst>
            </p:cNvPr>
            <p:cNvGrpSpPr>
              <a:grpSpLocks/>
            </p:cNvGrpSpPr>
            <p:nvPr/>
          </p:nvGrpSpPr>
          <p:grpSpPr bwMode="auto">
            <a:xfrm>
              <a:off x="4416" y="2256"/>
              <a:ext cx="336" cy="240"/>
              <a:chOff x="2640" y="1776"/>
              <a:chExt cx="336" cy="240"/>
            </a:xfrm>
          </p:grpSpPr>
          <p:sp>
            <p:nvSpPr>
              <p:cNvPr id="35893" name="Oval 15">
                <a:extLst>
                  <a:ext uri="{FF2B5EF4-FFF2-40B4-BE49-F238E27FC236}">
                    <a16:creationId xmlns:a16="http://schemas.microsoft.com/office/drawing/2014/main" id="{777E01B6-AFCC-9153-C6C0-12D1807662D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94" name="Text Box 16">
                <a:extLst>
                  <a:ext uri="{FF2B5EF4-FFF2-40B4-BE49-F238E27FC236}">
                    <a16:creationId xmlns:a16="http://schemas.microsoft.com/office/drawing/2014/main" id="{1C1BCD81-A979-A3E7-4FF7-214FD336118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5850" name="Group 17">
              <a:extLst>
                <a:ext uri="{FF2B5EF4-FFF2-40B4-BE49-F238E27FC236}">
                  <a16:creationId xmlns:a16="http://schemas.microsoft.com/office/drawing/2014/main" id="{67F049BD-14EB-BAA9-85CA-CD2F31EADFB8}"/>
                </a:ext>
              </a:extLst>
            </p:cNvPr>
            <p:cNvGrpSpPr>
              <a:grpSpLocks/>
            </p:cNvGrpSpPr>
            <p:nvPr/>
          </p:nvGrpSpPr>
          <p:grpSpPr bwMode="auto">
            <a:xfrm>
              <a:off x="3408" y="2256"/>
              <a:ext cx="336" cy="240"/>
              <a:chOff x="2640" y="1776"/>
              <a:chExt cx="336" cy="240"/>
            </a:xfrm>
          </p:grpSpPr>
          <p:sp>
            <p:nvSpPr>
              <p:cNvPr id="35891" name="Oval 18">
                <a:extLst>
                  <a:ext uri="{FF2B5EF4-FFF2-40B4-BE49-F238E27FC236}">
                    <a16:creationId xmlns:a16="http://schemas.microsoft.com/office/drawing/2014/main" id="{0C84EB89-B37B-5417-9048-65B959ACD41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92" name="Text Box 19">
                <a:extLst>
                  <a:ext uri="{FF2B5EF4-FFF2-40B4-BE49-F238E27FC236}">
                    <a16:creationId xmlns:a16="http://schemas.microsoft.com/office/drawing/2014/main" id="{C07FA74C-0D1A-EC77-DCC2-2D5F164EA83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5851" name="Group 20">
              <a:extLst>
                <a:ext uri="{FF2B5EF4-FFF2-40B4-BE49-F238E27FC236}">
                  <a16:creationId xmlns:a16="http://schemas.microsoft.com/office/drawing/2014/main" id="{28E9CBE2-410D-B1C8-53D6-29C77BFA003C}"/>
                </a:ext>
              </a:extLst>
            </p:cNvPr>
            <p:cNvGrpSpPr>
              <a:grpSpLocks/>
            </p:cNvGrpSpPr>
            <p:nvPr/>
          </p:nvGrpSpPr>
          <p:grpSpPr bwMode="auto">
            <a:xfrm>
              <a:off x="1344" y="2688"/>
              <a:ext cx="336" cy="240"/>
              <a:chOff x="2640" y="1776"/>
              <a:chExt cx="336" cy="240"/>
            </a:xfrm>
          </p:grpSpPr>
          <p:sp>
            <p:nvSpPr>
              <p:cNvPr id="35889" name="Oval 21">
                <a:extLst>
                  <a:ext uri="{FF2B5EF4-FFF2-40B4-BE49-F238E27FC236}">
                    <a16:creationId xmlns:a16="http://schemas.microsoft.com/office/drawing/2014/main" id="{3092FE49-488A-1630-2777-36189E5410C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90" name="Text Box 22">
                <a:extLst>
                  <a:ext uri="{FF2B5EF4-FFF2-40B4-BE49-F238E27FC236}">
                    <a16:creationId xmlns:a16="http://schemas.microsoft.com/office/drawing/2014/main" id="{EE644DE0-85F5-BEDD-0EB2-37C69863D05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5852" name="Group 23">
              <a:extLst>
                <a:ext uri="{FF2B5EF4-FFF2-40B4-BE49-F238E27FC236}">
                  <a16:creationId xmlns:a16="http://schemas.microsoft.com/office/drawing/2014/main" id="{5A5CBE0A-4544-D08D-8142-8ABAF1C1887A}"/>
                </a:ext>
              </a:extLst>
            </p:cNvPr>
            <p:cNvGrpSpPr>
              <a:grpSpLocks/>
            </p:cNvGrpSpPr>
            <p:nvPr/>
          </p:nvGrpSpPr>
          <p:grpSpPr bwMode="auto">
            <a:xfrm>
              <a:off x="2112" y="2688"/>
              <a:ext cx="336" cy="240"/>
              <a:chOff x="2640" y="1776"/>
              <a:chExt cx="336" cy="240"/>
            </a:xfrm>
          </p:grpSpPr>
          <p:sp>
            <p:nvSpPr>
              <p:cNvPr id="35887" name="Oval 24">
                <a:extLst>
                  <a:ext uri="{FF2B5EF4-FFF2-40B4-BE49-F238E27FC236}">
                    <a16:creationId xmlns:a16="http://schemas.microsoft.com/office/drawing/2014/main" id="{54CCACD5-FE61-BF87-C861-E8C9F765B75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88" name="Text Box 25">
                <a:extLst>
                  <a:ext uri="{FF2B5EF4-FFF2-40B4-BE49-F238E27FC236}">
                    <a16:creationId xmlns:a16="http://schemas.microsoft.com/office/drawing/2014/main" id="{F651D0F7-861E-1B96-2432-2E6A05984F0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5853" name="Group 26">
              <a:extLst>
                <a:ext uri="{FF2B5EF4-FFF2-40B4-BE49-F238E27FC236}">
                  <a16:creationId xmlns:a16="http://schemas.microsoft.com/office/drawing/2014/main" id="{0BEF23A9-B3C4-49D7-1625-FC854A31BBD3}"/>
                </a:ext>
              </a:extLst>
            </p:cNvPr>
            <p:cNvGrpSpPr>
              <a:grpSpLocks/>
            </p:cNvGrpSpPr>
            <p:nvPr/>
          </p:nvGrpSpPr>
          <p:grpSpPr bwMode="auto">
            <a:xfrm>
              <a:off x="2832" y="2688"/>
              <a:ext cx="336" cy="240"/>
              <a:chOff x="2640" y="1776"/>
              <a:chExt cx="336" cy="240"/>
            </a:xfrm>
          </p:grpSpPr>
          <p:sp>
            <p:nvSpPr>
              <p:cNvPr id="35885" name="Oval 27">
                <a:extLst>
                  <a:ext uri="{FF2B5EF4-FFF2-40B4-BE49-F238E27FC236}">
                    <a16:creationId xmlns:a16="http://schemas.microsoft.com/office/drawing/2014/main" id="{CC31A54A-C2F9-4451-24F1-BDE80CBC097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86" name="Text Box 28">
                <a:extLst>
                  <a:ext uri="{FF2B5EF4-FFF2-40B4-BE49-F238E27FC236}">
                    <a16:creationId xmlns:a16="http://schemas.microsoft.com/office/drawing/2014/main" id="{059033AD-8501-95C9-02F5-90F017A9813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5854" name="Group 29">
              <a:extLst>
                <a:ext uri="{FF2B5EF4-FFF2-40B4-BE49-F238E27FC236}">
                  <a16:creationId xmlns:a16="http://schemas.microsoft.com/office/drawing/2014/main" id="{376580F2-7B99-C3A1-4982-6DCD518D8A61}"/>
                </a:ext>
              </a:extLst>
            </p:cNvPr>
            <p:cNvGrpSpPr>
              <a:grpSpLocks/>
            </p:cNvGrpSpPr>
            <p:nvPr/>
          </p:nvGrpSpPr>
          <p:grpSpPr bwMode="auto">
            <a:xfrm>
              <a:off x="3312" y="2688"/>
              <a:ext cx="336" cy="240"/>
              <a:chOff x="2640" y="1776"/>
              <a:chExt cx="336" cy="240"/>
            </a:xfrm>
          </p:grpSpPr>
          <p:sp>
            <p:nvSpPr>
              <p:cNvPr id="35883" name="Oval 30">
                <a:extLst>
                  <a:ext uri="{FF2B5EF4-FFF2-40B4-BE49-F238E27FC236}">
                    <a16:creationId xmlns:a16="http://schemas.microsoft.com/office/drawing/2014/main" id="{D5D2CADE-E128-F93E-23EA-6F7C2E68550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84" name="Text Box 31">
                <a:extLst>
                  <a:ext uri="{FF2B5EF4-FFF2-40B4-BE49-F238E27FC236}">
                    <a16:creationId xmlns:a16="http://schemas.microsoft.com/office/drawing/2014/main" id="{6E0CF6E7-260E-B2D4-FE2F-B7BB0396A52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5855" name="Group 32">
              <a:extLst>
                <a:ext uri="{FF2B5EF4-FFF2-40B4-BE49-F238E27FC236}">
                  <a16:creationId xmlns:a16="http://schemas.microsoft.com/office/drawing/2014/main" id="{5C919D54-F10C-363A-58C9-B4071886D7AA}"/>
                </a:ext>
              </a:extLst>
            </p:cNvPr>
            <p:cNvGrpSpPr>
              <a:grpSpLocks/>
            </p:cNvGrpSpPr>
            <p:nvPr/>
          </p:nvGrpSpPr>
          <p:grpSpPr bwMode="auto">
            <a:xfrm>
              <a:off x="3936" y="2688"/>
              <a:ext cx="336" cy="240"/>
              <a:chOff x="2640" y="1776"/>
              <a:chExt cx="336" cy="240"/>
            </a:xfrm>
          </p:grpSpPr>
          <p:sp>
            <p:nvSpPr>
              <p:cNvPr id="35881" name="Oval 33">
                <a:extLst>
                  <a:ext uri="{FF2B5EF4-FFF2-40B4-BE49-F238E27FC236}">
                    <a16:creationId xmlns:a16="http://schemas.microsoft.com/office/drawing/2014/main" id="{D271C4E7-188C-A5F6-CC5E-6D12F2B747CD}"/>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82" name="Text Box 34">
                <a:extLst>
                  <a:ext uri="{FF2B5EF4-FFF2-40B4-BE49-F238E27FC236}">
                    <a16:creationId xmlns:a16="http://schemas.microsoft.com/office/drawing/2014/main" id="{7CDC16A0-DA50-80B4-2668-E4A6C3916C4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5856" name="Group 35">
              <a:extLst>
                <a:ext uri="{FF2B5EF4-FFF2-40B4-BE49-F238E27FC236}">
                  <a16:creationId xmlns:a16="http://schemas.microsoft.com/office/drawing/2014/main" id="{EEC2B530-08F9-CD29-C646-DF603DC75AD3}"/>
                </a:ext>
              </a:extLst>
            </p:cNvPr>
            <p:cNvGrpSpPr>
              <a:grpSpLocks/>
            </p:cNvGrpSpPr>
            <p:nvPr/>
          </p:nvGrpSpPr>
          <p:grpSpPr bwMode="auto">
            <a:xfrm>
              <a:off x="1776" y="3216"/>
              <a:ext cx="336" cy="240"/>
              <a:chOff x="2640" y="1776"/>
              <a:chExt cx="336" cy="240"/>
            </a:xfrm>
          </p:grpSpPr>
          <p:sp>
            <p:nvSpPr>
              <p:cNvPr id="35879" name="Oval 36">
                <a:extLst>
                  <a:ext uri="{FF2B5EF4-FFF2-40B4-BE49-F238E27FC236}">
                    <a16:creationId xmlns:a16="http://schemas.microsoft.com/office/drawing/2014/main" id="{5E33A96C-9F6A-7C97-7FE6-8B23A435E18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80" name="Text Box 37">
                <a:extLst>
                  <a:ext uri="{FF2B5EF4-FFF2-40B4-BE49-F238E27FC236}">
                    <a16:creationId xmlns:a16="http://schemas.microsoft.com/office/drawing/2014/main" id="{EFED1B49-7B3B-9F30-BBAC-C08D726205A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5857" name="Group 38">
              <a:extLst>
                <a:ext uri="{FF2B5EF4-FFF2-40B4-BE49-F238E27FC236}">
                  <a16:creationId xmlns:a16="http://schemas.microsoft.com/office/drawing/2014/main" id="{3FC7CB02-7AEE-4413-3DF4-CAE6FE52AD0D}"/>
                </a:ext>
              </a:extLst>
            </p:cNvPr>
            <p:cNvGrpSpPr>
              <a:grpSpLocks/>
            </p:cNvGrpSpPr>
            <p:nvPr/>
          </p:nvGrpSpPr>
          <p:grpSpPr bwMode="auto">
            <a:xfrm>
              <a:off x="2400" y="3216"/>
              <a:ext cx="336" cy="240"/>
              <a:chOff x="2640" y="1776"/>
              <a:chExt cx="336" cy="240"/>
            </a:xfrm>
          </p:grpSpPr>
          <p:sp>
            <p:nvSpPr>
              <p:cNvPr id="35877" name="Oval 39">
                <a:extLst>
                  <a:ext uri="{FF2B5EF4-FFF2-40B4-BE49-F238E27FC236}">
                    <a16:creationId xmlns:a16="http://schemas.microsoft.com/office/drawing/2014/main" id="{0E0D5123-DEC3-8E74-4E47-737D197F3DD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78" name="Text Box 40">
                <a:extLst>
                  <a:ext uri="{FF2B5EF4-FFF2-40B4-BE49-F238E27FC236}">
                    <a16:creationId xmlns:a16="http://schemas.microsoft.com/office/drawing/2014/main" id="{0793EA8C-2404-0736-5CD9-8FBE336246A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5858" name="Line 41">
              <a:extLst>
                <a:ext uri="{FF2B5EF4-FFF2-40B4-BE49-F238E27FC236}">
                  <a16:creationId xmlns:a16="http://schemas.microsoft.com/office/drawing/2014/main" id="{8479FA0B-1B08-567A-87B0-D9A76F461A7F}"/>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59" name="Line 42">
              <a:extLst>
                <a:ext uri="{FF2B5EF4-FFF2-40B4-BE49-F238E27FC236}">
                  <a16:creationId xmlns:a16="http://schemas.microsoft.com/office/drawing/2014/main" id="{B1124885-5EFF-0CA8-5B88-0D42A30DA664}"/>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0" name="Line 43">
              <a:extLst>
                <a:ext uri="{FF2B5EF4-FFF2-40B4-BE49-F238E27FC236}">
                  <a16:creationId xmlns:a16="http://schemas.microsoft.com/office/drawing/2014/main" id="{D2F2A1AE-9FB2-3AF5-14F4-663F5EB92884}"/>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1" name="Line 44">
              <a:extLst>
                <a:ext uri="{FF2B5EF4-FFF2-40B4-BE49-F238E27FC236}">
                  <a16:creationId xmlns:a16="http://schemas.microsoft.com/office/drawing/2014/main" id="{05D7F8FA-04F5-8CC5-A99D-731F00D48893}"/>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2" name="Line 45">
              <a:extLst>
                <a:ext uri="{FF2B5EF4-FFF2-40B4-BE49-F238E27FC236}">
                  <a16:creationId xmlns:a16="http://schemas.microsoft.com/office/drawing/2014/main" id="{FBEBC3A2-5DE5-C279-C4D5-753037FFB555}"/>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3" name="Line 46">
              <a:extLst>
                <a:ext uri="{FF2B5EF4-FFF2-40B4-BE49-F238E27FC236}">
                  <a16:creationId xmlns:a16="http://schemas.microsoft.com/office/drawing/2014/main" id="{77B21A2D-7C02-5BD8-ED62-F241A2DBC7C0}"/>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4" name="Line 47">
              <a:extLst>
                <a:ext uri="{FF2B5EF4-FFF2-40B4-BE49-F238E27FC236}">
                  <a16:creationId xmlns:a16="http://schemas.microsoft.com/office/drawing/2014/main" id="{22249666-ADBF-64EC-D2C6-5BA68B9D7574}"/>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5" name="Line 48">
              <a:extLst>
                <a:ext uri="{FF2B5EF4-FFF2-40B4-BE49-F238E27FC236}">
                  <a16:creationId xmlns:a16="http://schemas.microsoft.com/office/drawing/2014/main" id="{C3E11A80-614C-86B6-69E0-EF927FBD1248}"/>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6" name="Line 49">
              <a:extLst>
                <a:ext uri="{FF2B5EF4-FFF2-40B4-BE49-F238E27FC236}">
                  <a16:creationId xmlns:a16="http://schemas.microsoft.com/office/drawing/2014/main" id="{6920B0FA-4336-5B70-20BA-D80683967E56}"/>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7" name="Line 50">
              <a:extLst>
                <a:ext uri="{FF2B5EF4-FFF2-40B4-BE49-F238E27FC236}">
                  <a16:creationId xmlns:a16="http://schemas.microsoft.com/office/drawing/2014/main" id="{DA2C87B1-8E39-3B93-80B3-03BE3573E0CD}"/>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68" name="Line 51">
              <a:extLst>
                <a:ext uri="{FF2B5EF4-FFF2-40B4-BE49-F238E27FC236}">
                  <a16:creationId xmlns:a16="http://schemas.microsoft.com/office/drawing/2014/main" id="{8D8C6140-7E0F-0D9C-6652-54A5050DF110}"/>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35869" name="Group 52">
              <a:extLst>
                <a:ext uri="{FF2B5EF4-FFF2-40B4-BE49-F238E27FC236}">
                  <a16:creationId xmlns:a16="http://schemas.microsoft.com/office/drawing/2014/main" id="{3CBA16BD-DD77-0EA9-5577-0C6ABB0E14AF}"/>
                </a:ext>
              </a:extLst>
            </p:cNvPr>
            <p:cNvGrpSpPr>
              <a:grpSpLocks/>
            </p:cNvGrpSpPr>
            <p:nvPr/>
          </p:nvGrpSpPr>
          <p:grpSpPr bwMode="auto">
            <a:xfrm>
              <a:off x="3360" y="3216"/>
              <a:ext cx="336" cy="240"/>
              <a:chOff x="2640" y="1776"/>
              <a:chExt cx="336" cy="240"/>
            </a:xfrm>
          </p:grpSpPr>
          <p:sp>
            <p:nvSpPr>
              <p:cNvPr id="35875" name="Oval 53">
                <a:extLst>
                  <a:ext uri="{FF2B5EF4-FFF2-40B4-BE49-F238E27FC236}">
                    <a16:creationId xmlns:a16="http://schemas.microsoft.com/office/drawing/2014/main" id="{E15B9FA8-B2EE-A813-D79D-9940E4978E4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76" name="Text Box 54">
                <a:extLst>
                  <a:ext uri="{FF2B5EF4-FFF2-40B4-BE49-F238E27FC236}">
                    <a16:creationId xmlns:a16="http://schemas.microsoft.com/office/drawing/2014/main" id="{4085083B-C877-0DFF-A053-2FEF19FF081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grpSp>
          <p:nvGrpSpPr>
            <p:cNvPr id="35870" name="Group 55">
              <a:extLst>
                <a:ext uri="{FF2B5EF4-FFF2-40B4-BE49-F238E27FC236}">
                  <a16:creationId xmlns:a16="http://schemas.microsoft.com/office/drawing/2014/main" id="{91D88907-563B-DCC0-3837-C97510F84C98}"/>
                </a:ext>
              </a:extLst>
            </p:cNvPr>
            <p:cNvGrpSpPr>
              <a:grpSpLocks/>
            </p:cNvGrpSpPr>
            <p:nvPr/>
          </p:nvGrpSpPr>
          <p:grpSpPr bwMode="auto">
            <a:xfrm>
              <a:off x="4080" y="3168"/>
              <a:ext cx="336" cy="240"/>
              <a:chOff x="2640" y="1776"/>
              <a:chExt cx="336" cy="240"/>
            </a:xfrm>
          </p:grpSpPr>
          <p:sp>
            <p:nvSpPr>
              <p:cNvPr id="35873" name="Oval 56">
                <a:extLst>
                  <a:ext uri="{FF2B5EF4-FFF2-40B4-BE49-F238E27FC236}">
                    <a16:creationId xmlns:a16="http://schemas.microsoft.com/office/drawing/2014/main" id="{C99B9FED-D46C-D58C-97D5-A177D064989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5874" name="Text Box 57">
                <a:extLst>
                  <a:ext uri="{FF2B5EF4-FFF2-40B4-BE49-F238E27FC236}">
                    <a16:creationId xmlns:a16="http://schemas.microsoft.com/office/drawing/2014/main" id="{4EAAF60F-5A08-368B-2511-928323CDA1B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N</a:t>
                </a:r>
                <a:endParaRPr lang="en-GB" altLang="en-US" sz="1800">
                  <a:latin typeface="+mj-lt"/>
                </a:endParaRPr>
              </a:p>
            </p:txBody>
          </p:sp>
        </p:grpSp>
        <p:sp>
          <p:nvSpPr>
            <p:cNvPr id="35871" name="Line 58">
              <a:extLst>
                <a:ext uri="{FF2B5EF4-FFF2-40B4-BE49-F238E27FC236}">
                  <a16:creationId xmlns:a16="http://schemas.microsoft.com/office/drawing/2014/main" id="{81478A55-7672-E285-A991-6772DF586E26}"/>
                </a:ext>
              </a:extLst>
            </p:cNvPr>
            <p:cNvSpPr>
              <a:spLocks noChangeShapeType="1"/>
            </p:cNvSpPr>
            <p:nvPr/>
          </p:nvSpPr>
          <p:spPr bwMode="auto">
            <a:xfrm>
              <a:off x="3504" y="292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5872" name="Line 59">
              <a:extLst>
                <a:ext uri="{FF2B5EF4-FFF2-40B4-BE49-F238E27FC236}">
                  <a16:creationId xmlns:a16="http://schemas.microsoft.com/office/drawing/2014/main" id="{44D58C6E-161C-992F-0EB1-6250E8C5DB95}"/>
                </a:ext>
              </a:extLst>
            </p:cNvPr>
            <p:cNvSpPr>
              <a:spLocks noChangeShapeType="1"/>
            </p:cNvSpPr>
            <p:nvPr/>
          </p:nvSpPr>
          <p:spPr bwMode="auto">
            <a:xfrm>
              <a:off x="4176" y="2928"/>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1084B631-FCD9-11F1-6823-FC95E48027E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3">
            <a:extLst>
              <a:ext uri="{FF2B5EF4-FFF2-40B4-BE49-F238E27FC236}">
                <a16:creationId xmlns:a16="http://schemas.microsoft.com/office/drawing/2014/main" id="{0288F14D-272F-A154-DB69-33A9C0CEE78D}"/>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F,G,H,I,J,</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K,</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6869" name="Group 4">
            <a:extLst>
              <a:ext uri="{FF2B5EF4-FFF2-40B4-BE49-F238E27FC236}">
                <a16:creationId xmlns:a16="http://schemas.microsoft.com/office/drawing/2014/main" id="{D85DA8B4-C731-4051-69BB-53C171E7BCA2}"/>
              </a:ext>
            </a:extLst>
          </p:cNvPr>
          <p:cNvGrpSpPr>
            <a:grpSpLocks/>
          </p:cNvGrpSpPr>
          <p:nvPr/>
        </p:nvGrpSpPr>
        <p:grpSpPr bwMode="auto">
          <a:xfrm>
            <a:off x="2133600" y="2895600"/>
            <a:ext cx="5410200" cy="2590800"/>
            <a:chOff x="1344" y="1824"/>
            <a:chExt cx="3408" cy="1632"/>
          </a:xfrm>
        </p:grpSpPr>
        <p:grpSp>
          <p:nvGrpSpPr>
            <p:cNvPr id="36870" name="Group 5">
              <a:extLst>
                <a:ext uri="{FF2B5EF4-FFF2-40B4-BE49-F238E27FC236}">
                  <a16:creationId xmlns:a16="http://schemas.microsoft.com/office/drawing/2014/main" id="{85E6BF87-2E9A-23CF-0893-099D19553EB4}"/>
                </a:ext>
              </a:extLst>
            </p:cNvPr>
            <p:cNvGrpSpPr>
              <a:grpSpLocks/>
            </p:cNvGrpSpPr>
            <p:nvPr/>
          </p:nvGrpSpPr>
          <p:grpSpPr bwMode="auto">
            <a:xfrm>
              <a:off x="2880" y="1824"/>
              <a:ext cx="336" cy="240"/>
              <a:chOff x="2640" y="1776"/>
              <a:chExt cx="336" cy="240"/>
            </a:xfrm>
          </p:grpSpPr>
          <p:sp>
            <p:nvSpPr>
              <p:cNvPr id="36923" name="Oval 6">
                <a:extLst>
                  <a:ext uri="{FF2B5EF4-FFF2-40B4-BE49-F238E27FC236}">
                    <a16:creationId xmlns:a16="http://schemas.microsoft.com/office/drawing/2014/main" id="{1A4E9C8C-7D15-AFAB-5320-B979A532D88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24" name="Text Box 7">
                <a:extLst>
                  <a:ext uri="{FF2B5EF4-FFF2-40B4-BE49-F238E27FC236}">
                    <a16:creationId xmlns:a16="http://schemas.microsoft.com/office/drawing/2014/main" id="{EF23FEB9-E391-7F74-DF06-6A835DAC7B8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6871" name="Group 8">
              <a:extLst>
                <a:ext uri="{FF2B5EF4-FFF2-40B4-BE49-F238E27FC236}">
                  <a16:creationId xmlns:a16="http://schemas.microsoft.com/office/drawing/2014/main" id="{23F711E3-F305-AEDE-6AAB-87F731C0FFED}"/>
                </a:ext>
              </a:extLst>
            </p:cNvPr>
            <p:cNvGrpSpPr>
              <a:grpSpLocks/>
            </p:cNvGrpSpPr>
            <p:nvPr/>
          </p:nvGrpSpPr>
          <p:grpSpPr bwMode="auto">
            <a:xfrm>
              <a:off x="1776" y="2256"/>
              <a:ext cx="336" cy="240"/>
              <a:chOff x="2640" y="1776"/>
              <a:chExt cx="336" cy="240"/>
            </a:xfrm>
          </p:grpSpPr>
          <p:sp>
            <p:nvSpPr>
              <p:cNvPr id="36921" name="Oval 9">
                <a:extLst>
                  <a:ext uri="{FF2B5EF4-FFF2-40B4-BE49-F238E27FC236}">
                    <a16:creationId xmlns:a16="http://schemas.microsoft.com/office/drawing/2014/main" id="{1A2579F8-0563-63B9-1475-4EB7022A65A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22" name="Text Box 10">
                <a:extLst>
                  <a:ext uri="{FF2B5EF4-FFF2-40B4-BE49-F238E27FC236}">
                    <a16:creationId xmlns:a16="http://schemas.microsoft.com/office/drawing/2014/main" id="{F11971B2-1677-C469-5053-BC1E7C4EB82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6872" name="Group 11">
              <a:extLst>
                <a:ext uri="{FF2B5EF4-FFF2-40B4-BE49-F238E27FC236}">
                  <a16:creationId xmlns:a16="http://schemas.microsoft.com/office/drawing/2014/main" id="{974A9E9D-2647-960D-0CC3-AB5C4466B4BC}"/>
                </a:ext>
              </a:extLst>
            </p:cNvPr>
            <p:cNvGrpSpPr>
              <a:grpSpLocks/>
            </p:cNvGrpSpPr>
            <p:nvPr/>
          </p:nvGrpSpPr>
          <p:grpSpPr bwMode="auto">
            <a:xfrm>
              <a:off x="2592" y="2256"/>
              <a:ext cx="336" cy="240"/>
              <a:chOff x="2640" y="1776"/>
              <a:chExt cx="336" cy="240"/>
            </a:xfrm>
          </p:grpSpPr>
          <p:sp>
            <p:nvSpPr>
              <p:cNvPr id="36919" name="Oval 12">
                <a:extLst>
                  <a:ext uri="{FF2B5EF4-FFF2-40B4-BE49-F238E27FC236}">
                    <a16:creationId xmlns:a16="http://schemas.microsoft.com/office/drawing/2014/main" id="{C311CF88-AF5F-A5D5-B433-76FE3047C9D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20" name="Text Box 13">
                <a:extLst>
                  <a:ext uri="{FF2B5EF4-FFF2-40B4-BE49-F238E27FC236}">
                    <a16:creationId xmlns:a16="http://schemas.microsoft.com/office/drawing/2014/main" id="{67788B50-9551-0BAD-5656-CC9A553F462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6873" name="Group 14">
              <a:extLst>
                <a:ext uri="{FF2B5EF4-FFF2-40B4-BE49-F238E27FC236}">
                  <a16:creationId xmlns:a16="http://schemas.microsoft.com/office/drawing/2014/main" id="{89BF42C8-9CDD-31D6-2A0D-77117B20D9F7}"/>
                </a:ext>
              </a:extLst>
            </p:cNvPr>
            <p:cNvGrpSpPr>
              <a:grpSpLocks/>
            </p:cNvGrpSpPr>
            <p:nvPr/>
          </p:nvGrpSpPr>
          <p:grpSpPr bwMode="auto">
            <a:xfrm>
              <a:off x="4416" y="2256"/>
              <a:ext cx="336" cy="240"/>
              <a:chOff x="2640" y="1776"/>
              <a:chExt cx="336" cy="240"/>
            </a:xfrm>
          </p:grpSpPr>
          <p:sp>
            <p:nvSpPr>
              <p:cNvPr id="36917" name="Oval 15">
                <a:extLst>
                  <a:ext uri="{FF2B5EF4-FFF2-40B4-BE49-F238E27FC236}">
                    <a16:creationId xmlns:a16="http://schemas.microsoft.com/office/drawing/2014/main" id="{F4CFBA1B-184D-B728-28C3-A2FD3FF7673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18" name="Text Box 16">
                <a:extLst>
                  <a:ext uri="{FF2B5EF4-FFF2-40B4-BE49-F238E27FC236}">
                    <a16:creationId xmlns:a16="http://schemas.microsoft.com/office/drawing/2014/main" id="{D22DFD6A-0BFE-0656-3F12-0258E264B5B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6874" name="Group 17">
              <a:extLst>
                <a:ext uri="{FF2B5EF4-FFF2-40B4-BE49-F238E27FC236}">
                  <a16:creationId xmlns:a16="http://schemas.microsoft.com/office/drawing/2014/main" id="{200D4A85-3E70-3FEF-1925-A54EAB2B2C3A}"/>
                </a:ext>
              </a:extLst>
            </p:cNvPr>
            <p:cNvGrpSpPr>
              <a:grpSpLocks/>
            </p:cNvGrpSpPr>
            <p:nvPr/>
          </p:nvGrpSpPr>
          <p:grpSpPr bwMode="auto">
            <a:xfrm>
              <a:off x="3408" y="2256"/>
              <a:ext cx="336" cy="240"/>
              <a:chOff x="2640" y="1776"/>
              <a:chExt cx="336" cy="240"/>
            </a:xfrm>
          </p:grpSpPr>
          <p:sp>
            <p:nvSpPr>
              <p:cNvPr id="36915" name="Oval 18">
                <a:extLst>
                  <a:ext uri="{FF2B5EF4-FFF2-40B4-BE49-F238E27FC236}">
                    <a16:creationId xmlns:a16="http://schemas.microsoft.com/office/drawing/2014/main" id="{2831AFEB-4BD2-6306-3CC3-18A3F999B46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16" name="Text Box 19">
                <a:extLst>
                  <a:ext uri="{FF2B5EF4-FFF2-40B4-BE49-F238E27FC236}">
                    <a16:creationId xmlns:a16="http://schemas.microsoft.com/office/drawing/2014/main" id="{AC0B6F2E-D51F-3E0D-B3EE-CF7A1653E73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6875" name="Group 20">
              <a:extLst>
                <a:ext uri="{FF2B5EF4-FFF2-40B4-BE49-F238E27FC236}">
                  <a16:creationId xmlns:a16="http://schemas.microsoft.com/office/drawing/2014/main" id="{30D756DB-0A6F-3DCF-584C-FD34EBCD1AF6}"/>
                </a:ext>
              </a:extLst>
            </p:cNvPr>
            <p:cNvGrpSpPr>
              <a:grpSpLocks/>
            </p:cNvGrpSpPr>
            <p:nvPr/>
          </p:nvGrpSpPr>
          <p:grpSpPr bwMode="auto">
            <a:xfrm>
              <a:off x="1344" y="2688"/>
              <a:ext cx="336" cy="240"/>
              <a:chOff x="2640" y="1776"/>
              <a:chExt cx="336" cy="240"/>
            </a:xfrm>
          </p:grpSpPr>
          <p:sp>
            <p:nvSpPr>
              <p:cNvPr id="36913" name="Oval 21">
                <a:extLst>
                  <a:ext uri="{FF2B5EF4-FFF2-40B4-BE49-F238E27FC236}">
                    <a16:creationId xmlns:a16="http://schemas.microsoft.com/office/drawing/2014/main" id="{81F1DDC2-A5DF-773C-78EC-05C30C465FD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14" name="Text Box 22">
                <a:extLst>
                  <a:ext uri="{FF2B5EF4-FFF2-40B4-BE49-F238E27FC236}">
                    <a16:creationId xmlns:a16="http://schemas.microsoft.com/office/drawing/2014/main" id="{B595F7F3-A762-69FA-46EC-91379B9E13F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6876" name="Group 23">
              <a:extLst>
                <a:ext uri="{FF2B5EF4-FFF2-40B4-BE49-F238E27FC236}">
                  <a16:creationId xmlns:a16="http://schemas.microsoft.com/office/drawing/2014/main" id="{07B6CDE0-4B00-E218-67C5-EBE850862426}"/>
                </a:ext>
              </a:extLst>
            </p:cNvPr>
            <p:cNvGrpSpPr>
              <a:grpSpLocks/>
            </p:cNvGrpSpPr>
            <p:nvPr/>
          </p:nvGrpSpPr>
          <p:grpSpPr bwMode="auto">
            <a:xfrm>
              <a:off x="2112" y="2688"/>
              <a:ext cx="336" cy="240"/>
              <a:chOff x="2640" y="1776"/>
              <a:chExt cx="336" cy="240"/>
            </a:xfrm>
          </p:grpSpPr>
          <p:sp>
            <p:nvSpPr>
              <p:cNvPr id="36911" name="Oval 24">
                <a:extLst>
                  <a:ext uri="{FF2B5EF4-FFF2-40B4-BE49-F238E27FC236}">
                    <a16:creationId xmlns:a16="http://schemas.microsoft.com/office/drawing/2014/main" id="{5BEFF82D-2CBA-6B1D-B36E-B636C52FCCE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12" name="Text Box 25">
                <a:extLst>
                  <a:ext uri="{FF2B5EF4-FFF2-40B4-BE49-F238E27FC236}">
                    <a16:creationId xmlns:a16="http://schemas.microsoft.com/office/drawing/2014/main" id="{CC63F8A2-7691-CD8E-986E-0FB47AA8CE1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6877" name="Group 26">
              <a:extLst>
                <a:ext uri="{FF2B5EF4-FFF2-40B4-BE49-F238E27FC236}">
                  <a16:creationId xmlns:a16="http://schemas.microsoft.com/office/drawing/2014/main" id="{C2A087C4-2A12-90BD-B558-5D6FF1F3112A}"/>
                </a:ext>
              </a:extLst>
            </p:cNvPr>
            <p:cNvGrpSpPr>
              <a:grpSpLocks/>
            </p:cNvGrpSpPr>
            <p:nvPr/>
          </p:nvGrpSpPr>
          <p:grpSpPr bwMode="auto">
            <a:xfrm>
              <a:off x="2832" y="2688"/>
              <a:ext cx="336" cy="240"/>
              <a:chOff x="2640" y="1776"/>
              <a:chExt cx="336" cy="240"/>
            </a:xfrm>
          </p:grpSpPr>
          <p:sp>
            <p:nvSpPr>
              <p:cNvPr id="36909" name="Oval 27">
                <a:extLst>
                  <a:ext uri="{FF2B5EF4-FFF2-40B4-BE49-F238E27FC236}">
                    <a16:creationId xmlns:a16="http://schemas.microsoft.com/office/drawing/2014/main" id="{73BB7567-ABB8-A7D0-851D-F16FAE956F4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10" name="Text Box 28">
                <a:extLst>
                  <a:ext uri="{FF2B5EF4-FFF2-40B4-BE49-F238E27FC236}">
                    <a16:creationId xmlns:a16="http://schemas.microsoft.com/office/drawing/2014/main" id="{CDC67C10-CA64-01AC-077B-7A0F80231BA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6878" name="Group 29">
              <a:extLst>
                <a:ext uri="{FF2B5EF4-FFF2-40B4-BE49-F238E27FC236}">
                  <a16:creationId xmlns:a16="http://schemas.microsoft.com/office/drawing/2014/main" id="{3B031B1F-48A8-97C6-67D5-4D446379A1CE}"/>
                </a:ext>
              </a:extLst>
            </p:cNvPr>
            <p:cNvGrpSpPr>
              <a:grpSpLocks/>
            </p:cNvGrpSpPr>
            <p:nvPr/>
          </p:nvGrpSpPr>
          <p:grpSpPr bwMode="auto">
            <a:xfrm>
              <a:off x="3312" y="2688"/>
              <a:ext cx="336" cy="240"/>
              <a:chOff x="2640" y="1776"/>
              <a:chExt cx="336" cy="240"/>
            </a:xfrm>
          </p:grpSpPr>
          <p:sp>
            <p:nvSpPr>
              <p:cNvPr id="36907" name="Oval 30">
                <a:extLst>
                  <a:ext uri="{FF2B5EF4-FFF2-40B4-BE49-F238E27FC236}">
                    <a16:creationId xmlns:a16="http://schemas.microsoft.com/office/drawing/2014/main" id="{272A30E6-CB5E-428A-1214-9D1539B8341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08" name="Text Box 31">
                <a:extLst>
                  <a:ext uri="{FF2B5EF4-FFF2-40B4-BE49-F238E27FC236}">
                    <a16:creationId xmlns:a16="http://schemas.microsoft.com/office/drawing/2014/main" id="{7AF3005B-4C10-2158-DD0D-8677215CBFD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6879" name="Group 32">
              <a:extLst>
                <a:ext uri="{FF2B5EF4-FFF2-40B4-BE49-F238E27FC236}">
                  <a16:creationId xmlns:a16="http://schemas.microsoft.com/office/drawing/2014/main" id="{2AD2E763-744D-4125-9ECD-FA763DCA09B3}"/>
                </a:ext>
              </a:extLst>
            </p:cNvPr>
            <p:cNvGrpSpPr>
              <a:grpSpLocks/>
            </p:cNvGrpSpPr>
            <p:nvPr/>
          </p:nvGrpSpPr>
          <p:grpSpPr bwMode="auto">
            <a:xfrm>
              <a:off x="3936" y="2688"/>
              <a:ext cx="336" cy="240"/>
              <a:chOff x="2640" y="1776"/>
              <a:chExt cx="336" cy="240"/>
            </a:xfrm>
          </p:grpSpPr>
          <p:sp>
            <p:nvSpPr>
              <p:cNvPr id="36905" name="Oval 33">
                <a:extLst>
                  <a:ext uri="{FF2B5EF4-FFF2-40B4-BE49-F238E27FC236}">
                    <a16:creationId xmlns:a16="http://schemas.microsoft.com/office/drawing/2014/main" id="{33E87ED6-F65B-6135-3E6D-A5D7F2570D8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06" name="Text Box 34">
                <a:extLst>
                  <a:ext uri="{FF2B5EF4-FFF2-40B4-BE49-F238E27FC236}">
                    <a16:creationId xmlns:a16="http://schemas.microsoft.com/office/drawing/2014/main" id="{2D40C081-D28C-D0D2-4E0C-B0E43C8A448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6880" name="Group 35">
              <a:extLst>
                <a:ext uri="{FF2B5EF4-FFF2-40B4-BE49-F238E27FC236}">
                  <a16:creationId xmlns:a16="http://schemas.microsoft.com/office/drawing/2014/main" id="{BF9D77EF-D360-59D8-7040-6B3524FE7D54}"/>
                </a:ext>
              </a:extLst>
            </p:cNvPr>
            <p:cNvGrpSpPr>
              <a:grpSpLocks/>
            </p:cNvGrpSpPr>
            <p:nvPr/>
          </p:nvGrpSpPr>
          <p:grpSpPr bwMode="auto">
            <a:xfrm>
              <a:off x="1776" y="3216"/>
              <a:ext cx="336" cy="240"/>
              <a:chOff x="2640" y="1776"/>
              <a:chExt cx="336" cy="240"/>
            </a:xfrm>
          </p:grpSpPr>
          <p:sp>
            <p:nvSpPr>
              <p:cNvPr id="36903" name="Oval 36">
                <a:extLst>
                  <a:ext uri="{FF2B5EF4-FFF2-40B4-BE49-F238E27FC236}">
                    <a16:creationId xmlns:a16="http://schemas.microsoft.com/office/drawing/2014/main" id="{50D9122B-1E18-BF4E-6612-7D5441E71341}"/>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04" name="Text Box 37">
                <a:extLst>
                  <a:ext uri="{FF2B5EF4-FFF2-40B4-BE49-F238E27FC236}">
                    <a16:creationId xmlns:a16="http://schemas.microsoft.com/office/drawing/2014/main" id="{98FC812D-D79D-A5E2-5D93-EB52F32E6C8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6881" name="Group 38">
              <a:extLst>
                <a:ext uri="{FF2B5EF4-FFF2-40B4-BE49-F238E27FC236}">
                  <a16:creationId xmlns:a16="http://schemas.microsoft.com/office/drawing/2014/main" id="{43AAF2D7-5A63-D3FC-A6DC-2A8362BDE57F}"/>
                </a:ext>
              </a:extLst>
            </p:cNvPr>
            <p:cNvGrpSpPr>
              <a:grpSpLocks/>
            </p:cNvGrpSpPr>
            <p:nvPr/>
          </p:nvGrpSpPr>
          <p:grpSpPr bwMode="auto">
            <a:xfrm>
              <a:off x="2400" y="3216"/>
              <a:ext cx="336" cy="240"/>
              <a:chOff x="2640" y="1776"/>
              <a:chExt cx="336" cy="240"/>
            </a:xfrm>
          </p:grpSpPr>
          <p:sp>
            <p:nvSpPr>
              <p:cNvPr id="36901" name="Oval 39">
                <a:extLst>
                  <a:ext uri="{FF2B5EF4-FFF2-40B4-BE49-F238E27FC236}">
                    <a16:creationId xmlns:a16="http://schemas.microsoft.com/office/drawing/2014/main" id="{F627E85A-1F56-1528-F91C-9400B3B809A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02" name="Text Box 40">
                <a:extLst>
                  <a:ext uri="{FF2B5EF4-FFF2-40B4-BE49-F238E27FC236}">
                    <a16:creationId xmlns:a16="http://schemas.microsoft.com/office/drawing/2014/main" id="{DFFD8EB8-A8F5-8230-5F38-DB6EF6037FD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6882" name="Line 41">
              <a:extLst>
                <a:ext uri="{FF2B5EF4-FFF2-40B4-BE49-F238E27FC236}">
                  <a16:creationId xmlns:a16="http://schemas.microsoft.com/office/drawing/2014/main" id="{9FAF91D8-78C9-4D8E-6C0C-B8D1CBB07D2D}"/>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83" name="Line 42">
              <a:extLst>
                <a:ext uri="{FF2B5EF4-FFF2-40B4-BE49-F238E27FC236}">
                  <a16:creationId xmlns:a16="http://schemas.microsoft.com/office/drawing/2014/main" id="{C79E970B-C15E-6F35-4514-F80378130C0E}"/>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84" name="Line 43">
              <a:extLst>
                <a:ext uri="{FF2B5EF4-FFF2-40B4-BE49-F238E27FC236}">
                  <a16:creationId xmlns:a16="http://schemas.microsoft.com/office/drawing/2014/main" id="{74362B53-B266-F7EA-BF52-3FDBC193F925}"/>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85" name="Line 44">
              <a:extLst>
                <a:ext uri="{FF2B5EF4-FFF2-40B4-BE49-F238E27FC236}">
                  <a16:creationId xmlns:a16="http://schemas.microsoft.com/office/drawing/2014/main" id="{D037E5D3-BD48-CAE4-ADFB-B99B9AA8E45E}"/>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86" name="Line 45">
              <a:extLst>
                <a:ext uri="{FF2B5EF4-FFF2-40B4-BE49-F238E27FC236}">
                  <a16:creationId xmlns:a16="http://schemas.microsoft.com/office/drawing/2014/main" id="{71EA0FB8-541E-2E10-C020-98EB76151125}"/>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87" name="Line 46">
              <a:extLst>
                <a:ext uri="{FF2B5EF4-FFF2-40B4-BE49-F238E27FC236}">
                  <a16:creationId xmlns:a16="http://schemas.microsoft.com/office/drawing/2014/main" id="{4EC8DE99-2E75-7067-1D4B-EC9D00CE3437}"/>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88" name="Line 47">
              <a:extLst>
                <a:ext uri="{FF2B5EF4-FFF2-40B4-BE49-F238E27FC236}">
                  <a16:creationId xmlns:a16="http://schemas.microsoft.com/office/drawing/2014/main" id="{BE6AE301-E73B-C973-2553-991B35C9E45F}"/>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89" name="Line 48">
              <a:extLst>
                <a:ext uri="{FF2B5EF4-FFF2-40B4-BE49-F238E27FC236}">
                  <a16:creationId xmlns:a16="http://schemas.microsoft.com/office/drawing/2014/main" id="{9E70CF7E-4013-4EC8-E52A-18D185A3E890}"/>
                </a:ext>
              </a:extLst>
            </p:cNvPr>
            <p:cNvSpPr>
              <a:spLocks noChangeShapeType="1"/>
            </p:cNvSpPr>
            <p:nvPr/>
          </p:nvSpPr>
          <p:spPr bwMode="auto">
            <a:xfrm flipH="1">
              <a:off x="3456" y="2496"/>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90" name="Line 49">
              <a:extLst>
                <a:ext uri="{FF2B5EF4-FFF2-40B4-BE49-F238E27FC236}">
                  <a16:creationId xmlns:a16="http://schemas.microsoft.com/office/drawing/2014/main" id="{5D4ADD70-DAD0-D375-EFB7-8EA538A4D2DC}"/>
                </a:ext>
              </a:extLst>
            </p:cNvPr>
            <p:cNvSpPr>
              <a:spLocks noChangeShapeType="1"/>
            </p:cNvSpPr>
            <p:nvPr/>
          </p:nvSpPr>
          <p:spPr bwMode="auto">
            <a:xfrm>
              <a:off x="3600" y="2496"/>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91" name="Line 50">
              <a:extLst>
                <a:ext uri="{FF2B5EF4-FFF2-40B4-BE49-F238E27FC236}">
                  <a16:creationId xmlns:a16="http://schemas.microsoft.com/office/drawing/2014/main" id="{9922FCD9-F9B2-D55E-C312-54860D0E3D5A}"/>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92" name="Line 51">
              <a:extLst>
                <a:ext uri="{FF2B5EF4-FFF2-40B4-BE49-F238E27FC236}">
                  <a16:creationId xmlns:a16="http://schemas.microsoft.com/office/drawing/2014/main" id="{CD9661E9-0C09-96BA-E520-A5A061BFC8D5}"/>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36893" name="Group 52">
              <a:extLst>
                <a:ext uri="{FF2B5EF4-FFF2-40B4-BE49-F238E27FC236}">
                  <a16:creationId xmlns:a16="http://schemas.microsoft.com/office/drawing/2014/main" id="{661CEEEF-16BD-EAF4-F60D-FD279FD674FB}"/>
                </a:ext>
              </a:extLst>
            </p:cNvPr>
            <p:cNvGrpSpPr>
              <a:grpSpLocks/>
            </p:cNvGrpSpPr>
            <p:nvPr/>
          </p:nvGrpSpPr>
          <p:grpSpPr bwMode="auto">
            <a:xfrm>
              <a:off x="3360" y="3216"/>
              <a:ext cx="336" cy="240"/>
              <a:chOff x="2640" y="1776"/>
              <a:chExt cx="336" cy="240"/>
            </a:xfrm>
          </p:grpSpPr>
          <p:sp>
            <p:nvSpPr>
              <p:cNvPr id="36899" name="Oval 53">
                <a:extLst>
                  <a:ext uri="{FF2B5EF4-FFF2-40B4-BE49-F238E27FC236}">
                    <a16:creationId xmlns:a16="http://schemas.microsoft.com/office/drawing/2014/main" id="{1C925262-112F-50DD-F7A8-34BD2DBA31D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900" name="Text Box 54">
                <a:extLst>
                  <a:ext uri="{FF2B5EF4-FFF2-40B4-BE49-F238E27FC236}">
                    <a16:creationId xmlns:a16="http://schemas.microsoft.com/office/drawing/2014/main" id="{6871617F-5F82-C59D-0E58-A64AC89C687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grpSp>
          <p:nvGrpSpPr>
            <p:cNvPr id="36894" name="Group 55">
              <a:extLst>
                <a:ext uri="{FF2B5EF4-FFF2-40B4-BE49-F238E27FC236}">
                  <a16:creationId xmlns:a16="http://schemas.microsoft.com/office/drawing/2014/main" id="{56169321-6B05-2855-5374-1A902D41F4FD}"/>
                </a:ext>
              </a:extLst>
            </p:cNvPr>
            <p:cNvGrpSpPr>
              <a:grpSpLocks/>
            </p:cNvGrpSpPr>
            <p:nvPr/>
          </p:nvGrpSpPr>
          <p:grpSpPr bwMode="auto">
            <a:xfrm>
              <a:off x="4080" y="3168"/>
              <a:ext cx="336" cy="240"/>
              <a:chOff x="2640" y="1776"/>
              <a:chExt cx="336" cy="240"/>
            </a:xfrm>
          </p:grpSpPr>
          <p:sp>
            <p:nvSpPr>
              <p:cNvPr id="36897" name="Oval 56">
                <a:extLst>
                  <a:ext uri="{FF2B5EF4-FFF2-40B4-BE49-F238E27FC236}">
                    <a16:creationId xmlns:a16="http://schemas.microsoft.com/office/drawing/2014/main" id="{42144723-0513-103D-F7AF-A416DA2E58E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6898" name="Text Box 57">
                <a:extLst>
                  <a:ext uri="{FF2B5EF4-FFF2-40B4-BE49-F238E27FC236}">
                    <a16:creationId xmlns:a16="http://schemas.microsoft.com/office/drawing/2014/main" id="{34056D8B-C708-2623-D37B-B55F6C83ABA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N</a:t>
                </a:r>
                <a:endParaRPr lang="en-GB" altLang="en-US" sz="1800">
                  <a:latin typeface="+mj-lt"/>
                </a:endParaRPr>
              </a:p>
            </p:txBody>
          </p:sp>
        </p:grpSp>
        <p:sp>
          <p:nvSpPr>
            <p:cNvPr id="36895" name="Line 58">
              <a:extLst>
                <a:ext uri="{FF2B5EF4-FFF2-40B4-BE49-F238E27FC236}">
                  <a16:creationId xmlns:a16="http://schemas.microsoft.com/office/drawing/2014/main" id="{2BD912B7-7494-62C6-F0A4-AF2DD55599D2}"/>
                </a:ext>
              </a:extLst>
            </p:cNvPr>
            <p:cNvSpPr>
              <a:spLocks noChangeShapeType="1"/>
            </p:cNvSpPr>
            <p:nvPr/>
          </p:nvSpPr>
          <p:spPr bwMode="auto">
            <a:xfrm>
              <a:off x="3504" y="292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6896" name="Line 59">
              <a:extLst>
                <a:ext uri="{FF2B5EF4-FFF2-40B4-BE49-F238E27FC236}">
                  <a16:creationId xmlns:a16="http://schemas.microsoft.com/office/drawing/2014/main" id="{243F3929-B6E8-E535-8C19-9DAC46D271A7}"/>
                </a:ext>
              </a:extLst>
            </p:cNvPr>
            <p:cNvSpPr>
              <a:spLocks noChangeShapeType="1"/>
            </p:cNvSpPr>
            <p:nvPr/>
          </p:nvSpPr>
          <p:spPr bwMode="auto">
            <a:xfrm>
              <a:off x="4176" y="2928"/>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B5D7E2D7-4FD2-4638-ABB3-1944CD6D23E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a:extLst>
              <a:ext uri="{FF2B5EF4-FFF2-40B4-BE49-F238E27FC236}">
                <a16:creationId xmlns:a16="http://schemas.microsoft.com/office/drawing/2014/main" id="{32590E96-8C5B-15EE-966D-9F087E57FD0C}"/>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F,G,H,I,J,</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K,L</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7893" name="Group 4">
            <a:extLst>
              <a:ext uri="{FF2B5EF4-FFF2-40B4-BE49-F238E27FC236}">
                <a16:creationId xmlns:a16="http://schemas.microsoft.com/office/drawing/2014/main" id="{4848171B-7746-CB64-176E-CF2658B56959}"/>
              </a:ext>
            </a:extLst>
          </p:cNvPr>
          <p:cNvGrpSpPr>
            <a:grpSpLocks/>
          </p:cNvGrpSpPr>
          <p:nvPr/>
        </p:nvGrpSpPr>
        <p:grpSpPr bwMode="auto">
          <a:xfrm>
            <a:off x="2133600" y="2895600"/>
            <a:ext cx="5410200" cy="3429000"/>
            <a:chOff x="1104" y="1776"/>
            <a:chExt cx="3408" cy="2160"/>
          </a:xfrm>
        </p:grpSpPr>
        <p:grpSp>
          <p:nvGrpSpPr>
            <p:cNvPr id="37894" name="Group 5">
              <a:extLst>
                <a:ext uri="{FF2B5EF4-FFF2-40B4-BE49-F238E27FC236}">
                  <a16:creationId xmlns:a16="http://schemas.microsoft.com/office/drawing/2014/main" id="{626D7245-DB71-9C3B-56EA-945874C11D55}"/>
                </a:ext>
              </a:extLst>
            </p:cNvPr>
            <p:cNvGrpSpPr>
              <a:grpSpLocks/>
            </p:cNvGrpSpPr>
            <p:nvPr/>
          </p:nvGrpSpPr>
          <p:grpSpPr bwMode="auto">
            <a:xfrm>
              <a:off x="2640" y="1776"/>
              <a:ext cx="336" cy="240"/>
              <a:chOff x="2640" y="1776"/>
              <a:chExt cx="336" cy="240"/>
            </a:xfrm>
          </p:grpSpPr>
          <p:sp>
            <p:nvSpPr>
              <p:cNvPr id="37950" name="Oval 6">
                <a:extLst>
                  <a:ext uri="{FF2B5EF4-FFF2-40B4-BE49-F238E27FC236}">
                    <a16:creationId xmlns:a16="http://schemas.microsoft.com/office/drawing/2014/main" id="{CFD8FBD5-86F4-041B-190C-B51DE98AFDE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51" name="Text Box 7">
                <a:extLst>
                  <a:ext uri="{FF2B5EF4-FFF2-40B4-BE49-F238E27FC236}">
                    <a16:creationId xmlns:a16="http://schemas.microsoft.com/office/drawing/2014/main" id="{47D4CC9E-7463-CAD5-9EA9-DFF8447D207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7895" name="Group 8">
              <a:extLst>
                <a:ext uri="{FF2B5EF4-FFF2-40B4-BE49-F238E27FC236}">
                  <a16:creationId xmlns:a16="http://schemas.microsoft.com/office/drawing/2014/main" id="{70AF3695-97A2-AFCD-9616-6BE1E57C5255}"/>
                </a:ext>
              </a:extLst>
            </p:cNvPr>
            <p:cNvGrpSpPr>
              <a:grpSpLocks/>
            </p:cNvGrpSpPr>
            <p:nvPr/>
          </p:nvGrpSpPr>
          <p:grpSpPr bwMode="auto">
            <a:xfrm>
              <a:off x="1536" y="2208"/>
              <a:ext cx="336" cy="240"/>
              <a:chOff x="2640" y="1776"/>
              <a:chExt cx="336" cy="240"/>
            </a:xfrm>
          </p:grpSpPr>
          <p:sp>
            <p:nvSpPr>
              <p:cNvPr id="37948" name="Oval 9">
                <a:extLst>
                  <a:ext uri="{FF2B5EF4-FFF2-40B4-BE49-F238E27FC236}">
                    <a16:creationId xmlns:a16="http://schemas.microsoft.com/office/drawing/2014/main" id="{3C843AA9-9678-9016-897A-86F1E6609AF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49" name="Text Box 10">
                <a:extLst>
                  <a:ext uri="{FF2B5EF4-FFF2-40B4-BE49-F238E27FC236}">
                    <a16:creationId xmlns:a16="http://schemas.microsoft.com/office/drawing/2014/main" id="{77DF35EE-15E9-4CFF-A6F0-B982A6FF90D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7896" name="Group 11">
              <a:extLst>
                <a:ext uri="{FF2B5EF4-FFF2-40B4-BE49-F238E27FC236}">
                  <a16:creationId xmlns:a16="http://schemas.microsoft.com/office/drawing/2014/main" id="{55A11C85-D18F-CFD8-A6EA-BBBF62A70B79}"/>
                </a:ext>
              </a:extLst>
            </p:cNvPr>
            <p:cNvGrpSpPr>
              <a:grpSpLocks/>
            </p:cNvGrpSpPr>
            <p:nvPr/>
          </p:nvGrpSpPr>
          <p:grpSpPr bwMode="auto">
            <a:xfrm>
              <a:off x="2352" y="2208"/>
              <a:ext cx="336" cy="240"/>
              <a:chOff x="2640" y="1776"/>
              <a:chExt cx="336" cy="240"/>
            </a:xfrm>
          </p:grpSpPr>
          <p:sp>
            <p:nvSpPr>
              <p:cNvPr id="37946" name="Oval 12">
                <a:extLst>
                  <a:ext uri="{FF2B5EF4-FFF2-40B4-BE49-F238E27FC236}">
                    <a16:creationId xmlns:a16="http://schemas.microsoft.com/office/drawing/2014/main" id="{64EFD3A0-6CA8-548E-6ACC-114D7DC84AA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47" name="Text Box 13">
                <a:extLst>
                  <a:ext uri="{FF2B5EF4-FFF2-40B4-BE49-F238E27FC236}">
                    <a16:creationId xmlns:a16="http://schemas.microsoft.com/office/drawing/2014/main" id="{7CEAF6CB-6666-9C98-A2A4-4C403E112EF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7897" name="Group 14">
              <a:extLst>
                <a:ext uri="{FF2B5EF4-FFF2-40B4-BE49-F238E27FC236}">
                  <a16:creationId xmlns:a16="http://schemas.microsoft.com/office/drawing/2014/main" id="{E2071979-EBDF-04BB-690B-3AAD60A1ACAE}"/>
                </a:ext>
              </a:extLst>
            </p:cNvPr>
            <p:cNvGrpSpPr>
              <a:grpSpLocks/>
            </p:cNvGrpSpPr>
            <p:nvPr/>
          </p:nvGrpSpPr>
          <p:grpSpPr bwMode="auto">
            <a:xfrm>
              <a:off x="4176" y="2208"/>
              <a:ext cx="336" cy="240"/>
              <a:chOff x="2640" y="1776"/>
              <a:chExt cx="336" cy="240"/>
            </a:xfrm>
          </p:grpSpPr>
          <p:sp>
            <p:nvSpPr>
              <p:cNvPr id="37944" name="Oval 15">
                <a:extLst>
                  <a:ext uri="{FF2B5EF4-FFF2-40B4-BE49-F238E27FC236}">
                    <a16:creationId xmlns:a16="http://schemas.microsoft.com/office/drawing/2014/main" id="{4A40AD0D-ED42-FF7B-C85D-86BC3D131DC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45" name="Text Box 16">
                <a:extLst>
                  <a:ext uri="{FF2B5EF4-FFF2-40B4-BE49-F238E27FC236}">
                    <a16:creationId xmlns:a16="http://schemas.microsoft.com/office/drawing/2014/main" id="{F2550CB9-5435-11D7-DC17-FC750FE73AC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7898" name="Group 17">
              <a:extLst>
                <a:ext uri="{FF2B5EF4-FFF2-40B4-BE49-F238E27FC236}">
                  <a16:creationId xmlns:a16="http://schemas.microsoft.com/office/drawing/2014/main" id="{6E2BCAFC-17D2-1D26-9EF0-79F755BD60BC}"/>
                </a:ext>
              </a:extLst>
            </p:cNvPr>
            <p:cNvGrpSpPr>
              <a:grpSpLocks/>
            </p:cNvGrpSpPr>
            <p:nvPr/>
          </p:nvGrpSpPr>
          <p:grpSpPr bwMode="auto">
            <a:xfrm>
              <a:off x="3168" y="2208"/>
              <a:ext cx="336" cy="240"/>
              <a:chOff x="2640" y="1776"/>
              <a:chExt cx="336" cy="240"/>
            </a:xfrm>
          </p:grpSpPr>
          <p:sp>
            <p:nvSpPr>
              <p:cNvPr id="37942" name="Oval 18">
                <a:extLst>
                  <a:ext uri="{FF2B5EF4-FFF2-40B4-BE49-F238E27FC236}">
                    <a16:creationId xmlns:a16="http://schemas.microsoft.com/office/drawing/2014/main" id="{32E851BA-873C-E179-F3E7-B36594E9D76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43" name="Text Box 19">
                <a:extLst>
                  <a:ext uri="{FF2B5EF4-FFF2-40B4-BE49-F238E27FC236}">
                    <a16:creationId xmlns:a16="http://schemas.microsoft.com/office/drawing/2014/main" id="{88AA1A53-D982-971D-ACEA-2574EFF8B7E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7899" name="Group 20">
              <a:extLst>
                <a:ext uri="{FF2B5EF4-FFF2-40B4-BE49-F238E27FC236}">
                  <a16:creationId xmlns:a16="http://schemas.microsoft.com/office/drawing/2014/main" id="{FD641183-0BE5-E630-C89A-D527301E1ED8}"/>
                </a:ext>
              </a:extLst>
            </p:cNvPr>
            <p:cNvGrpSpPr>
              <a:grpSpLocks/>
            </p:cNvGrpSpPr>
            <p:nvPr/>
          </p:nvGrpSpPr>
          <p:grpSpPr bwMode="auto">
            <a:xfrm>
              <a:off x="1104" y="2640"/>
              <a:ext cx="336" cy="240"/>
              <a:chOff x="2640" y="1776"/>
              <a:chExt cx="336" cy="240"/>
            </a:xfrm>
          </p:grpSpPr>
          <p:sp>
            <p:nvSpPr>
              <p:cNvPr id="37940" name="Oval 21">
                <a:extLst>
                  <a:ext uri="{FF2B5EF4-FFF2-40B4-BE49-F238E27FC236}">
                    <a16:creationId xmlns:a16="http://schemas.microsoft.com/office/drawing/2014/main" id="{0CBFA15C-38DE-B5CC-4208-B510596EF58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41" name="Text Box 22">
                <a:extLst>
                  <a:ext uri="{FF2B5EF4-FFF2-40B4-BE49-F238E27FC236}">
                    <a16:creationId xmlns:a16="http://schemas.microsoft.com/office/drawing/2014/main" id="{CBFB4ED9-68C8-1791-E147-C12771DDFF7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7900" name="Group 23">
              <a:extLst>
                <a:ext uri="{FF2B5EF4-FFF2-40B4-BE49-F238E27FC236}">
                  <a16:creationId xmlns:a16="http://schemas.microsoft.com/office/drawing/2014/main" id="{EE9C89A1-714D-F120-A1DC-390CFBE999D4}"/>
                </a:ext>
              </a:extLst>
            </p:cNvPr>
            <p:cNvGrpSpPr>
              <a:grpSpLocks/>
            </p:cNvGrpSpPr>
            <p:nvPr/>
          </p:nvGrpSpPr>
          <p:grpSpPr bwMode="auto">
            <a:xfrm>
              <a:off x="1872" y="2640"/>
              <a:ext cx="336" cy="240"/>
              <a:chOff x="2640" y="1776"/>
              <a:chExt cx="336" cy="240"/>
            </a:xfrm>
          </p:grpSpPr>
          <p:sp>
            <p:nvSpPr>
              <p:cNvPr id="37938" name="Oval 24">
                <a:extLst>
                  <a:ext uri="{FF2B5EF4-FFF2-40B4-BE49-F238E27FC236}">
                    <a16:creationId xmlns:a16="http://schemas.microsoft.com/office/drawing/2014/main" id="{CF940224-9FF7-BE6F-7FF0-E71320FDC6F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39" name="Text Box 25">
                <a:extLst>
                  <a:ext uri="{FF2B5EF4-FFF2-40B4-BE49-F238E27FC236}">
                    <a16:creationId xmlns:a16="http://schemas.microsoft.com/office/drawing/2014/main" id="{B75FE3FC-6711-2209-F4EA-9DF89712DA6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7901" name="Group 26">
              <a:extLst>
                <a:ext uri="{FF2B5EF4-FFF2-40B4-BE49-F238E27FC236}">
                  <a16:creationId xmlns:a16="http://schemas.microsoft.com/office/drawing/2014/main" id="{D8D7163E-60B3-B8D0-8F6E-10134CA024CD}"/>
                </a:ext>
              </a:extLst>
            </p:cNvPr>
            <p:cNvGrpSpPr>
              <a:grpSpLocks/>
            </p:cNvGrpSpPr>
            <p:nvPr/>
          </p:nvGrpSpPr>
          <p:grpSpPr bwMode="auto">
            <a:xfrm>
              <a:off x="2592" y="2640"/>
              <a:ext cx="336" cy="240"/>
              <a:chOff x="2640" y="1776"/>
              <a:chExt cx="336" cy="240"/>
            </a:xfrm>
          </p:grpSpPr>
          <p:sp>
            <p:nvSpPr>
              <p:cNvPr id="37936" name="Oval 27">
                <a:extLst>
                  <a:ext uri="{FF2B5EF4-FFF2-40B4-BE49-F238E27FC236}">
                    <a16:creationId xmlns:a16="http://schemas.microsoft.com/office/drawing/2014/main" id="{C80F6CD3-50CE-7D53-8195-E7E994B3D84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37" name="Text Box 28">
                <a:extLst>
                  <a:ext uri="{FF2B5EF4-FFF2-40B4-BE49-F238E27FC236}">
                    <a16:creationId xmlns:a16="http://schemas.microsoft.com/office/drawing/2014/main" id="{CB7379CB-7052-4BE8-B387-C76E314E329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7902" name="Group 29">
              <a:extLst>
                <a:ext uri="{FF2B5EF4-FFF2-40B4-BE49-F238E27FC236}">
                  <a16:creationId xmlns:a16="http://schemas.microsoft.com/office/drawing/2014/main" id="{894243C9-6B4B-C407-713F-F5259B953F56}"/>
                </a:ext>
              </a:extLst>
            </p:cNvPr>
            <p:cNvGrpSpPr>
              <a:grpSpLocks/>
            </p:cNvGrpSpPr>
            <p:nvPr/>
          </p:nvGrpSpPr>
          <p:grpSpPr bwMode="auto">
            <a:xfrm>
              <a:off x="3072" y="2640"/>
              <a:ext cx="336" cy="240"/>
              <a:chOff x="2640" y="1776"/>
              <a:chExt cx="336" cy="240"/>
            </a:xfrm>
          </p:grpSpPr>
          <p:sp>
            <p:nvSpPr>
              <p:cNvPr id="37934" name="Oval 30">
                <a:extLst>
                  <a:ext uri="{FF2B5EF4-FFF2-40B4-BE49-F238E27FC236}">
                    <a16:creationId xmlns:a16="http://schemas.microsoft.com/office/drawing/2014/main" id="{2E89D524-F345-06B3-A54D-99A88C98893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35" name="Text Box 31">
                <a:extLst>
                  <a:ext uri="{FF2B5EF4-FFF2-40B4-BE49-F238E27FC236}">
                    <a16:creationId xmlns:a16="http://schemas.microsoft.com/office/drawing/2014/main" id="{7AE917BE-6196-47B7-B5CA-DFBBA490FEC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7903" name="Group 32">
              <a:extLst>
                <a:ext uri="{FF2B5EF4-FFF2-40B4-BE49-F238E27FC236}">
                  <a16:creationId xmlns:a16="http://schemas.microsoft.com/office/drawing/2014/main" id="{141B20B9-3562-1428-6E45-15F9CB48CCFF}"/>
                </a:ext>
              </a:extLst>
            </p:cNvPr>
            <p:cNvGrpSpPr>
              <a:grpSpLocks/>
            </p:cNvGrpSpPr>
            <p:nvPr/>
          </p:nvGrpSpPr>
          <p:grpSpPr bwMode="auto">
            <a:xfrm>
              <a:off x="3696" y="2640"/>
              <a:ext cx="336" cy="240"/>
              <a:chOff x="2640" y="1776"/>
              <a:chExt cx="336" cy="240"/>
            </a:xfrm>
          </p:grpSpPr>
          <p:sp>
            <p:nvSpPr>
              <p:cNvPr id="37932" name="Oval 33">
                <a:extLst>
                  <a:ext uri="{FF2B5EF4-FFF2-40B4-BE49-F238E27FC236}">
                    <a16:creationId xmlns:a16="http://schemas.microsoft.com/office/drawing/2014/main" id="{C24C0C7A-9778-0DA8-082D-10D4ABABB22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33" name="Text Box 34">
                <a:extLst>
                  <a:ext uri="{FF2B5EF4-FFF2-40B4-BE49-F238E27FC236}">
                    <a16:creationId xmlns:a16="http://schemas.microsoft.com/office/drawing/2014/main" id="{2968A907-A5E7-8031-A6EB-2F94F1A5A81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7904" name="Group 35">
              <a:extLst>
                <a:ext uri="{FF2B5EF4-FFF2-40B4-BE49-F238E27FC236}">
                  <a16:creationId xmlns:a16="http://schemas.microsoft.com/office/drawing/2014/main" id="{905880DF-BED9-8B44-2C58-71D7BEFD3472}"/>
                </a:ext>
              </a:extLst>
            </p:cNvPr>
            <p:cNvGrpSpPr>
              <a:grpSpLocks/>
            </p:cNvGrpSpPr>
            <p:nvPr/>
          </p:nvGrpSpPr>
          <p:grpSpPr bwMode="auto">
            <a:xfrm>
              <a:off x="1536" y="3168"/>
              <a:ext cx="336" cy="240"/>
              <a:chOff x="2640" y="1776"/>
              <a:chExt cx="336" cy="240"/>
            </a:xfrm>
          </p:grpSpPr>
          <p:sp>
            <p:nvSpPr>
              <p:cNvPr id="37930" name="Oval 36">
                <a:extLst>
                  <a:ext uri="{FF2B5EF4-FFF2-40B4-BE49-F238E27FC236}">
                    <a16:creationId xmlns:a16="http://schemas.microsoft.com/office/drawing/2014/main" id="{631F9EF5-C4B3-4482-C659-313BE795D87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31" name="Text Box 37">
                <a:extLst>
                  <a:ext uri="{FF2B5EF4-FFF2-40B4-BE49-F238E27FC236}">
                    <a16:creationId xmlns:a16="http://schemas.microsoft.com/office/drawing/2014/main" id="{969026D8-9AD8-05B8-EF12-409F71DA2AE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7905" name="Group 38">
              <a:extLst>
                <a:ext uri="{FF2B5EF4-FFF2-40B4-BE49-F238E27FC236}">
                  <a16:creationId xmlns:a16="http://schemas.microsoft.com/office/drawing/2014/main" id="{21039334-BAAF-DDEE-2770-0E9A2750357E}"/>
                </a:ext>
              </a:extLst>
            </p:cNvPr>
            <p:cNvGrpSpPr>
              <a:grpSpLocks/>
            </p:cNvGrpSpPr>
            <p:nvPr/>
          </p:nvGrpSpPr>
          <p:grpSpPr bwMode="auto">
            <a:xfrm>
              <a:off x="2160" y="3168"/>
              <a:ext cx="336" cy="240"/>
              <a:chOff x="2640" y="1776"/>
              <a:chExt cx="336" cy="240"/>
            </a:xfrm>
          </p:grpSpPr>
          <p:sp>
            <p:nvSpPr>
              <p:cNvPr id="37928" name="Oval 39">
                <a:extLst>
                  <a:ext uri="{FF2B5EF4-FFF2-40B4-BE49-F238E27FC236}">
                    <a16:creationId xmlns:a16="http://schemas.microsoft.com/office/drawing/2014/main" id="{F2CD988A-EBC8-951D-D615-1B4B45DDDE26}"/>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29" name="Text Box 40">
                <a:extLst>
                  <a:ext uri="{FF2B5EF4-FFF2-40B4-BE49-F238E27FC236}">
                    <a16:creationId xmlns:a16="http://schemas.microsoft.com/office/drawing/2014/main" id="{C9F4A24F-E3C3-77F9-D673-6B89DD90910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7906" name="Oval 41">
              <a:extLst>
                <a:ext uri="{FF2B5EF4-FFF2-40B4-BE49-F238E27FC236}">
                  <a16:creationId xmlns:a16="http://schemas.microsoft.com/office/drawing/2014/main" id="{4FEF51D9-D6B8-8C63-84BA-D9F79BA89BDA}"/>
                </a:ext>
              </a:extLst>
            </p:cNvPr>
            <p:cNvSpPr>
              <a:spLocks noChangeArrowheads="1"/>
            </p:cNvSpPr>
            <p:nvPr/>
          </p:nvSpPr>
          <p:spPr bwMode="auto">
            <a:xfrm>
              <a:off x="2160" y="3696"/>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07" name="Text Box 42">
              <a:extLst>
                <a:ext uri="{FF2B5EF4-FFF2-40B4-BE49-F238E27FC236}">
                  <a16:creationId xmlns:a16="http://schemas.microsoft.com/office/drawing/2014/main" id="{BC200047-FDCC-E2A9-17B0-A4FC7083E38C}"/>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mj-lt"/>
                </a:rPr>
                <a:t>O</a:t>
              </a:r>
              <a:endParaRPr lang="en-GB" altLang="en-US" sz="1800" b="1" i="1">
                <a:latin typeface="+mj-lt"/>
              </a:endParaRPr>
            </a:p>
          </p:txBody>
        </p:sp>
        <p:sp>
          <p:nvSpPr>
            <p:cNvPr id="37908" name="Line 43">
              <a:extLst>
                <a:ext uri="{FF2B5EF4-FFF2-40B4-BE49-F238E27FC236}">
                  <a16:creationId xmlns:a16="http://schemas.microsoft.com/office/drawing/2014/main" id="{EA7E99EC-A9A0-EC5E-9646-4131BCFCD94B}"/>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09" name="Line 44">
              <a:extLst>
                <a:ext uri="{FF2B5EF4-FFF2-40B4-BE49-F238E27FC236}">
                  <a16:creationId xmlns:a16="http://schemas.microsoft.com/office/drawing/2014/main" id="{278BFF46-088F-FECC-0710-6A7DDB8A5BB2}"/>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0" name="Line 45">
              <a:extLst>
                <a:ext uri="{FF2B5EF4-FFF2-40B4-BE49-F238E27FC236}">
                  <a16:creationId xmlns:a16="http://schemas.microsoft.com/office/drawing/2014/main" id="{2F0E2E50-80B3-A924-3499-9857007DF97F}"/>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1" name="Line 46">
              <a:extLst>
                <a:ext uri="{FF2B5EF4-FFF2-40B4-BE49-F238E27FC236}">
                  <a16:creationId xmlns:a16="http://schemas.microsoft.com/office/drawing/2014/main" id="{5B955CC0-44BE-53C3-A2B8-FCCF910DAA87}"/>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2" name="Line 47">
              <a:extLst>
                <a:ext uri="{FF2B5EF4-FFF2-40B4-BE49-F238E27FC236}">
                  <a16:creationId xmlns:a16="http://schemas.microsoft.com/office/drawing/2014/main" id="{97454025-08AE-F9F6-115E-1C8441E64CAD}"/>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3" name="Line 48">
              <a:extLst>
                <a:ext uri="{FF2B5EF4-FFF2-40B4-BE49-F238E27FC236}">
                  <a16:creationId xmlns:a16="http://schemas.microsoft.com/office/drawing/2014/main" id="{9468BB9D-0A5A-FA91-EC3B-932446534D14}"/>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4" name="Line 49">
              <a:extLst>
                <a:ext uri="{FF2B5EF4-FFF2-40B4-BE49-F238E27FC236}">
                  <a16:creationId xmlns:a16="http://schemas.microsoft.com/office/drawing/2014/main" id="{26450630-CB2E-4CA8-085D-30D4AC2512EB}"/>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5" name="Line 50">
              <a:extLst>
                <a:ext uri="{FF2B5EF4-FFF2-40B4-BE49-F238E27FC236}">
                  <a16:creationId xmlns:a16="http://schemas.microsoft.com/office/drawing/2014/main" id="{3D5F2965-8E18-54B5-83BB-7B2382A112B5}"/>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6" name="Line 51">
              <a:extLst>
                <a:ext uri="{FF2B5EF4-FFF2-40B4-BE49-F238E27FC236}">
                  <a16:creationId xmlns:a16="http://schemas.microsoft.com/office/drawing/2014/main" id="{44F50817-18C9-D847-5A39-9190F9F845EB}"/>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7" name="Line 52">
              <a:extLst>
                <a:ext uri="{FF2B5EF4-FFF2-40B4-BE49-F238E27FC236}">
                  <a16:creationId xmlns:a16="http://schemas.microsoft.com/office/drawing/2014/main" id="{BF5A8AAA-A37F-2DE8-3FE7-20A2242CE9EF}"/>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18" name="Line 53">
              <a:extLst>
                <a:ext uri="{FF2B5EF4-FFF2-40B4-BE49-F238E27FC236}">
                  <a16:creationId xmlns:a16="http://schemas.microsoft.com/office/drawing/2014/main" id="{BB54C36F-2149-716D-9A10-1C94AF842F4B}"/>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37919" name="Group 54">
              <a:extLst>
                <a:ext uri="{FF2B5EF4-FFF2-40B4-BE49-F238E27FC236}">
                  <a16:creationId xmlns:a16="http://schemas.microsoft.com/office/drawing/2014/main" id="{262FB189-9340-2961-746C-1B7F1CAB3F3D}"/>
                </a:ext>
              </a:extLst>
            </p:cNvPr>
            <p:cNvGrpSpPr>
              <a:grpSpLocks/>
            </p:cNvGrpSpPr>
            <p:nvPr/>
          </p:nvGrpSpPr>
          <p:grpSpPr bwMode="auto">
            <a:xfrm>
              <a:off x="3120" y="3168"/>
              <a:ext cx="336" cy="240"/>
              <a:chOff x="2640" y="1776"/>
              <a:chExt cx="336" cy="240"/>
            </a:xfrm>
          </p:grpSpPr>
          <p:sp>
            <p:nvSpPr>
              <p:cNvPr id="37926" name="Oval 55">
                <a:extLst>
                  <a:ext uri="{FF2B5EF4-FFF2-40B4-BE49-F238E27FC236}">
                    <a16:creationId xmlns:a16="http://schemas.microsoft.com/office/drawing/2014/main" id="{1C25D051-00A8-0494-9AF7-28E4149054B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27" name="Text Box 56">
                <a:extLst>
                  <a:ext uri="{FF2B5EF4-FFF2-40B4-BE49-F238E27FC236}">
                    <a16:creationId xmlns:a16="http://schemas.microsoft.com/office/drawing/2014/main" id="{E4A3DE63-3FB4-80A0-6091-1C993818140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grpSp>
          <p:nvGrpSpPr>
            <p:cNvPr id="37920" name="Group 57">
              <a:extLst>
                <a:ext uri="{FF2B5EF4-FFF2-40B4-BE49-F238E27FC236}">
                  <a16:creationId xmlns:a16="http://schemas.microsoft.com/office/drawing/2014/main" id="{2B545364-4D27-27C3-4955-5665F3F50323}"/>
                </a:ext>
              </a:extLst>
            </p:cNvPr>
            <p:cNvGrpSpPr>
              <a:grpSpLocks/>
            </p:cNvGrpSpPr>
            <p:nvPr/>
          </p:nvGrpSpPr>
          <p:grpSpPr bwMode="auto">
            <a:xfrm>
              <a:off x="3840" y="3120"/>
              <a:ext cx="336" cy="240"/>
              <a:chOff x="2640" y="1776"/>
              <a:chExt cx="336" cy="240"/>
            </a:xfrm>
          </p:grpSpPr>
          <p:sp>
            <p:nvSpPr>
              <p:cNvPr id="37924" name="Oval 58">
                <a:extLst>
                  <a:ext uri="{FF2B5EF4-FFF2-40B4-BE49-F238E27FC236}">
                    <a16:creationId xmlns:a16="http://schemas.microsoft.com/office/drawing/2014/main" id="{1C46FCB6-9B9C-5DB6-15EC-52405FF8915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7925" name="Text Box 59">
                <a:extLst>
                  <a:ext uri="{FF2B5EF4-FFF2-40B4-BE49-F238E27FC236}">
                    <a16:creationId xmlns:a16="http://schemas.microsoft.com/office/drawing/2014/main" id="{06A8939B-37D0-63CC-76A7-A683C0DA073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N</a:t>
                </a:r>
                <a:endParaRPr lang="en-GB" altLang="en-US" sz="1800">
                  <a:latin typeface="+mj-lt"/>
                </a:endParaRPr>
              </a:p>
            </p:txBody>
          </p:sp>
        </p:grpSp>
        <p:sp>
          <p:nvSpPr>
            <p:cNvPr id="37921" name="Line 60">
              <a:extLst>
                <a:ext uri="{FF2B5EF4-FFF2-40B4-BE49-F238E27FC236}">
                  <a16:creationId xmlns:a16="http://schemas.microsoft.com/office/drawing/2014/main" id="{431792DB-E417-45B9-1F2E-CF3A194A4848}"/>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22" name="Line 61">
              <a:extLst>
                <a:ext uri="{FF2B5EF4-FFF2-40B4-BE49-F238E27FC236}">
                  <a16:creationId xmlns:a16="http://schemas.microsoft.com/office/drawing/2014/main" id="{0D25822F-084A-2E9E-2A45-06117EBB2C36}"/>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923" name="Line 62">
              <a:extLst>
                <a:ext uri="{FF2B5EF4-FFF2-40B4-BE49-F238E27FC236}">
                  <a16:creationId xmlns:a16="http://schemas.microsoft.com/office/drawing/2014/main" id="{7B005379-1156-7860-0EC5-04504F1B0C2D}"/>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594E59B5-021D-5AAA-694D-F341D2C3F18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a:extLst>
              <a:ext uri="{FF2B5EF4-FFF2-40B4-BE49-F238E27FC236}">
                <a16:creationId xmlns:a16="http://schemas.microsoft.com/office/drawing/2014/main" id="{684259A1-C778-124A-9B46-B6FE231D83F2}"/>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F,G,H,I,J,</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K,L, M,</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8917" name="Group 4">
            <a:extLst>
              <a:ext uri="{FF2B5EF4-FFF2-40B4-BE49-F238E27FC236}">
                <a16:creationId xmlns:a16="http://schemas.microsoft.com/office/drawing/2014/main" id="{9BB977DF-965E-D40B-C3FD-3AE97E758228}"/>
              </a:ext>
            </a:extLst>
          </p:cNvPr>
          <p:cNvGrpSpPr>
            <a:grpSpLocks/>
          </p:cNvGrpSpPr>
          <p:nvPr/>
        </p:nvGrpSpPr>
        <p:grpSpPr bwMode="auto">
          <a:xfrm>
            <a:off x="2133600" y="2895600"/>
            <a:ext cx="5410200" cy="3429000"/>
            <a:chOff x="1104" y="1776"/>
            <a:chExt cx="3408" cy="2160"/>
          </a:xfrm>
        </p:grpSpPr>
        <p:grpSp>
          <p:nvGrpSpPr>
            <p:cNvPr id="38918" name="Group 5">
              <a:extLst>
                <a:ext uri="{FF2B5EF4-FFF2-40B4-BE49-F238E27FC236}">
                  <a16:creationId xmlns:a16="http://schemas.microsoft.com/office/drawing/2014/main" id="{FBFCD82F-12B0-728B-F654-6C24ADA0E0AD}"/>
                </a:ext>
              </a:extLst>
            </p:cNvPr>
            <p:cNvGrpSpPr>
              <a:grpSpLocks/>
            </p:cNvGrpSpPr>
            <p:nvPr/>
          </p:nvGrpSpPr>
          <p:grpSpPr bwMode="auto">
            <a:xfrm>
              <a:off x="2640" y="1776"/>
              <a:ext cx="336" cy="240"/>
              <a:chOff x="2640" y="1776"/>
              <a:chExt cx="336" cy="240"/>
            </a:xfrm>
          </p:grpSpPr>
          <p:sp>
            <p:nvSpPr>
              <p:cNvPr id="38974" name="Oval 6">
                <a:extLst>
                  <a:ext uri="{FF2B5EF4-FFF2-40B4-BE49-F238E27FC236}">
                    <a16:creationId xmlns:a16="http://schemas.microsoft.com/office/drawing/2014/main" id="{1022B171-0071-3AE4-6B0B-65CED2CAFDE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75" name="Text Box 7">
                <a:extLst>
                  <a:ext uri="{FF2B5EF4-FFF2-40B4-BE49-F238E27FC236}">
                    <a16:creationId xmlns:a16="http://schemas.microsoft.com/office/drawing/2014/main" id="{C555C343-AE9B-AD55-BA86-922FFE41D28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8919" name="Group 8">
              <a:extLst>
                <a:ext uri="{FF2B5EF4-FFF2-40B4-BE49-F238E27FC236}">
                  <a16:creationId xmlns:a16="http://schemas.microsoft.com/office/drawing/2014/main" id="{81847953-22FD-9840-68B1-8BD5613B3AF6}"/>
                </a:ext>
              </a:extLst>
            </p:cNvPr>
            <p:cNvGrpSpPr>
              <a:grpSpLocks/>
            </p:cNvGrpSpPr>
            <p:nvPr/>
          </p:nvGrpSpPr>
          <p:grpSpPr bwMode="auto">
            <a:xfrm>
              <a:off x="1536" y="2208"/>
              <a:ext cx="336" cy="240"/>
              <a:chOff x="2640" y="1776"/>
              <a:chExt cx="336" cy="240"/>
            </a:xfrm>
          </p:grpSpPr>
          <p:sp>
            <p:nvSpPr>
              <p:cNvPr id="38972" name="Oval 9">
                <a:extLst>
                  <a:ext uri="{FF2B5EF4-FFF2-40B4-BE49-F238E27FC236}">
                    <a16:creationId xmlns:a16="http://schemas.microsoft.com/office/drawing/2014/main" id="{2E652A8E-A2A4-B052-C86A-BFBCFFC4138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73" name="Text Box 10">
                <a:extLst>
                  <a:ext uri="{FF2B5EF4-FFF2-40B4-BE49-F238E27FC236}">
                    <a16:creationId xmlns:a16="http://schemas.microsoft.com/office/drawing/2014/main" id="{A3E4E7A5-1048-48AE-F3CB-8C0BDC18C47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8920" name="Group 11">
              <a:extLst>
                <a:ext uri="{FF2B5EF4-FFF2-40B4-BE49-F238E27FC236}">
                  <a16:creationId xmlns:a16="http://schemas.microsoft.com/office/drawing/2014/main" id="{EBB0D4A5-91B6-5786-9604-621782AB90B0}"/>
                </a:ext>
              </a:extLst>
            </p:cNvPr>
            <p:cNvGrpSpPr>
              <a:grpSpLocks/>
            </p:cNvGrpSpPr>
            <p:nvPr/>
          </p:nvGrpSpPr>
          <p:grpSpPr bwMode="auto">
            <a:xfrm>
              <a:off x="2352" y="2208"/>
              <a:ext cx="336" cy="240"/>
              <a:chOff x="2640" y="1776"/>
              <a:chExt cx="336" cy="240"/>
            </a:xfrm>
          </p:grpSpPr>
          <p:sp>
            <p:nvSpPr>
              <p:cNvPr id="38970" name="Oval 12">
                <a:extLst>
                  <a:ext uri="{FF2B5EF4-FFF2-40B4-BE49-F238E27FC236}">
                    <a16:creationId xmlns:a16="http://schemas.microsoft.com/office/drawing/2014/main" id="{E57FB97D-1410-B609-7172-BB38EE93A0F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71" name="Text Box 13">
                <a:extLst>
                  <a:ext uri="{FF2B5EF4-FFF2-40B4-BE49-F238E27FC236}">
                    <a16:creationId xmlns:a16="http://schemas.microsoft.com/office/drawing/2014/main" id="{BD7A3FD7-62AD-AA57-565D-5CC2C34592D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8921" name="Group 14">
              <a:extLst>
                <a:ext uri="{FF2B5EF4-FFF2-40B4-BE49-F238E27FC236}">
                  <a16:creationId xmlns:a16="http://schemas.microsoft.com/office/drawing/2014/main" id="{4A781933-232D-432D-D2A7-33F85C226B08}"/>
                </a:ext>
              </a:extLst>
            </p:cNvPr>
            <p:cNvGrpSpPr>
              <a:grpSpLocks/>
            </p:cNvGrpSpPr>
            <p:nvPr/>
          </p:nvGrpSpPr>
          <p:grpSpPr bwMode="auto">
            <a:xfrm>
              <a:off x="4176" y="2208"/>
              <a:ext cx="336" cy="240"/>
              <a:chOff x="2640" y="1776"/>
              <a:chExt cx="336" cy="240"/>
            </a:xfrm>
          </p:grpSpPr>
          <p:sp>
            <p:nvSpPr>
              <p:cNvPr id="38968" name="Oval 15">
                <a:extLst>
                  <a:ext uri="{FF2B5EF4-FFF2-40B4-BE49-F238E27FC236}">
                    <a16:creationId xmlns:a16="http://schemas.microsoft.com/office/drawing/2014/main" id="{51AB8F6F-0D0F-B47B-9187-FD32B53B84B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69" name="Text Box 16">
                <a:extLst>
                  <a:ext uri="{FF2B5EF4-FFF2-40B4-BE49-F238E27FC236}">
                    <a16:creationId xmlns:a16="http://schemas.microsoft.com/office/drawing/2014/main" id="{9BF7FFC1-A72B-7943-2185-EDDEB450696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8922" name="Group 17">
              <a:extLst>
                <a:ext uri="{FF2B5EF4-FFF2-40B4-BE49-F238E27FC236}">
                  <a16:creationId xmlns:a16="http://schemas.microsoft.com/office/drawing/2014/main" id="{1479F5CD-F633-FFDC-0414-4E85C51BC4AE}"/>
                </a:ext>
              </a:extLst>
            </p:cNvPr>
            <p:cNvGrpSpPr>
              <a:grpSpLocks/>
            </p:cNvGrpSpPr>
            <p:nvPr/>
          </p:nvGrpSpPr>
          <p:grpSpPr bwMode="auto">
            <a:xfrm>
              <a:off x="3168" y="2208"/>
              <a:ext cx="336" cy="240"/>
              <a:chOff x="2640" y="1776"/>
              <a:chExt cx="336" cy="240"/>
            </a:xfrm>
          </p:grpSpPr>
          <p:sp>
            <p:nvSpPr>
              <p:cNvPr id="38966" name="Oval 18">
                <a:extLst>
                  <a:ext uri="{FF2B5EF4-FFF2-40B4-BE49-F238E27FC236}">
                    <a16:creationId xmlns:a16="http://schemas.microsoft.com/office/drawing/2014/main" id="{7AA30F6A-D120-8B08-8BCB-4A618E7C83B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67" name="Text Box 19">
                <a:extLst>
                  <a:ext uri="{FF2B5EF4-FFF2-40B4-BE49-F238E27FC236}">
                    <a16:creationId xmlns:a16="http://schemas.microsoft.com/office/drawing/2014/main" id="{337B4582-64ED-C33E-50C2-31439ED9754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8923" name="Group 20">
              <a:extLst>
                <a:ext uri="{FF2B5EF4-FFF2-40B4-BE49-F238E27FC236}">
                  <a16:creationId xmlns:a16="http://schemas.microsoft.com/office/drawing/2014/main" id="{CD0916A9-DBCF-7949-8A92-0CE9B8717A00}"/>
                </a:ext>
              </a:extLst>
            </p:cNvPr>
            <p:cNvGrpSpPr>
              <a:grpSpLocks/>
            </p:cNvGrpSpPr>
            <p:nvPr/>
          </p:nvGrpSpPr>
          <p:grpSpPr bwMode="auto">
            <a:xfrm>
              <a:off x="1104" y="2640"/>
              <a:ext cx="336" cy="240"/>
              <a:chOff x="2640" y="1776"/>
              <a:chExt cx="336" cy="240"/>
            </a:xfrm>
          </p:grpSpPr>
          <p:sp>
            <p:nvSpPr>
              <p:cNvPr id="38964" name="Oval 21">
                <a:extLst>
                  <a:ext uri="{FF2B5EF4-FFF2-40B4-BE49-F238E27FC236}">
                    <a16:creationId xmlns:a16="http://schemas.microsoft.com/office/drawing/2014/main" id="{773410CF-522B-13FA-B552-0A31FE4D728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65" name="Text Box 22">
                <a:extLst>
                  <a:ext uri="{FF2B5EF4-FFF2-40B4-BE49-F238E27FC236}">
                    <a16:creationId xmlns:a16="http://schemas.microsoft.com/office/drawing/2014/main" id="{4EE97846-8D61-0735-B41F-05E8A676876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8924" name="Group 23">
              <a:extLst>
                <a:ext uri="{FF2B5EF4-FFF2-40B4-BE49-F238E27FC236}">
                  <a16:creationId xmlns:a16="http://schemas.microsoft.com/office/drawing/2014/main" id="{7C5AA328-BFB6-5545-9113-CAACE35CCB00}"/>
                </a:ext>
              </a:extLst>
            </p:cNvPr>
            <p:cNvGrpSpPr>
              <a:grpSpLocks/>
            </p:cNvGrpSpPr>
            <p:nvPr/>
          </p:nvGrpSpPr>
          <p:grpSpPr bwMode="auto">
            <a:xfrm>
              <a:off x="1872" y="2640"/>
              <a:ext cx="336" cy="240"/>
              <a:chOff x="2640" y="1776"/>
              <a:chExt cx="336" cy="240"/>
            </a:xfrm>
          </p:grpSpPr>
          <p:sp>
            <p:nvSpPr>
              <p:cNvPr id="38962" name="Oval 24">
                <a:extLst>
                  <a:ext uri="{FF2B5EF4-FFF2-40B4-BE49-F238E27FC236}">
                    <a16:creationId xmlns:a16="http://schemas.microsoft.com/office/drawing/2014/main" id="{3FA86379-778C-826F-8211-BD047ECD12E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63" name="Text Box 25">
                <a:extLst>
                  <a:ext uri="{FF2B5EF4-FFF2-40B4-BE49-F238E27FC236}">
                    <a16:creationId xmlns:a16="http://schemas.microsoft.com/office/drawing/2014/main" id="{B4CA4566-C36D-9A42-74A7-4E512C8D0DB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8925" name="Group 26">
              <a:extLst>
                <a:ext uri="{FF2B5EF4-FFF2-40B4-BE49-F238E27FC236}">
                  <a16:creationId xmlns:a16="http://schemas.microsoft.com/office/drawing/2014/main" id="{7A4B1232-CFBB-A54A-A15A-2EAE1DC3A173}"/>
                </a:ext>
              </a:extLst>
            </p:cNvPr>
            <p:cNvGrpSpPr>
              <a:grpSpLocks/>
            </p:cNvGrpSpPr>
            <p:nvPr/>
          </p:nvGrpSpPr>
          <p:grpSpPr bwMode="auto">
            <a:xfrm>
              <a:off x="2592" y="2640"/>
              <a:ext cx="336" cy="240"/>
              <a:chOff x="2640" y="1776"/>
              <a:chExt cx="336" cy="240"/>
            </a:xfrm>
          </p:grpSpPr>
          <p:sp>
            <p:nvSpPr>
              <p:cNvPr id="38960" name="Oval 27">
                <a:extLst>
                  <a:ext uri="{FF2B5EF4-FFF2-40B4-BE49-F238E27FC236}">
                    <a16:creationId xmlns:a16="http://schemas.microsoft.com/office/drawing/2014/main" id="{604387D0-F844-1C23-2EC6-650FDCBCF14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61" name="Text Box 28">
                <a:extLst>
                  <a:ext uri="{FF2B5EF4-FFF2-40B4-BE49-F238E27FC236}">
                    <a16:creationId xmlns:a16="http://schemas.microsoft.com/office/drawing/2014/main" id="{5AD274A3-1E5C-FA32-FE08-ABA019D9181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8926" name="Group 29">
              <a:extLst>
                <a:ext uri="{FF2B5EF4-FFF2-40B4-BE49-F238E27FC236}">
                  <a16:creationId xmlns:a16="http://schemas.microsoft.com/office/drawing/2014/main" id="{D70DE562-BFC5-B95C-D024-AE467D282714}"/>
                </a:ext>
              </a:extLst>
            </p:cNvPr>
            <p:cNvGrpSpPr>
              <a:grpSpLocks/>
            </p:cNvGrpSpPr>
            <p:nvPr/>
          </p:nvGrpSpPr>
          <p:grpSpPr bwMode="auto">
            <a:xfrm>
              <a:off x="3072" y="2640"/>
              <a:ext cx="336" cy="240"/>
              <a:chOff x="2640" y="1776"/>
              <a:chExt cx="336" cy="240"/>
            </a:xfrm>
          </p:grpSpPr>
          <p:sp>
            <p:nvSpPr>
              <p:cNvPr id="38958" name="Oval 30">
                <a:extLst>
                  <a:ext uri="{FF2B5EF4-FFF2-40B4-BE49-F238E27FC236}">
                    <a16:creationId xmlns:a16="http://schemas.microsoft.com/office/drawing/2014/main" id="{1CF5C660-1FEE-D4DA-0BEA-F56EA8EB59A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59" name="Text Box 31">
                <a:extLst>
                  <a:ext uri="{FF2B5EF4-FFF2-40B4-BE49-F238E27FC236}">
                    <a16:creationId xmlns:a16="http://schemas.microsoft.com/office/drawing/2014/main" id="{9D2491D5-6780-E32C-A72D-C3B89E8E6D3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8927" name="Group 32">
              <a:extLst>
                <a:ext uri="{FF2B5EF4-FFF2-40B4-BE49-F238E27FC236}">
                  <a16:creationId xmlns:a16="http://schemas.microsoft.com/office/drawing/2014/main" id="{42199B89-A204-EFF0-062C-AE6258AEE257}"/>
                </a:ext>
              </a:extLst>
            </p:cNvPr>
            <p:cNvGrpSpPr>
              <a:grpSpLocks/>
            </p:cNvGrpSpPr>
            <p:nvPr/>
          </p:nvGrpSpPr>
          <p:grpSpPr bwMode="auto">
            <a:xfrm>
              <a:off x="3696" y="2640"/>
              <a:ext cx="336" cy="240"/>
              <a:chOff x="2640" y="1776"/>
              <a:chExt cx="336" cy="240"/>
            </a:xfrm>
          </p:grpSpPr>
          <p:sp>
            <p:nvSpPr>
              <p:cNvPr id="38956" name="Oval 33">
                <a:extLst>
                  <a:ext uri="{FF2B5EF4-FFF2-40B4-BE49-F238E27FC236}">
                    <a16:creationId xmlns:a16="http://schemas.microsoft.com/office/drawing/2014/main" id="{FDBDA074-77DE-AA03-5499-3BF849D8CB6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57" name="Text Box 34">
                <a:extLst>
                  <a:ext uri="{FF2B5EF4-FFF2-40B4-BE49-F238E27FC236}">
                    <a16:creationId xmlns:a16="http://schemas.microsoft.com/office/drawing/2014/main" id="{CBF3F26D-D673-77C8-C1AB-0B4C8F605D4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8928" name="Group 35">
              <a:extLst>
                <a:ext uri="{FF2B5EF4-FFF2-40B4-BE49-F238E27FC236}">
                  <a16:creationId xmlns:a16="http://schemas.microsoft.com/office/drawing/2014/main" id="{004E61C7-9A98-3348-572B-F9FBE7AFA4B6}"/>
                </a:ext>
              </a:extLst>
            </p:cNvPr>
            <p:cNvGrpSpPr>
              <a:grpSpLocks/>
            </p:cNvGrpSpPr>
            <p:nvPr/>
          </p:nvGrpSpPr>
          <p:grpSpPr bwMode="auto">
            <a:xfrm>
              <a:off x="1536" y="3168"/>
              <a:ext cx="336" cy="240"/>
              <a:chOff x="2640" y="1776"/>
              <a:chExt cx="336" cy="240"/>
            </a:xfrm>
          </p:grpSpPr>
          <p:sp>
            <p:nvSpPr>
              <p:cNvPr id="38954" name="Oval 36">
                <a:extLst>
                  <a:ext uri="{FF2B5EF4-FFF2-40B4-BE49-F238E27FC236}">
                    <a16:creationId xmlns:a16="http://schemas.microsoft.com/office/drawing/2014/main" id="{0B18D682-15BD-9B91-B7A9-74AF236B23F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55" name="Text Box 37">
                <a:extLst>
                  <a:ext uri="{FF2B5EF4-FFF2-40B4-BE49-F238E27FC236}">
                    <a16:creationId xmlns:a16="http://schemas.microsoft.com/office/drawing/2014/main" id="{09BFD295-8FA8-13D3-FA89-FB76970AB17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8929" name="Group 38">
              <a:extLst>
                <a:ext uri="{FF2B5EF4-FFF2-40B4-BE49-F238E27FC236}">
                  <a16:creationId xmlns:a16="http://schemas.microsoft.com/office/drawing/2014/main" id="{64DB7EAF-5C8C-C606-17B9-9BB1C05BAE10}"/>
                </a:ext>
              </a:extLst>
            </p:cNvPr>
            <p:cNvGrpSpPr>
              <a:grpSpLocks/>
            </p:cNvGrpSpPr>
            <p:nvPr/>
          </p:nvGrpSpPr>
          <p:grpSpPr bwMode="auto">
            <a:xfrm>
              <a:off x="2160" y="3168"/>
              <a:ext cx="336" cy="240"/>
              <a:chOff x="2640" y="1776"/>
              <a:chExt cx="336" cy="240"/>
            </a:xfrm>
          </p:grpSpPr>
          <p:sp>
            <p:nvSpPr>
              <p:cNvPr id="38952" name="Oval 39">
                <a:extLst>
                  <a:ext uri="{FF2B5EF4-FFF2-40B4-BE49-F238E27FC236}">
                    <a16:creationId xmlns:a16="http://schemas.microsoft.com/office/drawing/2014/main" id="{7FD77EB9-EF9B-748B-C886-27F31931F71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53" name="Text Box 40">
                <a:extLst>
                  <a:ext uri="{FF2B5EF4-FFF2-40B4-BE49-F238E27FC236}">
                    <a16:creationId xmlns:a16="http://schemas.microsoft.com/office/drawing/2014/main" id="{D7924B63-9BA3-CFB0-9507-1F67D97A7C0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8930" name="Oval 41">
              <a:extLst>
                <a:ext uri="{FF2B5EF4-FFF2-40B4-BE49-F238E27FC236}">
                  <a16:creationId xmlns:a16="http://schemas.microsoft.com/office/drawing/2014/main" id="{63D92887-6DEC-BCA4-07CE-792AF7168629}"/>
                </a:ext>
              </a:extLst>
            </p:cNvPr>
            <p:cNvSpPr>
              <a:spLocks noChangeArrowheads="1"/>
            </p:cNvSpPr>
            <p:nvPr/>
          </p:nvSpPr>
          <p:spPr bwMode="auto">
            <a:xfrm>
              <a:off x="2160" y="3696"/>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31" name="Text Box 42">
              <a:extLst>
                <a:ext uri="{FF2B5EF4-FFF2-40B4-BE49-F238E27FC236}">
                  <a16:creationId xmlns:a16="http://schemas.microsoft.com/office/drawing/2014/main" id="{D4B47BEC-0912-6D27-2DA4-1837FF51C7EC}"/>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mj-lt"/>
                </a:rPr>
                <a:t>O</a:t>
              </a:r>
              <a:endParaRPr lang="en-GB" altLang="en-US" sz="1800" b="1" i="1">
                <a:latin typeface="+mj-lt"/>
              </a:endParaRPr>
            </a:p>
          </p:txBody>
        </p:sp>
        <p:sp>
          <p:nvSpPr>
            <p:cNvPr id="38932" name="Line 43">
              <a:extLst>
                <a:ext uri="{FF2B5EF4-FFF2-40B4-BE49-F238E27FC236}">
                  <a16:creationId xmlns:a16="http://schemas.microsoft.com/office/drawing/2014/main" id="{118D831A-4A18-A541-AFA3-2DBC5F3DD374}"/>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33" name="Line 44">
              <a:extLst>
                <a:ext uri="{FF2B5EF4-FFF2-40B4-BE49-F238E27FC236}">
                  <a16:creationId xmlns:a16="http://schemas.microsoft.com/office/drawing/2014/main" id="{D6663141-529B-FB60-3715-EBC9DB151399}"/>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34" name="Line 45">
              <a:extLst>
                <a:ext uri="{FF2B5EF4-FFF2-40B4-BE49-F238E27FC236}">
                  <a16:creationId xmlns:a16="http://schemas.microsoft.com/office/drawing/2014/main" id="{FC0AFFB0-0248-4DD2-CF99-FE032B74D1A1}"/>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35" name="Line 46">
              <a:extLst>
                <a:ext uri="{FF2B5EF4-FFF2-40B4-BE49-F238E27FC236}">
                  <a16:creationId xmlns:a16="http://schemas.microsoft.com/office/drawing/2014/main" id="{7CEA72C1-8214-ECBA-D314-6CE50DAE31E2}"/>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36" name="Line 47">
              <a:extLst>
                <a:ext uri="{FF2B5EF4-FFF2-40B4-BE49-F238E27FC236}">
                  <a16:creationId xmlns:a16="http://schemas.microsoft.com/office/drawing/2014/main" id="{B97F477A-A862-85F9-9A2B-2A1B309FC0CD}"/>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37" name="Line 48">
              <a:extLst>
                <a:ext uri="{FF2B5EF4-FFF2-40B4-BE49-F238E27FC236}">
                  <a16:creationId xmlns:a16="http://schemas.microsoft.com/office/drawing/2014/main" id="{CBC1342F-64C8-B732-688F-528CCB5A8D71}"/>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38" name="Line 49">
              <a:extLst>
                <a:ext uri="{FF2B5EF4-FFF2-40B4-BE49-F238E27FC236}">
                  <a16:creationId xmlns:a16="http://schemas.microsoft.com/office/drawing/2014/main" id="{D1BA5E3B-1F59-1D0E-F264-B58C4B94D671}"/>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39" name="Line 50">
              <a:extLst>
                <a:ext uri="{FF2B5EF4-FFF2-40B4-BE49-F238E27FC236}">
                  <a16:creationId xmlns:a16="http://schemas.microsoft.com/office/drawing/2014/main" id="{BEE2FD41-227A-31CC-0701-478EA91201F7}"/>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40" name="Line 51">
              <a:extLst>
                <a:ext uri="{FF2B5EF4-FFF2-40B4-BE49-F238E27FC236}">
                  <a16:creationId xmlns:a16="http://schemas.microsoft.com/office/drawing/2014/main" id="{C69E33A7-27AA-8732-530A-03CA35ABCDF5}"/>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41" name="Line 52">
              <a:extLst>
                <a:ext uri="{FF2B5EF4-FFF2-40B4-BE49-F238E27FC236}">
                  <a16:creationId xmlns:a16="http://schemas.microsoft.com/office/drawing/2014/main" id="{75742DBA-44B0-557B-E0EA-58448BBB684C}"/>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42" name="Line 53">
              <a:extLst>
                <a:ext uri="{FF2B5EF4-FFF2-40B4-BE49-F238E27FC236}">
                  <a16:creationId xmlns:a16="http://schemas.microsoft.com/office/drawing/2014/main" id="{9A366437-E01F-3F9F-1DA0-6EE6F0ED3682}"/>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38943" name="Group 54">
              <a:extLst>
                <a:ext uri="{FF2B5EF4-FFF2-40B4-BE49-F238E27FC236}">
                  <a16:creationId xmlns:a16="http://schemas.microsoft.com/office/drawing/2014/main" id="{618E2F27-D4A6-B813-833B-4F09AE5FAD8C}"/>
                </a:ext>
              </a:extLst>
            </p:cNvPr>
            <p:cNvGrpSpPr>
              <a:grpSpLocks/>
            </p:cNvGrpSpPr>
            <p:nvPr/>
          </p:nvGrpSpPr>
          <p:grpSpPr bwMode="auto">
            <a:xfrm>
              <a:off x="3120" y="3168"/>
              <a:ext cx="336" cy="240"/>
              <a:chOff x="2640" y="1776"/>
              <a:chExt cx="336" cy="240"/>
            </a:xfrm>
          </p:grpSpPr>
          <p:sp>
            <p:nvSpPr>
              <p:cNvPr id="38950" name="Oval 55">
                <a:extLst>
                  <a:ext uri="{FF2B5EF4-FFF2-40B4-BE49-F238E27FC236}">
                    <a16:creationId xmlns:a16="http://schemas.microsoft.com/office/drawing/2014/main" id="{763E1F0E-3FCF-E085-4304-BB112C273A5C}"/>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51" name="Text Box 56">
                <a:extLst>
                  <a:ext uri="{FF2B5EF4-FFF2-40B4-BE49-F238E27FC236}">
                    <a16:creationId xmlns:a16="http://schemas.microsoft.com/office/drawing/2014/main" id="{83E09709-4C39-4626-2D95-516DCDF1524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grpSp>
          <p:nvGrpSpPr>
            <p:cNvPr id="38944" name="Group 57">
              <a:extLst>
                <a:ext uri="{FF2B5EF4-FFF2-40B4-BE49-F238E27FC236}">
                  <a16:creationId xmlns:a16="http://schemas.microsoft.com/office/drawing/2014/main" id="{CFF89A68-05F7-790D-4C9B-C04E45EC87E8}"/>
                </a:ext>
              </a:extLst>
            </p:cNvPr>
            <p:cNvGrpSpPr>
              <a:grpSpLocks/>
            </p:cNvGrpSpPr>
            <p:nvPr/>
          </p:nvGrpSpPr>
          <p:grpSpPr bwMode="auto">
            <a:xfrm>
              <a:off x="3840" y="3120"/>
              <a:ext cx="336" cy="240"/>
              <a:chOff x="2640" y="1776"/>
              <a:chExt cx="336" cy="240"/>
            </a:xfrm>
          </p:grpSpPr>
          <p:sp>
            <p:nvSpPr>
              <p:cNvPr id="38948" name="Oval 58">
                <a:extLst>
                  <a:ext uri="{FF2B5EF4-FFF2-40B4-BE49-F238E27FC236}">
                    <a16:creationId xmlns:a16="http://schemas.microsoft.com/office/drawing/2014/main" id="{7B7D3BF8-35E9-AD52-52AE-2A4C44C2D8E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8949" name="Text Box 59">
                <a:extLst>
                  <a:ext uri="{FF2B5EF4-FFF2-40B4-BE49-F238E27FC236}">
                    <a16:creationId xmlns:a16="http://schemas.microsoft.com/office/drawing/2014/main" id="{EBEE697D-86C7-9A16-AEA3-B9D36022721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N</a:t>
                </a:r>
                <a:endParaRPr lang="en-GB" altLang="en-US" sz="1800">
                  <a:latin typeface="+mj-lt"/>
                </a:endParaRPr>
              </a:p>
            </p:txBody>
          </p:sp>
        </p:grpSp>
        <p:sp>
          <p:nvSpPr>
            <p:cNvPr id="38945" name="Line 60">
              <a:extLst>
                <a:ext uri="{FF2B5EF4-FFF2-40B4-BE49-F238E27FC236}">
                  <a16:creationId xmlns:a16="http://schemas.microsoft.com/office/drawing/2014/main" id="{1C437639-C787-D18A-E28D-A544EC3B364B}"/>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46" name="Line 61">
              <a:extLst>
                <a:ext uri="{FF2B5EF4-FFF2-40B4-BE49-F238E27FC236}">
                  <a16:creationId xmlns:a16="http://schemas.microsoft.com/office/drawing/2014/main" id="{06E9ADF7-CB64-EEB8-D5F1-3703288A6093}"/>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947" name="Line 62">
              <a:extLst>
                <a:ext uri="{FF2B5EF4-FFF2-40B4-BE49-F238E27FC236}">
                  <a16:creationId xmlns:a16="http://schemas.microsoft.com/office/drawing/2014/main" id="{D7729280-D344-46DF-D6BD-46D8C497FD68}"/>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837CADE9-44AF-3BCE-2329-67C9BA6E9B7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a:extLst>
              <a:ext uri="{FF2B5EF4-FFF2-40B4-BE49-F238E27FC236}">
                <a16:creationId xmlns:a16="http://schemas.microsoft.com/office/drawing/2014/main" id="{0F593C22-530A-B65E-F3F5-0C048D85243F}"/>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F,G,H,I,J,</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K,L, M,N,</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39941" name="Group 4">
            <a:extLst>
              <a:ext uri="{FF2B5EF4-FFF2-40B4-BE49-F238E27FC236}">
                <a16:creationId xmlns:a16="http://schemas.microsoft.com/office/drawing/2014/main" id="{2FB7A71D-88CA-61E1-76F8-9FC8E429631A}"/>
              </a:ext>
            </a:extLst>
          </p:cNvPr>
          <p:cNvGrpSpPr>
            <a:grpSpLocks/>
          </p:cNvGrpSpPr>
          <p:nvPr/>
        </p:nvGrpSpPr>
        <p:grpSpPr bwMode="auto">
          <a:xfrm>
            <a:off x="2133600" y="2895600"/>
            <a:ext cx="5410200" cy="3429000"/>
            <a:chOff x="1104" y="1776"/>
            <a:chExt cx="3408" cy="2160"/>
          </a:xfrm>
        </p:grpSpPr>
        <p:grpSp>
          <p:nvGrpSpPr>
            <p:cNvPr id="39942" name="Group 5">
              <a:extLst>
                <a:ext uri="{FF2B5EF4-FFF2-40B4-BE49-F238E27FC236}">
                  <a16:creationId xmlns:a16="http://schemas.microsoft.com/office/drawing/2014/main" id="{351CE447-12AA-F360-4C10-70DA6E5A68DE}"/>
                </a:ext>
              </a:extLst>
            </p:cNvPr>
            <p:cNvGrpSpPr>
              <a:grpSpLocks/>
            </p:cNvGrpSpPr>
            <p:nvPr/>
          </p:nvGrpSpPr>
          <p:grpSpPr bwMode="auto">
            <a:xfrm>
              <a:off x="2640" y="1776"/>
              <a:ext cx="336" cy="240"/>
              <a:chOff x="2640" y="1776"/>
              <a:chExt cx="336" cy="240"/>
            </a:xfrm>
          </p:grpSpPr>
          <p:sp>
            <p:nvSpPr>
              <p:cNvPr id="39998" name="Oval 6">
                <a:extLst>
                  <a:ext uri="{FF2B5EF4-FFF2-40B4-BE49-F238E27FC236}">
                    <a16:creationId xmlns:a16="http://schemas.microsoft.com/office/drawing/2014/main" id="{2F1DCC19-F190-BFCB-1B5A-F61A3C957B5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99" name="Text Box 7">
                <a:extLst>
                  <a:ext uri="{FF2B5EF4-FFF2-40B4-BE49-F238E27FC236}">
                    <a16:creationId xmlns:a16="http://schemas.microsoft.com/office/drawing/2014/main" id="{5556D3DF-B2EF-4CC1-D607-AEB1E9A0F05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39943" name="Group 8">
              <a:extLst>
                <a:ext uri="{FF2B5EF4-FFF2-40B4-BE49-F238E27FC236}">
                  <a16:creationId xmlns:a16="http://schemas.microsoft.com/office/drawing/2014/main" id="{EA569D34-36D5-5E33-1634-2194C1371F94}"/>
                </a:ext>
              </a:extLst>
            </p:cNvPr>
            <p:cNvGrpSpPr>
              <a:grpSpLocks/>
            </p:cNvGrpSpPr>
            <p:nvPr/>
          </p:nvGrpSpPr>
          <p:grpSpPr bwMode="auto">
            <a:xfrm>
              <a:off x="1536" y="2208"/>
              <a:ext cx="336" cy="240"/>
              <a:chOff x="2640" y="1776"/>
              <a:chExt cx="336" cy="240"/>
            </a:xfrm>
          </p:grpSpPr>
          <p:sp>
            <p:nvSpPr>
              <p:cNvPr id="39996" name="Oval 9">
                <a:extLst>
                  <a:ext uri="{FF2B5EF4-FFF2-40B4-BE49-F238E27FC236}">
                    <a16:creationId xmlns:a16="http://schemas.microsoft.com/office/drawing/2014/main" id="{3FA664EA-C9D7-9CB1-6A7E-8CAC4631DA1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97" name="Text Box 10">
                <a:extLst>
                  <a:ext uri="{FF2B5EF4-FFF2-40B4-BE49-F238E27FC236}">
                    <a16:creationId xmlns:a16="http://schemas.microsoft.com/office/drawing/2014/main" id="{A630D806-0D45-C36C-3209-60CB811E9B9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39944" name="Group 11">
              <a:extLst>
                <a:ext uri="{FF2B5EF4-FFF2-40B4-BE49-F238E27FC236}">
                  <a16:creationId xmlns:a16="http://schemas.microsoft.com/office/drawing/2014/main" id="{E87D783C-ED2D-A40A-D33B-322D62EC7DF1}"/>
                </a:ext>
              </a:extLst>
            </p:cNvPr>
            <p:cNvGrpSpPr>
              <a:grpSpLocks/>
            </p:cNvGrpSpPr>
            <p:nvPr/>
          </p:nvGrpSpPr>
          <p:grpSpPr bwMode="auto">
            <a:xfrm>
              <a:off x="2352" y="2208"/>
              <a:ext cx="336" cy="240"/>
              <a:chOff x="2640" y="1776"/>
              <a:chExt cx="336" cy="240"/>
            </a:xfrm>
          </p:grpSpPr>
          <p:sp>
            <p:nvSpPr>
              <p:cNvPr id="39994" name="Oval 12">
                <a:extLst>
                  <a:ext uri="{FF2B5EF4-FFF2-40B4-BE49-F238E27FC236}">
                    <a16:creationId xmlns:a16="http://schemas.microsoft.com/office/drawing/2014/main" id="{A8BA1EAE-F7FF-64BF-5829-B0FB24968DF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95" name="Text Box 13">
                <a:extLst>
                  <a:ext uri="{FF2B5EF4-FFF2-40B4-BE49-F238E27FC236}">
                    <a16:creationId xmlns:a16="http://schemas.microsoft.com/office/drawing/2014/main" id="{67C988B6-7CED-3D00-D82B-F95D0388C3A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39945" name="Group 14">
              <a:extLst>
                <a:ext uri="{FF2B5EF4-FFF2-40B4-BE49-F238E27FC236}">
                  <a16:creationId xmlns:a16="http://schemas.microsoft.com/office/drawing/2014/main" id="{784236B4-2893-9A92-6206-5C924AD58868}"/>
                </a:ext>
              </a:extLst>
            </p:cNvPr>
            <p:cNvGrpSpPr>
              <a:grpSpLocks/>
            </p:cNvGrpSpPr>
            <p:nvPr/>
          </p:nvGrpSpPr>
          <p:grpSpPr bwMode="auto">
            <a:xfrm>
              <a:off x="4176" y="2208"/>
              <a:ext cx="336" cy="240"/>
              <a:chOff x="2640" y="1776"/>
              <a:chExt cx="336" cy="240"/>
            </a:xfrm>
          </p:grpSpPr>
          <p:sp>
            <p:nvSpPr>
              <p:cNvPr id="39992" name="Oval 15">
                <a:extLst>
                  <a:ext uri="{FF2B5EF4-FFF2-40B4-BE49-F238E27FC236}">
                    <a16:creationId xmlns:a16="http://schemas.microsoft.com/office/drawing/2014/main" id="{8FB7E7DB-9E63-E7BB-9538-0CF478B9E7D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93" name="Text Box 16">
                <a:extLst>
                  <a:ext uri="{FF2B5EF4-FFF2-40B4-BE49-F238E27FC236}">
                    <a16:creationId xmlns:a16="http://schemas.microsoft.com/office/drawing/2014/main" id="{CD9221B1-58E6-7A8D-0217-210FAB02426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39946" name="Group 17">
              <a:extLst>
                <a:ext uri="{FF2B5EF4-FFF2-40B4-BE49-F238E27FC236}">
                  <a16:creationId xmlns:a16="http://schemas.microsoft.com/office/drawing/2014/main" id="{A7B837B6-4AFE-61E5-F88A-FEAF7F7B8BE7}"/>
                </a:ext>
              </a:extLst>
            </p:cNvPr>
            <p:cNvGrpSpPr>
              <a:grpSpLocks/>
            </p:cNvGrpSpPr>
            <p:nvPr/>
          </p:nvGrpSpPr>
          <p:grpSpPr bwMode="auto">
            <a:xfrm>
              <a:off x="3168" y="2208"/>
              <a:ext cx="336" cy="240"/>
              <a:chOff x="2640" y="1776"/>
              <a:chExt cx="336" cy="240"/>
            </a:xfrm>
          </p:grpSpPr>
          <p:sp>
            <p:nvSpPr>
              <p:cNvPr id="39990" name="Oval 18">
                <a:extLst>
                  <a:ext uri="{FF2B5EF4-FFF2-40B4-BE49-F238E27FC236}">
                    <a16:creationId xmlns:a16="http://schemas.microsoft.com/office/drawing/2014/main" id="{6A3F0D6D-3CC1-E5B1-F00C-62227CC44A8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91" name="Text Box 19">
                <a:extLst>
                  <a:ext uri="{FF2B5EF4-FFF2-40B4-BE49-F238E27FC236}">
                    <a16:creationId xmlns:a16="http://schemas.microsoft.com/office/drawing/2014/main" id="{64598F1F-6CE4-18E8-EB65-C64726D0A28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39947" name="Group 20">
              <a:extLst>
                <a:ext uri="{FF2B5EF4-FFF2-40B4-BE49-F238E27FC236}">
                  <a16:creationId xmlns:a16="http://schemas.microsoft.com/office/drawing/2014/main" id="{503A5E07-6C45-5627-CCDC-10B2E93F7937}"/>
                </a:ext>
              </a:extLst>
            </p:cNvPr>
            <p:cNvGrpSpPr>
              <a:grpSpLocks/>
            </p:cNvGrpSpPr>
            <p:nvPr/>
          </p:nvGrpSpPr>
          <p:grpSpPr bwMode="auto">
            <a:xfrm>
              <a:off x="1104" y="2640"/>
              <a:ext cx="336" cy="240"/>
              <a:chOff x="2640" y="1776"/>
              <a:chExt cx="336" cy="240"/>
            </a:xfrm>
          </p:grpSpPr>
          <p:sp>
            <p:nvSpPr>
              <p:cNvPr id="39988" name="Oval 21">
                <a:extLst>
                  <a:ext uri="{FF2B5EF4-FFF2-40B4-BE49-F238E27FC236}">
                    <a16:creationId xmlns:a16="http://schemas.microsoft.com/office/drawing/2014/main" id="{EA4A3A49-D6B3-BC2E-B202-4824C44121B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89" name="Text Box 22">
                <a:extLst>
                  <a:ext uri="{FF2B5EF4-FFF2-40B4-BE49-F238E27FC236}">
                    <a16:creationId xmlns:a16="http://schemas.microsoft.com/office/drawing/2014/main" id="{09BF00A9-DA14-4EA4-BDFB-5D462F1791E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39948" name="Group 23">
              <a:extLst>
                <a:ext uri="{FF2B5EF4-FFF2-40B4-BE49-F238E27FC236}">
                  <a16:creationId xmlns:a16="http://schemas.microsoft.com/office/drawing/2014/main" id="{D8927E07-7DE9-C093-0DF3-DBF842FDE6D0}"/>
                </a:ext>
              </a:extLst>
            </p:cNvPr>
            <p:cNvGrpSpPr>
              <a:grpSpLocks/>
            </p:cNvGrpSpPr>
            <p:nvPr/>
          </p:nvGrpSpPr>
          <p:grpSpPr bwMode="auto">
            <a:xfrm>
              <a:off x="1872" y="2640"/>
              <a:ext cx="336" cy="240"/>
              <a:chOff x="2640" y="1776"/>
              <a:chExt cx="336" cy="240"/>
            </a:xfrm>
          </p:grpSpPr>
          <p:sp>
            <p:nvSpPr>
              <p:cNvPr id="39986" name="Oval 24">
                <a:extLst>
                  <a:ext uri="{FF2B5EF4-FFF2-40B4-BE49-F238E27FC236}">
                    <a16:creationId xmlns:a16="http://schemas.microsoft.com/office/drawing/2014/main" id="{21D7DDF1-00EF-261C-96D0-97B31CCCE68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87" name="Text Box 25">
                <a:extLst>
                  <a:ext uri="{FF2B5EF4-FFF2-40B4-BE49-F238E27FC236}">
                    <a16:creationId xmlns:a16="http://schemas.microsoft.com/office/drawing/2014/main" id="{612F3DBC-6490-B36A-ADC0-DC73519D54B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39949" name="Group 26">
              <a:extLst>
                <a:ext uri="{FF2B5EF4-FFF2-40B4-BE49-F238E27FC236}">
                  <a16:creationId xmlns:a16="http://schemas.microsoft.com/office/drawing/2014/main" id="{F771BCC9-335F-3272-D540-426CEDCF605C}"/>
                </a:ext>
              </a:extLst>
            </p:cNvPr>
            <p:cNvGrpSpPr>
              <a:grpSpLocks/>
            </p:cNvGrpSpPr>
            <p:nvPr/>
          </p:nvGrpSpPr>
          <p:grpSpPr bwMode="auto">
            <a:xfrm>
              <a:off x="2592" y="2640"/>
              <a:ext cx="336" cy="240"/>
              <a:chOff x="2640" y="1776"/>
              <a:chExt cx="336" cy="240"/>
            </a:xfrm>
          </p:grpSpPr>
          <p:sp>
            <p:nvSpPr>
              <p:cNvPr id="39984" name="Oval 27">
                <a:extLst>
                  <a:ext uri="{FF2B5EF4-FFF2-40B4-BE49-F238E27FC236}">
                    <a16:creationId xmlns:a16="http://schemas.microsoft.com/office/drawing/2014/main" id="{43927734-DA12-304C-1C8E-BA27C3C0EA2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85" name="Text Box 28">
                <a:extLst>
                  <a:ext uri="{FF2B5EF4-FFF2-40B4-BE49-F238E27FC236}">
                    <a16:creationId xmlns:a16="http://schemas.microsoft.com/office/drawing/2014/main" id="{81EB21EC-C933-8185-4D3A-50821BB1B2B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39950" name="Group 29">
              <a:extLst>
                <a:ext uri="{FF2B5EF4-FFF2-40B4-BE49-F238E27FC236}">
                  <a16:creationId xmlns:a16="http://schemas.microsoft.com/office/drawing/2014/main" id="{4F30E9E4-BA94-0D41-C86B-9EB40CF71AE6}"/>
                </a:ext>
              </a:extLst>
            </p:cNvPr>
            <p:cNvGrpSpPr>
              <a:grpSpLocks/>
            </p:cNvGrpSpPr>
            <p:nvPr/>
          </p:nvGrpSpPr>
          <p:grpSpPr bwMode="auto">
            <a:xfrm>
              <a:off x="3072" y="2640"/>
              <a:ext cx="336" cy="240"/>
              <a:chOff x="2640" y="1776"/>
              <a:chExt cx="336" cy="240"/>
            </a:xfrm>
          </p:grpSpPr>
          <p:sp>
            <p:nvSpPr>
              <p:cNvPr id="39982" name="Oval 30">
                <a:extLst>
                  <a:ext uri="{FF2B5EF4-FFF2-40B4-BE49-F238E27FC236}">
                    <a16:creationId xmlns:a16="http://schemas.microsoft.com/office/drawing/2014/main" id="{614E440F-1AB6-3CA4-B7D4-D44DC2EDF37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83" name="Text Box 31">
                <a:extLst>
                  <a:ext uri="{FF2B5EF4-FFF2-40B4-BE49-F238E27FC236}">
                    <a16:creationId xmlns:a16="http://schemas.microsoft.com/office/drawing/2014/main" id="{C680E76C-8FA6-3B8E-9B89-CCDB9A36A77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39951" name="Group 32">
              <a:extLst>
                <a:ext uri="{FF2B5EF4-FFF2-40B4-BE49-F238E27FC236}">
                  <a16:creationId xmlns:a16="http://schemas.microsoft.com/office/drawing/2014/main" id="{BED9217E-9FD9-78FD-9279-9882A4465038}"/>
                </a:ext>
              </a:extLst>
            </p:cNvPr>
            <p:cNvGrpSpPr>
              <a:grpSpLocks/>
            </p:cNvGrpSpPr>
            <p:nvPr/>
          </p:nvGrpSpPr>
          <p:grpSpPr bwMode="auto">
            <a:xfrm>
              <a:off x="3696" y="2640"/>
              <a:ext cx="336" cy="240"/>
              <a:chOff x="2640" y="1776"/>
              <a:chExt cx="336" cy="240"/>
            </a:xfrm>
          </p:grpSpPr>
          <p:sp>
            <p:nvSpPr>
              <p:cNvPr id="39980" name="Oval 33">
                <a:extLst>
                  <a:ext uri="{FF2B5EF4-FFF2-40B4-BE49-F238E27FC236}">
                    <a16:creationId xmlns:a16="http://schemas.microsoft.com/office/drawing/2014/main" id="{9AFCD181-AD49-8173-1987-FCC4DF801EF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81" name="Text Box 34">
                <a:extLst>
                  <a:ext uri="{FF2B5EF4-FFF2-40B4-BE49-F238E27FC236}">
                    <a16:creationId xmlns:a16="http://schemas.microsoft.com/office/drawing/2014/main" id="{168D6902-652B-9B27-C150-311AA61966A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39952" name="Group 35">
              <a:extLst>
                <a:ext uri="{FF2B5EF4-FFF2-40B4-BE49-F238E27FC236}">
                  <a16:creationId xmlns:a16="http://schemas.microsoft.com/office/drawing/2014/main" id="{8B60DADD-CE9A-3D11-DCF3-8FAA02AA3226}"/>
                </a:ext>
              </a:extLst>
            </p:cNvPr>
            <p:cNvGrpSpPr>
              <a:grpSpLocks/>
            </p:cNvGrpSpPr>
            <p:nvPr/>
          </p:nvGrpSpPr>
          <p:grpSpPr bwMode="auto">
            <a:xfrm>
              <a:off x="1536" y="3168"/>
              <a:ext cx="336" cy="240"/>
              <a:chOff x="2640" y="1776"/>
              <a:chExt cx="336" cy="240"/>
            </a:xfrm>
          </p:grpSpPr>
          <p:sp>
            <p:nvSpPr>
              <p:cNvPr id="39978" name="Oval 36">
                <a:extLst>
                  <a:ext uri="{FF2B5EF4-FFF2-40B4-BE49-F238E27FC236}">
                    <a16:creationId xmlns:a16="http://schemas.microsoft.com/office/drawing/2014/main" id="{D7225A13-1B2A-D060-6719-A074A2C24B1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79" name="Text Box 37">
                <a:extLst>
                  <a:ext uri="{FF2B5EF4-FFF2-40B4-BE49-F238E27FC236}">
                    <a16:creationId xmlns:a16="http://schemas.microsoft.com/office/drawing/2014/main" id="{CA30277E-EC90-45FF-0A8A-F24DC855A69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39953" name="Group 38">
              <a:extLst>
                <a:ext uri="{FF2B5EF4-FFF2-40B4-BE49-F238E27FC236}">
                  <a16:creationId xmlns:a16="http://schemas.microsoft.com/office/drawing/2014/main" id="{6A316CF3-600B-8175-79BA-A736B6D27C01}"/>
                </a:ext>
              </a:extLst>
            </p:cNvPr>
            <p:cNvGrpSpPr>
              <a:grpSpLocks/>
            </p:cNvGrpSpPr>
            <p:nvPr/>
          </p:nvGrpSpPr>
          <p:grpSpPr bwMode="auto">
            <a:xfrm>
              <a:off x="2160" y="3168"/>
              <a:ext cx="336" cy="240"/>
              <a:chOff x="2640" y="1776"/>
              <a:chExt cx="336" cy="240"/>
            </a:xfrm>
          </p:grpSpPr>
          <p:sp>
            <p:nvSpPr>
              <p:cNvPr id="39976" name="Oval 39">
                <a:extLst>
                  <a:ext uri="{FF2B5EF4-FFF2-40B4-BE49-F238E27FC236}">
                    <a16:creationId xmlns:a16="http://schemas.microsoft.com/office/drawing/2014/main" id="{D3F8A767-DA71-45EB-4CCE-D9C44D19A55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77" name="Text Box 40">
                <a:extLst>
                  <a:ext uri="{FF2B5EF4-FFF2-40B4-BE49-F238E27FC236}">
                    <a16:creationId xmlns:a16="http://schemas.microsoft.com/office/drawing/2014/main" id="{F4A859C5-0C74-6AFF-7970-C801ADDF955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39954" name="Oval 41">
              <a:extLst>
                <a:ext uri="{FF2B5EF4-FFF2-40B4-BE49-F238E27FC236}">
                  <a16:creationId xmlns:a16="http://schemas.microsoft.com/office/drawing/2014/main" id="{6517E0D7-E07C-0437-38B8-B1BB475A9568}"/>
                </a:ext>
              </a:extLst>
            </p:cNvPr>
            <p:cNvSpPr>
              <a:spLocks noChangeArrowheads="1"/>
            </p:cNvSpPr>
            <p:nvPr/>
          </p:nvSpPr>
          <p:spPr bwMode="auto">
            <a:xfrm>
              <a:off x="2160" y="3696"/>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55" name="Text Box 42">
              <a:extLst>
                <a:ext uri="{FF2B5EF4-FFF2-40B4-BE49-F238E27FC236}">
                  <a16:creationId xmlns:a16="http://schemas.microsoft.com/office/drawing/2014/main" id="{BDC5D29E-43E4-2229-406C-8501617D45B1}"/>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mj-lt"/>
                </a:rPr>
                <a:t>O</a:t>
              </a:r>
              <a:endParaRPr lang="en-GB" altLang="en-US" sz="1800" b="1" i="1">
                <a:latin typeface="+mj-lt"/>
              </a:endParaRPr>
            </a:p>
          </p:txBody>
        </p:sp>
        <p:sp>
          <p:nvSpPr>
            <p:cNvPr id="39956" name="Line 43">
              <a:extLst>
                <a:ext uri="{FF2B5EF4-FFF2-40B4-BE49-F238E27FC236}">
                  <a16:creationId xmlns:a16="http://schemas.microsoft.com/office/drawing/2014/main" id="{1A10A642-EBBC-C58C-3333-F0A2BC68A94D}"/>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57" name="Line 44">
              <a:extLst>
                <a:ext uri="{FF2B5EF4-FFF2-40B4-BE49-F238E27FC236}">
                  <a16:creationId xmlns:a16="http://schemas.microsoft.com/office/drawing/2014/main" id="{7840BC24-F355-C515-59D0-BEC7F166E618}"/>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58" name="Line 45">
              <a:extLst>
                <a:ext uri="{FF2B5EF4-FFF2-40B4-BE49-F238E27FC236}">
                  <a16:creationId xmlns:a16="http://schemas.microsoft.com/office/drawing/2014/main" id="{1DCA2694-320E-F5BF-0482-4248F2456494}"/>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59" name="Line 46">
              <a:extLst>
                <a:ext uri="{FF2B5EF4-FFF2-40B4-BE49-F238E27FC236}">
                  <a16:creationId xmlns:a16="http://schemas.microsoft.com/office/drawing/2014/main" id="{8AB41F47-F9B9-9380-EA62-F9CAD5421F68}"/>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60" name="Line 47">
              <a:extLst>
                <a:ext uri="{FF2B5EF4-FFF2-40B4-BE49-F238E27FC236}">
                  <a16:creationId xmlns:a16="http://schemas.microsoft.com/office/drawing/2014/main" id="{B7EAA8E2-B0C6-8869-0E7C-22D740A9191F}"/>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61" name="Line 48">
              <a:extLst>
                <a:ext uri="{FF2B5EF4-FFF2-40B4-BE49-F238E27FC236}">
                  <a16:creationId xmlns:a16="http://schemas.microsoft.com/office/drawing/2014/main" id="{8A627B6F-97DE-BBEC-F648-7AC8B1D3F56E}"/>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62" name="Line 49">
              <a:extLst>
                <a:ext uri="{FF2B5EF4-FFF2-40B4-BE49-F238E27FC236}">
                  <a16:creationId xmlns:a16="http://schemas.microsoft.com/office/drawing/2014/main" id="{A78088C1-0B23-6628-AFD4-3838C92D1704}"/>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63" name="Line 50">
              <a:extLst>
                <a:ext uri="{FF2B5EF4-FFF2-40B4-BE49-F238E27FC236}">
                  <a16:creationId xmlns:a16="http://schemas.microsoft.com/office/drawing/2014/main" id="{86F67866-CE05-E4E1-E831-51CC0DC67830}"/>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64" name="Line 51">
              <a:extLst>
                <a:ext uri="{FF2B5EF4-FFF2-40B4-BE49-F238E27FC236}">
                  <a16:creationId xmlns:a16="http://schemas.microsoft.com/office/drawing/2014/main" id="{467CC21A-BC86-26A1-7669-10A23BE8FEE7}"/>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65" name="Line 52">
              <a:extLst>
                <a:ext uri="{FF2B5EF4-FFF2-40B4-BE49-F238E27FC236}">
                  <a16:creationId xmlns:a16="http://schemas.microsoft.com/office/drawing/2014/main" id="{DFF5F358-4D4D-BB7A-BE26-01280B3F23CE}"/>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66" name="Line 53">
              <a:extLst>
                <a:ext uri="{FF2B5EF4-FFF2-40B4-BE49-F238E27FC236}">
                  <a16:creationId xmlns:a16="http://schemas.microsoft.com/office/drawing/2014/main" id="{9D0788F7-9E79-B9AF-740D-F60832852141}"/>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39967" name="Group 54">
              <a:extLst>
                <a:ext uri="{FF2B5EF4-FFF2-40B4-BE49-F238E27FC236}">
                  <a16:creationId xmlns:a16="http://schemas.microsoft.com/office/drawing/2014/main" id="{FCCA0692-DE5D-C065-000A-B49F0E414017}"/>
                </a:ext>
              </a:extLst>
            </p:cNvPr>
            <p:cNvGrpSpPr>
              <a:grpSpLocks/>
            </p:cNvGrpSpPr>
            <p:nvPr/>
          </p:nvGrpSpPr>
          <p:grpSpPr bwMode="auto">
            <a:xfrm>
              <a:off x="3120" y="3168"/>
              <a:ext cx="336" cy="240"/>
              <a:chOff x="2640" y="1776"/>
              <a:chExt cx="336" cy="240"/>
            </a:xfrm>
          </p:grpSpPr>
          <p:sp>
            <p:nvSpPr>
              <p:cNvPr id="39974" name="Oval 55">
                <a:extLst>
                  <a:ext uri="{FF2B5EF4-FFF2-40B4-BE49-F238E27FC236}">
                    <a16:creationId xmlns:a16="http://schemas.microsoft.com/office/drawing/2014/main" id="{B964B117-F88A-FEB2-35B3-EEC678A7FCA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75" name="Text Box 56">
                <a:extLst>
                  <a:ext uri="{FF2B5EF4-FFF2-40B4-BE49-F238E27FC236}">
                    <a16:creationId xmlns:a16="http://schemas.microsoft.com/office/drawing/2014/main" id="{ADFFCFA2-C38E-CC3E-09EE-6EF898F1CA1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grpSp>
          <p:nvGrpSpPr>
            <p:cNvPr id="39968" name="Group 57">
              <a:extLst>
                <a:ext uri="{FF2B5EF4-FFF2-40B4-BE49-F238E27FC236}">
                  <a16:creationId xmlns:a16="http://schemas.microsoft.com/office/drawing/2014/main" id="{00A86D30-32F4-43B6-0549-F01D6A078A3C}"/>
                </a:ext>
              </a:extLst>
            </p:cNvPr>
            <p:cNvGrpSpPr>
              <a:grpSpLocks/>
            </p:cNvGrpSpPr>
            <p:nvPr/>
          </p:nvGrpSpPr>
          <p:grpSpPr bwMode="auto">
            <a:xfrm>
              <a:off x="3840" y="3120"/>
              <a:ext cx="336" cy="240"/>
              <a:chOff x="2640" y="1776"/>
              <a:chExt cx="336" cy="240"/>
            </a:xfrm>
          </p:grpSpPr>
          <p:sp>
            <p:nvSpPr>
              <p:cNvPr id="39972" name="Oval 58">
                <a:extLst>
                  <a:ext uri="{FF2B5EF4-FFF2-40B4-BE49-F238E27FC236}">
                    <a16:creationId xmlns:a16="http://schemas.microsoft.com/office/drawing/2014/main" id="{71F1175F-FCDE-79DF-A595-5C27E14B57B2}"/>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39973" name="Text Box 59">
                <a:extLst>
                  <a:ext uri="{FF2B5EF4-FFF2-40B4-BE49-F238E27FC236}">
                    <a16:creationId xmlns:a16="http://schemas.microsoft.com/office/drawing/2014/main" id="{F7D85458-3C78-ABD8-1B90-134532A86CA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N</a:t>
                </a:r>
                <a:endParaRPr lang="en-GB" altLang="en-US" sz="1800">
                  <a:latin typeface="+mj-lt"/>
                </a:endParaRPr>
              </a:p>
            </p:txBody>
          </p:sp>
        </p:grpSp>
        <p:sp>
          <p:nvSpPr>
            <p:cNvPr id="39969" name="Line 60">
              <a:extLst>
                <a:ext uri="{FF2B5EF4-FFF2-40B4-BE49-F238E27FC236}">
                  <a16:creationId xmlns:a16="http://schemas.microsoft.com/office/drawing/2014/main" id="{82A789E2-F7B4-BB57-D6C2-1DEBEDA3A645}"/>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70" name="Line 61">
              <a:extLst>
                <a:ext uri="{FF2B5EF4-FFF2-40B4-BE49-F238E27FC236}">
                  <a16:creationId xmlns:a16="http://schemas.microsoft.com/office/drawing/2014/main" id="{A75D67F5-7106-44E7-EEF0-C9025818CCB7}"/>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9971" name="Line 62">
              <a:extLst>
                <a:ext uri="{FF2B5EF4-FFF2-40B4-BE49-F238E27FC236}">
                  <a16:creationId xmlns:a16="http://schemas.microsoft.com/office/drawing/2014/main" id="{95625B6F-580C-76B7-3B96-4FB0EDF81221}"/>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FECCDE64-77F2-5A2A-67E9-C01DB2D26CD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a:extLst>
              <a:ext uri="{FF2B5EF4-FFF2-40B4-BE49-F238E27FC236}">
                <a16:creationId xmlns:a16="http://schemas.microsoft.com/office/drawing/2014/main" id="{997E51B5-21CC-AF23-D5A1-F257D4CF4A50}"/>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mj-lt"/>
              </a:rPr>
              <a:t>A,</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B,C,D,E,</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F,G,H,I,J,</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K,L, M,N,</a:t>
            </a:r>
          </a:p>
          <a:p>
            <a:pPr eaLnBrk="1" hangingPunct="1">
              <a:spcBef>
                <a:spcPct val="20000"/>
              </a:spcBef>
              <a:buClr>
                <a:schemeClr val="folHlink"/>
              </a:buClr>
              <a:buSzPct val="60000"/>
              <a:buFont typeface="Wingdings" panose="05000000000000000000" pitchFamily="2" charset="2"/>
              <a:buChar char="n"/>
            </a:pPr>
            <a:r>
              <a:rPr lang="en-US" altLang="en-US" sz="2000">
                <a:latin typeface="+mj-lt"/>
              </a:rPr>
              <a:t>Goal state: </a:t>
            </a:r>
            <a:r>
              <a:rPr lang="en-US" altLang="en-US" sz="2000" b="1" i="1">
                <a:latin typeface="+mj-lt"/>
              </a:rPr>
              <a:t>O</a:t>
            </a:r>
          </a:p>
          <a:p>
            <a:pPr eaLnBrk="1" hangingPunct="1">
              <a:spcBef>
                <a:spcPct val="20000"/>
              </a:spcBef>
              <a:buClr>
                <a:schemeClr val="folHlink"/>
              </a:buClr>
              <a:buSzPct val="60000"/>
              <a:buFont typeface="Wingdings" panose="05000000000000000000" pitchFamily="2" charset="2"/>
              <a:buChar char="n"/>
            </a:pPr>
            <a:endParaRPr lang="en-US" altLang="en-US" sz="2000">
              <a:latin typeface="+mj-lt"/>
            </a:endParaRPr>
          </a:p>
        </p:txBody>
      </p:sp>
      <p:grpSp>
        <p:nvGrpSpPr>
          <p:cNvPr id="40965" name="Group 4">
            <a:extLst>
              <a:ext uri="{FF2B5EF4-FFF2-40B4-BE49-F238E27FC236}">
                <a16:creationId xmlns:a16="http://schemas.microsoft.com/office/drawing/2014/main" id="{CF74A77A-9D84-666A-E133-D7438B4E51BE}"/>
              </a:ext>
            </a:extLst>
          </p:cNvPr>
          <p:cNvGrpSpPr>
            <a:grpSpLocks/>
          </p:cNvGrpSpPr>
          <p:nvPr/>
        </p:nvGrpSpPr>
        <p:grpSpPr bwMode="auto">
          <a:xfrm>
            <a:off x="2133600" y="2895600"/>
            <a:ext cx="5410200" cy="3429000"/>
            <a:chOff x="1104" y="1776"/>
            <a:chExt cx="3408" cy="2160"/>
          </a:xfrm>
        </p:grpSpPr>
        <p:grpSp>
          <p:nvGrpSpPr>
            <p:cNvPr id="40966" name="Group 5">
              <a:extLst>
                <a:ext uri="{FF2B5EF4-FFF2-40B4-BE49-F238E27FC236}">
                  <a16:creationId xmlns:a16="http://schemas.microsoft.com/office/drawing/2014/main" id="{BC17FF8E-CB0D-2048-48EF-99CDD13DBA4A}"/>
                </a:ext>
              </a:extLst>
            </p:cNvPr>
            <p:cNvGrpSpPr>
              <a:grpSpLocks/>
            </p:cNvGrpSpPr>
            <p:nvPr/>
          </p:nvGrpSpPr>
          <p:grpSpPr bwMode="auto">
            <a:xfrm>
              <a:off x="2640" y="1776"/>
              <a:ext cx="336" cy="240"/>
              <a:chOff x="2640" y="1776"/>
              <a:chExt cx="336" cy="240"/>
            </a:xfrm>
          </p:grpSpPr>
          <p:sp>
            <p:nvSpPr>
              <p:cNvPr id="41022" name="Oval 6">
                <a:extLst>
                  <a:ext uri="{FF2B5EF4-FFF2-40B4-BE49-F238E27FC236}">
                    <a16:creationId xmlns:a16="http://schemas.microsoft.com/office/drawing/2014/main" id="{90256F55-4A77-6705-FB68-50B5AB92873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23" name="Text Box 7">
                <a:extLst>
                  <a:ext uri="{FF2B5EF4-FFF2-40B4-BE49-F238E27FC236}">
                    <a16:creationId xmlns:a16="http://schemas.microsoft.com/office/drawing/2014/main" id="{34BD8C36-CC1B-E5BD-7F87-7EEB6757BC5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40967" name="Group 8">
              <a:extLst>
                <a:ext uri="{FF2B5EF4-FFF2-40B4-BE49-F238E27FC236}">
                  <a16:creationId xmlns:a16="http://schemas.microsoft.com/office/drawing/2014/main" id="{166726B7-EEDE-088C-6DF7-32A6D229A2A7}"/>
                </a:ext>
              </a:extLst>
            </p:cNvPr>
            <p:cNvGrpSpPr>
              <a:grpSpLocks/>
            </p:cNvGrpSpPr>
            <p:nvPr/>
          </p:nvGrpSpPr>
          <p:grpSpPr bwMode="auto">
            <a:xfrm>
              <a:off x="1536" y="2208"/>
              <a:ext cx="336" cy="240"/>
              <a:chOff x="2640" y="1776"/>
              <a:chExt cx="336" cy="240"/>
            </a:xfrm>
          </p:grpSpPr>
          <p:sp>
            <p:nvSpPr>
              <p:cNvPr id="41020" name="Oval 9">
                <a:extLst>
                  <a:ext uri="{FF2B5EF4-FFF2-40B4-BE49-F238E27FC236}">
                    <a16:creationId xmlns:a16="http://schemas.microsoft.com/office/drawing/2014/main" id="{C19BB4B2-9AD1-5F1B-E42F-7619F347D12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21" name="Text Box 10">
                <a:extLst>
                  <a:ext uri="{FF2B5EF4-FFF2-40B4-BE49-F238E27FC236}">
                    <a16:creationId xmlns:a16="http://schemas.microsoft.com/office/drawing/2014/main" id="{1B06C335-171E-019F-D585-F3BD81CDC3D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40968" name="Group 11">
              <a:extLst>
                <a:ext uri="{FF2B5EF4-FFF2-40B4-BE49-F238E27FC236}">
                  <a16:creationId xmlns:a16="http://schemas.microsoft.com/office/drawing/2014/main" id="{7BE638F8-18ED-851D-DE92-086F5C98723D}"/>
                </a:ext>
              </a:extLst>
            </p:cNvPr>
            <p:cNvGrpSpPr>
              <a:grpSpLocks/>
            </p:cNvGrpSpPr>
            <p:nvPr/>
          </p:nvGrpSpPr>
          <p:grpSpPr bwMode="auto">
            <a:xfrm>
              <a:off x="2352" y="2208"/>
              <a:ext cx="336" cy="240"/>
              <a:chOff x="2640" y="1776"/>
              <a:chExt cx="336" cy="240"/>
            </a:xfrm>
          </p:grpSpPr>
          <p:sp>
            <p:nvSpPr>
              <p:cNvPr id="41018" name="Oval 12">
                <a:extLst>
                  <a:ext uri="{FF2B5EF4-FFF2-40B4-BE49-F238E27FC236}">
                    <a16:creationId xmlns:a16="http://schemas.microsoft.com/office/drawing/2014/main" id="{DE060B50-3A38-B4EC-04C4-F096A30372B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19" name="Text Box 13">
                <a:extLst>
                  <a:ext uri="{FF2B5EF4-FFF2-40B4-BE49-F238E27FC236}">
                    <a16:creationId xmlns:a16="http://schemas.microsoft.com/office/drawing/2014/main" id="{C5951739-4BC3-7F21-0074-EB00610D72A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40969" name="Group 14">
              <a:extLst>
                <a:ext uri="{FF2B5EF4-FFF2-40B4-BE49-F238E27FC236}">
                  <a16:creationId xmlns:a16="http://schemas.microsoft.com/office/drawing/2014/main" id="{27AC73B4-C408-13D3-2E38-2A61FB612ADF}"/>
                </a:ext>
              </a:extLst>
            </p:cNvPr>
            <p:cNvGrpSpPr>
              <a:grpSpLocks/>
            </p:cNvGrpSpPr>
            <p:nvPr/>
          </p:nvGrpSpPr>
          <p:grpSpPr bwMode="auto">
            <a:xfrm>
              <a:off x="4176" y="2208"/>
              <a:ext cx="336" cy="240"/>
              <a:chOff x="2640" y="1776"/>
              <a:chExt cx="336" cy="240"/>
            </a:xfrm>
          </p:grpSpPr>
          <p:sp>
            <p:nvSpPr>
              <p:cNvPr id="41016" name="Oval 15">
                <a:extLst>
                  <a:ext uri="{FF2B5EF4-FFF2-40B4-BE49-F238E27FC236}">
                    <a16:creationId xmlns:a16="http://schemas.microsoft.com/office/drawing/2014/main" id="{FAADD7FA-3307-7C34-0055-08C4E92B2FC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17" name="Text Box 16">
                <a:extLst>
                  <a:ext uri="{FF2B5EF4-FFF2-40B4-BE49-F238E27FC236}">
                    <a16:creationId xmlns:a16="http://schemas.microsoft.com/office/drawing/2014/main" id="{DA00DCEA-7EBD-5ACF-11B0-640093E5E1D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40970" name="Group 17">
              <a:extLst>
                <a:ext uri="{FF2B5EF4-FFF2-40B4-BE49-F238E27FC236}">
                  <a16:creationId xmlns:a16="http://schemas.microsoft.com/office/drawing/2014/main" id="{5270180E-5132-DF12-64C6-768DBAB401DB}"/>
                </a:ext>
              </a:extLst>
            </p:cNvPr>
            <p:cNvGrpSpPr>
              <a:grpSpLocks/>
            </p:cNvGrpSpPr>
            <p:nvPr/>
          </p:nvGrpSpPr>
          <p:grpSpPr bwMode="auto">
            <a:xfrm>
              <a:off x="3168" y="2208"/>
              <a:ext cx="336" cy="240"/>
              <a:chOff x="2640" y="1776"/>
              <a:chExt cx="336" cy="240"/>
            </a:xfrm>
          </p:grpSpPr>
          <p:sp>
            <p:nvSpPr>
              <p:cNvPr id="41014" name="Oval 18">
                <a:extLst>
                  <a:ext uri="{FF2B5EF4-FFF2-40B4-BE49-F238E27FC236}">
                    <a16:creationId xmlns:a16="http://schemas.microsoft.com/office/drawing/2014/main" id="{5A945FF3-92B6-50E5-FFB8-09DA9333F98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15" name="Text Box 19">
                <a:extLst>
                  <a:ext uri="{FF2B5EF4-FFF2-40B4-BE49-F238E27FC236}">
                    <a16:creationId xmlns:a16="http://schemas.microsoft.com/office/drawing/2014/main" id="{1649D4A9-6D9C-5C3E-53A3-3F1B685F74B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40971" name="Group 20">
              <a:extLst>
                <a:ext uri="{FF2B5EF4-FFF2-40B4-BE49-F238E27FC236}">
                  <a16:creationId xmlns:a16="http://schemas.microsoft.com/office/drawing/2014/main" id="{B5BF39AF-4E2D-E21F-006A-232E509F7914}"/>
                </a:ext>
              </a:extLst>
            </p:cNvPr>
            <p:cNvGrpSpPr>
              <a:grpSpLocks/>
            </p:cNvGrpSpPr>
            <p:nvPr/>
          </p:nvGrpSpPr>
          <p:grpSpPr bwMode="auto">
            <a:xfrm>
              <a:off x="1104" y="2640"/>
              <a:ext cx="336" cy="240"/>
              <a:chOff x="2640" y="1776"/>
              <a:chExt cx="336" cy="240"/>
            </a:xfrm>
          </p:grpSpPr>
          <p:sp>
            <p:nvSpPr>
              <p:cNvPr id="41012" name="Oval 21">
                <a:extLst>
                  <a:ext uri="{FF2B5EF4-FFF2-40B4-BE49-F238E27FC236}">
                    <a16:creationId xmlns:a16="http://schemas.microsoft.com/office/drawing/2014/main" id="{4A3E48F8-76D5-7B55-257E-964CD6D86C4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13" name="Text Box 22">
                <a:extLst>
                  <a:ext uri="{FF2B5EF4-FFF2-40B4-BE49-F238E27FC236}">
                    <a16:creationId xmlns:a16="http://schemas.microsoft.com/office/drawing/2014/main" id="{F4D6FD99-C4F3-BB07-9C14-5FA85D11125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40972" name="Group 23">
              <a:extLst>
                <a:ext uri="{FF2B5EF4-FFF2-40B4-BE49-F238E27FC236}">
                  <a16:creationId xmlns:a16="http://schemas.microsoft.com/office/drawing/2014/main" id="{FD58253F-ED4C-DC7F-4DBB-77148FFB2BEF}"/>
                </a:ext>
              </a:extLst>
            </p:cNvPr>
            <p:cNvGrpSpPr>
              <a:grpSpLocks/>
            </p:cNvGrpSpPr>
            <p:nvPr/>
          </p:nvGrpSpPr>
          <p:grpSpPr bwMode="auto">
            <a:xfrm>
              <a:off x="1872" y="2640"/>
              <a:ext cx="336" cy="240"/>
              <a:chOff x="2640" y="1776"/>
              <a:chExt cx="336" cy="240"/>
            </a:xfrm>
          </p:grpSpPr>
          <p:sp>
            <p:nvSpPr>
              <p:cNvPr id="41010" name="Oval 24">
                <a:extLst>
                  <a:ext uri="{FF2B5EF4-FFF2-40B4-BE49-F238E27FC236}">
                    <a16:creationId xmlns:a16="http://schemas.microsoft.com/office/drawing/2014/main" id="{B27F7373-CF06-A578-56A1-6C0CF54F589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11" name="Text Box 25">
                <a:extLst>
                  <a:ext uri="{FF2B5EF4-FFF2-40B4-BE49-F238E27FC236}">
                    <a16:creationId xmlns:a16="http://schemas.microsoft.com/office/drawing/2014/main" id="{A380C091-A309-48A1-C7AF-9792C965BD2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40973" name="Group 26">
              <a:extLst>
                <a:ext uri="{FF2B5EF4-FFF2-40B4-BE49-F238E27FC236}">
                  <a16:creationId xmlns:a16="http://schemas.microsoft.com/office/drawing/2014/main" id="{3A430DB6-019A-DF99-AF59-4C93AF43B70F}"/>
                </a:ext>
              </a:extLst>
            </p:cNvPr>
            <p:cNvGrpSpPr>
              <a:grpSpLocks/>
            </p:cNvGrpSpPr>
            <p:nvPr/>
          </p:nvGrpSpPr>
          <p:grpSpPr bwMode="auto">
            <a:xfrm>
              <a:off x="2592" y="2640"/>
              <a:ext cx="336" cy="240"/>
              <a:chOff x="2640" y="1776"/>
              <a:chExt cx="336" cy="240"/>
            </a:xfrm>
          </p:grpSpPr>
          <p:sp>
            <p:nvSpPr>
              <p:cNvPr id="41008" name="Oval 27">
                <a:extLst>
                  <a:ext uri="{FF2B5EF4-FFF2-40B4-BE49-F238E27FC236}">
                    <a16:creationId xmlns:a16="http://schemas.microsoft.com/office/drawing/2014/main" id="{AC677EF4-D049-47A5-AD15-76A738B1D38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09" name="Text Box 28">
                <a:extLst>
                  <a:ext uri="{FF2B5EF4-FFF2-40B4-BE49-F238E27FC236}">
                    <a16:creationId xmlns:a16="http://schemas.microsoft.com/office/drawing/2014/main" id="{E6F466EA-85D5-1D75-C538-9C18D3A902E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40974" name="Group 29">
              <a:extLst>
                <a:ext uri="{FF2B5EF4-FFF2-40B4-BE49-F238E27FC236}">
                  <a16:creationId xmlns:a16="http://schemas.microsoft.com/office/drawing/2014/main" id="{4394A26E-7ECC-2091-D362-41746ED7D5CC}"/>
                </a:ext>
              </a:extLst>
            </p:cNvPr>
            <p:cNvGrpSpPr>
              <a:grpSpLocks/>
            </p:cNvGrpSpPr>
            <p:nvPr/>
          </p:nvGrpSpPr>
          <p:grpSpPr bwMode="auto">
            <a:xfrm>
              <a:off x="3072" y="2640"/>
              <a:ext cx="336" cy="240"/>
              <a:chOff x="2640" y="1776"/>
              <a:chExt cx="336" cy="240"/>
            </a:xfrm>
          </p:grpSpPr>
          <p:sp>
            <p:nvSpPr>
              <p:cNvPr id="41006" name="Oval 30">
                <a:extLst>
                  <a:ext uri="{FF2B5EF4-FFF2-40B4-BE49-F238E27FC236}">
                    <a16:creationId xmlns:a16="http://schemas.microsoft.com/office/drawing/2014/main" id="{21018E8F-E2D4-3165-6E53-571124BF2F2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07" name="Text Box 31">
                <a:extLst>
                  <a:ext uri="{FF2B5EF4-FFF2-40B4-BE49-F238E27FC236}">
                    <a16:creationId xmlns:a16="http://schemas.microsoft.com/office/drawing/2014/main" id="{EF1FFB2D-4449-C570-7D29-53DA889F6F2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40975" name="Group 32">
              <a:extLst>
                <a:ext uri="{FF2B5EF4-FFF2-40B4-BE49-F238E27FC236}">
                  <a16:creationId xmlns:a16="http://schemas.microsoft.com/office/drawing/2014/main" id="{E86466B8-615A-841B-A28F-02A5422BE5A6}"/>
                </a:ext>
              </a:extLst>
            </p:cNvPr>
            <p:cNvGrpSpPr>
              <a:grpSpLocks/>
            </p:cNvGrpSpPr>
            <p:nvPr/>
          </p:nvGrpSpPr>
          <p:grpSpPr bwMode="auto">
            <a:xfrm>
              <a:off x="3696" y="2640"/>
              <a:ext cx="336" cy="240"/>
              <a:chOff x="2640" y="1776"/>
              <a:chExt cx="336" cy="240"/>
            </a:xfrm>
          </p:grpSpPr>
          <p:sp>
            <p:nvSpPr>
              <p:cNvPr id="41004" name="Oval 33">
                <a:extLst>
                  <a:ext uri="{FF2B5EF4-FFF2-40B4-BE49-F238E27FC236}">
                    <a16:creationId xmlns:a16="http://schemas.microsoft.com/office/drawing/2014/main" id="{93BFBC71-40E3-2347-89D9-4ADFDEB1D20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05" name="Text Box 34">
                <a:extLst>
                  <a:ext uri="{FF2B5EF4-FFF2-40B4-BE49-F238E27FC236}">
                    <a16:creationId xmlns:a16="http://schemas.microsoft.com/office/drawing/2014/main" id="{6EFF123E-9191-2BD8-186E-9BFE099BBB6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40976" name="Group 35">
              <a:extLst>
                <a:ext uri="{FF2B5EF4-FFF2-40B4-BE49-F238E27FC236}">
                  <a16:creationId xmlns:a16="http://schemas.microsoft.com/office/drawing/2014/main" id="{4DE1B8A9-375D-110D-AE1F-D69C3CC0FC45}"/>
                </a:ext>
              </a:extLst>
            </p:cNvPr>
            <p:cNvGrpSpPr>
              <a:grpSpLocks/>
            </p:cNvGrpSpPr>
            <p:nvPr/>
          </p:nvGrpSpPr>
          <p:grpSpPr bwMode="auto">
            <a:xfrm>
              <a:off x="1536" y="3168"/>
              <a:ext cx="336" cy="240"/>
              <a:chOff x="2640" y="1776"/>
              <a:chExt cx="336" cy="240"/>
            </a:xfrm>
          </p:grpSpPr>
          <p:sp>
            <p:nvSpPr>
              <p:cNvPr id="41002" name="Oval 36">
                <a:extLst>
                  <a:ext uri="{FF2B5EF4-FFF2-40B4-BE49-F238E27FC236}">
                    <a16:creationId xmlns:a16="http://schemas.microsoft.com/office/drawing/2014/main" id="{3EC6FAF6-6056-56C3-DCB9-4F34A798745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03" name="Text Box 37">
                <a:extLst>
                  <a:ext uri="{FF2B5EF4-FFF2-40B4-BE49-F238E27FC236}">
                    <a16:creationId xmlns:a16="http://schemas.microsoft.com/office/drawing/2014/main" id="{C63C2642-6EF4-D188-B4E8-CAE37049DFC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40977" name="Group 38">
              <a:extLst>
                <a:ext uri="{FF2B5EF4-FFF2-40B4-BE49-F238E27FC236}">
                  <a16:creationId xmlns:a16="http://schemas.microsoft.com/office/drawing/2014/main" id="{6BD6D92F-F079-4C16-CBE0-386037859CE5}"/>
                </a:ext>
              </a:extLst>
            </p:cNvPr>
            <p:cNvGrpSpPr>
              <a:grpSpLocks/>
            </p:cNvGrpSpPr>
            <p:nvPr/>
          </p:nvGrpSpPr>
          <p:grpSpPr bwMode="auto">
            <a:xfrm>
              <a:off x="2160" y="3168"/>
              <a:ext cx="336" cy="240"/>
              <a:chOff x="2640" y="1776"/>
              <a:chExt cx="336" cy="240"/>
            </a:xfrm>
          </p:grpSpPr>
          <p:sp>
            <p:nvSpPr>
              <p:cNvPr id="41000" name="Oval 39">
                <a:extLst>
                  <a:ext uri="{FF2B5EF4-FFF2-40B4-BE49-F238E27FC236}">
                    <a16:creationId xmlns:a16="http://schemas.microsoft.com/office/drawing/2014/main" id="{74825640-2D09-1AF4-9DDD-64EBB05DD61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1001" name="Text Box 40">
                <a:extLst>
                  <a:ext uri="{FF2B5EF4-FFF2-40B4-BE49-F238E27FC236}">
                    <a16:creationId xmlns:a16="http://schemas.microsoft.com/office/drawing/2014/main" id="{96ABA7B4-DD0A-8DA5-994F-8E46997C9CB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40978" name="Oval 41">
              <a:extLst>
                <a:ext uri="{FF2B5EF4-FFF2-40B4-BE49-F238E27FC236}">
                  <a16:creationId xmlns:a16="http://schemas.microsoft.com/office/drawing/2014/main" id="{C9B25D18-9B0B-4FEC-2276-BEF2DC6616E4}"/>
                </a:ext>
              </a:extLst>
            </p:cNvPr>
            <p:cNvSpPr>
              <a:spLocks noChangeArrowheads="1"/>
            </p:cNvSpPr>
            <p:nvPr/>
          </p:nvSpPr>
          <p:spPr bwMode="auto">
            <a:xfrm>
              <a:off x="2160" y="3696"/>
              <a:ext cx="336" cy="240"/>
            </a:xfrm>
            <a:prstGeom prst="ellipse">
              <a:avLst/>
            </a:prstGeom>
            <a:solidFill>
              <a:srgbClr val="FF0000"/>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0979" name="Text Box 42">
              <a:extLst>
                <a:ext uri="{FF2B5EF4-FFF2-40B4-BE49-F238E27FC236}">
                  <a16:creationId xmlns:a16="http://schemas.microsoft.com/office/drawing/2014/main" id="{04743189-18A3-1810-928B-7B9D145279E4}"/>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mj-lt"/>
                </a:rPr>
                <a:t>O</a:t>
              </a:r>
              <a:endParaRPr lang="en-GB" altLang="en-US" sz="1800" b="1" i="1">
                <a:latin typeface="+mj-lt"/>
              </a:endParaRPr>
            </a:p>
          </p:txBody>
        </p:sp>
        <p:sp>
          <p:nvSpPr>
            <p:cNvPr id="40980" name="Line 43">
              <a:extLst>
                <a:ext uri="{FF2B5EF4-FFF2-40B4-BE49-F238E27FC236}">
                  <a16:creationId xmlns:a16="http://schemas.microsoft.com/office/drawing/2014/main" id="{7015EAC2-EE0F-94C2-67D6-C8532BA48B79}"/>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1" name="Line 44">
              <a:extLst>
                <a:ext uri="{FF2B5EF4-FFF2-40B4-BE49-F238E27FC236}">
                  <a16:creationId xmlns:a16="http://schemas.microsoft.com/office/drawing/2014/main" id="{A8F745A2-6365-807E-4C85-B365F9D73A83}"/>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2" name="Line 45">
              <a:extLst>
                <a:ext uri="{FF2B5EF4-FFF2-40B4-BE49-F238E27FC236}">
                  <a16:creationId xmlns:a16="http://schemas.microsoft.com/office/drawing/2014/main" id="{3D69515F-83F4-4314-2962-B03C59B62F5F}"/>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3" name="Line 46">
              <a:extLst>
                <a:ext uri="{FF2B5EF4-FFF2-40B4-BE49-F238E27FC236}">
                  <a16:creationId xmlns:a16="http://schemas.microsoft.com/office/drawing/2014/main" id="{CE6FFAE8-C9C7-E85B-8C41-D5C31643555B}"/>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4" name="Line 47">
              <a:extLst>
                <a:ext uri="{FF2B5EF4-FFF2-40B4-BE49-F238E27FC236}">
                  <a16:creationId xmlns:a16="http://schemas.microsoft.com/office/drawing/2014/main" id="{1D4737DE-2CCD-3738-62B8-D6995854B4C9}"/>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5" name="Line 48">
              <a:extLst>
                <a:ext uri="{FF2B5EF4-FFF2-40B4-BE49-F238E27FC236}">
                  <a16:creationId xmlns:a16="http://schemas.microsoft.com/office/drawing/2014/main" id="{D5A1EA8D-D833-0D23-9E23-9FA52A28DD3C}"/>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6" name="Line 49">
              <a:extLst>
                <a:ext uri="{FF2B5EF4-FFF2-40B4-BE49-F238E27FC236}">
                  <a16:creationId xmlns:a16="http://schemas.microsoft.com/office/drawing/2014/main" id="{F6C88073-A909-2416-B4F8-DCBA6094195C}"/>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7" name="Line 50">
              <a:extLst>
                <a:ext uri="{FF2B5EF4-FFF2-40B4-BE49-F238E27FC236}">
                  <a16:creationId xmlns:a16="http://schemas.microsoft.com/office/drawing/2014/main" id="{D785EB56-29C2-0EEA-2531-7B9844DEF801}"/>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8" name="Line 51">
              <a:extLst>
                <a:ext uri="{FF2B5EF4-FFF2-40B4-BE49-F238E27FC236}">
                  <a16:creationId xmlns:a16="http://schemas.microsoft.com/office/drawing/2014/main" id="{782C8938-7F27-78C8-01D3-92C1CB416492}"/>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89" name="Line 52">
              <a:extLst>
                <a:ext uri="{FF2B5EF4-FFF2-40B4-BE49-F238E27FC236}">
                  <a16:creationId xmlns:a16="http://schemas.microsoft.com/office/drawing/2014/main" id="{5344CCAE-5ECB-68D5-9F52-D92C031F206B}"/>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90" name="Line 53">
              <a:extLst>
                <a:ext uri="{FF2B5EF4-FFF2-40B4-BE49-F238E27FC236}">
                  <a16:creationId xmlns:a16="http://schemas.microsoft.com/office/drawing/2014/main" id="{05FE9771-4A41-645A-2162-06F01D57DA6A}"/>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40991" name="Group 54">
              <a:extLst>
                <a:ext uri="{FF2B5EF4-FFF2-40B4-BE49-F238E27FC236}">
                  <a16:creationId xmlns:a16="http://schemas.microsoft.com/office/drawing/2014/main" id="{B309B4E2-F532-9FDE-7907-1AEA874031DE}"/>
                </a:ext>
              </a:extLst>
            </p:cNvPr>
            <p:cNvGrpSpPr>
              <a:grpSpLocks/>
            </p:cNvGrpSpPr>
            <p:nvPr/>
          </p:nvGrpSpPr>
          <p:grpSpPr bwMode="auto">
            <a:xfrm>
              <a:off x="3120" y="3168"/>
              <a:ext cx="336" cy="240"/>
              <a:chOff x="2640" y="1776"/>
              <a:chExt cx="336" cy="240"/>
            </a:xfrm>
          </p:grpSpPr>
          <p:sp>
            <p:nvSpPr>
              <p:cNvPr id="40998" name="Oval 55">
                <a:extLst>
                  <a:ext uri="{FF2B5EF4-FFF2-40B4-BE49-F238E27FC236}">
                    <a16:creationId xmlns:a16="http://schemas.microsoft.com/office/drawing/2014/main" id="{5B65CCC9-AB83-92E8-3146-435656105E5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0999" name="Text Box 56">
                <a:extLst>
                  <a:ext uri="{FF2B5EF4-FFF2-40B4-BE49-F238E27FC236}">
                    <a16:creationId xmlns:a16="http://schemas.microsoft.com/office/drawing/2014/main" id="{E5A0B5D5-81BF-B10D-4701-C86DF53511F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grpSp>
          <p:nvGrpSpPr>
            <p:cNvPr id="40992" name="Group 57">
              <a:extLst>
                <a:ext uri="{FF2B5EF4-FFF2-40B4-BE49-F238E27FC236}">
                  <a16:creationId xmlns:a16="http://schemas.microsoft.com/office/drawing/2014/main" id="{77E22DCD-B3EF-B2B9-5EE2-0A01641C8320}"/>
                </a:ext>
              </a:extLst>
            </p:cNvPr>
            <p:cNvGrpSpPr>
              <a:grpSpLocks/>
            </p:cNvGrpSpPr>
            <p:nvPr/>
          </p:nvGrpSpPr>
          <p:grpSpPr bwMode="auto">
            <a:xfrm>
              <a:off x="3840" y="3120"/>
              <a:ext cx="336" cy="240"/>
              <a:chOff x="2640" y="1776"/>
              <a:chExt cx="336" cy="240"/>
            </a:xfrm>
          </p:grpSpPr>
          <p:sp>
            <p:nvSpPr>
              <p:cNvPr id="40996" name="Oval 58">
                <a:extLst>
                  <a:ext uri="{FF2B5EF4-FFF2-40B4-BE49-F238E27FC236}">
                    <a16:creationId xmlns:a16="http://schemas.microsoft.com/office/drawing/2014/main" id="{15B70FF8-41B9-2B6B-96F3-6EEAC20D1A8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0997" name="Text Box 59">
                <a:extLst>
                  <a:ext uri="{FF2B5EF4-FFF2-40B4-BE49-F238E27FC236}">
                    <a16:creationId xmlns:a16="http://schemas.microsoft.com/office/drawing/2014/main" id="{2E3EB464-C603-1C33-B9BD-496C44FEA39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N</a:t>
                </a:r>
                <a:endParaRPr lang="en-GB" altLang="en-US" sz="1800">
                  <a:latin typeface="+mj-lt"/>
                </a:endParaRPr>
              </a:p>
            </p:txBody>
          </p:sp>
        </p:grpSp>
        <p:sp>
          <p:nvSpPr>
            <p:cNvPr id="40993" name="Line 60">
              <a:extLst>
                <a:ext uri="{FF2B5EF4-FFF2-40B4-BE49-F238E27FC236}">
                  <a16:creationId xmlns:a16="http://schemas.microsoft.com/office/drawing/2014/main" id="{2E2621C2-DD5F-CFBD-D741-5E7D28A6DF03}"/>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94" name="Line 61">
              <a:extLst>
                <a:ext uri="{FF2B5EF4-FFF2-40B4-BE49-F238E27FC236}">
                  <a16:creationId xmlns:a16="http://schemas.microsoft.com/office/drawing/2014/main" id="{D67643B6-6DF6-B803-56AA-04832245FD3C}"/>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0995" name="Line 62">
              <a:extLst>
                <a:ext uri="{FF2B5EF4-FFF2-40B4-BE49-F238E27FC236}">
                  <a16:creationId xmlns:a16="http://schemas.microsoft.com/office/drawing/2014/main" id="{951A188B-A8D2-3662-BA07-5F3D1E7F0DD7}"/>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810B0D64-FFDB-4D8D-0B22-50FB20A9407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a:extLst>
              <a:ext uri="{FF2B5EF4-FFF2-40B4-BE49-F238E27FC236}">
                <a16:creationId xmlns:a16="http://schemas.microsoft.com/office/drawing/2014/main" id="{F605773B-605C-1DCF-4A8D-0C65A9DFBABD}"/>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dirty="0">
                <a:latin typeface="+mj-lt"/>
              </a:rPr>
              <a:t>The returned solution is the sequence of operators in the path:</a:t>
            </a:r>
          </a:p>
          <a:p>
            <a:pPr eaLnBrk="1" hangingPunct="1">
              <a:spcBef>
                <a:spcPct val="20000"/>
              </a:spcBef>
              <a:buClr>
                <a:schemeClr val="folHlink"/>
              </a:buClr>
              <a:buSzPct val="60000"/>
              <a:buFont typeface="Wingdings" panose="05000000000000000000" pitchFamily="2" charset="2"/>
              <a:buNone/>
            </a:pPr>
            <a:r>
              <a:rPr lang="en-US" altLang="en-US" sz="2000" b="1" i="1" dirty="0">
                <a:latin typeface="+mj-lt"/>
              </a:rPr>
              <a:t>					A, B, G, L, O</a:t>
            </a:r>
          </a:p>
          <a:p>
            <a:pPr eaLnBrk="1" hangingPunct="1">
              <a:spcBef>
                <a:spcPct val="20000"/>
              </a:spcBef>
              <a:buClr>
                <a:schemeClr val="folHlink"/>
              </a:buClr>
              <a:buSzPct val="60000"/>
              <a:buFont typeface="Wingdings" panose="05000000000000000000" pitchFamily="2" charset="2"/>
              <a:buChar char="n"/>
            </a:pPr>
            <a:endParaRPr lang="en-US" altLang="en-US" sz="2000" dirty="0">
              <a:latin typeface="+mj-lt"/>
            </a:endParaRPr>
          </a:p>
        </p:txBody>
      </p:sp>
      <p:grpSp>
        <p:nvGrpSpPr>
          <p:cNvPr id="41989" name="Group 4">
            <a:extLst>
              <a:ext uri="{FF2B5EF4-FFF2-40B4-BE49-F238E27FC236}">
                <a16:creationId xmlns:a16="http://schemas.microsoft.com/office/drawing/2014/main" id="{591A19D3-2615-EB15-4CB3-883F8B7AAAE2}"/>
              </a:ext>
            </a:extLst>
          </p:cNvPr>
          <p:cNvGrpSpPr>
            <a:grpSpLocks/>
          </p:cNvGrpSpPr>
          <p:nvPr/>
        </p:nvGrpSpPr>
        <p:grpSpPr bwMode="auto">
          <a:xfrm>
            <a:off x="2133600" y="2895600"/>
            <a:ext cx="5410200" cy="3429000"/>
            <a:chOff x="1104" y="1776"/>
            <a:chExt cx="3408" cy="2160"/>
          </a:xfrm>
        </p:grpSpPr>
        <p:grpSp>
          <p:nvGrpSpPr>
            <p:cNvPr id="41990" name="Group 5">
              <a:extLst>
                <a:ext uri="{FF2B5EF4-FFF2-40B4-BE49-F238E27FC236}">
                  <a16:creationId xmlns:a16="http://schemas.microsoft.com/office/drawing/2014/main" id="{3D467F68-34A7-6FF1-CAD9-23C67DE04EF1}"/>
                </a:ext>
              </a:extLst>
            </p:cNvPr>
            <p:cNvGrpSpPr>
              <a:grpSpLocks/>
            </p:cNvGrpSpPr>
            <p:nvPr/>
          </p:nvGrpSpPr>
          <p:grpSpPr bwMode="auto">
            <a:xfrm>
              <a:off x="2640" y="1776"/>
              <a:ext cx="336" cy="240"/>
              <a:chOff x="2640" y="1776"/>
              <a:chExt cx="336" cy="240"/>
            </a:xfrm>
          </p:grpSpPr>
          <p:sp>
            <p:nvSpPr>
              <p:cNvPr id="42046" name="Oval 6">
                <a:extLst>
                  <a:ext uri="{FF2B5EF4-FFF2-40B4-BE49-F238E27FC236}">
                    <a16:creationId xmlns:a16="http://schemas.microsoft.com/office/drawing/2014/main" id="{BF0F6B14-272F-A86F-4075-12926C032C0C}"/>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47" name="Text Box 7">
                <a:extLst>
                  <a:ext uri="{FF2B5EF4-FFF2-40B4-BE49-F238E27FC236}">
                    <a16:creationId xmlns:a16="http://schemas.microsoft.com/office/drawing/2014/main" id="{659A9F84-0A57-366F-3E41-1A5E32D3D09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A</a:t>
                </a:r>
                <a:endParaRPr lang="en-GB" altLang="en-US" sz="1800">
                  <a:latin typeface="+mj-lt"/>
                </a:endParaRPr>
              </a:p>
            </p:txBody>
          </p:sp>
        </p:grpSp>
        <p:grpSp>
          <p:nvGrpSpPr>
            <p:cNvPr id="41991" name="Group 8">
              <a:extLst>
                <a:ext uri="{FF2B5EF4-FFF2-40B4-BE49-F238E27FC236}">
                  <a16:creationId xmlns:a16="http://schemas.microsoft.com/office/drawing/2014/main" id="{7FEB6F29-31AC-9882-CC0B-45CDA6D54C3C}"/>
                </a:ext>
              </a:extLst>
            </p:cNvPr>
            <p:cNvGrpSpPr>
              <a:grpSpLocks/>
            </p:cNvGrpSpPr>
            <p:nvPr/>
          </p:nvGrpSpPr>
          <p:grpSpPr bwMode="auto">
            <a:xfrm>
              <a:off x="1536" y="2208"/>
              <a:ext cx="336" cy="240"/>
              <a:chOff x="2640" y="1776"/>
              <a:chExt cx="336" cy="240"/>
            </a:xfrm>
          </p:grpSpPr>
          <p:sp>
            <p:nvSpPr>
              <p:cNvPr id="42044" name="Oval 9">
                <a:extLst>
                  <a:ext uri="{FF2B5EF4-FFF2-40B4-BE49-F238E27FC236}">
                    <a16:creationId xmlns:a16="http://schemas.microsoft.com/office/drawing/2014/main" id="{1497A3E3-6DEA-BFD0-83E8-E80A0372A3D1}"/>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45" name="Text Box 10">
                <a:extLst>
                  <a:ext uri="{FF2B5EF4-FFF2-40B4-BE49-F238E27FC236}">
                    <a16:creationId xmlns:a16="http://schemas.microsoft.com/office/drawing/2014/main" id="{996156AF-BEE7-89D4-111D-8934217AA57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B</a:t>
                </a:r>
                <a:endParaRPr lang="en-GB" altLang="en-US" sz="1800">
                  <a:latin typeface="+mj-lt"/>
                </a:endParaRPr>
              </a:p>
            </p:txBody>
          </p:sp>
        </p:grpSp>
        <p:grpSp>
          <p:nvGrpSpPr>
            <p:cNvPr id="41992" name="Group 11">
              <a:extLst>
                <a:ext uri="{FF2B5EF4-FFF2-40B4-BE49-F238E27FC236}">
                  <a16:creationId xmlns:a16="http://schemas.microsoft.com/office/drawing/2014/main" id="{07655557-AFB2-02F0-77FE-ED58E753B772}"/>
                </a:ext>
              </a:extLst>
            </p:cNvPr>
            <p:cNvGrpSpPr>
              <a:grpSpLocks/>
            </p:cNvGrpSpPr>
            <p:nvPr/>
          </p:nvGrpSpPr>
          <p:grpSpPr bwMode="auto">
            <a:xfrm>
              <a:off x="2352" y="2208"/>
              <a:ext cx="336" cy="240"/>
              <a:chOff x="2640" y="1776"/>
              <a:chExt cx="336" cy="240"/>
            </a:xfrm>
          </p:grpSpPr>
          <p:sp>
            <p:nvSpPr>
              <p:cNvPr id="42042" name="Oval 12">
                <a:extLst>
                  <a:ext uri="{FF2B5EF4-FFF2-40B4-BE49-F238E27FC236}">
                    <a16:creationId xmlns:a16="http://schemas.microsoft.com/office/drawing/2014/main" id="{32B97393-8CCE-9F8F-5FCB-92E901C05E4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43" name="Text Box 13">
                <a:extLst>
                  <a:ext uri="{FF2B5EF4-FFF2-40B4-BE49-F238E27FC236}">
                    <a16:creationId xmlns:a16="http://schemas.microsoft.com/office/drawing/2014/main" id="{A2E9F7EE-66B7-6F16-333E-2B62EBA26BB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C</a:t>
                </a:r>
                <a:endParaRPr lang="en-GB" altLang="en-US" sz="1800">
                  <a:latin typeface="+mj-lt"/>
                </a:endParaRPr>
              </a:p>
            </p:txBody>
          </p:sp>
        </p:grpSp>
        <p:grpSp>
          <p:nvGrpSpPr>
            <p:cNvPr id="41993" name="Group 14">
              <a:extLst>
                <a:ext uri="{FF2B5EF4-FFF2-40B4-BE49-F238E27FC236}">
                  <a16:creationId xmlns:a16="http://schemas.microsoft.com/office/drawing/2014/main" id="{459E9247-4BF8-1CC2-531D-2F343D034109}"/>
                </a:ext>
              </a:extLst>
            </p:cNvPr>
            <p:cNvGrpSpPr>
              <a:grpSpLocks/>
            </p:cNvGrpSpPr>
            <p:nvPr/>
          </p:nvGrpSpPr>
          <p:grpSpPr bwMode="auto">
            <a:xfrm>
              <a:off x="4176" y="2208"/>
              <a:ext cx="336" cy="240"/>
              <a:chOff x="2640" y="1776"/>
              <a:chExt cx="336" cy="240"/>
            </a:xfrm>
          </p:grpSpPr>
          <p:sp>
            <p:nvSpPr>
              <p:cNvPr id="42040" name="Oval 15">
                <a:extLst>
                  <a:ext uri="{FF2B5EF4-FFF2-40B4-BE49-F238E27FC236}">
                    <a16:creationId xmlns:a16="http://schemas.microsoft.com/office/drawing/2014/main" id="{B4C545CD-E57E-D552-870F-BAABA8EE119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41" name="Text Box 16">
                <a:extLst>
                  <a:ext uri="{FF2B5EF4-FFF2-40B4-BE49-F238E27FC236}">
                    <a16:creationId xmlns:a16="http://schemas.microsoft.com/office/drawing/2014/main" id="{8F561BF8-AC63-0513-6CFF-1703FE1951D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E</a:t>
                </a:r>
                <a:endParaRPr lang="en-GB" altLang="en-US" sz="1800">
                  <a:latin typeface="+mj-lt"/>
                </a:endParaRPr>
              </a:p>
            </p:txBody>
          </p:sp>
        </p:grpSp>
        <p:grpSp>
          <p:nvGrpSpPr>
            <p:cNvPr id="41994" name="Group 17">
              <a:extLst>
                <a:ext uri="{FF2B5EF4-FFF2-40B4-BE49-F238E27FC236}">
                  <a16:creationId xmlns:a16="http://schemas.microsoft.com/office/drawing/2014/main" id="{692012DD-F6F4-56E2-1E93-F1E27737B687}"/>
                </a:ext>
              </a:extLst>
            </p:cNvPr>
            <p:cNvGrpSpPr>
              <a:grpSpLocks/>
            </p:cNvGrpSpPr>
            <p:nvPr/>
          </p:nvGrpSpPr>
          <p:grpSpPr bwMode="auto">
            <a:xfrm>
              <a:off x="3168" y="2208"/>
              <a:ext cx="336" cy="240"/>
              <a:chOff x="2640" y="1776"/>
              <a:chExt cx="336" cy="240"/>
            </a:xfrm>
          </p:grpSpPr>
          <p:sp>
            <p:nvSpPr>
              <p:cNvPr id="42038" name="Oval 18">
                <a:extLst>
                  <a:ext uri="{FF2B5EF4-FFF2-40B4-BE49-F238E27FC236}">
                    <a16:creationId xmlns:a16="http://schemas.microsoft.com/office/drawing/2014/main" id="{020F481C-1E42-3DEB-4A1A-616C58CAF36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39" name="Text Box 19">
                <a:extLst>
                  <a:ext uri="{FF2B5EF4-FFF2-40B4-BE49-F238E27FC236}">
                    <a16:creationId xmlns:a16="http://schemas.microsoft.com/office/drawing/2014/main" id="{EA63C9C4-7530-5F98-D4EB-C1D763D38B0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D</a:t>
                </a:r>
                <a:endParaRPr lang="en-GB" altLang="en-US" sz="1800">
                  <a:latin typeface="+mj-lt"/>
                </a:endParaRPr>
              </a:p>
            </p:txBody>
          </p:sp>
        </p:grpSp>
        <p:grpSp>
          <p:nvGrpSpPr>
            <p:cNvPr id="41995" name="Group 20">
              <a:extLst>
                <a:ext uri="{FF2B5EF4-FFF2-40B4-BE49-F238E27FC236}">
                  <a16:creationId xmlns:a16="http://schemas.microsoft.com/office/drawing/2014/main" id="{26506B2E-BAAA-E23C-5391-F1DE3F8049F4}"/>
                </a:ext>
              </a:extLst>
            </p:cNvPr>
            <p:cNvGrpSpPr>
              <a:grpSpLocks/>
            </p:cNvGrpSpPr>
            <p:nvPr/>
          </p:nvGrpSpPr>
          <p:grpSpPr bwMode="auto">
            <a:xfrm>
              <a:off x="1104" y="2640"/>
              <a:ext cx="336" cy="240"/>
              <a:chOff x="2640" y="1776"/>
              <a:chExt cx="336" cy="240"/>
            </a:xfrm>
          </p:grpSpPr>
          <p:sp>
            <p:nvSpPr>
              <p:cNvPr id="42036" name="Oval 21">
                <a:extLst>
                  <a:ext uri="{FF2B5EF4-FFF2-40B4-BE49-F238E27FC236}">
                    <a16:creationId xmlns:a16="http://schemas.microsoft.com/office/drawing/2014/main" id="{D8E8B426-1A6E-2C9C-0891-6AACADBCCCC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37" name="Text Box 22">
                <a:extLst>
                  <a:ext uri="{FF2B5EF4-FFF2-40B4-BE49-F238E27FC236}">
                    <a16:creationId xmlns:a16="http://schemas.microsoft.com/office/drawing/2014/main" id="{919B2E45-B575-B867-C215-1065C723B18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F</a:t>
                </a:r>
                <a:endParaRPr lang="en-GB" altLang="en-US" sz="1800">
                  <a:latin typeface="+mj-lt"/>
                </a:endParaRPr>
              </a:p>
            </p:txBody>
          </p:sp>
        </p:grpSp>
        <p:grpSp>
          <p:nvGrpSpPr>
            <p:cNvPr id="41996" name="Group 23">
              <a:extLst>
                <a:ext uri="{FF2B5EF4-FFF2-40B4-BE49-F238E27FC236}">
                  <a16:creationId xmlns:a16="http://schemas.microsoft.com/office/drawing/2014/main" id="{73A347E8-A0F6-4A49-38B0-38079401666E}"/>
                </a:ext>
              </a:extLst>
            </p:cNvPr>
            <p:cNvGrpSpPr>
              <a:grpSpLocks/>
            </p:cNvGrpSpPr>
            <p:nvPr/>
          </p:nvGrpSpPr>
          <p:grpSpPr bwMode="auto">
            <a:xfrm>
              <a:off x="1872" y="2640"/>
              <a:ext cx="336" cy="240"/>
              <a:chOff x="2640" y="1776"/>
              <a:chExt cx="336" cy="240"/>
            </a:xfrm>
          </p:grpSpPr>
          <p:sp>
            <p:nvSpPr>
              <p:cNvPr id="42034" name="Oval 24">
                <a:extLst>
                  <a:ext uri="{FF2B5EF4-FFF2-40B4-BE49-F238E27FC236}">
                    <a16:creationId xmlns:a16="http://schemas.microsoft.com/office/drawing/2014/main" id="{8B6A6401-D258-1759-1912-F75DB136CE40}"/>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35" name="Text Box 25">
                <a:extLst>
                  <a:ext uri="{FF2B5EF4-FFF2-40B4-BE49-F238E27FC236}">
                    <a16:creationId xmlns:a16="http://schemas.microsoft.com/office/drawing/2014/main" id="{87A52489-6685-884E-823A-36E8C79EEEF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G</a:t>
                </a:r>
                <a:endParaRPr lang="en-GB" altLang="en-US" sz="1800">
                  <a:latin typeface="+mj-lt"/>
                </a:endParaRPr>
              </a:p>
            </p:txBody>
          </p:sp>
        </p:grpSp>
        <p:grpSp>
          <p:nvGrpSpPr>
            <p:cNvPr id="41997" name="Group 26">
              <a:extLst>
                <a:ext uri="{FF2B5EF4-FFF2-40B4-BE49-F238E27FC236}">
                  <a16:creationId xmlns:a16="http://schemas.microsoft.com/office/drawing/2014/main" id="{A98D6442-721D-7DCF-F5A2-C03E49610E9F}"/>
                </a:ext>
              </a:extLst>
            </p:cNvPr>
            <p:cNvGrpSpPr>
              <a:grpSpLocks/>
            </p:cNvGrpSpPr>
            <p:nvPr/>
          </p:nvGrpSpPr>
          <p:grpSpPr bwMode="auto">
            <a:xfrm>
              <a:off x="2592" y="2640"/>
              <a:ext cx="336" cy="240"/>
              <a:chOff x="2640" y="1776"/>
              <a:chExt cx="336" cy="240"/>
            </a:xfrm>
          </p:grpSpPr>
          <p:sp>
            <p:nvSpPr>
              <p:cNvPr id="42032" name="Oval 27">
                <a:extLst>
                  <a:ext uri="{FF2B5EF4-FFF2-40B4-BE49-F238E27FC236}">
                    <a16:creationId xmlns:a16="http://schemas.microsoft.com/office/drawing/2014/main" id="{6A7E6FF5-CFFB-0704-51CC-0C165F225A9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33" name="Text Box 28">
                <a:extLst>
                  <a:ext uri="{FF2B5EF4-FFF2-40B4-BE49-F238E27FC236}">
                    <a16:creationId xmlns:a16="http://schemas.microsoft.com/office/drawing/2014/main" id="{6FA05FAC-B1E9-DB66-CEC0-186C62E5C44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H</a:t>
                </a:r>
                <a:endParaRPr lang="en-GB" altLang="en-US" sz="1800">
                  <a:latin typeface="+mj-lt"/>
                </a:endParaRPr>
              </a:p>
            </p:txBody>
          </p:sp>
        </p:grpSp>
        <p:grpSp>
          <p:nvGrpSpPr>
            <p:cNvPr id="41998" name="Group 29">
              <a:extLst>
                <a:ext uri="{FF2B5EF4-FFF2-40B4-BE49-F238E27FC236}">
                  <a16:creationId xmlns:a16="http://schemas.microsoft.com/office/drawing/2014/main" id="{FE54E8E0-7F7C-084C-1713-3C563B0484C9}"/>
                </a:ext>
              </a:extLst>
            </p:cNvPr>
            <p:cNvGrpSpPr>
              <a:grpSpLocks/>
            </p:cNvGrpSpPr>
            <p:nvPr/>
          </p:nvGrpSpPr>
          <p:grpSpPr bwMode="auto">
            <a:xfrm>
              <a:off x="3072" y="2640"/>
              <a:ext cx="336" cy="240"/>
              <a:chOff x="2640" y="1776"/>
              <a:chExt cx="336" cy="240"/>
            </a:xfrm>
          </p:grpSpPr>
          <p:sp>
            <p:nvSpPr>
              <p:cNvPr id="42030" name="Oval 30">
                <a:extLst>
                  <a:ext uri="{FF2B5EF4-FFF2-40B4-BE49-F238E27FC236}">
                    <a16:creationId xmlns:a16="http://schemas.microsoft.com/office/drawing/2014/main" id="{66A1D90B-468D-2041-1006-C343D6BCD96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31" name="Text Box 31">
                <a:extLst>
                  <a:ext uri="{FF2B5EF4-FFF2-40B4-BE49-F238E27FC236}">
                    <a16:creationId xmlns:a16="http://schemas.microsoft.com/office/drawing/2014/main" id="{C3407F8A-09C2-3815-D311-B67D69BB40C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I</a:t>
                </a:r>
                <a:endParaRPr lang="en-GB" altLang="en-US" sz="1800">
                  <a:latin typeface="+mj-lt"/>
                </a:endParaRPr>
              </a:p>
            </p:txBody>
          </p:sp>
        </p:grpSp>
        <p:grpSp>
          <p:nvGrpSpPr>
            <p:cNvPr id="41999" name="Group 32">
              <a:extLst>
                <a:ext uri="{FF2B5EF4-FFF2-40B4-BE49-F238E27FC236}">
                  <a16:creationId xmlns:a16="http://schemas.microsoft.com/office/drawing/2014/main" id="{7B1CD0E1-D94B-A79C-1EAA-9C10C12B7F87}"/>
                </a:ext>
              </a:extLst>
            </p:cNvPr>
            <p:cNvGrpSpPr>
              <a:grpSpLocks/>
            </p:cNvGrpSpPr>
            <p:nvPr/>
          </p:nvGrpSpPr>
          <p:grpSpPr bwMode="auto">
            <a:xfrm>
              <a:off x="3696" y="2640"/>
              <a:ext cx="336" cy="240"/>
              <a:chOff x="2640" y="1776"/>
              <a:chExt cx="336" cy="240"/>
            </a:xfrm>
          </p:grpSpPr>
          <p:sp>
            <p:nvSpPr>
              <p:cNvPr id="42028" name="Oval 33">
                <a:extLst>
                  <a:ext uri="{FF2B5EF4-FFF2-40B4-BE49-F238E27FC236}">
                    <a16:creationId xmlns:a16="http://schemas.microsoft.com/office/drawing/2014/main" id="{A4CEFA1F-25FA-0BBC-CA01-68DF2D4B38B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29" name="Text Box 34">
                <a:extLst>
                  <a:ext uri="{FF2B5EF4-FFF2-40B4-BE49-F238E27FC236}">
                    <a16:creationId xmlns:a16="http://schemas.microsoft.com/office/drawing/2014/main" id="{D2298A13-584D-28F9-E2EE-3DB6E5F66D0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J</a:t>
                </a:r>
                <a:endParaRPr lang="en-GB" altLang="en-US" sz="1800">
                  <a:latin typeface="+mj-lt"/>
                </a:endParaRPr>
              </a:p>
            </p:txBody>
          </p:sp>
        </p:grpSp>
        <p:grpSp>
          <p:nvGrpSpPr>
            <p:cNvPr id="42000" name="Group 35">
              <a:extLst>
                <a:ext uri="{FF2B5EF4-FFF2-40B4-BE49-F238E27FC236}">
                  <a16:creationId xmlns:a16="http://schemas.microsoft.com/office/drawing/2014/main" id="{C1D4C250-B52F-9CC2-AEFE-DFFC9452A083}"/>
                </a:ext>
              </a:extLst>
            </p:cNvPr>
            <p:cNvGrpSpPr>
              <a:grpSpLocks/>
            </p:cNvGrpSpPr>
            <p:nvPr/>
          </p:nvGrpSpPr>
          <p:grpSpPr bwMode="auto">
            <a:xfrm>
              <a:off x="1536" y="3168"/>
              <a:ext cx="336" cy="240"/>
              <a:chOff x="2640" y="1776"/>
              <a:chExt cx="336" cy="240"/>
            </a:xfrm>
          </p:grpSpPr>
          <p:sp>
            <p:nvSpPr>
              <p:cNvPr id="42026" name="Oval 36">
                <a:extLst>
                  <a:ext uri="{FF2B5EF4-FFF2-40B4-BE49-F238E27FC236}">
                    <a16:creationId xmlns:a16="http://schemas.microsoft.com/office/drawing/2014/main" id="{32E4A171-8389-7559-5D2E-531C54A0969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27" name="Text Box 37">
                <a:extLst>
                  <a:ext uri="{FF2B5EF4-FFF2-40B4-BE49-F238E27FC236}">
                    <a16:creationId xmlns:a16="http://schemas.microsoft.com/office/drawing/2014/main" id="{3D34CB3B-BCB0-58C9-26C5-1C31AC4F37C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K</a:t>
                </a:r>
                <a:endParaRPr lang="en-GB" altLang="en-US" sz="1800">
                  <a:latin typeface="+mj-lt"/>
                </a:endParaRPr>
              </a:p>
            </p:txBody>
          </p:sp>
        </p:grpSp>
        <p:grpSp>
          <p:nvGrpSpPr>
            <p:cNvPr id="42001" name="Group 38">
              <a:extLst>
                <a:ext uri="{FF2B5EF4-FFF2-40B4-BE49-F238E27FC236}">
                  <a16:creationId xmlns:a16="http://schemas.microsoft.com/office/drawing/2014/main" id="{6E644EB2-09FC-33DB-520C-11D942702FFF}"/>
                </a:ext>
              </a:extLst>
            </p:cNvPr>
            <p:cNvGrpSpPr>
              <a:grpSpLocks/>
            </p:cNvGrpSpPr>
            <p:nvPr/>
          </p:nvGrpSpPr>
          <p:grpSpPr bwMode="auto">
            <a:xfrm>
              <a:off x="2160" y="3168"/>
              <a:ext cx="336" cy="240"/>
              <a:chOff x="2640" y="1776"/>
              <a:chExt cx="336" cy="240"/>
            </a:xfrm>
          </p:grpSpPr>
          <p:sp>
            <p:nvSpPr>
              <p:cNvPr id="42024" name="Oval 39">
                <a:extLst>
                  <a:ext uri="{FF2B5EF4-FFF2-40B4-BE49-F238E27FC236}">
                    <a16:creationId xmlns:a16="http://schemas.microsoft.com/office/drawing/2014/main" id="{561C38EC-87CA-5D3F-57E4-4D08F82F6E24}"/>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25" name="Text Box 40">
                <a:extLst>
                  <a:ext uri="{FF2B5EF4-FFF2-40B4-BE49-F238E27FC236}">
                    <a16:creationId xmlns:a16="http://schemas.microsoft.com/office/drawing/2014/main" id="{E89C70C1-21EE-7D9D-52FD-AB93D92F9CD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L</a:t>
                </a:r>
                <a:endParaRPr lang="en-GB" altLang="en-US" sz="1800">
                  <a:latin typeface="+mj-lt"/>
                </a:endParaRPr>
              </a:p>
            </p:txBody>
          </p:sp>
        </p:grpSp>
        <p:sp>
          <p:nvSpPr>
            <p:cNvPr id="42002" name="Oval 41">
              <a:extLst>
                <a:ext uri="{FF2B5EF4-FFF2-40B4-BE49-F238E27FC236}">
                  <a16:creationId xmlns:a16="http://schemas.microsoft.com/office/drawing/2014/main" id="{E92BED98-8982-B7AD-CB90-95B4C9369E8A}"/>
                </a:ext>
              </a:extLst>
            </p:cNvPr>
            <p:cNvSpPr>
              <a:spLocks noChangeArrowheads="1"/>
            </p:cNvSpPr>
            <p:nvPr/>
          </p:nvSpPr>
          <p:spPr bwMode="auto">
            <a:xfrm>
              <a:off x="2160" y="3696"/>
              <a:ext cx="336" cy="240"/>
            </a:xfrm>
            <a:prstGeom prst="ellipse">
              <a:avLst/>
            </a:prstGeom>
            <a:solidFill>
              <a:srgbClr val="F3F1AB"/>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03" name="Text Box 42">
              <a:extLst>
                <a:ext uri="{FF2B5EF4-FFF2-40B4-BE49-F238E27FC236}">
                  <a16:creationId xmlns:a16="http://schemas.microsoft.com/office/drawing/2014/main" id="{55B74E3B-8E34-956D-7C60-862528CC81E5}"/>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mj-lt"/>
                </a:rPr>
                <a:t>O</a:t>
              </a:r>
              <a:endParaRPr lang="en-GB" altLang="en-US" sz="1800" b="1" i="1">
                <a:latin typeface="+mj-lt"/>
              </a:endParaRPr>
            </a:p>
          </p:txBody>
        </p:sp>
        <p:sp>
          <p:nvSpPr>
            <p:cNvPr id="42004" name="Line 43">
              <a:extLst>
                <a:ext uri="{FF2B5EF4-FFF2-40B4-BE49-F238E27FC236}">
                  <a16:creationId xmlns:a16="http://schemas.microsoft.com/office/drawing/2014/main" id="{90758174-D605-AD46-C11F-042D6DA997AE}"/>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05" name="Line 44">
              <a:extLst>
                <a:ext uri="{FF2B5EF4-FFF2-40B4-BE49-F238E27FC236}">
                  <a16:creationId xmlns:a16="http://schemas.microsoft.com/office/drawing/2014/main" id="{56721702-7AEF-4FA6-841C-3732B7D28113}"/>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06" name="Line 45">
              <a:extLst>
                <a:ext uri="{FF2B5EF4-FFF2-40B4-BE49-F238E27FC236}">
                  <a16:creationId xmlns:a16="http://schemas.microsoft.com/office/drawing/2014/main" id="{2B0AE980-5C92-F340-91E5-58F6639B187E}"/>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07" name="Line 46">
              <a:extLst>
                <a:ext uri="{FF2B5EF4-FFF2-40B4-BE49-F238E27FC236}">
                  <a16:creationId xmlns:a16="http://schemas.microsoft.com/office/drawing/2014/main" id="{52DFEAC3-ED2A-F4B9-3037-43F2172C8E27}"/>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08" name="Line 47">
              <a:extLst>
                <a:ext uri="{FF2B5EF4-FFF2-40B4-BE49-F238E27FC236}">
                  <a16:creationId xmlns:a16="http://schemas.microsoft.com/office/drawing/2014/main" id="{23F18364-966B-9F65-7AF2-715FD94093D8}"/>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09" name="Line 48">
              <a:extLst>
                <a:ext uri="{FF2B5EF4-FFF2-40B4-BE49-F238E27FC236}">
                  <a16:creationId xmlns:a16="http://schemas.microsoft.com/office/drawing/2014/main" id="{F392D6DF-5CE9-BD40-9AE4-3B060BE49305}"/>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10" name="Line 49">
              <a:extLst>
                <a:ext uri="{FF2B5EF4-FFF2-40B4-BE49-F238E27FC236}">
                  <a16:creationId xmlns:a16="http://schemas.microsoft.com/office/drawing/2014/main" id="{64D92C4D-E881-3A9A-8089-6A2BEC734150}"/>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11" name="Line 50">
              <a:extLst>
                <a:ext uri="{FF2B5EF4-FFF2-40B4-BE49-F238E27FC236}">
                  <a16:creationId xmlns:a16="http://schemas.microsoft.com/office/drawing/2014/main" id="{A0BD698F-23AD-8E38-19C8-DBFD8B755E5D}"/>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12" name="Line 51">
              <a:extLst>
                <a:ext uri="{FF2B5EF4-FFF2-40B4-BE49-F238E27FC236}">
                  <a16:creationId xmlns:a16="http://schemas.microsoft.com/office/drawing/2014/main" id="{721D951E-4008-4089-45B2-FC4CE99FB9AC}"/>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13" name="Line 52">
              <a:extLst>
                <a:ext uri="{FF2B5EF4-FFF2-40B4-BE49-F238E27FC236}">
                  <a16:creationId xmlns:a16="http://schemas.microsoft.com/office/drawing/2014/main" id="{598178E0-19EF-00A5-4108-C5DA178D4E21}"/>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14" name="Line 53">
              <a:extLst>
                <a:ext uri="{FF2B5EF4-FFF2-40B4-BE49-F238E27FC236}">
                  <a16:creationId xmlns:a16="http://schemas.microsoft.com/office/drawing/2014/main" id="{C2BCBDB5-4BC6-2B22-4251-C76DCCD4A0DA}"/>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nvGrpSpPr>
            <p:cNvPr id="42015" name="Group 54">
              <a:extLst>
                <a:ext uri="{FF2B5EF4-FFF2-40B4-BE49-F238E27FC236}">
                  <a16:creationId xmlns:a16="http://schemas.microsoft.com/office/drawing/2014/main" id="{C2740C48-089F-35E8-846B-A000C2C0B42C}"/>
                </a:ext>
              </a:extLst>
            </p:cNvPr>
            <p:cNvGrpSpPr>
              <a:grpSpLocks/>
            </p:cNvGrpSpPr>
            <p:nvPr/>
          </p:nvGrpSpPr>
          <p:grpSpPr bwMode="auto">
            <a:xfrm>
              <a:off x="3120" y="3168"/>
              <a:ext cx="336" cy="240"/>
              <a:chOff x="2640" y="1776"/>
              <a:chExt cx="336" cy="240"/>
            </a:xfrm>
          </p:grpSpPr>
          <p:sp>
            <p:nvSpPr>
              <p:cNvPr id="42022" name="Oval 55">
                <a:extLst>
                  <a:ext uri="{FF2B5EF4-FFF2-40B4-BE49-F238E27FC236}">
                    <a16:creationId xmlns:a16="http://schemas.microsoft.com/office/drawing/2014/main" id="{CACAF43B-2B3B-9D15-92BE-22C2A84F616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23" name="Text Box 56">
                <a:extLst>
                  <a:ext uri="{FF2B5EF4-FFF2-40B4-BE49-F238E27FC236}">
                    <a16:creationId xmlns:a16="http://schemas.microsoft.com/office/drawing/2014/main" id="{91612E30-0D84-E08A-BB45-3516A5E9FF3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M</a:t>
                </a:r>
                <a:endParaRPr lang="en-GB" altLang="en-US" sz="1800">
                  <a:latin typeface="+mj-lt"/>
                </a:endParaRPr>
              </a:p>
            </p:txBody>
          </p:sp>
        </p:grpSp>
        <p:grpSp>
          <p:nvGrpSpPr>
            <p:cNvPr id="42016" name="Group 57">
              <a:extLst>
                <a:ext uri="{FF2B5EF4-FFF2-40B4-BE49-F238E27FC236}">
                  <a16:creationId xmlns:a16="http://schemas.microsoft.com/office/drawing/2014/main" id="{1704EF1B-13C5-E480-5C22-56C2959BF02A}"/>
                </a:ext>
              </a:extLst>
            </p:cNvPr>
            <p:cNvGrpSpPr>
              <a:grpSpLocks/>
            </p:cNvGrpSpPr>
            <p:nvPr/>
          </p:nvGrpSpPr>
          <p:grpSpPr bwMode="auto">
            <a:xfrm>
              <a:off x="3840" y="3120"/>
              <a:ext cx="336" cy="240"/>
              <a:chOff x="2640" y="1776"/>
              <a:chExt cx="336" cy="240"/>
            </a:xfrm>
          </p:grpSpPr>
          <p:sp>
            <p:nvSpPr>
              <p:cNvPr id="42020" name="Oval 58">
                <a:extLst>
                  <a:ext uri="{FF2B5EF4-FFF2-40B4-BE49-F238E27FC236}">
                    <a16:creationId xmlns:a16="http://schemas.microsoft.com/office/drawing/2014/main" id="{2BA50C20-5C4E-3B27-8210-BB3E3EC3A65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mj-lt"/>
                </a:endParaRPr>
              </a:p>
            </p:txBody>
          </p:sp>
          <p:sp>
            <p:nvSpPr>
              <p:cNvPr id="42021" name="Text Box 59">
                <a:extLst>
                  <a:ext uri="{FF2B5EF4-FFF2-40B4-BE49-F238E27FC236}">
                    <a16:creationId xmlns:a16="http://schemas.microsoft.com/office/drawing/2014/main" id="{1E6B276C-546A-D7D5-63C2-33DB7ECCE74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mj-lt"/>
                  </a:rPr>
                  <a:t>N</a:t>
                </a:r>
                <a:endParaRPr lang="en-GB" altLang="en-US" sz="1800">
                  <a:latin typeface="+mj-lt"/>
                </a:endParaRPr>
              </a:p>
            </p:txBody>
          </p:sp>
        </p:grpSp>
        <p:sp>
          <p:nvSpPr>
            <p:cNvPr id="42017" name="Line 60">
              <a:extLst>
                <a:ext uri="{FF2B5EF4-FFF2-40B4-BE49-F238E27FC236}">
                  <a16:creationId xmlns:a16="http://schemas.microsoft.com/office/drawing/2014/main" id="{503EC507-B21F-DC91-233A-16B36E8F81BD}"/>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18" name="Line 61">
              <a:extLst>
                <a:ext uri="{FF2B5EF4-FFF2-40B4-BE49-F238E27FC236}">
                  <a16:creationId xmlns:a16="http://schemas.microsoft.com/office/drawing/2014/main" id="{FA0C5C9B-205D-A4F4-3DCD-462102BF269B}"/>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2019" name="Line 62">
              <a:extLst>
                <a:ext uri="{FF2B5EF4-FFF2-40B4-BE49-F238E27FC236}">
                  <a16:creationId xmlns:a16="http://schemas.microsoft.com/office/drawing/2014/main" id="{18E88ADC-D92A-ED75-1F65-6308828C3486}"/>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j-lt"/>
              </a:endParaRPr>
            </a:p>
          </p:txBody>
        </p:sp>
      </p:grpSp>
      <p:sp>
        <p:nvSpPr>
          <p:cNvPr id="2" name="TextBox 1">
            <a:extLst>
              <a:ext uri="{FF2B5EF4-FFF2-40B4-BE49-F238E27FC236}">
                <a16:creationId xmlns:a16="http://schemas.microsoft.com/office/drawing/2014/main" id="{3FF3129F-E2A3-E935-B419-0D323F11C57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B732-214C-097B-3455-EB1F5B6925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C58080-8891-AD8A-3A36-6DBC34621F8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Breadth First Search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6666600-D01E-9180-9CDF-DD6C65A3A32F}"/>
                  </a:ext>
                </a:extLst>
              </p:cNvPr>
              <p:cNvSpPr txBox="1"/>
              <p:nvPr/>
            </p:nvSpPr>
            <p:spPr>
              <a:xfrm>
                <a:off x="452966" y="1793847"/>
                <a:ext cx="8238067" cy="4269374"/>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Takes a long time to find long-path solutions</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Time and Space Complexity: </a:t>
                </a: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𝑂</m:t>
                    </m:r>
                    <m:r>
                      <a:rPr lang="en-US" sz="2400" b="0" i="1" smtClean="0">
                        <a:latin typeface="Cambria Math" panose="02040503050406030204" pitchFamily="18" charset="0"/>
                        <a:ea typeface="CMU Serif" panose="02000603000000000000" pitchFamily="2" charset="0"/>
                        <a:cs typeface="CMU Serif" panose="02000603000000000000" pitchFamily="2" charset="0"/>
                      </a:rPr>
                      <m:t>(</m:t>
                    </m:r>
                    <m:sSup>
                      <m:sSupPr>
                        <m:ctrlPr>
                          <a:rPr lang="en-US" sz="24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4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400" b="0" i="1" smtClean="0">
                            <a:latin typeface="Cambria Math" panose="02040503050406030204" pitchFamily="18" charset="0"/>
                            <a:ea typeface="CMU Serif" panose="02000603000000000000" pitchFamily="2" charset="0"/>
                            <a:cs typeface="CMU Serif" panose="02000603000000000000" pitchFamily="2" charset="0"/>
                          </a:rPr>
                          <m:t>𝑑</m:t>
                        </m:r>
                      </m:sup>
                    </m:sSup>
                    <m:r>
                      <a:rPr lang="en-US" sz="2400" b="0" i="1" smtClean="0">
                        <a:latin typeface="Cambria Math" panose="02040503050406030204" pitchFamily="18" charset="0"/>
                        <a:ea typeface="CMU Serif" panose="02000603000000000000" pitchFamily="2" charset="0"/>
                        <a:cs typeface="CMU Serif" panose="02000603000000000000" pitchFamily="2" charset="0"/>
                      </a:rPr>
                      <m:t>)</m:t>
                    </m:r>
                  </m:oMath>
                </a14:m>
                <a:endParaRPr lang="en-US" sz="2400" dirty="0">
                  <a:latin typeface="+mj-lt"/>
                  <a:ea typeface="CMU Serif" panose="02000603000000000000" pitchFamily="2" charset="0"/>
                  <a:cs typeface="CMU Serif" panose="02000603000000000000" pitchFamily="2" charset="0"/>
                </a:endParaRP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Tree of depth d=12 where every node has 10 children (b=10) Complexity: </a:t>
                </a:r>
                <a14:m>
                  <m:oMath xmlns:m="http://schemas.openxmlformats.org/officeDocument/2006/math">
                    <m:r>
                      <a:rPr lang="en-US" sz="2400" b="0" i="1" smtClean="0">
                        <a:latin typeface="Cambria Math" panose="02040503050406030204" pitchFamily="18" charset="0"/>
                        <a:ea typeface="CMU Serif" panose="02000603000000000000" pitchFamily="2" charset="0"/>
                        <a:cs typeface="CMU Serif" panose="02000603000000000000" pitchFamily="2" charset="0"/>
                      </a:rPr>
                      <m:t>𝑂</m:t>
                    </m:r>
                    <m:r>
                      <a:rPr lang="en-US" sz="2400" b="0" i="1" smtClean="0">
                        <a:latin typeface="Cambria Math" panose="02040503050406030204" pitchFamily="18" charset="0"/>
                        <a:ea typeface="CMU Serif" panose="02000603000000000000" pitchFamily="2" charset="0"/>
                        <a:cs typeface="CMU Serif" panose="02000603000000000000" pitchFamily="2" charset="0"/>
                      </a:rPr>
                      <m:t>(</m:t>
                    </m:r>
                    <m:sSup>
                      <m:sSupPr>
                        <m:ctrlPr>
                          <a:rPr lang="en-US" sz="24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400" b="0" i="1" smtClean="0">
                            <a:latin typeface="Cambria Math" panose="02040503050406030204" pitchFamily="18" charset="0"/>
                            <a:ea typeface="CMU Serif" panose="02000603000000000000" pitchFamily="2" charset="0"/>
                            <a:cs typeface="CMU Serif" panose="02000603000000000000" pitchFamily="2" charset="0"/>
                          </a:rPr>
                          <m:t>10</m:t>
                        </m:r>
                      </m:e>
                      <m:sup>
                        <m:r>
                          <a:rPr lang="en-US" sz="2400" b="0" i="1" smtClean="0">
                            <a:latin typeface="Cambria Math" panose="02040503050406030204" pitchFamily="18" charset="0"/>
                            <a:ea typeface="CMU Serif" panose="02000603000000000000" pitchFamily="2" charset="0"/>
                            <a:cs typeface="CMU Serif" panose="02000603000000000000" pitchFamily="2" charset="0"/>
                          </a:rPr>
                          <m:t>12</m:t>
                        </m:r>
                      </m:sup>
                    </m:sSup>
                    <m:r>
                      <a:rPr lang="en-US" sz="2400" b="0" i="1" smtClean="0">
                        <a:latin typeface="Cambria Math" panose="02040503050406030204" pitchFamily="18" charset="0"/>
                        <a:ea typeface="CMU Serif" panose="02000603000000000000" pitchFamily="2" charset="0"/>
                        <a:cs typeface="CMU Serif" panose="02000603000000000000" pitchFamily="2" charset="0"/>
                      </a:rPr>
                      <m:t>)</m:t>
                    </m:r>
                  </m:oMath>
                </a14:m>
                <a:r>
                  <a:rPr lang="en-US" sz="2400" dirty="0">
                    <a:latin typeface="+mj-lt"/>
                    <a:ea typeface="CMU Serif" panose="02000603000000000000" pitchFamily="2" charset="0"/>
                    <a:cs typeface="CMU Serif" panose="02000603000000000000" pitchFamily="2" charset="0"/>
                  </a:rPr>
                  <a:t> nodes in the complete search tree</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If BFS expands 1000 nodes/sec and each node uses 100 bytes of storage</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Will take 35 years to run in the worst case</a:t>
                </a:r>
              </a:p>
              <a:p>
                <a:pPr marL="800100" lvl="1" indent="-342900">
                  <a:spcAft>
                    <a:spcPts val="1200"/>
                  </a:spcAft>
                  <a:buClr>
                    <a:schemeClr val="accent1"/>
                  </a:buClr>
                  <a:buFont typeface="Courier New" panose="02070309020205020404" pitchFamily="49" charset="0"/>
                  <a:buChar char="o"/>
                </a:pPr>
                <a:r>
                  <a:rPr lang="en-US" sz="2400" dirty="0">
                    <a:latin typeface="+mj-lt"/>
                    <a:ea typeface="CMU Serif" panose="02000603000000000000" pitchFamily="2" charset="0"/>
                    <a:cs typeface="CMU Serif" panose="02000603000000000000" pitchFamily="2" charset="0"/>
                  </a:rPr>
                  <a:t>Will use 111 terabytes of memory</a:t>
                </a:r>
              </a:p>
            </p:txBody>
          </p:sp>
        </mc:Choice>
        <mc:Fallback xmlns="">
          <p:sp>
            <p:nvSpPr>
              <p:cNvPr id="3" name="TextBox 2">
                <a:extLst>
                  <a:ext uri="{FF2B5EF4-FFF2-40B4-BE49-F238E27FC236}">
                    <a16:creationId xmlns:a16="http://schemas.microsoft.com/office/drawing/2014/main" id="{A6666600-D01E-9180-9CDF-DD6C65A3A32F}"/>
                  </a:ext>
                </a:extLst>
              </p:cNvPr>
              <p:cNvSpPr txBox="1">
                <a:spLocks noRot="1" noChangeAspect="1" noMove="1" noResize="1" noEditPoints="1" noAdjustHandles="1" noChangeArrowheads="1" noChangeShapeType="1" noTextEdit="1"/>
              </p:cNvSpPr>
              <p:nvPr/>
            </p:nvSpPr>
            <p:spPr>
              <a:xfrm>
                <a:off x="452966" y="1793847"/>
                <a:ext cx="8238067" cy="4269374"/>
              </a:xfrm>
              <a:prstGeom prst="rect">
                <a:avLst/>
              </a:prstGeom>
              <a:blipFill>
                <a:blip r:embed="rId2"/>
                <a:stretch>
                  <a:fillRect l="-2071" r="-2071" b="-1997"/>
                </a:stretch>
              </a:blipFill>
            </p:spPr>
            <p:txBody>
              <a:bodyPr/>
              <a:lstStyle/>
              <a:p>
                <a:r>
                  <a:rPr lang="en-US">
                    <a:noFill/>
                  </a:rPr>
                  <a:t> </a:t>
                </a:r>
              </a:p>
            </p:txBody>
          </p:sp>
        </mc:Fallback>
      </mc:AlternateContent>
    </p:spTree>
    <p:extLst>
      <p:ext uri="{BB962C8B-B14F-4D97-AF65-F5344CB8AC3E}">
        <p14:creationId xmlns:p14="http://schemas.microsoft.com/office/powerpoint/2010/main" val="1264233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2A8181-1375-9919-F905-7057B2D26C2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
        <p:nvSpPr>
          <p:cNvPr id="5" name="TextBox 4">
            <a:extLst>
              <a:ext uri="{FF2B5EF4-FFF2-40B4-BE49-F238E27FC236}">
                <a16:creationId xmlns:a16="http://schemas.microsoft.com/office/drawing/2014/main" id="{97AC5F73-C981-CAEA-83AF-10BF2C2E78F3}"/>
              </a:ext>
            </a:extLst>
          </p:cNvPr>
          <p:cNvSpPr txBox="1"/>
          <p:nvPr/>
        </p:nvSpPr>
        <p:spPr>
          <a:xfrm>
            <a:off x="452965" y="2741481"/>
            <a:ext cx="8238067" cy="2308324"/>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solidFill>
                  <a:schemeClr val="accent1"/>
                </a:solidFill>
                <a:latin typeface="+mj-lt"/>
                <a:ea typeface="CMU Serif" panose="02000603000000000000" pitchFamily="2" charset="0"/>
                <a:cs typeface="CMU Serif" panose="02000603000000000000" pitchFamily="2" charset="0"/>
              </a:rPr>
              <a:t>“Dijkstra’s Algorithm”</a:t>
            </a:r>
            <a:r>
              <a:rPr lang="en-US" sz="2400" dirty="0">
                <a:latin typeface="+mj-lt"/>
                <a:ea typeface="CMU Serif" panose="02000603000000000000" pitchFamily="2" charset="0"/>
                <a:cs typeface="CMU Serif" panose="02000603000000000000" pitchFamily="2" charset="0"/>
              </a:rPr>
              <a:t> in literature</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For each frontier node, save the total cost of the path from the initial state to that node</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Expand the frontier node with the lowest path cost</a:t>
            </a:r>
          </a:p>
          <a:p>
            <a:pPr marL="342900" indent="-342900">
              <a:spcAft>
                <a:spcPts val="1200"/>
              </a:spcAft>
              <a:buClr>
                <a:schemeClr val="accent1"/>
              </a:buClr>
              <a:buFont typeface="Arial" panose="020B0604020202020204" pitchFamily="34" charset="0"/>
              <a:buChar char="•"/>
            </a:pPr>
            <a:r>
              <a:rPr lang="en-US" sz="2400" dirty="0">
                <a:latin typeface="+mj-lt"/>
                <a:ea typeface="CMU Serif" panose="02000603000000000000" pitchFamily="2" charset="0"/>
                <a:cs typeface="CMU Serif" panose="02000603000000000000" pitchFamily="2" charset="0"/>
              </a:rPr>
              <a:t>Equivalent to breadth-first if step costs all equal</a:t>
            </a:r>
          </a:p>
        </p:txBody>
      </p:sp>
      <p:sp>
        <p:nvSpPr>
          <p:cNvPr id="4" name="TextBox 3">
            <a:extLst>
              <a:ext uri="{FF2B5EF4-FFF2-40B4-BE49-F238E27FC236}">
                <a16:creationId xmlns:a16="http://schemas.microsoft.com/office/drawing/2014/main" id="{A322B7B8-EB15-2911-9299-5C5343160A58}"/>
              </a:ext>
            </a:extLst>
          </p:cNvPr>
          <p:cNvSpPr txBox="1"/>
          <p:nvPr/>
        </p:nvSpPr>
        <p:spPr>
          <a:xfrm>
            <a:off x="452965" y="6023464"/>
            <a:ext cx="1426635" cy="369332"/>
          </a:xfrm>
          <a:prstGeom prst="rect">
            <a:avLst/>
          </a:prstGeom>
          <a:noFill/>
        </p:spPr>
        <p:txBody>
          <a:bodyPr wrap="square">
            <a:spAutoFit/>
          </a:bodyPr>
          <a:lstStyle/>
          <a:p>
            <a:r>
              <a:rPr lang="en-US" sz="1800" dirty="0">
                <a:solidFill>
                  <a:schemeClr val="accent1"/>
                </a:solidFill>
                <a:latin typeface="+mj-lt"/>
                <a:ea typeface="CMU Serif" panose="02000603000000000000" pitchFamily="2" charset="0"/>
                <a:cs typeface="CMU Serif" panose="02000603000000000000" pitchFamily="2" charset="0"/>
              </a:rPr>
              <a:t>/dike-</a:t>
            </a:r>
            <a:r>
              <a:rPr lang="en-US" sz="1800" dirty="0" err="1">
                <a:solidFill>
                  <a:schemeClr val="accent1"/>
                </a:solidFill>
                <a:latin typeface="+mj-lt"/>
                <a:ea typeface="CMU Serif" panose="02000603000000000000" pitchFamily="2" charset="0"/>
                <a:cs typeface="CMU Serif" panose="02000603000000000000" pitchFamily="2" charset="0"/>
              </a:rPr>
              <a:t>stra</a:t>
            </a:r>
            <a:r>
              <a:rPr lang="en-US" sz="1800" dirty="0">
                <a:solidFill>
                  <a:schemeClr val="accent1"/>
                </a:solidFill>
                <a:latin typeface="+mj-lt"/>
                <a:ea typeface="CMU Serif" panose="02000603000000000000" pitchFamily="2" charset="0"/>
                <a:cs typeface="CMU Serif" panose="02000603000000000000" pitchFamily="2" charset="0"/>
              </a:rPr>
              <a:t>/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Oval 46">
            <a:extLst>
              <a:ext uri="{FF2B5EF4-FFF2-40B4-BE49-F238E27FC236}">
                <a16:creationId xmlns:a16="http://schemas.microsoft.com/office/drawing/2014/main" id="{911FAE02-EC97-8B81-8102-53B996671C72}"/>
              </a:ext>
            </a:extLst>
          </p:cNvPr>
          <p:cNvSpPr>
            <a:spLocks noChangeArrowheads="1"/>
          </p:cNvSpPr>
          <p:nvPr/>
        </p:nvSpPr>
        <p:spPr bwMode="auto">
          <a:xfrm>
            <a:off x="4081463" y="2209800"/>
            <a:ext cx="430212"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37" name="Text Box 47">
            <a:extLst>
              <a:ext uri="{FF2B5EF4-FFF2-40B4-BE49-F238E27FC236}">
                <a16:creationId xmlns:a16="http://schemas.microsoft.com/office/drawing/2014/main" id="{370342CC-13DC-F7D4-2327-236DC0C7E8F5}"/>
              </a:ext>
            </a:extLst>
          </p:cNvPr>
          <p:cNvSpPr txBox="1">
            <a:spLocks noChangeArrowheads="1"/>
          </p:cNvSpPr>
          <p:nvPr/>
        </p:nvSpPr>
        <p:spPr bwMode="auto">
          <a:xfrm>
            <a:off x="4184650" y="23225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4038" name="Oval 49">
            <a:extLst>
              <a:ext uri="{FF2B5EF4-FFF2-40B4-BE49-F238E27FC236}">
                <a16:creationId xmlns:a16="http://schemas.microsoft.com/office/drawing/2014/main" id="{6585152B-3E99-2BB1-7F7F-28DF4257205F}"/>
              </a:ext>
            </a:extLst>
          </p:cNvPr>
          <p:cNvSpPr>
            <a:spLocks noChangeArrowheads="1"/>
          </p:cNvSpPr>
          <p:nvPr/>
        </p:nvSpPr>
        <p:spPr bwMode="auto">
          <a:xfrm>
            <a:off x="2889250" y="3051175"/>
            <a:ext cx="427038"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39" name="Text Box 50">
            <a:extLst>
              <a:ext uri="{FF2B5EF4-FFF2-40B4-BE49-F238E27FC236}">
                <a16:creationId xmlns:a16="http://schemas.microsoft.com/office/drawing/2014/main" id="{2D5E0F07-1E5F-3BD5-EB92-359E85F170FF}"/>
              </a:ext>
            </a:extLst>
          </p:cNvPr>
          <p:cNvSpPr txBox="1">
            <a:spLocks noChangeArrowheads="1"/>
          </p:cNvSpPr>
          <p:nvPr/>
        </p:nvSpPr>
        <p:spPr bwMode="auto">
          <a:xfrm>
            <a:off x="2990850" y="31638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4040" name="Oval 52">
            <a:extLst>
              <a:ext uri="{FF2B5EF4-FFF2-40B4-BE49-F238E27FC236}">
                <a16:creationId xmlns:a16="http://schemas.microsoft.com/office/drawing/2014/main" id="{E52CD5ED-52EF-0CA0-28B7-B470166B5274}"/>
              </a:ext>
            </a:extLst>
          </p:cNvPr>
          <p:cNvSpPr>
            <a:spLocks noChangeArrowheads="1"/>
          </p:cNvSpPr>
          <p:nvPr/>
        </p:nvSpPr>
        <p:spPr bwMode="auto">
          <a:xfrm>
            <a:off x="5707063" y="3051175"/>
            <a:ext cx="430212"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41" name="Text Box 53">
            <a:extLst>
              <a:ext uri="{FF2B5EF4-FFF2-40B4-BE49-F238E27FC236}">
                <a16:creationId xmlns:a16="http://schemas.microsoft.com/office/drawing/2014/main" id="{A4E520D5-EE69-CE82-6954-0DDD2BA2841F}"/>
              </a:ext>
            </a:extLst>
          </p:cNvPr>
          <p:cNvSpPr txBox="1">
            <a:spLocks noChangeArrowheads="1"/>
          </p:cNvSpPr>
          <p:nvPr/>
        </p:nvSpPr>
        <p:spPr bwMode="auto">
          <a:xfrm>
            <a:off x="5811838" y="31638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4042" name="Oval 55">
            <a:extLst>
              <a:ext uri="{FF2B5EF4-FFF2-40B4-BE49-F238E27FC236}">
                <a16:creationId xmlns:a16="http://schemas.microsoft.com/office/drawing/2014/main" id="{016CDE3D-E08A-7F2C-3340-FC76E1A97F3D}"/>
              </a:ext>
            </a:extLst>
          </p:cNvPr>
          <p:cNvSpPr>
            <a:spLocks noChangeArrowheads="1"/>
          </p:cNvSpPr>
          <p:nvPr/>
        </p:nvSpPr>
        <p:spPr bwMode="auto">
          <a:xfrm>
            <a:off x="6424613" y="4191000"/>
            <a:ext cx="427037"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43" name="Text Box 56">
            <a:extLst>
              <a:ext uri="{FF2B5EF4-FFF2-40B4-BE49-F238E27FC236}">
                <a16:creationId xmlns:a16="http://schemas.microsoft.com/office/drawing/2014/main" id="{204B7F76-28E7-57E4-B34D-6216577BAAFE}"/>
              </a:ext>
            </a:extLst>
          </p:cNvPr>
          <p:cNvSpPr txBox="1">
            <a:spLocks noChangeArrowheads="1"/>
          </p:cNvSpPr>
          <p:nvPr/>
        </p:nvSpPr>
        <p:spPr bwMode="auto">
          <a:xfrm>
            <a:off x="6527800" y="4305300"/>
            <a:ext cx="1841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4044" name="Oval 58">
            <a:extLst>
              <a:ext uri="{FF2B5EF4-FFF2-40B4-BE49-F238E27FC236}">
                <a16:creationId xmlns:a16="http://schemas.microsoft.com/office/drawing/2014/main" id="{63304F59-FE98-F168-CE3B-22736065AF55}"/>
              </a:ext>
            </a:extLst>
          </p:cNvPr>
          <p:cNvSpPr>
            <a:spLocks noChangeArrowheads="1"/>
          </p:cNvSpPr>
          <p:nvPr/>
        </p:nvSpPr>
        <p:spPr bwMode="auto">
          <a:xfrm>
            <a:off x="4989513" y="4191000"/>
            <a:ext cx="430212"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45" name="Text Box 59">
            <a:extLst>
              <a:ext uri="{FF2B5EF4-FFF2-40B4-BE49-F238E27FC236}">
                <a16:creationId xmlns:a16="http://schemas.microsoft.com/office/drawing/2014/main" id="{673FBF95-E3D0-032C-41D1-E58CD48AB9DE}"/>
              </a:ext>
            </a:extLst>
          </p:cNvPr>
          <p:cNvSpPr txBox="1">
            <a:spLocks noChangeArrowheads="1"/>
          </p:cNvSpPr>
          <p:nvPr/>
        </p:nvSpPr>
        <p:spPr bwMode="auto">
          <a:xfrm>
            <a:off x="5094288" y="4305300"/>
            <a:ext cx="1841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4046" name="Line 60">
            <a:extLst>
              <a:ext uri="{FF2B5EF4-FFF2-40B4-BE49-F238E27FC236}">
                <a16:creationId xmlns:a16="http://schemas.microsoft.com/office/drawing/2014/main" id="{42052CD7-11C5-B82F-D42A-B56DEF3CD619}"/>
              </a:ext>
            </a:extLst>
          </p:cNvPr>
          <p:cNvSpPr>
            <a:spLocks noChangeShapeType="1"/>
          </p:cNvSpPr>
          <p:nvPr/>
        </p:nvSpPr>
        <p:spPr bwMode="auto">
          <a:xfrm flipH="1">
            <a:off x="3273425" y="2557463"/>
            <a:ext cx="82550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7" name="Line 61">
            <a:extLst>
              <a:ext uri="{FF2B5EF4-FFF2-40B4-BE49-F238E27FC236}">
                <a16:creationId xmlns:a16="http://schemas.microsoft.com/office/drawing/2014/main" id="{DD5BD115-B64B-28FB-0E3E-A7222224C715}"/>
              </a:ext>
            </a:extLst>
          </p:cNvPr>
          <p:cNvSpPr>
            <a:spLocks noChangeShapeType="1"/>
          </p:cNvSpPr>
          <p:nvPr/>
        </p:nvSpPr>
        <p:spPr bwMode="auto">
          <a:xfrm flipH="1">
            <a:off x="5340350" y="3468688"/>
            <a:ext cx="469900" cy="768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8" name="Line 62">
            <a:extLst>
              <a:ext uri="{FF2B5EF4-FFF2-40B4-BE49-F238E27FC236}">
                <a16:creationId xmlns:a16="http://schemas.microsoft.com/office/drawing/2014/main" id="{813BCE1E-5104-3010-D5FF-DAF891B08D08}"/>
              </a:ext>
            </a:extLst>
          </p:cNvPr>
          <p:cNvSpPr>
            <a:spLocks noChangeShapeType="1"/>
          </p:cNvSpPr>
          <p:nvPr/>
        </p:nvSpPr>
        <p:spPr bwMode="auto">
          <a:xfrm>
            <a:off x="6018213" y="3489325"/>
            <a:ext cx="442912" cy="811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9" name="Line 63">
            <a:extLst>
              <a:ext uri="{FF2B5EF4-FFF2-40B4-BE49-F238E27FC236}">
                <a16:creationId xmlns:a16="http://schemas.microsoft.com/office/drawing/2014/main" id="{FC48962E-0D85-FB82-8CAF-38D61D419805}"/>
              </a:ext>
            </a:extLst>
          </p:cNvPr>
          <p:cNvSpPr>
            <a:spLocks noChangeShapeType="1"/>
          </p:cNvSpPr>
          <p:nvPr/>
        </p:nvSpPr>
        <p:spPr bwMode="auto">
          <a:xfrm>
            <a:off x="4454525" y="2574925"/>
            <a:ext cx="1249363" cy="701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4050" name="Group 105">
            <a:extLst>
              <a:ext uri="{FF2B5EF4-FFF2-40B4-BE49-F238E27FC236}">
                <a16:creationId xmlns:a16="http://schemas.microsoft.com/office/drawing/2014/main" id="{670DAD9E-3CD4-8244-E7A8-AF8D2DC75FCE}"/>
              </a:ext>
            </a:extLst>
          </p:cNvPr>
          <p:cNvGrpSpPr>
            <a:grpSpLocks/>
          </p:cNvGrpSpPr>
          <p:nvPr/>
        </p:nvGrpSpPr>
        <p:grpSpPr bwMode="auto">
          <a:xfrm>
            <a:off x="5683250" y="5416550"/>
            <a:ext cx="428625" cy="569913"/>
            <a:chOff x="2400" y="864"/>
            <a:chExt cx="432" cy="554"/>
          </a:xfrm>
        </p:grpSpPr>
        <p:sp>
          <p:nvSpPr>
            <p:cNvPr id="44079" name="Oval 106">
              <a:extLst>
                <a:ext uri="{FF2B5EF4-FFF2-40B4-BE49-F238E27FC236}">
                  <a16:creationId xmlns:a16="http://schemas.microsoft.com/office/drawing/2014/main" id="{EC0AC6F3-CEA8-AE44-4582-3BF2173A7622}"/>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80" name="Text Box 107">
              <a:extLst>
                <a:ext uri="{FF2B5EF4-FFF2-40B4-BE49-F238E27FC236}">
                  <a16:creationId xmlns:a16="http://schemas.microsoft.com/office/drawing/2014/main" id="{AD0DC944-C729-2F89-1886-F014F6E2954D}"/>
                </a:ext>
              </a:extLst>
            </p:cNvPr>
            <p:cNvSpPr txBox="1">
              <a:spLocks noChangeArrowheads="1"/>
            </p:cNvSpPr>
            <p:nvPr/>
          </p:nvSpPr>
          <p:spPr bwMode="auto">
            <a:xfrm>
              <a:off x="2502"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4051" name="Group 108">
            <a:extLst>
              <a:ext uri="{FF2B5EF4-FFF2-40B4-BE49-F238E27FC236}">
                <a16:creationId xmlns:a16="http://schemas.microsoft.com/office/drawing/2014/main" id="{70923ADB-2E7C-8ADB-4BA8-BD92DC6BC33F}"/>
              </a:ext>
            </a:extLst>
          </p:cNvPr>
          <p:cNvGrpSpPr>
            <a:grpSpLocks/>
          </p:cNvGrpSpPr>
          <p:nvPr/>
        </p:nvGrpSpPr>
        <p:grpSpPr bwMode="auto">
          <a:xfrm>
            <a:off x="4252913" y="5416550"/>
            <a:ext cx="428625" cy="569913"/>
            <a:chOff x="2400" y="864"/>
            <a:chExt cx="432" cy="554"/>
          </a:xfrm>
        </p:grpSpPr>
        <p:sp>
          <p:nvSpPr>
            <p:cNvPr id="44077" name="Oval 109">
              <a:extLst>
                <a:ext uri="{FF2B5EF4-FFF2-40B4-BE49-F238E27FC236}">
                  <a16:creationId xmlns:a16="http://schemas.microsoft.com/office/drawing/2014/main" id="{6293CEA5-4008-5368-BD60-176A4BC09D45}"/>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78" name="Text Box 110">
              <a:extLst>
                <a:ext uri="{FF2B5EF4-FFF2-40B4-BE49-F238E27FC236}">
                  <a16:creationId xmlns:a16="http://schemas.microsoft.com/office/drawing/2014/main" id="{67FC74CE-8144-CD6B-F550-962C94E212EA}"/>
                </a:ext>
              </a:extLst>
            </p:cNvPr>
            <p:cNvSpPr txBox="1">
              <a:spLocks noChangeArrowheads="1"/>
            </p:cNvSpPr>
            <p:nvPr/>
          </p:nvSpPr>
          <p:spPr bwMode="auto">
            <a:xfrm>
              <a:off x="2504"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4052" name="Group 111">
            <a:extLst>
              <a:ext uri="{FF2B5EF4-FFF2-40B4-BE49-F238E27FC236}">
                <a16:creationId xmlns:a16="http://schemas.microsoft.com/office/drawing/2014/main" id="{366999DA-91AB-A3E0-68D7-7A863A4A0DA1}"/>
              </a:ext>
            </a:extLst>
          </p:cNvPr>
          <p:cNvGrpSpPr>
            <a:grpSpLocks/>
          </p:cNvGrpSpPr>
          <p:nvPr/>
        </p:nvGrpSpPr>
        <p:grpSpPr bwMode="auto">
          <a:xfrm>
            <a:off x="4568825" y="4694238"/>
            <a:ext cx="1150938" cy="801687"/>
            <a:chOff x="896" y="1363"/>
            <a:chExt cx="1156" cy="778"/>
          </a:xfrm>
        </p:grpSpPr>
        <p:sp>
          <p:nvSpPr>
            <p:cNvPr id="44075" name="Line 112">
              <a:extLst>
                <a:ext uri="{FF2B5EF4-FFF2-40B4-BE49-F238E27FC236}">
                  <a16:creationId xmlns:a16="http://schemas.microsoft.com/office/drawing/2014/main" id="{7A4142A7-393A-D1C0-2717-166EBEF853D1}"/>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6" name="Line 113">
              <a:extLst>
                <a:ext uri="{FF2B5EF4-FFF2-40B4-BE49-F238E27FC236}">
                  <a16:creationId xmlns:a16="http://schemas.microsoft.com/office/drawing/2014/main" id="{BEC11DDB-47D1-E652-ADAF-04D4678870C4}"/>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4053" name="Text Box 114">
            <a:extLst>
              <a:ext uri="{FF2B5EF4-FFF2-40B4-BE49-F238E27FC236}">
                <a16:creationId xmlns:a16="http://schemas.microsoft.com/office/drawing/2014/main" id="{308EA724-8CD8-C169-5652-3FDAABA3692A}"/>
              </a:ext>
            </a:extLst>
          </p:cNvPr>
          <p:cNvSpPr txBox="1">
            <a:spLocks noChangeArrowheads="1"/>
          </p:cNvSpPr>
          <p:nvPr/>
        </p:nvSpPr>
        <p:spPr bwMode="auto">
          <a:xfrm>
            <a:off x="4946650" y="25146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4054" name="Text Box 115">
            <a:extLst>
              <a:ext uri="{FF2B5EF4-FFF2-40B4-BE49-F238E27FC236}">
                <a16:creationId xmlns:a16="http://schemas.microsoft.com/office/drawing/2014/main" id="{A84185BA-256C-DE4F-6AC8-71AFCB12AC48}"/>
              </a:ext>
            </a:extLst>
          </p:cNvPr>
          <p:cNvSpPr txBox="1">
            <a:spLocks noChangeArrowheads="1"/>
          </p:cNvSpPr>
          <p:nvPr/>
        </p:nvSpPr>
        <p:spPr bwMode="auto">
          <a:xfrm>
            <a:off x="3390900"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4055" name="Text Box 116">
            <a:extLst>
              <a:ext uri="{FF2B5EF4-FFF2-40B4-BE49-F238E27FC236}">
                <a16:creationId xmlns:a16="http://schemas.microsoft.com/office/drawing/2014/main" id="{7EF48DE0-7EED-77E5-DDDE-C855FDAE110D}"/>
              </a:ext>
            </a:extLst>
          </p:cNvPr>
          <p:cNvSpPr txBox="1">
            <a:spLocks noChangeArrowheads="1"/>
          </p:cNvSpPr>
          <p:nvPr/>
        </p:nvSpPr>
        <p:spPr bwMode="auto">
          <a:xfrm>
            <a:off x="5295900" y="3581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4056" name="Text Box 117">
            <a:extLst>
              <a:ext uri="{FF2B5EF4-FFF2-40B4-BE49-F238E27FC236}">
                <a16:creationId xmlns:a16="http://schemas.microsoft.com/office/drawing/2014/main" id="{5E1CCD90-230A-3F7E-E119-AA7B948F9476}"/>
              </a:ext>
            </a:extLst>
          </p:cNvPr>
          <p:cNvSpPr txBox="1">
            <a:spLocks noChangeArrowheads="1"/>
          </p:cNvSpPr>
          <p:nvPr/>
        </p:nvSpPr>
        <p:spPr bwMode="auto">
          <a:xfrm>
            <a:off x="6242050" y="36576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4057" name="Text Box 118">
            <a:extLst>
              <a:ext uri="{FF2B5EF4-FFF2-40B4-BE49-F238E27FC236}">
                <a16:creationId xmlns:a16="http://schemas.microsoft.com/office/drawing/2014/main" id="{3EFB4DA5-F02B-D92C-06C9-EC4ADF910B76}"/>
              </a:ext>
            </a:extLst>
          </p:cNvPr>
          <p:cNvSpPr txBox="1">
            <a:spLocks noChangeArrowheads="1"/>
          </p:cNvSpPr>
          <p:nvPr/>
        </p:nvSpPr>
        <p:spPr bwMode="auto">
          <a:xfrm>
            <a:off x="4532313" y="4724400"/>
            <a:ext cx="33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44058" name="Text Box 119">
            <a:extLst>
              <a:ext uri="{FF2B5EF4-FFF2-40B4-BE49-F238E27FC236}">
                <a16:creationId xmlns:a16="http://schemas.microsoft.com/office/drawing/2014/main" id="{EC472DC9-68E0-2ECE-CC0A-09150E00170C}"/>
              </a:ext>
            </a:extLst>
          </p:cNvPr>
          <p:cNvSpPr txBox="1">
            <a:spLocks noChangeArrowheads="1"/>
          </p:cNvSpPr>
          <p:nvPr/>
        </p:nvSpPr>
        <p:spPr bwMode="auto">
          <a:xfrm>
            <a:off x="5480050" y="4724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4059" name="Text Box 121">
            <a:extLst>
              <a:ext uri="{FF2B5EF4-FFF2-40B4-BE49-F238E27FC236}">
                <a16:creationId xmlns:a16="http://schemas.microsoft.com/office/drawing/2014/main" id="{E04B9D58-8881-8426-72EB-827484DB4B4D}"/>
              </a:ext>
            </a:extLst>
          </p:cNvPr>
          <p:cNvSpPr txBox="1">
            <a:spLocks noChangeArrowheads="1"/>
          </p:cNvSpPr>
          <p:nvPr/>
        </p:nvSpPr>
        <p:spPr bwMode="auto">
          <a:xfrm>
            <a:off x="2355850" y="3048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4060" name="Text Box 122">
            <a:extLst>
              <a:ext uri="{FF2B5EF4-FFF2-40B4-BE49-F238E27FC236}">
                <a16:creationId xmlns:a16="http://schemas.microsoft.com/office/drawing/2014/main" id="{850B693D-BEB6-0E4A-F042-AD9B3F481608}"/>
              </a:ext>
            </a:extLst>
          </p:cNvPr>
          <p:cNvSpPr txBox="1">
            <a:spLocks noChangeArrowheads="1"/>
          </p:cNvSpPr>
          <p:nvPr/>
        </p:nvSpPr>
        <p:spPr bwMode="auto">
          <a:xfrm>
            <a:off x="6318250" y="29718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4061" name="Text Box 123">
            <a:extLst>
              <a:ext uri="{FF2B5EF4-FFF2-40B4-BE49-F238E27FC236}">
                <a16:creationId xmlns:a16="http://schemas.microsoft.com/office/drawing/2014/main" id="{65C32634-3025-E80A-BB8C-3F1E1239B3CC}"/>
              </a:ext>
            </a:extLst>
          </p:cNvPr>
          <p:cNvSpPr txBox="1">
            <a:spLocks noChangeArrowheads="1"/>
          </p:cNvSpPr>
          <p:nvPr/>
        </p:nvSpPr>
        <p:spPr bwMode="auto">
          <a:xfrm>
            <a:off x="7004050" y="4191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4062" name="Text Box 124">
            <a:extLst>
              <a:ext uri="{FF2B5EF4-FFF2-40B4-BE49-F238E27FC236}">
                <a16:creationId xmlns:a16="http://schemas.microsoft.com/office/drawing/2014/main" id="{0006BB8E-BE71-2098-15E8-D4532C9BB9D3}"/>
              </a:ext>
            </a:extLst>
          </p:cNvPr>
          <p:cNvSpPr txBox="1">
            <a:spLocks noChangeArrowheads="1"/>
          </p:cNvSpPr>
          <p:nvPr/>
        </p:nvSpPr>
        <p:spPr bwMode="auto">
          <a:xfrm>
            <a:off x="4337050" y="4191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[3]</a:t>
            </a:r>
            <a:endParaRPr lang="en-US" altLang="en-US" sz="2400">
              <a:latin typeface="Times New Roman" panose="02020603050405020304" pitchFamily="18" charset="0"/>
            </a:endParaRPr>
          </a:p>
        </p:txBody>
      </p:sp>
      <p:sp>
        <p:nvSpPr>
          <p:cNvPr id="44063" name="Text Box 125">
            <a:extLst>
              <a:ext uri="{FF2B5EF4-FFF2-40B4-BE49-F238E27FC236}">
                <a16:creationId xmlns:a16="http://schemas.microsoft.com/office/drawing/2014/main" id="{6997475C-1CE8-1A68-7236-182F16C15549}"/>
              </a:ext>
            </a:extLst>
          </p:cNvPr>
          <p:cNvSpPr txBox="1">
            <a:spLocks noChangeArrowheads="1"/>
          </p:cNvSpPr>
          <p:nvPr/>
        </p:nvSpPr>
        <p:spPr bwMode="auto">
          <a:xfrm>
            <a:off x="3575050" y="54102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4064" name="Text Box 126">
            <a:extLst>
              <a:ext uri="{FF2B5EF4-FFF2-40B4-BE49-F238E27FC236}">
                <a16:creationId xmlns:a16="http://schemas.microsoft.com/office/drawing/2014/main" id="{997BEF47-FEDC-C647-1F76-648093707F05}"/>
              </a:ext>
            </a:extLst>
          </p:cNvPr>
          <p:cNvSpPr txBox="1">
            <a:spLocks noChangeArrowheads="1"/>
          </p:cNvSpPr>
          <p:nvPr/>
        </p:nvSpPr>
        <p:spPr bwMode="auto">
          <a:xfrm>
            <a:off x="6242050" y="54102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[8]</a:t>
            </a:r>
            <a:endParaRPr lang="en-US" altLang="en-US" sz="2400">
              <a:latin typeface="Times New Roman" panose="02020603050405020304" pitchFamily="18" charset="0"/>
            </a:endParaRPr>
          </a:p>
        </p:txBody>
      </p:sp>
      <p:sp>
        <p:nvSpPr>
          <p:cNvPr id="44065" name="Line 127">
            <a:extLst>
              <a:ext uri="{FF2B5EF4-FFF2-40B4-BE49-F238E27FC236}">
                <a16:creationId xmlns:a16="http://schemas.microsoft.com/office/drawing/2014/main" id="{C96BD38B-2D4F-098F-B63E-30F6069E823F}"/>
              </a:ext>
            </a:extLst>
          </p:cNvPr>
          <p:cNvSpPr>
            <a:spLocks noChangeShapeType="1"/>
          </p:cNvSpPr>
          <p:nvPr/>
        </p:nvSpPr>
        <p:spPr bwMode="auto">
          <a:xfrm flipH="1">
            <a:off x="2127250" y="3429000"/>
            <a:ext cx="82550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6" name="Line 128">
            <a:extLst>
              <a:ext uri="{FF2B5EF4-FFF2-40B4-BE49-F238E27FC236}">
                <a16:creationId xmlns:a16="http://schemas.microsoft.com/office/drawing/2014/main" id="{8840BF14-4F4E-E1D6-C0AC-753226582606}"/>
              </a:ext>
            </a:extLst>
          </p:cNvPr>
          <p:cNvSpPr>
            <a:spLocks noChangeShapeType="1"/>
          </p:cNvSpPr>
          <p:nvPr/>
        </p:nvSpPr>
        <p:spPr bwMode="auto">
          <a:xfrm>
            <a:off x="3194050" y="3505200"/>
            <a:ext cx="442913" cy="811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7" name="Oval 129">
            <a:extLst>
              <a:ext uri="{FF2B5EF4-FFF2-40B4-BE49-F238E27FC236}">
                <a16:creationId xmlns:a16="http://schemas.microsoft.com/office/drawing/2014/main" id="{C04A7FCB-CBFF-D261-8B7F-5D670C2E4D92}"/>
              </a:ext>
            </a:extLst>
          </p:cNvPr>
          <p:cNvSpPr>
            <a:spLocks noChangeArrowheads="1"/>
          </p:cNvSpPr>
          <p:nvPr/>
        </p:nvSpPr>
        <p:spPr bwMode="auto">
          <a:xfrm>
            <a:off x="1822450" y="4038600"/>
            <a:ext cx="430213" cy="444500"/>
          </a:xfrm>
          <a:prstGeom prst="ellipse">
            <a:avLst/>
          </a:prstGeom>
          <a:solidFill>
            <a:schemeClr val="hlink">
              <a:alpha val="50195"/>
            </a:scheme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4068" name="Text Box 130">
            <a:extLst>
              <a:ext uri="{FF2B5EF4-FFF2-40B4-BE49-F238E27FC236}">
                <a16:creationId xmlns:a16="http://schemas.microsoft.com/office/drawing/2014/main" id="{C4FC7923-73D7-EAD7-83E3-9E8BC8424B3A}"/>
              </a:ext>
            </a:extLst>
          </p:cNvPr>
          <p:cNvSpPr txBox="1">
            <a:spLocks noChangeArrowheads="1"/>
          </p:cNvSpPr>
          <p:nvPr/>
        </p:nvSpPr>
        <p:spPr bwMode="auto">
          <a:xfrm>
            <a:off x="2127250" y="3505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4069" name="Text Box 131">
            <a:extLst>
              <a:ext uri="{FF2B5EF4-FFF2-40B4-BE49-F238E27FC236}">
                <a16:creationId xmlns:a16="http://schemas.microsoft.com/office/drawing/2014/main" id="{3C754EB2-E705-312A-32CB-BD2E6734A8B3}"/>
              </a:ext>
            </a:extLst>
          </p:cNvPr>
          <p:cNvSpPr txBox="1">
            <a:spLocks noChangeArrowheads="1"/>
          </p:cNvSpPr>
          <p:nvPr/>
        </p:nvSpPr>
        <p:spPr bwMode="auto">
          <a:xfrm>
            <a:off x="3346450" y="3581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44070" name="Oval 132">
            <a:extLst>
              <a:ext uri="{FF2B5EF4-FFF2-40B4-BE49-F238E27FC236}">
                <a16:creationId xmlns:a16="http://schemas.microsoft.com/office/drawing/2014/main" id="{1BFCAC93-6393-2A78-6C04-7D0EB6DD51C4}"/>
              </a:ext>
            </a:extLst>
          </p:cNvPr>
          <p:cNvSpPr>
            <a:spLocks noChangeArrowheads="1"/>
          </p:cNvSpPr>
          <p:nvPr/>
        </p:nvSpPr>
        <p:spPr bwMode="auto">
          <a:xfrm>
            <a:off x="3498850" y="4343400"/>
            <a:ext cx="430213"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endParaRPr lang="en-US" altLang="en-US" sz="1800">
              <a:solidFill>
                <a:srgbClr val="C0C0C0"/>
              </a:solidFill>
              <a:latin typeface="Tahoma" panose="020B0604030504040204" pitchFamily="34" charset="0"/>
            </a:endParaRPr>
          </a:p>
        </p:txBody>
      </p:sp>
      <p:sp>
        <p:nvSpPr>
          <p:cNvPr id="44071" name="Text Box 133">
            <a:extLst>
              <a:ext uri="{FF2B5EF4-FFF2-40B4-BE49-F238E27FC236}">
                <a16:creationId xmlns:a16="http://schemas.microsoft.com/office/drawing/2014/main" id="{878F0F4A-771C-69DD-D406-61552A9C78BC}"/>
              </a:ext>
            </a:extLst>
          </p:cNvPr>
          <p:cNvSpPr txBox="1">
            <a:spLocks noChangeArrowheads="1"/>
          </p:cNvSpPr>
          <p:nvPr/>
        </p:nvSpPr>
        <p:spPr bwMode="auto">
          <a:xfrm>
            <a:off x="2889250" y="43434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4072" name="Text Box 134">
            <a:extLst>
              <a:ext uri="{FF2B5EF4-FFF2-40B4-BE49-F238E27FC236}">
                <a16:creationId xmlns:a16="http://schemas.microsoft.com/office/drawing/2014/main" id="{D2D4E3D3-93B0-66F1-667C-AE7362CFD00C}"/>
              </a:ext>
            </a:extLst>
          </p:cNvPr>
          <p:cNvSpPr txBox="1">
            <a:spLocks noChangeArrowheads="1"/>
          </p:cNvSpPr>
          <p:nvPr/>
        </p:nvSpPr>
        <p:spPr bwMode="auto">
          <a:xfrm>
            <a:off x="1289050" y="4191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[6]</a:t>
            </a:r>
            <a:endParaRPr lang="en-US" altLang="en-US" sz="2400">
              <a:latin typeface="Times New Roman" panose="02020603050405020304" pitchFamily="18" charset="0"/>
            </a:endParaRPr>
          </a:p>
        </p:txBody>
      </p:sp>
      <p:sp>
        <p:nvSpPr>
          <p:cNvPr id="44073" name="Text Box 137">
            <a:extLst>
              <a:ext uri="{FF2B5EF4-FFF2-40B4-BE49-F238E27FC236}">
                <a16:creationId xmlns:a16="http://schemas.microsoft.com/office/drawing/2014/main" id="{C625D0B5-A2D8-21D0-AD97-E8E51A17A0AA}"/>
              </a:ext>
            </a:extLst>
          </p:cNvPr>
          <p:cNvSpPr txBox="1">
            <a:spLocks noChangeArrowheads="1"/>
          </p:cNvSpPr>
          <p:nvPr/>
        </p:nvSpPr>
        <p:spPr bwMode="auto">
          <a:xfrm>
            <a:off x="685800" y="5410200"/>
            <a:ext cx="25146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Tahoma" panose="020B0604030504040204" pitchFamily="34" charset="0"/>
              </a:rPr>
              <a:t>[x] = g(n) </a:t>
            </a:r>
          </a:p>
          <a:p>
            <a:pPr eaLnBrk="1" hangingPunct="1">
              <a:spcBef>
                <a:spcPct val="50000"/>
              </a:spcBef>
              <a:buClrTx/>
              <a:buSzTx/>
              <a:buFontTx/>
              <a:buNone/>
            </a:pPr>
            <a:r>
              <a:rPr lang="en-US" altLang="en-US" sz="1800" b="1">
                <a:latin typeface="Tahoma" panose="020B0604030504040204" pitchFamily="34" charset="0"/>
              </a:rPr>
              <a:t>path cost of node n</a:t>
            </a:r>
            <a:endParaRPr lang="en-GB" altLang="en-US" sz="1800" b="1">
              <a:latin typeface="Tahoma" panose="020B0604030504040204" pitchFamily="34" charset="0"/>
            </a:endParaRPr>
          </a:p>
        </p:txBody>
      </p:sp>
      <p:sp>
        <p:nvSpPr>
          <p:cNvPr id="44074" name="Text Box 138">
            <a:extLst>
              <a:ext uri="{FF2B5EF4-FFF2-40B4-BE49-F238E27FC236}">
                <a16:creationId xmlns:a16="http://schemas.microsoft.com/office/drawing/2014/main" id="{99C0DBA9-894A-1603-EE7D-777AEF78CE10}"/>
              </a:ext>
            </a:extLst>
          </p:cNvPr>
          <p:cNvSpPr txBox="1">
            <a:spLocks noChangeArrowheads="1"/>
          </p:cNvSpPr>
          <p:nvPr/>
        </p:nvSpPr>
        <p:spPr bwMode="auto">
          <a:xfrm>
            <a:off x="1371600" y="4572000"/>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Tahoma" panose="020B0604030504040204" pitchFamily="34" charset="0"/>
              </a:rPr>
              <a:t>Goal state</a:t>
            </a:r>
            <a:endParaRPr lang="en-GB" altLang="en-US" sz="1800" b="1">
              <a:latin typeface="Tahoma" panose="020B0604030504040204" pitchFamily="34" charset="0"/>
            </a:endParaRPr>
          </a:p>
        </p:txBody>
      </p:sp>
      <p:sp>
        <p:nvSpPr>
          <p:cNvPr id="2" name="TextBox 1">
            <a:extLst>
              <a:ext uri="{FF2B5EF4-FFF2-40B4-BE49-F238E27FC236}">
                <a16:creationId xmlns:a16="http://schemas.microsoft.com/office/drawing/2014/main" id="{DF35F8EE-0B68-B16D-A98B-97323808908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60" name="Group 48">
            <a:extLst>
              <a:ext uri="{FF2B5EF4-FFF2-40B4-BE49-F238E27FC236}">
                <a16:creationId xmlns:a16="http://schemas.microsoft.com/office/drawing/2014/main" id="{DCE09DFD-1F67-9C72-64DE-5EC8A2EDDB3E}"/>
              </a:ext>
            </a:extLst>
          </p:cNvPr>
          <p:cNvGrpSpPr>
            <a:grpSpLocks/>
          </p:cNvGrpSpPr>
          <p:nvPr/>
        </p:nvGrpSpPr>
        <p:grpSpPr bwMode="auto">
          <a:xfrm>
            <a:off x="2355850" y="2209800"/>
            <a:ext cx="4502150" cy="1411288"/>
            <a:chOff x="1484" y="1392"/>
            <a:chExt cx="2836" cy="889"/>
          </a:xfrm>
        </p:grpSpPr>
        <p:sp>
          <p:nvSpPr>
            <p:cNvPr id="45061" name="Oval 4">
              <a:extLst>
                <a:ext uri="{FF2B5EF4-FFF2-40B4-BE49-F238E27FC236}">
                  <a16:creationId xmlns:a16="http://schemas.microsoft.com/office/drawing/2014/main" id="{4187F10C-CB4B-3472-30EB-CC7026DB61CA}"/>
                </a:ext>
              </a:extLst>
            </p:cNvPr>
            <p:cNvSpPr>
              <a:spLocks noChangeArrowheads="1"/>
            </p:cNvSpPr>
            <p:nvPr/>
          </p:nvSpPr>
          <p:spPr bwMode="auto">
            <a:xfrm>
              <a:off x="2571" y="1392"/>
              <a:ext cx="271" cy="280"/>
            </a:xfrm>
            <a:prstGeom prst="ellipse">
              <a:avLst/>
            </a:prstGeom>
            <a:solidFill>
              <a:schemeClr val="accent2">
                <a:alpha val="50195"/>
              </a:scheme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5062" name="Text Box 5">
              <a:extLst>
                <a:ext uri="{FF2B5EF4-FFF2-40B4-BE49-F238E27FC236}">
                  <a16:creationId xmlns:a16="http://schemas.microsoft.com/office/drawing/2014/main" id="{38DF06B6-4B5D-8624-01F5-871D3B2FC72B}"/>
                </a:ext>
              </a:extLst>
            </p:cNvPr>
            <p:cNvSpPr txBox="1">
              <a:spLocks noChangeArrowheads="1"/>
            </p:cNvSpPr>
            <p:nvPr/>
          </p:nvSpPr>
          <p:spPr bwMode="auto">
            <a:xfrm>
              <a:off x="2636" y="146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5063" name="Oval 6">
              <a:extLst>
                <a:ext uri="{FF2B5EF4-FFF2-40B4-BE49-F238E27FC236}">
                  <a16:creationId xmlns:a16="http://schemas.microsoft.com/office/drawing/2014/main" id="{3193B425-C4C5-3F85-60B5-6AE60E4D4C3A}"/>
                </a:ext>
              </a:extLst>
            </p:cNvPr>
            <p:cNvSpPr>
              <a:spLocks noChangeArrowheads="1"/>
            </p:cNvSpPr>
            <p:nvPr/>
          </p:nvSpPr>
          <p:spPr bwMode="auto">
            <a:xfrm>
              <a:off x="1820" y="1922"/>
              <a:ext cx="269"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5064" name="Text Box 7">
              <a:extLst>
                <a:ext uri="{FF2B5EF4-FFF2-40B4-BE49-F238E27FC236}">
                  <a16:creationId xmlns:a16="http://schemas.microsoft.com/office/drawing/2014/main" id="{C36FD49E-5718-6507-5219-F89F3761CFA8}"/>
                </a:ext>
              </a:extLst>
            </p:cNvPr>
            <p:cNvSpPr txBox="1">
              <a:spLocks noChangeArrowheads="1"/>
            </p:cNvSpPr>
            <p:nvPr/>
          </p:nvSpPr>
          <p:spPr bwMode="auto">
            <a:xfrm>
              <a:off x="1884"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5065" name="Oval 8">
              <a:extLst>
                <a:ext uri="{FF2B5EF4-FFF2-40B4-BE49-F238E27FC236}">
                  <a16:creationId xmlns:a16="http://schemas.microsoft.com/office/drawing/2014/main" id="{3C02DB68-8EC3-3730-C43E-6537109EF2BD}"/>
                </a:ext>
              </a:extLst>
            </p:cNvPr>
            <p:cNvSpPr>
              <a:spLocks noChangeArrowheads="1"/>
            </p:cNvSpPr>
            <p:nvPr/>
          </p:nvSpPr>
          <p:spPr bwMode="auto">
            <a:xfrm>
              <a:off x="3595" y="1922"/>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5066" name="Text Box 9">
              <a:extLst>
                <a:ext uri="{FF2B5EF4-FFF2-40B4-BE49-F238E27FC236}">
                  <a16:creationId xmlns:a16="http://schemas.microsoft.com/office/drawing/2014/main" id="{3D3BDEA7-4300-B311-8EB0-943D78F4C09E}"/>
                </a:ext>
              </a:extLst>
            </p:cNvPr>
            <p:cNvSpPr txBox="1">
              <a:spLocks noChangeArrowheads="1"/>
            </p:cNvSpPr>
            <p:nvPr/>
          </p:nvSpPr>
          <p:spPr bwMode="auto">
            <a:xfrm>
              <a:off x="3661"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5067" name="Line 14">
              <a:extLst>
                <a:ext uri="{FF2B5EF4-FFF2-40B4-BE49-F238E27FC236}">
                  <a16:creationId xmlns:a16="http://schemas.microsoft.com/office/drawing/2014/main" id="{1DFA4E35-27BB-61E0-9B07-21E9ED3B044A}"/>
                </a:ext>
              </a:extLst>
            </p:cNvPr>
            <p:cNvSpPr>
              <a:spLocks noChangeShapeType="1"/>
            </p:cNvSpPr>
            <p:nvPr/>
          </p:nvSpPr>
          <p:spPr bwMode="auto">
            <a:xfrm flipH="1">
              <a:off x="2062" y="1611"/>
              <a:ext cx="520" cy="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68" name="Line 17">
              <a:extLst>
                <a:ext uri="{FF2B5EF4-FFF2-40B4-BE49-F238E27FC236}">
                  <a16:creationId xmlns:a16="http://schemas.microsoft.com/office/drawing/2014/main" id="{86F6A168-E1F7-766E-B4B4-6F1A2F5CB0FF}"/>
                </a:ext>
              </a:extLst>
            </p:cNvPr>
            <p:cNvSpPr>
              <a:spLocks noChangeShapeType="1"/>
            </p:cNvSpPr>
            <p:nvPr/>
          </p:nvSpPr>
          <p:spPr bwMode="auto">
            <a:xfrm>
              <a:off x="2806" y="1622"/>
              <a:ext cx="787" cy="4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69" name="Text Box 27">
              <a:extLst>
                <a:ext uri="{FF2B5EF4-FFF2-40B4-BE49-F238E27FC236}">
                  <a16:creationId xmlns:a16="http://schemas.microsoft.com/office/drawing/2014/main" id="{58D3B066-8D3D-AE36-F5BE-73D53879F023}"/>
                </a:ext>
              </a:extLst>
            </p:cNvPr>
            <p:cNvSpPr txBox="1">
              <a:spLocks noChangeArrowheads="1"/>
            </p:cNvSpPr>
            <p:nvPr/>
          </p:nvSpPr>
          <p:spPr bwMode="auto">
            <a:xfrm>
              <a:off x="3116" y="1584"/>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5070" name="Text Box 28">
              <a:extLst>
                <a:ext uri="{FF2B5EF4-FFF2-40B4-BE49-F238E27FC236}">
                  <a16:creationId xmlns:a16="http://schemas.microsoft.com/office/drawing/2014/main" id="{6114ED82-5B7F-84A8-9BCE-C8A41AA80ED7}"/>
                </a:ext>
              </a:extLst>
            </p:cNvPr>
            <p:cNvSpPr txBox="1">
              <a:spLocks noChangeArrowheads="1"/>
            </p:cNvSpPr>
            <p:nvPr/>
          </p:nvSpPr>
          <p:spPr bwMode="auto">
            <a:xfrm>
              <a:off x="2136" y="15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5071" name="Text Box 33">
              <a:extLst>
                <a:ext uri="{FF2B5EF4-FFF2-40B4-BE49-F238E27FC236}">
                  <a16:creationId xmlns:a16="http://schemas.microsoft.com/office/drawing/2014/main" id="{2ADFFE25-B8DD-E630-B239-C74C09C0E22A}"/>
                </a:ext>
              </a:extLst>
            </p:cNvPr>
            <p:cNvSpPr txBox="1">
              <a:spLocks noChangeArrowheads="1"/>
            </p:cNvSpPr>
            <p:nvPr/>
          </p:nvSpPr>
          <p:spPr bwMode="auto">
            <a:xfrm>
              <a:off x="1484" y="192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5072" name="Text Box 34">
              <a:extLst>
                <a:ext uri="{FF2B5EF4-FFF2-40B4-BE49-F238E27FC236}">
                  <a16:creationId xmlns:a16="http://schemas.microsoft.com/office/drawing/2014/main" id="{C97393D8-4647-472F-A3B6-F7954BE5B37E}"/>
                </a:ext>
              </a:extLst>
            </p:cNvPr>
            <p:cNvSpPr txBox="1">
              <a:spLocks noChangeArrowheads="1"/>
            </p:cNvSpPr>
            <p:nvPr/>
          </p:nvSpPr>
          <p:spPr bwMode="auto">
            <a:xfrm>
              <a:off x="3980" y="1872"/>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accent1"/>
                  </a:solidFill>
                  <a:latin typeface="Times New Roman" panose="02020603050405020304" pitchFamily="18" charset="0"/>
                </a:rPr>
                <a:t>[2]</a:t>
              </a:r>
              <a:endParaRPr lang="en-US" altLang="en-US" sz="2400">
                <a:solidFill>
                  <a:schemeClr val="accent1"/>
                </a:solidFill>
                <a:latin typeface="Times New Roman" panose="02020603050405020304" pitchFamily="18" charset="0"/>
              </a:endParaRPr>
            </a:p>
          </p:txBody>
        </p:sp>
      </p:grpSp>
      <p:sp>
        <p:nvSpPr>
          <p:cNvPr id="2" name="TextBox 1">
            <a:extLst>
              <a:ext uri="{FF2B5EF4-FFF2-40B4-BE49-F238E27FC236}">
                <a16:creationId xmlns:a16="http://schemas.microsoft.com/office/drawing/2014/main" id="{19B589FB-9678-618C-9EEC-E74960DB955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Oval 4">
            <a:extLst>
              <a:ext uri="{FF2B5EF4-FFF2-40B4-BE49-F238E27FC236}">
                <a16:creationId xmlns:a16="http://schemas.microsoft.com/office/drawing/2014/main" id="{F5203466-1B75-9F25-0F76-A6F79B64B3E8}"/>
              </a:ext>
            </a:extLst>
          </p:cNvPr>
          <p:cNvSpPr>
            <a:spLocks noChangeArrowheads="1"/>
          </p:cNvSpPr>
          <p:nvPr/>
        </p:nvSpPr>
        <p:spPr bwMode="auto">
          <a:xfrm>
            <a:off x="4081463" y="2209800"/>
            <a:ext cx="430212"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6085" name="Text Box 5">
            <a:extLst>
              <a:ext uri="{FF2B5EF4-FFF2-40B4-BE49-F238E27FC236}">
                <a16:creationId xmlns:a16="http://schemas.microsoft.com/office/drawing/2014/main" id="{FB51B46F-D556-B3FD-FB05-13E1126C2A12}"/>
              </a:ext>
            </a:extLst>
          </p:cNvPr>
          <p:cNvSpPr txBox="1">
            <a:spLocks noChangeArrowheads="1"/>
          </p:cNvSpPr>
          <p:nvPr/>
        </p:nvSpPr>
        <p:spPr bwMode="auto">
          <a:xfrm>
            <a:off x="4184650" y="23225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6086" name="Oval 6">
            <a:extLst>
              <a:ext uri="{FF2B5EF4-FFF2-40B4-BE49-F238E27FC236}">
                <a16:creationId xmlns:a16="http://schemas.microsoft.com/office/drawing/2014/main" id="{B33B617E-01D7-EA12-0E4A-A310F2EF48AB}"/>
              </a:ext>
            </a:extLst>
          </p:cNvPr>
          <p:cNvSpPr>
            <a:spLocks noChangeArrowheads="1"/>
          </p:cNvSpPr>
          <p:nvPr/>
        </p:nvSpPr>
        <p:spPr bwMode="auto">
          <a:xfrm>
            <a:off x="2889250" y="3051175"/>
            <a:ext cx="427038"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6087" name="Text Box 7">
            <a:extLst>
              <a:ext uri="{FF2B5EF4-FFF2-40B4-BE49-F238E27FC236}">
                <a16:creationId xmlns:a16="http://schemas.microsoft.com/office/drawing/2014/main" id="{2853D97A-4CDA-ABD7-1718-77516BC7C1CB}"/>
              </a:ext>
            </a:extLst>
          </p:cNvPr>
          <p:cNvSpPr txBox="1">
            <a:spLocks noChangeArrowheads="1"/>
          </p:cNvSpPr>
          <p:nvPr/>
        </p:nvSpPr>
        <p:spPr bwMode="auto">
          <a:xfrm>
            <a:off x="2990850" y="31638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6088" name="Oval 8">
            <a:extLst>
              <a:ext uri="{FF2B5EF4-FFF2-40B4-BE49-F238E27FC236}">
                <a16:creationId xmlns:a16="http://schemas.microsoft.com/office/drawing/2014/main" id="{6E26FE86-2268-AFAD-23B9-71E77CEF0CD2}"/>
              </a:ext>
            </a:extLst>
          </p:cNvPr>
          <p:cNvSpPr>
            <a:spLocks noChangeArrowheads="1"/>
          </p:cNvSpPr>
          <p:nvPr/>
        </p:nvSpPr>
        <p:spPr bwMode="auto">
          <a:xfrm>
            <a:off x="5707063" y="3051175"/>
            <a:ext cx="430212" cy="444500"/>
          </a:xfrm>
          <a:prstGeom prst="ellipse">
            <a:avLst/>
          </a:prstGeom>
          <a:solidFill>
            <a:schemeClr val="accent2">
              <a:alpha val="50195"/>
            </a:scheme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6089" name="Text Box 9">
            <a:extLst>
              <a:ext uri="{FF2B5EF4-FFF2-40B4-BE49-F238E27FC236}">
                <a16:creationId xmlns:a16="http://schemas.microsoft.com/office/drawing/2014/main" id="{71C6E0AA-FE83-C820-78B1-58A36897CD58}"/>
              </a:ext>
            </a:extLst>
          </p:cNvPr>
          <p:cNvSpPr txBox="1">
            <a:spLocks noChangeArrowheads="1"/>
          </p:cNvSpPr>
          <p:nvPr/>
        </p:nvSpPr>
        <p:spPr bwMode="auto">
          <a:xfrm>
            <a:off x="5811838" y="31638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6090" name="Oval 10">
            <a:extLst>
              <a:ext uri="{FF2B5EF4-FFF2-40B4-BE49-F238E27FC236}">
                <a16:creationId xmlns:a16="http://schemas.microsoft.com/office/drawing/2014/main" id="{6FB86898-0CA7-E447-F71D-1400C3A8C423}"/>
              </a:ext>
            </a:extLst>
          </p:cNvPr>
          <p:cNvSpPr>
            <a:spLocks noChangeArrowheads="1"/>
          </p:cNvSpPr>
          <p:nvPr/>
        </p:nvSpPr>
        <p:spPr bwMode="auto">
          <a:xfrm>
            <a:off x="6424613" y="4191000"/>
            <a:ext cx="427037"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6091" name="Text Box 11">
            <a:extLst>
              <a:ext uri="{FF2B5EF4-FFF2-40B4-BE49-F238E27FC236}">
                <a16:creationId xmlns:a16="http://schemas.microsoft.com/office/drawing/2014/main" id="{4ABE8B29-55C6-47EF-262C-51B91A2CD69E}"/>
              </a:ext>
            </a:extLst>
          </p:cNvPr>
          <p:cNvSpPr txBox="1">
            <a:spLocks noChangeArrowheads="1"/>
          </p:cNvSpPr>
          <p:nvPr/>
        </p:nvSpPr>
        <p:spPr bwMode="auto">
          <a:xfrm>
            <a:off x="6527800" y="4305300"/>
            <a:ext cx="1841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6092" name="Oval 12">
            <a:extLst>
              <a:ext uri="{FF2B5EF4-FFF2-40B4-BE49-F238E27FC236}">
                <a16:creationId xmlns:a16="http://schemas.microsoft.com/office/drawing/2014/main" id="{781F5E2D-5121-1DA3-EA7E-154ACBBFA5B5}"/>
              </a:ext>
            </a:extLst>
          </p:cNvPr>
          <p:cNvSpPr>
            <a:spLocks noChangeArrowheads="1"/>
          </p:cNvSpPr>
          <p:nvPr/>
        </p:nvSpPr>
        <p:spPr bwMode="auto">
          <a:xfrm>
            <a:off x="4989513" y="4191000"/>
            <a:ext cx="430212"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6093" name="Text Box 13">
            <a:extLst>
              <a:ext uri="{FF2B5EF4-FFF2-40B4-BE49-F238E27FC236}">
                <a16:creationId xmlns:a16="http://schemas.microsoft.com/office/drawing/2014/main" id="{CB1ADF5B-3771-0170-D6DA-1CAE596EB497}"/>
              </a:ext>
            </a:extLst>
          </p:cNvPr>
          <p:cNvSpPr txBox="1">
            <a:spLocks noChangeArrowheads="1"/>
          </p:cNvSpPr>
          <p:nvPr/>
        </p:nvSpPr>
        <p:spPr bwMode="auto">
          <a:xfrm>
            <a:off x="5094288" y="4305300"/>
            <a:ext cx="1841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6094" name="Line 14">
            <a:extLst>
              <a:ext uri="{FF2B5EF4-FFF2-40B4-BE49-F238E27FC236}">
                <a16:creationId xmlns:a16="http://schemas.microsoft.com/office/drawing/2014/main" id="{DA7B7E4B-77FA-C5F5-FC5B-B3FCEF22E9ED}"/>
              </a:ext>
            </a:extLst>
          </p:cNvPr>
          <p:cNvSpPr>
            <a:spLocks noChangeShapeType="1"/>
          </p:cNvSpPr>
          <p:nvPr/>
        </p:nvSpPr>
        <p:spPr bwMode="auto">
          <a:xfrm flipH="1">
            <a:off x="3273425" y="2557463"/>
            <a:ext cx="82550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5" name="Line 15">
            <a:extLst>
              <a:ext uri="{FF2B5EF4-FFF2-40B4-BE49-F238E27FC236}">
                <a16:creationId xmlns:a16="http://schemas.microsoft.com/office/drawing/2014/main" id="{247B8D3F-64D2-52C3-F946-DC2FC7AB55CF}"/>
              </a:ext>
            </a:extLst>
          </p:cNvPr>
          <p:cNvSpPr>
            <a:spLocks noChangeShapeType="1"/>
          </p:cNvSpPr>
          <p:nvPr/>
        </p:nvSpPr>
        <p:spPr bwMode="auto">
          <a:xfrm flipH="1">
            <a:off x="5340350" y="3468688"/>
            <a:ext cx="469900" cy="768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6" name="Line 16">
            <a:extLst>
              <a:ext uri="{FF2B5EF4-FFF2-40B4-BE49-F238E27FC236}">
                <a16:creationId xmlns:a16="http://schemas.microsoft.com/office/drawing/2014/main" id="{B497F7E2-A308-5883-89DB-FD38A5DE6AC2}"/>
              </a:ext>
            </a:extLst>
          </p:cNvPr>
          <p:cNvSpPr>
            <a:spLocks noChangeShapeType="1"/>
          </p:cNvSpPr>
          <p:nvPr/>
        </p:nvSpPr>
        <p:spPr bwMode="auto">
          <a:xfrm>
            <a:off x="6018213" y="3489325"/>
            <a:ext cx="442912" cy="811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7" name="Line 17">
            <a:extLst>
              <a:ext uri="{FF2B5EF4-FFF2-40B4-BE49-F238E27FC236}">
                <a16:creationId xmlns:a16="http://schemas.microsoft.com/office/drawing/2014/main" id="{ECC034E3-AADB-B036-982B-5887B6579741}"/>
              </a:ext>
            </a:extLst>
          </p:cNvPr>
          <p:cNvSpPr>
            <a:spLocks noChangeShapeType="1"/>
          </p:cNvSpPr>
          <p:nvPr/>
        </p:nvSpPr>
        <p:spPr bwMode="auto">
          <a:xfrm>
            <a:off x="4454525" y="2574925"/>
            <a:ext cx="1249363" cy="701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8" name="Text Box 27">
            <a:extLst>
              <a:ext uri="{FF2B5EF4-FFF2-40B4-BE49-F238E27FC236}">
                <a16:creationId xmlns:a16="http://schemas.microsoft.com/office/drawing/2014/main" id="{D0A15CBE-4550-41B9-9DC4-ABC53B413C24}"/>
              </a:ext>
            </a:extLst>
          </p:cNvPr>
          <p:cNvSpPr txBox="1">
            <a:spLocks noChangeArrowheads="1"/>
          </p:cNvSpPr>
          <p:nvPr/>
        </p:nvSpPr>
        <p:spPr bwMode="auto">
          <a:xfrm>
            <a:off x="4946650" y="25146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6099" name="Text Box 28">
            <a:extLst>
              <a:ext uri="{FF2B5EF4-FFF2-40B4-BE49-F238E27FC236}">
                <a16:creationId xmlns:a16="http://schemas.microsoft.com/office/drawing/2014/main" id="{BA65DDF9-DE7D-C826-EFF9-992B6300B6B1}"/>
              </a:ext>
            </a:extLst>
          </p:cNvPr>
          <p:cNvSpPr txBox="1">
            <a:spLocks noChangeArrowheads="1"/>
          </p:cNvSpPr>
          <p:nvPr/>
        </p:nvSpPr>
        <p:spPr bwMode="auto">
          <a:xfrm>
            <a:off x="3390900"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6100" name="Text Box 29">
            <a:extLst>
              <a:ext uri="{FF2B5EF4-FFF2-40B4-BE49-F238E27FC236}">
                <a16:creationId xmlns:a16="http://schemas.microsoft.com/office/drawing/2014/main" id="{16FDD720-620E-B0E0-D2FD-FCF57900EF2F}"/>
              </a:ext>
            </a:extLst>
          </p:cNvPr>
          <p:cNvSpPr txBox="1">
            <a:spLocks noChangeArrowheads="1"/>
          </p:cNvSpPr>
          <p:nvPr/>
        </p:nvSpPr>
        <p:spPr bwMode="auto">
          <a:xfrm>
            <a:off x="5295900" y="3581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6101" name="Text Box 30">
            <a:extLst>
              <a:ext uri="{FF2B5EF4-FFF2-40B4-BE49-F238E27FC236}">
                <a16:creationId xmlns:a16="http://schemas.microsoft.com/office/drawing/2014/main" id="{25A46A1E-911C-966D-CCD5-580C8DE4E3DA}"/>
              </a:ext>
            </a:extLst>
          </p:cNvPr>
          <p:cNvSpPr txBox="1">
            <a:spLocks noChangeArrowheads="1"/>
          </p:cNvSpPr>
          <p:nvPr/>
        </p:nvSpPr>
        <p:spPr bwMode="auto">
          <a:xfrm>
            <a:off x="6242050" y="36576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6102" name="Text Box 33">
            <a:extLst>
              <a:ext uri="{FF2B5EF4-FFF2-40B4-BE49-F238E27FC236}">
                <a16:creationId xmlns:a16="http://schemas.microsoft.com/office/drawing/2014/main" id="{5BF10746-59C0-8136-3AC9-A464254309E4}"/>
              </a:ext>
            </a:extLst>
          </p:cNvPr>
          <p:cNvSpPr txBox="1">
            <a:spLocks noChangeArrowheads="1"/>
          </p:cNvSpPr>
          <p:nvPr/>
        </p:nvSpPr>
        <p:spPr bwMode="auto">
          <a:xfrm>
            <a:off x="2355850" y="3048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6103" name="Text Box 34">
            <a:extLst>
              <a:ext uri="{FF2B5EF4-FFF2-40B4-BE49-F238E27FC236}">
                <a16:creationId xmlns:a16="http://schemas.microsoft.com/office/drawing/2014/main" id="{F61C3E40-6436-0DFF-8F0B-908EDF082EA5}"/>
              </a:ext>
            </a:extLst>
          </p:cNvPr>
          <p:cNvSpPr txBox="1">
            <a:spLocks noChangeArrowheads="1"/>
          </p:cNvSpPr>
          <p:nvPr/>
        </p:nvSpPr>
        <p:spPr bwMode="auto">
          <a:xfrm>
            <a:off x="6318250" y="29718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6104" name="Text Box 35">
            <a:extLst>
              <a:ext uri="{FF2B5EF4-FFF2-40B4-BE49-F238E27FC236}">
                <a16:creationId xmlns:a16="http://schemas.microsoft.com/office/drawing/2014/main" id="{EC58ADBA-A7EF-D433-87F5-5043333D5134}"/>
              </a:ext>
            </a:extLst>
          </p:cNvPr>
          <p:cNvSpPr txBox="1">
            <a:spLocks noChangeArrowheads="1"/>
          </p:cNvSpPr>
          <p:nvPr/>
        </p:nvSpPr>
        <p:spPr bwMode="auto">
          <a:xfrm>
            <a:off x="7004050" y="4191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6105" name="Text Box 36">
            <a:extLst>
              <a:ext uri="{FF2B5EF4-FFF2-40B4-BE49-F238E27FC236}">
                <a16:creationId xmlns:a16="http://schemas.microsoft.com/office/drawing/2014/main" id="{C4CD6695-4208-8873-542A-B762D2A52D74}"/>
              </a:ext>
            </a:extLst>
          </p:cNvPr>
          <p:cNvSpPr txBox="1">
            <a:spLocks noChangeArrowheads="1"/>
          </p:cNvSpPr>
          <p:nvPr/>
        </p:nvSpPr>
        <p:spPr bwMode="auto">
          <a:xfrm>
            <a:off x="4337050" y="4191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accent1"/>
                </a:solidFill>
                <a:latin typeface="Times New Roman" panose="02020603050405020304" pitchFamily="18" charset="0"/>
              </a:rPr>
              <a:t>[3]</a:t>
            </a:r>
            <a:endParaRPr lang="en-US" altLang="en-US" sz="2400">
              <a:solidFill>
                <a:schemeClr val="accent1"/>
              </a:solidFill>
              <a:latin typeface="Times New Roman" panose="02020603050405020304" pitchFamily="18" charset="0"/>
            </a:endParaRPr>
          </a:p>
        </p:txBody>
      </p:sp>
      <p:sp>
        <p:nvSpPr>
          <p:cNvPr id="2" name="TextBox 1">
            <a:extLst>
              <a:ext uri="{FF2B5EF4-FFF2-40B4-BE49-F238E27FC236}">
                <a16:creationId xmlns:a16="http://schemas.microsoft.com/office/drawing/2014/main" id="{73580344-1103-6557-9BDA-AA926A6DFD2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Oval 4">
            <a:extLst>
              <a:ext uri="{FF2B5EF4-FFF2-40B4-BE49-F238E27FC236}">
                <a16:creationId xmlns:a16="http://schemas.microsoft.com/office/drawing/2014/main" id="{7BDF9B21-C2A9-2CD9-F0B9-80AC5D9A78D2}"/>
              </a:ext>
            </a:extLst>
          </p:cNvPr>
          <p:cNvSpPr>
            <a:spLocks noChangeArrowheads="1"/>
          </p:cNvSpPr>
          <p:nvPr/>
        </p:nvSpPr>
        <p:spPr bwMode="auto">
          <a:xfrm>
            <a:off x="4081463" y="2209800"/>
            <a:ext cx="430212"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09" name="Text Box 5">
            <a:extLst>
              <a:ext uri="{FF2B5EF4-FFF2-40B4-BE49-F238E27FC236}">
                <a16:creationId xmlns:a16="http://schemas.microsoft.com/office/drawing/2014/main" id="{3EA75BD1-5802-67EE-805B-FD07B9F2D471}"/>
              </a:ext>
            </a:extLst>
          </p:cNvPr>
          <p:cNvSpPr txBox="1">
            <a:spLocks noChangeArrowheads="1"/>
          </p:cNvSpPr>
          <p:nvPr/>
        </p:nvSpPr>
        <p:spPr bwMode="auto">
          <a:xfrm>
            <a:off x="4184650" y="23225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7110" name="Oval 6">
            <a:extLst>
              <a:ext uri="{FF2B5EF4-FFF2-40B4-BE49-F238E27FC236}">
                <a16:creationId xmlns:a16="http://schemas.microsoft.com/office/drawing/2014/main" id="{69E04803-F29A-4E91-5BF1-69452277F9B6}"/>
              </a:ext>
            </a:extLst>
          </p:cNvPr>
          <p:cNvSpPr>
            <a:spLocks noChangeArrowheads="1"/>
          </p:cNvSpPr>
          <p:nvPr/>
        </p:nvSpPr>
        <p:spPr bwMode="auto">
          <a:xfrm>
            <a:off x="2889250" y="3051175"/>
            <a:ext cx="427038"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11" name="Text Box 7">
            <a:extLst>
              <a:ext uri="{FF2B5EF4-FFF2-40B4-BE49-F238E27FC236}">
                <a16:creationId xmlns:a16="http://schemas.microsoft.com/office/drawing/2014/main" id="{5E2C04F8-7A2A-008D-049C-0057F5DE0A61}"/>
              </a:ext>
            </a:extLst>
          </p:cNvPr>
          <p:cNvSpPr txBox="1">
            <a:spLocks noChangeArrowheads="1"/>
          </p:cNvSpPr>
          <p:nvPr/>
        </p:nvSpPr>
        <p:spPr bwMode="auto">
          <a:xfrm>
            <a:off x="2990850" y="31638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7112" name="Oval 8">
            <a:extLst>
              <a:ext uri="{FF2B5EF4-FFF2-40B4-BE49-F238E27FC236}">
                <a16:creationId xmlns:a16="http://schemas.microsoft.com/office/drawing/2014/main" id="{07F1C36D-B7A8-2E1C-EF04-38E549F1C60B}"/>
              </a:ext>
            </a:extLst>
          </p:cNvPr>
          <p:cNvSpPr>
            <a:spLocks noChangeArrowheads="1"/>
          </p:cNvSpPr>
          <p:nvPr/>
        </p:nvSpPr>
        <p:spPr bwMode="auto">
          <a:xfrm>
            <a:off x="5707063" y="3051175"/>
            <a:ext cx="430212"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13" name="Text Box 9">
            <a:extLst>
              <a:ext uri="{FF2B5EF4-FFF2-40B4-BE49-F238E27FC236}">
                <a16:creationId xmlns:a16="http://schemas.microsoft.com/office/drawing/2014/main" id="{2CBD375E-7110-A4D3-6A75-B55275C1B70D}"/>
              </a:ext>
            </a:extLst>
          </p:cNvPr>
          <p:cNvSpPr txBox="1">
            <a:spLocks noChangeArrowheads="1"/>
          </p:cNvSpPr>
          <p:nvPr/>
        </p:nvSpPr>
        <p:spPr bwMode="auto">
          <a:xfrm>
            <a:off x="5811838" y="31638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7114" name="Oval 10">
            <a:extLst>
              <a:ext uri="{FF2B5EF4-FFF2-40B4-BE49-F238E27FC236}">
                <a16:creationId xmlns:a16="http://schemas.microsoft.com/office/drawing/2014/main" id="{B5F2B02D-AAE9-A433-2635-ED13DB2F130E}"/>
              </a:ext>
            </a:extLst>
          </p:cNvPr>
          <p:cNvSpPr>
            <a:spLocks noChangeArrowheads="1"/>
          </p:cNvSpPr>
          <p:nvPr/>
        </p:nvSpPr>
        <p:spPr bwMode="auto">
          <a:xfrm>
            <a:off x="6424613" y="4191000"/>
            <a:ext cx="427037" cy="44450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15" name="Text Box 11">
            <a:extLst>
              <a:ext uri="{FF2B5EF4-FFF2-40B4-BE49-F238E27FC236}">
                <a16:creationId xmlns:a16="http://schemas.microsoft.com/office/drawing/2014/main" id="{D8C18192-2CB6-5873-04F4-90B523ACF287}"/>
              </a:ext>
            </a:extLst>
          </p:cNvPr>
          <p:cNvSpPr txBox="1">
            <a:spLocks noChangeArrowheads="1"/>
          </p:cNvSpPr>
          <p:nvPr/>
        </p:nvSpPr>
        <p:spPr bwMode="auto">
          <a:xfrm>
            <a:off x="6527800" y="4305300"/>
            <a:ext cx="1841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7116" name="Oval 12">
            <a:extLst>
              <a:ext uri="{FF2B5EF4-FFF2-40B4-BE49-F238E27FC236}">
                <a16:creationId xmlns:a16="http://schemas.microsoft.com/office/drawing/2014/main" id="{F9EDC761-D723-CCB4-C5F0-45C546F483A1}"/>
              </a:ext>
            </a:extLst>
          </p:cNvPr>
          <p:cNvSpPr>
            <a:spLocks noChangeArrowheads="1"/>
          </p:cNvSpPr>
          <p:nvPr/>
        </p:nvSpPr>
        <p:spPr bwMode="auto">
          <a:xfrm>
            <a:off x="4989513" y="4191000"/>
            <a:ext cx="430212" cy="444500"/>
          </a:xfrm>
          <a:prstGeom prst="ellipse">
            <a:avLst/>
          </a:prstGeom>
          <a:solidFill>
            <a:schemeClr val="accent2">
              <a:alpha val="50195"/>
            </a:scheme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17" name="Text Box 13">
            <a:extLst>
              <a:ext uri="{FF2B5EF4-FFF2-40B4-BE49-F238E27FC236}">
                <a16:creationId xmlns:a16="http://schemas.microsoft.com/office/drawing/2014/main" id="{A0C3AF45-A94F-09F9-3345-F939B2CED63B}"/>
              </a:ext>
            </a:extLst>
          </p:cNvPr>
          <p:cNvSpPr txBox="1">
            <a:spLocks noChangeArrowheads="1"/>
          </p:cNvSpPr>
          <p:nvPr/>
        </p:nvSpPr>
        <p:spPr bwMode="auto">
          <a:xfrm>
            <a:off x="5094288" y="4305300"/>
            <a:ext cx="1841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7118" name="Line 14">
            <a:extLst>
              <a:ext uri="{FF2B5EF4-FFF2-40B4-BE49-F238E27FC236}">
                <a16:creationId xmlns:a16="http://schemas.microsoft.com/office/drawing/2014/main" id="{5F6257E0-90A4-0EE9-2274-5141B58CDDAD}"/>
              </a:ext>
            </a:extLst>
          </p:cNvPr>
          <p:cNvSpPr>
            <a:spLocks noChangeShapeType="1"/>
          </p:cNvSpPr>
          <p:nvPr/>
        </p:nvSpPr>
        <p:spPr bwMode="auto">
          <a:xfrm flipH="1">
            <a:off x="3273425" y="2557463"/>
            <a:ext cx="82550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9" name="Line 15">
            <a:extLst>
              <a:ext uri="{FF2B5EF4-FFF2-40B4-BE49-F238E27FC236}">
                <a16:creationId xmlns:a16="http://schemas.microsoft.com/office/drawing/2014/main" id="{E77F0CA1-0953-A303-8B20-7ACA4EDD2EE3}"/>
              </a:ext>
            </a:extLst>
          </p:cNvPr>
          <p:cNvSpPr>
            <a:spLocks noChangeShapeType="1"/>
          </p:cNvSpPr>
          <p:nvPr/>
        </p:nvSpPr>
        <p:spPr bwMode="auto">
          <a:xfrm flipH="1">
            <a:off x="5340350" y="3468688"/>
            <a:ext cx="469900" cy="768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0" name="Line 16">
            <a:extLst>
              <a:ext uri="{FF2B5EF4-FFF2-40B4-BE49-F238E27FC236}">
                <a16:creationId xmlns:a16="http://schemas.microsoft.com/office/drawing/2014/main" id="{F6297D09-E7EE-100D-3142-4B8610DA7193}"/>
              </a:ext>
            </a:extLst>
          </p:cNvPr>
          <p:cNvSpPr>
            <a:spLocks noChangeShapeType="1"/>
          </p:cNvSpPr>
          <p:nvPr/>
        </p:nvSpPr>
        <p:spPr bwMode="auto">
          <a:xfrm>
            <a:off x="6018213" y="3489325"/>
            <a:ext cx="442912" cy="811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1" name="Line 17">
            <a:extLst>
              <a:ext uri="{FF2B5EF4-FFF2-40B4-BE49-F238E27FC236}">
                <a16:creationId xmlns:a16="http://schemas.microsoft.com/office/drawing/2014/main" id="{ECEF6C23-5E21-092C-AAB1-52D8E572117C}"/>
              </a:ext>
            </a:extLst>
          </p:cNvPr>
          <p:cNvSpPr>
            <a:spLocks noChangeShapeType="1"/>
          </p:cNvSpPr>
          <p:nvPr/>
        </p:nvSpPr>
        <p:spPr bwMode="auto">
          <a:xfrm>
            <a:off x="4454525" y="2574925"/>
            <a:ext cx="1249363" cy="701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7122" name="Group 18">
            <a:extLst>
              <a:ext uri="{FF2B5EF4-FFF2-40B4-BE49-F238E27FC236}">
                <a16:creationId xmlns:a16="http://schemas.microsoft.com/office/drawing/2014/main" id="{A97FBD14-BA4E-6AD8-CE49-403D1DE7E2A3}"/>
              </a:ext>
            </a:extLst>
          </p:cNvPr>
          <p:cNvGrpSpPr>
            <a:grpSpLocks/>
          </p:cNvGrpSpPr>
          <p:nvPr/>
        </p:nvGrpSpPr>
        <p:grpSpPr bwMode="auto">
          <a:xfrm>
            <a:off x="5683250" y="5416550"/>
            <a:ext cx="428625" cy="569913"/>
            <a:chOff x="2400" y="864"/>
            <a:chExt cx="432" cy="554"/>
          </a:xfrm>
        </p:grpSpPr>
        <p:sp>
          <p:nvSpPr>
            <p:cNvPr id="47141" name="Oval 19">
              <a:extLst>
                <a:ext uri="{FF2B5EF4-FFF2-40B4-BE49-F238E27FC236}">
                  <a16:creationId xmlns:a16="http://schemas.microsoft.com/office/drawing/2014/main" id="{DD2530AF-533F-B750-AD78-3DA6F31C0668}"/>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42" name="Text Box 20">
              <a:extLst>
                <a:ext uri="{FF2B5EF4-FFF2-40B4-BE49-F238E27FC236}">
                  <a16:creationId xmlns:a16="http://schemas.microsoft.com/office/drawing/2014/main" id="{A7D5941C-9163-32DE-BA6F-AD3308CDB126}"/>
                </a:ext>
              </a:extLst>
            </p:cNvPr>
            <p:cNvSpPr txBox="1">
              <a:spLocks noChangeArrowheads="1"/>
            </p:cNvSpPr>
            <p:nvPr/>
          </p:nvSpPr>
          <p:spPr bwMode="auto">
            <a:xfrm>
              <a:off x="2502"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7123" name="Group 21">
            <a:extLst>
              <a:ext uri="{FF2B5EF4-FFF2-40B4-BE49-F238E27FC236}">
                <a16:creationId xmlns:a16="http://schemas.microsoft.com/office/drawing/2014/main" id="{865ADA8D-7EA5-FAFE-CB72-DFF510D256E9}"/>
              </a:ext>
            </a:extLst>
          </p:cNvPr>
          <p:cNvGrpSpPr>
            <a:grpSpLocks/>
          </p:cNvGrpSpPr>
          <p:nvPr/>
        </p:nvGrpSpPr>
        <p:grpSpPr bwMode="auto">
          <a:xfrm>
            <a:off x="4252913" y="5416550"/>
            <a:ext cx="428625" cy="569913"/>
            <a:chOff x="2400" y="864"/>
            <a:chExt cx="432" cy="554"/>
          </a:xfrm>
        </p:grpSpPr>
        <p:sp>
          <p:nvSpPr>
            <p:cNvPr id="47139" name="Oval 22">
              <a:extLst>
                <a:ext uri="{FF2B5EF4-FFF2-40B4-BE49-F238E27FC236}">
                  <a16:creationId xmlns:a16="http://schemas.microsoft.com/office/drawing/2014/main" id="{BBD2FFB2-EAC9-AA83-8C7D-6B1BB07C005B}"/>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7140" name="Text Box 23">
              <a:extLst>
                <a:ext uri="{FF2B5EF4-FFF2-40B4-BE49-F238E27FC236}">
                  <a16:creationId xmlns:a16="http://schemas.microsoft.com/office/drawing/2014/main" id="{4408AA45-0550-B0D7-BF14-445E4DA6504F}"/>
                </a:ext>
              </a:extLst>
            </p:cNvPr>
            <p:cNvSpPr txBox="1">
              <a:spLocks noChangeArrowheads="1"/>
            </p:cNvSpPr>
            <p:nvPr/>
          </p:nvSpPr>
          <p:spPr bwMode="auto">
            <a:xfrm>
              <a:off x="2504"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7124" name="Group 24">
            <a:extLst>
              <a:ext uri="{FF2B5EF4-FFF2-40B4-BE49-F238E27FC236}">
                <a16:creationId xmlns:a16="http://schemas.microsoft.com/office/drawing/2014/main" id="{FD9A55F4-B90A-36D4-EF51-3CC37530F0A7}"/>
              </a:ext>
            </a:extLst>
          </p:cNvPr>
          <p:cNvGrpSpPr>
            <a:grpSpLocks/>
          </p:cNvGrpSpPr>
          <p:nvPr/>
        </p:nvGrpSpPr>
        <p:grpSpPr bwMode="auto">
          <a:xfrm>
            <a:off x="4568825" y="4694238"/>
            <a:ext cx="1150938" cy="801687"/>
            <a:chOff x="896" y="1363"/>
            <a:chExt cx="1156" cy="778"/>
          </a:xfrm>
        </p:grpSpPr>
        <p:sp>
          <p:nvSpPr>
            <p:cNvPr id="47137" name="Line 25">
              <a:extLst>
                <a:ext uri="{FF2B5EF4-FFF2-40B4-BE49-F238E27FC236}">
                  <a16:creationId xmlns:a16="http://schemas.microsoft.com/office/drawing/2014/main" id="{B9E056E5-42F6-3665-D7E0-51FD944AE570}"/>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38" name="Line 26">
              <a:extLst>
                <a:ext uri="{FF2B5EF4-FFF2-40B4-BE49-F238E27FC236}">
                  <a16:creationId xmlns:a16="http://schemas.microsoft.com/office/drawing/2014/main" id="{E6C1A63B-2F93-0E37-3B94-E804BAE6B56D}"/>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7125" name="Text Box 27">
            <a:extLst>
              <a:ext uri="{FF2B5EF4-FFF2-40B4-BE49-F238E27FC236}">
                <a16:creationId xmlns:a16="http://schemas.microsoft.com/office/drawing/2014/main" id="{B94063EF-7F19-1C2D-272B-A18221B34FE6}"/>
              </a:ext>
            </a:extLst>
          </p:cNvPr>
          <p:cNvSpPr txBox="1">
            <a:spLocks noChangeArrowheads="1"/>
          </p:cNvSpPr>
          <p:nvPr/>
        </p:nvSpPr>
        <p:spPr bwMode="auto">
          <a:xfrm>
            <a:off x="4946650" y="25146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7126" name="Text Box 28">
            <a:extLst>
              <a:ext uri="{FF2B5EF4-FFF2-40B4-BE49-F238E27FC236}">
                <a16:creationId xmlns:a16="http://schemas.microsoft.com/office/drawing/2014/main" id="{75A0074D-0040-F8C6-2CDF-125ED1550E50}"/>
              </a:ext>
            </a:extLst>
          </p:cNvPr>
          <p:cNvSpPr txBox="1">
            <a:spLocks noChangeArrowheads="1"/>
          </p:cNvSpPr>
          <p:nvPr/>
        </p:nvSpPr>
        <p:spPr bwMode="auto">
          <a:xfrm>
            <a:off x="3390900" y="2514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7127" name="Text Box 29">
            <a:extLst>
              <a:ext uri="{FF2B5EF4-FFF2-40B4-BE49-F238E27FC236}">
                <a16:creationId xmlns:a16="http://schemas.microsoft.com/office/drawing/2014/main" id="{9C592F96-5586-B4C0-2597-E13BB6497F42}"/>
              </a:ext>
            </a:extLst>
          </p:cNvPr>
          <p:cNvSpPr txBox="1">
            <a:spLocks noChangeArrowheads="1"/>
          </p:cNvSpPr>
          <p:nvPr/>
        </p:nvSpPr>
        <p:spPr bwMode="auto">
          <a:xfrm>
            <a:off x="5295900" y="3581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7128" name="Text Box 30">
            <a:extLst>
              <a:ext uri="{FF2B5EF4-FFF2-40B4-BE49-F238E27FC236}">
                <a16:creationId xmlns:a16="http://schemas.microsoft.com/office/drawing/2014/main" id="{D01F2FE2-6122-8D10-8CEC-B2AA16C95236}"/>
              </a:ext>
            </a:extLst>
          </p:cNvPr>
          <p:cNvSpPr txBox="1">
            <a:spLocks noChangeArrowheads="1"/>
          </p:cNvSpPr>
          <p:nvPr/>
        </p:nvSpPr>
        <p:spPr bwMode="auto">
          <a:xfrm>
            <a:off x="6242050" y="3657600"/>
            <a:ext cx="33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7129" name="Text Box 31">
            <a:extLst>
              <a:ext uri="{FF2B5EF4-FFF2-40B4-BE49-F238E27FC236}">
                <a16:creationId xmlns:a16="http://schemas.microsoft.com/office/drawing/2014/main" id="{4F59CB1B-4107-1422-B19F-AF21DB6F1783}"/>
              </a:ext>
            </a:extLst>
          </p:cNvPr>
          <p:cNvSpPr txBox="1">
            <a:spLocks noChangeArrowheads="1"/>
          </p:cNvSpPr>
          <p:nvPr/>
        </p:nvSpPr>
        <p:spPr bwMode="auto">
          <a:xfrm>
            <a:off x="4532313" y="4724400"/>
            <a:ext cx="338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47130" name="Text Box 32">
            <a:extLst>
              <a:ext uri="{FF2B5EF4-FFF2-40B4-BE49-F238E27FC236}">
                <a16:creationId xmlns:a16="http://schemas.microsoft.com/office/drawing/2014/main" id="{0BED4FEB-C388-1A10-8EDB-DABCB958538E}"/>
              </a:ext>
            </a:extLst>
          </p:cNvPr>
          <p:cNvSpPr txBox="1">
            <a:spLocks noChangeArrowheads="1"/>
          </p:cNvSpPr>
          <p:nvPr/>
        </p:nvSpPr>
        <p:spPr bwMode="auto">
          <a:xfrm>
            <a:off x="5480050" y="4724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7131" name="Text Box 33">
            <a:extLst>
              <a:ext uri="{FF2B5EF4-FFF2-40B4-BE49-F238E27FC236}">
                <a16:creationId xmlns:a16="http://schemas.microsoft.com/office/drawing/2014/main" id="{0F0C83A6-6AFA-1B55-EF03-F9E1520D076D}"/>
              </a:ext>
            </a:extLst>
          </p:cNvPr>
          <p:cNvSpPr txBox="1">
            <a:spLocks noChangeArrowheads="1"/>
          </p:cNvSpPr>
          <p:nvPr/>
        </p:nvSpPr>
        <p:spPr bwMode="auto">
          <a:xfrm>
            <a:off x="2355850" y="3048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accent1"/>
                </a:solidFill>
                <a:latin typeface="Times New Roman" panose="02020603050405020304" pitchFamily="18" charset="0"/>
              </a:rPr>
              <a:t>[5]</a:t>
            </a:r>
            <a:endParaRPr lang="en-US" altLang="en-US" sz="2400">
              <a:solidFill>
                <a:schemeClr val="accent1"/>
              </a:solidFill>
              <a:latin typeface="Times New Roman" panose="02020603050405020304" pitchFamily="18" charset="0"/>
            </a:endParaRPr>
          </a:p>
        </p:txBody>
      </p:sp>
      <p:sp>
        <p:nvSpPr>
          <p:cNvPr id="47132" name="Text Box 34">
            <a:extLst>
              <a:ext uri="{FF2B5EF4-FFF2-40B4-BE49-F238E27FC236}">
                <a16:creationId xmlns:a16="http://schemas.microsoft.com/office/drawing/2014/main" id="{6E63FCC3-9207-2E54-4900-3070B0883C90}"/>
              </a:ext>
            </a:extLst>
          </p:cNvPr>
          <p:cNvSpPr txBox="1">
            <a:spLocks noChangeArrowheads="1"/>
          </p:cNvSpPr>
          <p:nvPr/>
        </p:nvSpPr>
        <p:spPr bwMode="auto">
          <a:xfrm>
            <a:off x="6318250" y="29718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7133" name="Text Box 35">
            <a:extLst>
              <a:ext uri="{FF2B5EF4-FFF2-40B4-BE49-F238E27FC236}">
                <a16:creationId xmlns:a16="http://schemas.microsoft.com/office/drawing/2014/main" id="{BA236921-F2CA-1E12-D9EE-7D7F8535D7D5}"/>
              </a:ext>
            </a:extLst>
          </p:cNvPr>
          <p:cNvSpPr txBox="1">
            <a:spLocks noChangeArrowheads="1"/>
          </p:cNvSpPr>
          <p:nvPr/>
        </p:nvSpPr>
        <p:spPr bwMode="auto">
          <a:xfrm>
            <a:off x="7004050" y="4191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7134" name="Text Box 36">
            <a:extLst>
              <a:ext uri="{FF2B5EF4-FFF2-40B4-BE49-F238E27FC236}">
                <a16:creationId xmlns:a16="http://schemas.microsoft.com/office/drawing/2014/main" id="{61E4CA65-A374-830A-6C3A-595331316C0F}"/>
              </a:ext>
            </a:extLst>
          </p:cNvPr>
          <p:cNvSpPr txBox="1">
            <a:spLocks noChangeArrowheads="1"/>
          </p:cNvSpPr>
          <p:nvPr/>
        </p:nvSpPr>
        <p:spPr bwMode="auto">
          <a:xfrm>
            <a:off x="4337050" y="41910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[3]</a:t>
            </a:r>
            <a:endParaRPr lang="en-US" altLang="en-US" sz="2400">
              <a:latin typeface="Times New Roman" panose="02020603050405020304" pitchFamily="18" charset="0"/>
            </a:endParaRPr>
          </a:p>
        </p:txBody>
      </p:sp>
      <p:sp>
        <p:nvSpPr>
          <p:cNvPr id="47135" name="Text Box 37">
            <a:extLst>
              <a:ext uri="{FF2B5EF4-FFF2-40B4-BE49-F238E27FC236}">
                <a16:creationId xmlns:a16="http://schemas.microsoft.com/office/drawing/2014/main" id="{CEFBB047-85DA-7DD2-EE67-CC2B47602886}"/>
              </a:ext>
            </a:extLst>
          </p:cNvPr>
          <p:cNvSpPr txBox="1">
            <a:spLocks noChangeArrowheads="1"/>
          </p:cNvSpPr>
          <p:nvPr/>
        </p:nvSpPr>
        <p:spPr bwMode="auto">
          <a:xfrm>
            <a:off x="3575050" y="54102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7136" name="Text Box 38">
            <a:extLst>
              <a:ext uri="{FF2B5EF4-FFF2-40B4-BE49-F238E27FC236}">
                <a16:creationId xmlns:a16="http://schemas.microsoft.com/office/drawing/2014/main" id="{D8F7607E-ABBC-E8D4-BA43-7BDBD2F16EFC}"/>
              </a:ext>
            </a:extLst>
          </p:cNvPr>
          <p:cNvSpPr txBox="1">
            <a:spLocks noChangeArrowheads="1"/>
          </p:cNvSpPr>
          <p:nvPr/>
        </p:nvSpPr>
        <p:spPr bwMode="auto">
          <a:xfrm>
            <a:off x="6242050" y="54102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[8]</a:t>
            </a:r>
            <a:endParaRPr lang="en-US" altLang="en-US" sz="2400">
              <a:latin typeface="Times New Roman" panose="02020603050405020304" pitchFamily="18" charset="0"/>
            </a:endParaRPr>
          </a:p>
        </p:txBody>
      </p:sp>
      <p:sp>
        <p:nvSpPr>
          <p:cNvPr id="2" name="TextBox 1">
            <a:extLst>
              <a:ext uri="{FF2B5EF4-FFF2-40B4-BE49-F238E27FC236}">
                <a16:creationId xmlns:a16="http://schemas.microsoft.com/office/drawing/2014/main" id="{57661F1D-14F2-C382-38E3-6F0044139D1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2" name="Group 48">
            <a:extLst>
              <a:ext uri="{FF2B5EF4-FFF2-40B4-BE49-F238E27FC236}">
                <a16:creationId xmlns:a16="http://schemas.microsoft.com/office/drawing/2014/main" id="{4A884B4B-71BD-A746-8D7D-2882CAED3CE3}"/>
              </a:ext>
            </a:extLst>
          </p:cNvPr>
          <p:cNvGrpSpPr>
            <a:grpSpLocks/>
          </p:cNvGrpSpPr>
          <p:nvPr/>
        </p:nvGrpSpPr>
        <p:grpSpPr bwMode="auto">
          <a:xfrm>
            <a:off x="1289050" y="2209800"/>
            <a:ext cx="6254750" cy="3776663"/>
            <a:chOff x="812" y="1392"/>
            <a:chExt cx="3940" cy="2379"/>
          </a:xfrm>
        </p:grpSpPr>
        <p:sp>
          <p:nvSpPr>
            <p:cNvPr id="48133" name="Oval 4">
              <a:extLst>
                <a:ext uri="{FF2B5EF4-FFF2-40B4-BE49-F238E27FC236}">
                  <a16:creationId xmlns:a16="http://schemas.microsoft.com/office/drawing/2014/main" id="{CD2D4EDC-F6FE-74D5-2DC0-860620064754}"/>
                </a:ext>
              </a:extLst>
            </p:cNvPr>
            <p:cNvSpPr>
              <a:spLocks noChangeArrowheads="1"/>
            </p:cNvSpPr>
            <p:nvPr/>
          </p:nvSpPr>
          <p:spPr bwMode="auto">
            <a:xfrm>
              <a:off x="2571" y="1392"/>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34" name="Text Box 5">
              <a:extLst>
                <a:ext uri="{FF2B5EF4-FFF2-40B4-BE49-F238E27FC236}">
                  <a16:creationId xmlns:a16="http://schemas.microsoft.com/office/drawing/2014/main" id="{2E6E4335-611D-9F13-5672-5CF9EFDD36CA}"/>
                </a:ext>
              </a:extLst>
            </p:cNvPr>
            <p:cNvSpPr txBox="1">
              <a:spLocks noChangeArrowheads="1"/>
            </p:cNvSpPr>
            <p:nvPr/>
          </p:nvSpPr>
          <p:spPr bwMode="auto">
            <a:xfrm>
              <a:off x="2636" y="146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8135" name="Oval 6">
              <a:extLst>
                <a:ext uri="{FF2B5EF4-FFF2-40B4-BE49-F238E27FC236}">
                  <a16:creationId xmlns:a16="http://schemas.microsoft.com/office/drawing/2014/main" id="{8568A063-C8D0-7D47-1E01-E7B77398397D}"/>
                </a:ext>
              </a:extLst>
            </p:cNvPr>
            <p:cNvSpPr>
              <a:spLocks noChangeArrowheads="1"/>
            </p:cNvSpPr>
            <p:nvPr/>
          </p:nvSpPr>
          <p:spPr bwMode="auto">
            <a:xfrm>
              <a:off x="1820" y="1922"/>
              <a:ext cx="269" cy="280"/>
            </a:xfrm>
            <a:prstGeom prst="ellipse">
              <a:avLst/>
            </a:prstGeom>
            <a:solidFill>
              <a:schemeClr val="accent2">
                <a:alpha val="50195"/>
              </a:scheme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36" name="Text Box 7">
              <a:extLst>
                <a:ext uri="{FF2B5EF4-FFF2-40B4-BE49-F238E27FC236}">
                  <a16:creationId xmlns:a16="http://schemas.microsoft.com/office/drawing/2014/main" id="{E6075702-5A52-DBEF-78C0-B4ED8B5F7552}"/>
                </a:ext>
              </a:extLst>
            </p:cNvPr>
            <p:cNvSpPr txBox="1">
              <a:spLocks noChangeArrowheads="1"/>
            </p:cNvSpPr>
            <p:nvPr/>
          </p:nvSpPr>
          <p:spPr bwMode="auto">
            <a:xfrm>
              <a:off x="1884"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8137" name="Oval 8">
              <a:extLst>
                <a:ext uri="{FF2B5EF4-FFF2-40B4-BE49-F238E27FC236}">
                  <a16:creationId xmlns:a16="http://schemas.microsoft.com/office/drawing/2014/main" id="{2508CC06-FA31-8607-795B-759C08E1A772}"/>
                </a:ext>
              </a:extLst>
            </p:cNvPr>
            <p:cNvSpPr>
              <a:spLocks noChangeArrowheads="1"/>
            </p:cNvSpPr>
            <p:nvPr/>
          </p:nvSpPr>
          <p:spPr bwMode="auto">
            <a:xfrm>
              <a:off x="3595" y="1922"/>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38" name="Text Box 9">
              <a:extLst>
                <a:ext uri="{FF2B5EF4-FFF2-40B4-BE49-F238E27FC236}">
                  <a16:creationId xmlns:a16="http://schemas.microsoft.com/office/drawing/2014/main" id="{DBC4D00D-D712-E2BD-0A4E-6DCAAB23037A}"/>
                </a:ext>
              </a:extLst>
            </p:cNvPr>
            <p:cNvSpPr txBox="1">
              <a:spLocks noChangeArrowheads="1"/>
            </p:cNvSpPr>
            <p:nvPr/>
          </p:nvSpPr>
          <p:spPr bwMode="auto">
            <a:xfrm>
              <a:off x="3661"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8139" name="Oval 10">
              <a:extLst>
                <a:ext uri="{FF2B5EF4-FFF2-40B4-BE49-F238E27FC236}">
                  <a16:creationId xmlns:a16="http://schemas.microsoft.com/office/drawing/2014/main" id="{9B8DAF58-194F-4B01-F15B-099B27DC13CE}"/>
                </a:ext>
              </a:extLst>
            </p:cNvPr>
            <p:cNvSpPr>
              <a:spLocks noChangeArrowheads="1"/>
            </p:cNvSpPr>
            <p:nvPr/>
          </p:nvSpPr>
          <p:spPr bwMode="auto">
            <a:xfrm>
              <a:off x="4047" y="2640"/>
              <a:ext cx="269"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40" name="Text Box 11">
              <a:extLst>
                <a:ext uri="{FF2B5EF4-FFF2-40B4-BE49-F238E27FC236}">
                  <a16:creationId xmlns:a16="http://schemas.microsoft.com/office/drawing/2014/main" id="{62598BA7-9817-9ED6-2AA9-BF3DF0D242CC}"/>
                </a:ext>
              </a:extLst>
            </p:cNvPr>
            <p:cNvSpPr txBox="1">
              <a:spLocks noChangeArrowheads="1"/>
            </p:cNvSpPr>
            <p:nvPr/>
          </p:nvSpPr>
          <p:spPr bwMode="auto">
            <a:xfrm>
              <a:off x="4112" y="2712"/>
              <a:ext cx="11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8141" name="Oval 12">
              <a:extLst>
                <a:ext uri="{FF2B5EF4-FFF2-40B4-BE49-F238E27FC236}">
                  <a16:creationId xmlns:a16="http://schemas.microsoft.com/office/drawing/2014/main" id="{BE912D65-1E23-9728-564A-DF9DC250576E}"/>
                </a:ext>
              </a:extLst>
            </p:cNvPr>
            <p:cNvSpPr>
              <a:spLocks noChangeArrowheads="1"/>
            </p:cNvSpPr>
            <p:nvPr/>
          </p:nvSpPr>
          <p:spPr bwMode="auto">
            <a:xfrm>
              <a:off x="3143" y="2640"/>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42" name="Text Box 13">
              <a:extLst>
                <a:ext uri="{FF2B5EF4-FFF2-40B4-BE49-F238E27FC236}">
                  <a16:creationId xmlns:a16="http://schemas.microsoft.com/office/drawing/2014/main" id="{056E79B2-DE87-B118-2C8E-5AE864C3198B}"/>
                </a:ext>
              </a:extLst>
            </p:cNvPr>
            <p:cNvSpPr txBox="1">
              <a:spLocks noChangeArrowheads="1"/>
            </p:cNvSpPr>
            <p:nvPr/>
          </p:nvSpPr>
          <p:spPr bwMode="auto">
            <a:xfrm>
              <a:off x="3209" y="2712"/>
              <a:ext cx="11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8143" name="Line 14">
              <a:extLst>
                <a:ext uri="{FF2B5EF4-FFF2-40B4-BE49-F238E27FC236}">
                  <a16:creationId xmlns:a16="http://schemas.microsoft.com/office/drawing/2014/main" id="{32BFC31A-0F18-473C-8B11-6A1DEDC547C4}"/>
                </a:ext>
              </a:extLst>
            </p:cNvPr>
            <p:cNvSpPr>
              <a:spLocks noChangeShapeType="1"/>
            </p:cNvSpPr>
            <p:nvPr/>
          </p:nvSpPr>
          <p:spPr bwMode="auto">
            <a:xfrm flipH="1">
              <a:off x="2062" y="1611"/>
              <a:ext cx="520" cy="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4" name="Line 15">
              <a:extLst>
                <a:ext uri="{FF2B5EF4-FFF2-40B4-BE49-F238E27FC236}">
                  <a16:creationId xmlns:a16="http://schemas.microsoft.com/office/drawing/2014/main" id="{D2BF55C6-358F-617E-09BF-24EAE567424B}"/>
                </a:ext>
              </a:extLst>
            </p:cNvPr>
            <p:cNvSpPr>
              <a:spLocks noChangeShapeType="1"/>
            </p:cNvSpPr>
            <p:nvPr/>
          </p:nvSpPr>
          <p:spPr bwMode="auto">
            <a:xfrm flipH="1">
              <a:off x="3364" y="2185"/>
              <a:ext cx="296" cy="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5" name="Line 16">
              <a:extLst>
                <a:ext uri="{FF2B5EF4-FFF2-40B4-BE49-F238E27FC236}">
                  <a16:creationId xmlns:a16="http://schemas.microsoft.com/office/drawing/2014/main" id="{A9136EB4-C871-A80C-41B9-D2EDC0353335}"/>
                </a:ext>
              </a:extLst>
            </p:cNvPr>
            <p:cNvSpPr>
              <a:spLocks noChangeShapeType="1"/>
            </p:cNvSpPr>
            <p:nvPr/>
          </p:nvSpPr>
          <p:spPr bwMode="auto">
            <a:xfrm>
              <a:off x="3791" y="2198"/>
              <a:ext cx="279" cy="5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6" name="Line 17">
              <a:extLst>
                <a:ext uri="{FF2B5EF4-FFF2-40B4-BE49-F238E27FC236}">
                  <a16:creationId xmlns:a16="http://schemas.microsoft.com/office/drawing/2014/main" id="{836F33BB-C793-9781-3670-188CC6B76038}"/>
                </a:ext>
              </a:extLst>
            </p:cNvPr>
            <p:cNvSpPr>
              <a:spLocks noChangeShapeType="1"/>
            </p:cNvSpPr>
            <p:nvPr/>
          </p:nvSpPr>
          <p:spPr bwMode="auto">
            <a:xfrm>
              <a:off x="2806" y="1622"/>
              <a:ext cx="787" cy="4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8147" name="Group 18">
              <a:extLst>
                <a:ext uri="{FF2B5EF4-FFF2-40B4-BE49-F238E27FC236}">
                  <a16:creationId xmlns:a16="http://schemas.microsoft.com/office/drawing/2014/main" id="{F141F818-E7A0-B126-6F83-EC530BD2D9FA}"/>
                </a:ext>
              </a:extLst>
            </p:cNvPr>
            <p:cNvGrpSpPr>
              <a:grpSpLocks/>
            </p:cNvGrpSpPr>
            <p:nvPr/>
          </p:nvGrpSpPr>
          <p:grpSpPr bwMode="auto">
            <a:xfrm>
              <a:off x="3580" y="3412"/>
              <a:ext cx="270" cy="359"/>
              <a:chOff x="2400" y="864"/>
              <a:chExt cx="432" cy="554"/>
            </a:xfrm>
          </p:grpSpPr>
          <p:sp>
            <p:nvSpPr>
              <p:cNvPr id="48174" name="Oval 19">
                <a:extLst>
                  <a:ext uri="{FF2B5EF4-FFF2-40B4-BE49-F238E27FC236}">
                    <a16:creationId xmlns:a16="http://schemas.microsoft.com/office/drawing/2014/main" id="{52FAC448-80D0-8CFF-D6A3-8900F15A0020}"/>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75" name="Text Box 20">
                <a:extLst>
                  <a:ext uri="{FF2B5EF4-FFF2-40B4-BE49-F238E27FC236}">
                    <a16:creationId xmlns:a16="http://schemas.microsoft.com/office/drawing/2014/main" id="{2DD7280E-1B63-EFAD-13CA-AE82E78C1177}"/>
                  </a:ext>
                </a:extLst>
              </p:cNvPr>
              <p:cNvSpPr txBox="1">
                <a:spLocks noChangeArrowheads="1"/>
              </p:cNvSpPr>
              <p:nvPr/>
            </p:nvSpPr>
            <p:spPr bwMode="auto">
              <a:xfrm>
                <a:off x="2502"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8148" name="Group 21">
              <a:extLst>
                <a:ext uri="{FF2B5EF4-FFF2-40B4-BE49-F238E27FC236}">
                  <a16:creationId xmlns:a16="http://schemas.microsoft.com/office/drawing/2014/main" id="{B94E98EF-2CC5-DD9D-4407-FA3FD6995600}"/>
                </a:ext>
              </a:extLst>
            </p:cNvPr>
            <p:cNvGrpSpPr>
              <a:grpSpLocks/>
            </p:cNvGrpSpPr>
            <p:nvPr/>
          </p:nvGrpSpPr>
          <p:grpSpPr bwMode="auto">
            <a:xfrm>
              <a:off x="2679" y="3412"/>
              <a:ext cx="270" cy="359"/>
              <a:chOff x="2400" y="864"/>
              <a:chExt cx="432" cy="554"/>
            </a:xfrm>
          </p:grpSpPr>
          <p:sp>
            <p:nvSpPr>
              <p:cNvPr id="48172" name="Oval 22">
                <a:extLst>
                  <a:ext uri="{FF2B5EF4-FFF2-40B4-BE49-F238E27FC236}">
                    <a16:creationId xmlns:a16="http://schemas.microsoft.com/office/drawing/2014/main" id="{AEFB80C5-9B93-7DA7-9663-D4C595475BF5}"/>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73" name="Text Box 23">
                <a:extLst>
                  <a:ext uri="{FF2B5EF4-FFF2-40B4-BE49-F238E27FC236}">
                    <a16:creationId xmlns:a16="http://schemas.microsoft.com/office/drawing/2014/main" id="{BAC7A78A-40C1-92A1-430E-9B26C5402B23}"/>
                  </a:ext>
                </a:extLst>
              </p:cNvPr>
              <p:cNvSpPr txBox="1">
                <a:spLocks noChangeArrowheads="1"/>
              </p:cNvSpPr>
              <p:nvPr/>
            </p:nvSpPr>
            <p:spPr bwMode="auto">
              <a:xfrm>
                <a:off x="2504"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8149" name="Group 24">
              <a:extLst>
                <a:ext uri="{FF2B5EF4-FFF2-40B4-BE49-F238E27FC236}">
                  <a16:creationId xmlns:a16="http://schemas.microsoft.com/office/drawing/2014/main" id="{529AF499-0A84-6D31-BAB5-FB216358951C}"/>
                </a:ext>
              </a:extLst>
            </p:cNvPr>
            <p:cNvGrpSpPr>
              <a:grpSpLocks/>
            </p:cNvGrpSpPr>
            <p:nvPr/>
          </p:nvGrpSpPr>
          <p:grpSpPr bwMode="auto">
            <a:xfrm>
              <a:off x="2878" y="2957"/>
              <a:ext cx="725" cy="505"/>
              <a:chOff x="896" y="1363"/>
              <a:chExt cx="1156" cy="778"/>
            </a:xfrm>
          </p:grpSpPr>
          <p:sp>
            <p:nvSpPr>
              <p:cNvPr id="48170" name="Line 25">
                <a:extLst>
                  <a:ext uri="{FF2B5EF4-FFF2-40B4-BE49-F238E27FC236}">
                    <a16:creationId xmlns:a16="http://schemas.microsoft.com/office/drawing/2014/main" id="{CF6C646D-E820-3D0C-1431-9D3147697B5F}"/>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1" name="Line 26">
                <a:extLst>
                  <a:ext uri="{FF2B5EF4-FFF2-40B4-BE49-F238E27FC236}">
                    <a16:creationId xmlns:a16="http://schemas.microsoft.com/office/drawing/2014/main" id="{6B948C9F-CFD8-93D9-E3B0-9C347B9BC7BB}"/>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8150" name="Text Box 27">
              <a:extLst>
                <a:ext uri="{FF2B5EF4-FFF2-40B4-BE49-F238E27FC236}">
                  <a16:creationId xmlns:a16="http://schemas.microsoft.com/office/drawing/2014/main" id="{3264802B-578C-011A-9389-D0507BDD78A5}"/>
                </a:ext>
              </a:extLst>
            </p:cNvPr>
            <p:cNvSpPr txBox="1">
              <a:spLocks noChangeArrowheads="1"/>
            </p:cNvSpPr>
            <p:nvPr/>
          </p:nvSpPr>
          <p:spPr bwMode="auto">
            <a:xfrm>
              <a:off x="3116" y="1584"/>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8151" name="Text Box 28">
              <a:extLst>
                <a:ext uri="{FF2B5EF4-FFF2-40B4-BE49-F238E27FC236}">
                  <a16:creationId xmlns:a16="http://schemas.microsoft.com/office/drawing/2014/main" id="{EE9DF2BE-4F94-74D4-C004-2E73FD1B8682}"/>
                </a:ext>
              </a:extLst>
            </p:cNvPr>
            <p:cNvSpPr txBox="1">
              <a:spLocks noChangeArrowheads="1"/>
            </p:cNvSpPr>
            <p:nvPr/>
          </p:nvSpPr>
          <p:spPr bwMode="auto">
            <a:xfrm>
              <a:off x="2136" y="15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8152" name="Text Box 29">
              <a:extLst>
                <a:ext uri="{FF2B5EF4-FFF2-40B4-BE49-F238E27FC236}">
                  <a16:creationId xmlns:a16="http://schemas.microsoft.com/office/drawing/2014/main" id="{DD7C6B2A-8470-1081-B390-498C8CC0C0B7}"/>
                </a:ext>
              </a:extLst>
            </p:cNvPr>
            <p:cNvSpPr txBox="1">
              <a:spLocks noChangeArrowheads="1"/>
            </p:cNvSpPr>
            <p:nvPr/>
          </p:nvSpPr>
          <p:spPr bwMode="auto">
            <a:xfrm>
              <a:off x="3336"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8153" name="Text Box 30">
              <a:extLst>
                <a:ext uri="{FF2B5EF4-FFF2-40B4-BE49-F238E27FC236}">
                  <a16:creationId xmlns:a16="http://schemas.microsoft.com/office/drawing/2014/main" id="{FA6608D5-0E22-9349-2D3F-72E76EBE1BB7}"/>
                </a:ext>
              </a:extLst>
            </p:cNvPr>
            <p:cNvSpPr txBox="1">
              <a:spLocks noChangeArrowheads="1"/>
            </p:cNvSpPr>
            <p:nvPr/>
          </p:nvSpPr>
          <p:spPr bwMode="auto">
            <a:xfrm>
              <a:off x="3932" y="2304"/>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8154" name="Text Box 31">
              <a:extLst>
                <a:ext uri="{FF2B5EF4-FFF2-40B4-BE49-F238E27FC236}">
                  <a16:creationId xmlns:a16="http://schemas.microsoft.com/office/drawing/2014/main" id="{30A3B527-9231-CDA8-DA3C-73924C8B3901}"/>
                </a:ext>
              </a:extLst>
            </p:cNvPr>
            <p:cNvSpPr txBox="1">
              <a:spLocks noChangeArrowheads="1"/>
            </p:cNvSpPr>
            <p:nvPr/>
          </p:nvSpPr>
          <p:spPr bwMode="auto">
            <a:xfrm>
              <a:off x="2855" y="2976"/>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48155" name="Text Box 32">
              <a:extLst>
                <a:ext uri="{FF2B5EF4-FFF2-40B4-BE49-F238E27FC236}">
                  <a16:creationId xmlns:a16="http://schemas.microsoft.com/office/drawing/2014/main" id="{B0BA1024-0C12-D38F-93C2-14A909EDD400}"/>
                </a:ext>
              </a:extLst>
            </p:cNvPr>
            <p:cNvSpPr txBox="1">
              <a:spLocks noChangeArrowheads="1"/>
            </p:cNvSpPr>
            <p:nvPr/>
          </p:nvSpPr>
          <p:spPr bwMode="auto">
            <a:xfrm>
              <a:off x="3452" y="29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8156" name="Text Box 33">
              <a:extLst>
                <a:ext uri="{FF2B5EF4-FFF2-40B4-BE49-F238E27FC236}">
                  <a16:creationId xmlns:a16="http://schemas.microsoft.com/office/drawing/2014/main" id="{C95B1F42-73E7-987D-F8E2-B02803A9BC68}"/>
                </a:ext>
              </a:extLst>
            </p:cNvPr>
            <p:cNvSpPr txBox="1">
              <a:spLocks noChangeArrowheads="1"/>
            </p:cNvSpPr>
            <p:nvPr/>
          </p:nvSpPr>
          <p:spPr bwMode="auto">
            <a:xfrm>
              <a:off x="1484" y="192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8157" name="Text Box 34">
              <a:extLst>
                <a:ext uri="{FF2B5EF4-FFF2-40B4-BE49-F238E27FC236}">
                  <a16:creationId xmlns:a16="http://schemas.microsoft.com/office/drawing/2014/main" id="{1DF4D3FA-3F15-9438-E62B-3891BE79B365}"/>
                </a:ext>
              </a:extLst>
            </p:cNvPr>
            <p:cNvSpPr txBox="1">
              <a:spLocks noChangeArrowheads="1"/>
            </p:cNvSpPr>
            <p:nvPr/>
          </p:nvSpPr>
          <p:spPr bwMode="auto">
            <a:xfrm>
              <a:off x="3980" y="1872"/>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8158" name="Text Box 35">
              <a:extLst>
                <a:ext uri="{FF2B5EF4-FFF2-40B4-BE49-F238E27FC236}">
                  <a16:creationId xmlns:a16="http://schemas.microsoft.com/office/drawing/2014/main" id="{6F63E818-1A15-8B29-FB71-21DC77237042}"/>
                </a:ext>
              </a:extLst>
            </p:cNvPr>
            <p:cNvSpPr txBox="1">
              <a:spLocks noChangeArrowheads="1"/>
            </p:cNvSpPr>
            <p:nvPr/>
          </p:nvSpPr>
          <p:spPr bwMode="auto">
            <a:xfrm>
              <a:off x="4412"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8159" name="Text Box 36">
              <a:extLst>
                <a:ext uri="{FF2B5EF4-FFF2-40B4-BE49-F238E27FC236}">
                  <a16:creationId xmlns:a16="http://schemas.microsoft.com/office/drawing/2014/main" id="{D67A1D67-F817-95EB-7C37-7CF0D0CF41C8}"/>
                </a:ext>
              </a:extLst>
            </p:cNvPr>
            <p:cNvSpPr txBox="1">
              <a:spLocks noChangeArrowheads="1"/>
            </p:cNvSpPr>
            <p:nvPr/>
          </p:nvSpPr>
          <p:spPr bwMode="auto">
            <a:xfrm>
              <a:off x="2732"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[3]</a:t>
              </a:r>
              <a:endParaRPr lang="en-US" altLang="en-US" sz="2400">
                <a:latin typeface="Times New Roman" panose="02020603050405020304" pitchFamily="18" charset="0"/>
              </a:endParaRPr>
            </a:p>
          </p:txBody>
        </p:sp>
        <p:sp>
          <p:nvSpPr>
            <p:cNvPr id="48160" name="Text Box 37">
              <a:extLst>
                <a:ext uri="{FF2B5EF4-FFF2-40B4-BE49-F238E27FC236}">
                  <a16:creationId xmlns:a16="http://schemas.microsoft.com/office/drawing/2014/main" id="{37834F42-34C9-28C5-280B-559EF1849EC9}"/>
                </a:ext>
              </a:extLst>
            </p:cNvPr>
            <p:cNvSpPr txBox="1">
              <a:spLocks noChangeArrowheads="1"/>
            </p:cNvSpPr>
            <p:nvPr/>
          </p:nvSpPr>
          <p:spPr bwMode="auto">
            <a:xfrm>
              <a:off x="2252" y="340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8161" name="Text Box 38">
              <a:extLst>
                <a:ext uri="{FF2B5EF4-FFF2-40B4-BE49-F238E27FC236}">
                  <a16:creationId xmlns:a16="http://schemas.microsoft.com/office/drawing/2014/main" id="{0B8E467E-7A93-FEBD-8449-D327F6D3F87D}"/>
                </a:ext>
              </a:extLst>
            </p:cNvPr>
            <p:cNvSpPr txBox="1">
              <a:spLocks noChangeArrowheads="1"/>
            </p:cNvSpPr>
            <p:nvPr/>
          </p:nvSpPr>
          <p:spPr bwMode="auto">
            <a:xfrm>
              <a:off x="3932" y="340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[8]</a:t>
              </a:r>
              <a:endParaRPr lang="en-US" altLang="en-US" sz="2400">
                <a:latin typeface="Times New Roman" panose="02020603050405020304" pitchFamily="18" charset="0"/>
              </a:endParaRPr>
            </a:p>
          </p:txBody>
        </p:sp>
        <p:sp>
          <p:nvSpPr>
            <p:cNvPr id="48162" name="Line 39">
              <a:extLst>
                <a:ext uri="{FF2B5EF4-FFF2-40B4-BE49-F238E27FC236}">
                  <a16:creationId xmlns:a16="http://schemas.microsoft.com/office/drawing/2014/main" id="{43D3386B-27D0-3913-F506-6646BDCB93F5}"/>
                </a:ext>
              </a:extLst>
            </p:cNvPr>
            <p:cNvSpPr>
              <a:spLocks noChangeShapeType="1"/>
            </p:cNvSpPr>
            <p:nvPr/>
          </p:nvSpPr>
          <p:spPr bwMode="auto">
            <a:xfrm flipH="1">
              <a:off x="1340" y="2160"/>
              <a:ext cx="520" cy="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3" name="Line 40">
              <a:extLst>
                <a:ext uri="{FF2B5EF4-FFF2-40B4-BE49-F238E27FC236}">
                  <a16:creationId xmlns:a16="http://schemas.microsoft.com/office/drawing/2014/main" id="{70D60BF4-2879-93C6-F71A-89F8BD5475CD}"/>
                </a:ext>
              </a:extLst>
            </p:cNvPr>
            <p:cNvSpPr>
              <a:spLocks noChangeShapeType="1"/>
            </p:cNvSpPr>
            <p:nvPr/>
          </p:nvSpPr>
          <p:spPr bwMode="auto">
            <a:xfrm>
              <a:off x="2012" y="2208"/>
              <a:ext cx="279" cy="5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4" name="Oval 41">
              <a:extLst>
                <a:ext uri="{FF2B5EF4-FFF2-40B4-BE49-F238E27FC236}">
                  <a16:creationId xmlns:a16="http://schemas.microsoft.com/office/drawing/2014/main" id="{B20BD675-798A-B0AA-D961-4EF6E4EFA286}"/>
                </a:ext>
              </a:extLst>
            </p:cNvPr>
            <p:cNvSpPr>
              <a:spLocks noChangeArrowheads="1"/>
            </p:cNvSpPr>
            <p:nvPr/>
          </p:nvSpPr>
          <p:spPr bwMode="auto">
            <a:xfrm>
              <a:off x="1148" y="2544"/>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8165" name="Text Box 42">
              <a:extLst>
                <a:ext uri="{FF2B5EF4-FFF2-40B4-BE49-F238E27FC236}">
                  <a16:creationId xmlns:a16="http://schemas.microsoft.com/office/drawing/2014/main" id="{B835D4D2-3C39-03E8-89C4-5CFDAC1E98E6}"/>
                </a:ext>
              </a:extLst>
            </p:cNvPr>
            <p:cNvSpPr txBox="1">
              <a:spLocks noChangeArrowheads="1"/>
            </p:cNvSpPr>
            <p:nvPr/>
          </p:nvSpPr>
          <p:spPr bwMode="auto">
            <a:xfrm>
              <a:off x="1340"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8166" name="Text Box 43">
              <a:extLst>
                <a:ext uri="{FF2B5EF4-FFF2-40B4-BE49-F238E27FC236}">
                  <a16:creationId xmlns:a16="http://schemas.microsoft.com/office/drawing/2014/main" id="{395204EA-919C-715A-05EF-7078A23892B5}"/>
                </a:ext>
              </a:extLst>
            </p:cNvPr>
            <p:cNvSpPr txBox="1">
              <a:spLocks noChangeArrowheads="1"/>
            </p:cNvSpPr>
            <p:nvPr/>
          </p:nvSpPr>
          <p:spPr bwMode="auto">
            <a:xfrm>
              <a:off x="2108"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48167" name="Oval 44">
              <a:extLst>
                <a:ext uri="{FF2B5EF4-FFF2-40B4-BE49-F238E27FC236}">
                  <a16:creationId xmlns:a16="http://schemas.microsoft.com/office/drawing/2014/main" id="{70CE67FC-3DA6-9DF2-A4BA-D452BAD2EBCB}"/>
                </a:ext>
              </a:extLst>
            </p:cNvPr>
            <p:cNvSpPr>
              <a:spLocks noChangeArrowheads="1"/>
            </p:cNvSpPr>
            <p:nvPr/>
          </p:nvSpPr>
          <p:spPr bwMode="auto">
            <a:xfrm>
              <a:off x="2204" y="2736"/>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endParaRPr lang="en-US" altLang="en-US" sz="1800">
                <a:solidFill>
                  <a:srgbClr val="C0C0C0"/>
                </a:solidFill>
                <a:latin typeface="Tahoma" panose="020B0604030504040204" pitchFamily="34" charset="0"/>
              </a:endParaRPr>
            </a:p>
          </p:txBody>
        </p:sp>
        <p:sp>
          <p:nvSpPr>
            <p:cNvPr id="48168" name="Text Box 45">
              <a:extLst>
                <a:ext uri="{FF2B5EF4-FFF2-40B4-BE49-F238E27FC236}">
                  <a16:creationId xmlns:a16="http://schemas.microsoft.com/office/drawing/2014/main" id="{66C45394-B014-2E5C-C629-D312923A1870}"/>
                </a:ext>
              </a:extLst>
            </p:cNvPr>
            <p:cNvSpPr txBox="1">
              <a:spLocks noChangeArrowheads="1"/>
            </p:cNvSpPr>
            <p:nvPr/>
          </p:nvSpPr>
          <p:spPr bwMode="auto">
            <a:xfrm>
              <a:off x="1820" y="273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8169" name="Text Box 46">
              <a:extLst>
                <a:ext uri="{FF2B5EF4-FFF2-40B4-BE49-F238E27FC236}">
                  <a16:creationId xmlns:a16="http://schemas.microsoft.com/office/drawing/2014/main" id="{FEF96663-9F9F-4B1A-02FF-2BAECCE43CCC}"/>
                </a:ext>
              </a:extLst>
            </p:cNvPr>
            <p:cNvSpPr txBox="1">
              <a:spLocks noChangeArrowheads="1"/>
            </p:cNvSpPr>
            <p:nvPr/>
          </p:nvSpPr>
          <p:spPr bwMode="auto">
            <a:xfrm>
              <a:off x="812"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accent1"/>
                  </a:solidFill>
                  <a:latin typeface="Times New Roman" panose="02020603050405020304" pitchFamily="18" charset="0"/>
                </a:rPr>
                <a:t>[6]</a:t>
              </a:r>
              <a:endParaRPr lang="en-US" altLang="en-US" sz="2400">
                <a:solidFill>
                  <a:schemeClr val="accent1"/>
                </a:solidFill>
                <a:latin typeface="Times New Roman" panose="02020603050405020304" pitchFamily="18" charset="0"/>
              </a:endParaRPr>
            </a:p>
          </p:txBody>
        </p:sp>
      </p:grpSp>
      <p:sp>
        <p:nvSpPr>
          <p:cNvPr id="2" name="TextBox 1">
            <a:extLst>
              <a:ext uri="{FF2B5EF4-FFF2-40B4-BE49-F238E27FC236}">
                <a16:creationId xmlns:a16="http://schemas.microsoft.com/office/drawing/2014/main" id="{4373AA33-EC0B-8E8A-EEDB-BB4589B40A0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6" name="Group 48">
            <a:extLst>
              <a:ext uri="{FF2B5EF4-FFF2-40B4-BE49-F238E27FC236}">
                <a16:creationId xmlns:a16="http://schemas.microsoft.com/office/drawing/2014/main" id="{14B11A8A-4F8D-BC3F-A337-3B0C4FC618F0}"/>
              </a:ext>
            </a:extLst>
          </p:cNvPr>
          <p:cNvGrpSpPr>
            <a:grpSpLocks/>
          </p:cNvGrpSpPr>
          <p:nvPr/>
        </p:nvGrpSpPr>
        <p:grpSpPr bwMode="auto">
          <a:xfrm>
            <a:off x="533400" y="2209800"/>
            <a:ext cx="7010400" cy="3776663"/>
            <a:chOff x="336" y="1392"/>
            <a:chExt cx="4416" cy="2379"/>
          </a:xfrm>
        </p:grpSpPr>
        <p:sp>
          <p:nvSpPr>
            <p:cNvPr id="49157" name="Oval 4">
              <a:extLst>
                <a:ext uri="{FF2B5EF4-FFF2-40B4-BE49-F238E27FC236}">
                  <a16:creationId xmlns:a16="http://schemas.microsoft.com/office/drawing/2014/main" id="{1211CF78-37C5-3919-3C2F-A771A13604DC}"/>
                </a:ext>
              </a:extLst>
            </p:cNvPr>
            <p:cNvSpPr>
              <a:spLocks noChangeArrowheads="1"/>
            </p:cNvSpPr>
            <p:nvPr/>
          </p:nvSpPr>
          <p:spPr bwMode="auto">
            <a:xfrm>
              <a:off x="2571" y="1392"/>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58" name="Text Box 5">
              <a:extLst>
                <a:ext uri="{FF2B5EF4-FFF2-40B4-BE49-F238E27FC236}">
                  <a16:creationId xmlns:a16="http://schemas.microsoft.com/office/drawing/2014/main" id="{2293190D-8D72-3D1A-80A5-6AE4D67D3FC2}"/>
                </a:ext>
              </a:extLst>
            </p:cNvPr>
            <p:cNvSpPr txBox="1">
              <a:spLocks noChangeArrowheads="1"/>
            </p:cNvSpPr>
            <p:nvPr/>
          </p:nvSpPr>
          <p:spPr bwMode="auto">
            <a:xfrm>
              <a:off x="2636" y="146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9159" name="Oval 6">
              <a:extLst>
                <a:ext uri="{FF2B5EF4-FFF2-40B4-BE49-F238E27FC236}">
                  <a16:creationId xmlns:a16="http://schemas.microsoft.com/office/drawing/2014/main" id="{C673A6A8-B88B-497C-9ACF-963C1C3F7AB8}"/>
                </a:ext>
              </a:extLst>
            </p:cNvPr>
            <p:cNvSpPr>
              <a:spLocks noChangeArrowheads="1"/>
            </p:cNvSpPr>
            <p:nvPr/>
          </p:nvSpPr>
          <p:spPr bwMode="auto">
            <a:xfrm>
              <a:off x="1820" y="1922"/>
              <a:ext cx="269"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60" name="Text Box 7">
              <a:extLst>
                <a:ext uri="{FF2B5EF4-FFF2-40B4-BE49-F238E27FC236}">
                  <a16:creationId xmlns:a16="http://schemas.microsoft.com/office/drawing/2014/main" id="{D6C34B0F-FB05-44B1-513A-C792CE88FA28}"/>
                </a:ext>
              </a:extLst>
            </p:cNvPr>
            <p:cNvSpPr txBox="1">
              <a:spLocks noChangeArrowheads="1"/>
            </p:cNvSpPr>
            <p:nvPr/>
          </p:nvSpPr>
          <p:spPr bwMode="auto">
            <a:xfrm>
              <a:off x="1884"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9161" name="Oval 8">
              <a:extLst>
                <a:ext uri="{FF2B5EF4-FFF2-40B4-BE49-F238E27FC236}">
                  <a16:creationId xmlns:a16="http://schemas.microsoft.com/office/drawing/2014/main" id="{BC387499-B005-1585-9402-087BF1DC88F2}"/>
                </a:ext>
              </a:extLst>
            </p:cNvPr>
            <p:cNvSpPr>
              <a:spLocks noChangeArrowheads="1"/>
            </p:cNvSpPr>
            <p:nvPr/>
          </p:nvSpPr>
          <p:spPr bwMode="auto">
            <a:xfrm>
              <a:off x="3595" y="1922"/>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62" name="Text Box 9">
              <a:extLst>
                <a:ext uri="{FF2B5EF4-FFF2-40B4-BE49-F238E27FC236}">
                  <a16:creationId xmlns:a16="http://schemas.microsoft.com/office/drawing/2014/main" id="{3346D083-0657-7646-1FD4-4546048CF761}"/>
                </a:ext>
              </a:extLst>
            </p:cNvPr>
            <p:cNvSpPr txBox="1">
              <a:spLocks noChangeArrowheads="1"/>
            </p:cNvSpPr>
            <p:nvPr/>
          </p:nvSpPr>
          <p:spPr bwMode="auto">
            <a:xfrm>
              <a:off x="3661"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9163" name="Oval 10">
              <a:extLst>
                <a:ext uri="{FF2B5EF4-FFF2-40B4-BE49-F238E27FC236}">
                  <a16:creationId xmlns:a16="http://schemas.microsoft.com/office/drawing/2014/main" id="{CFA789C9-3BD6-72C1-D9E9-1B9990D29B5F}"/>
                </a:ext>
              </a:extLst>
            </p:cNvPr>
            <p:cNvSpPr>
              <a:spLocks noChangeArrowheads="1"/>
            </p:cNvSpPr>
            <p:nvPr/>
          </p:nvSpPr>
          <p:spPr bwMode="auto">
            <a:xfrm>
              <a:off x="4047" y="2640"/>
              <a:ext cx="269"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64" name="Text Box 11">
              <a:extLst>
                <a:ext uri="{FF2B5EF4-FFF2-40B4-BE49-F238E27FC236}">
                  <a16:creationId xmlns:a16="http://schemas.microsoft.com/office/drawing/2014/main" id="{62446E93-94F4-A07B-2250-2B5448C763A3}"/>
                </a:ext>
              </a:extLst>
            </p:cNvPr>
            <p:cNvSpPr txBox="1">
              <a:spLocks noChangeArrowheads="1"/>
            </p:cNvSpPr>
            <p:nvPr/>
          </p:nvSpPr>
          <p:spPr bwMode="auto">
            <a:xfrm>
              <a:off x="4112" y="2712"/>
              <a:ext cx="11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9165" name="Oval 12">
              <a:extLst>
                <a:ext uri="{FF2B5EF4-FFF2-40B4-BE49-F238E27FC236}">
                  <a16:creationId xmlns:a16="http://schemas.microsoft.com/office/drawing/2014/main" id="{123DB084-29C1-DA83-AF13-D97C26936478}"/>
                </a:ext>
              </a:extLst>
            </p:cNvPr>
            <p:cNvSpPr>
              <a:spLocks noChangeArrowheads="1"/>
            </p:cNvSpPr>
            <p:nvPr/>
          </p:nvSpPr>
          <p:spPr bwMode="auto">
            <a:xfrm>
              <a:off x="3143" y="2640"/>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66" name="Text Box 13">
              <a:extLst>
                <a:ext uri="{FF2B5EF4-FFF2-40B4-BE49-F238E27FC236}">
                  <a16:creationId xmlns:a16="http://schemas.microsoft.com/office/drawing/2014/main" id="{DB0017A4-5C42-188E-A3D1-AF640EA24844}"/>
                </a:ext>
              </a:extLst>
            </p:cNvPr>
            <p:cNvSpPr txBox="1">
              <a:spLocks noChangeArrowheads="1"/>
            </p:cNvSpPr>
            <p:nvPr/>
          </p:nvSpPr>
          <p:spPr bwMode="auto">
            <a:xfrm>
              <a:off x="3209" y="2712"/>
              <a:ext cx="11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49167" name="Line 14">
              <a:extLst>
                <a:ext uri="{FF2B5EF4-FFF2-40B4-BE49-F238E27FC236}">
                  <a16:creationId xmlns:a16="http://schemas.microsoft.com/office/drawing/2014/main" id="{F9AA71B7-3FD6-6018-9767-1103258EB24A}"/>
                </a:ext>
              </a:extLst>
            </p:cNvPr>
            <p:cNvSpPr>
              <a:spLocks noChangeShapeType="1"/>
            </p:cNvSpPr>
            <p:nvPr/>
          </p:nvSpPr>
          <p:spPr bwMode="auto">
            <a:xfrm flipH="1">
              <a:off x="2062" y="1611"/>
              <a:ext cx="520" cy="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8" name="Line 15">
              <a:extLst>
                <a:ext uri="{FF2B5EF4-FFF2-40B4-BE49-F238E27FC236}">
                  <a16:creationId xmlns:a16="http://schemas.microsoft.com/office/drawing/2014/main" id="{5B27A84E-6F00-91A4-5238-433189E88032}"/>
                </a:ext>
              </a:extLst>
            </p:cNvPr>
            <p:cNvSpPr>
              <a:spLocks noChangeShapeType="1"/>
            </p:cNvSpPr>
            <p:nvPr/>
          </p:nvSpPr>
          <p:spPr bwMode="auto">
            <a:xfrm flipH="1">
              <a:off x="3364" y="2185"/>
              <a:ext cx="296" cy="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9" name="Line 16">
              <a:extLst>
                <a:ext uri="{FF2B5EF4-FFF2-40B4-BE49-F238E27FC236}">
                  <a16:creationId xmlns:a16="http://schemas.microsoft.com/office/drawing/2014/main" id="{E1D346B0-8ACA-E0DD-A123-253FE1CC75F6}"/>
                </a:ext>
              </a:extLst>
            </p:cNvPr>
            <p:cNvSpPr>
              <a:spLocks noChangeShapeType="1"/>
            </p:cNvSpPr>
            <p:nvPr/>
          </p:nvSpPr>
          <p:spPr bwMode="auto">
            <a:xfrm>
              <a:off x="3791" y="2198"/>
              <a:ext cx="279" cy="5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70" name="Line 17">
              <a:extLst>
                <a:ext uri="{FF2B5EF4-FFF2-40B4-BE49-F238E27FC236}">
                  <a16:creationId xmlns:a16="http://schemas.microsoft.com/office/drawing/2014/main" id="{B975469F-2691-FA57-7DA7-841F99D98E47}"/>
                </a:ext>
              </a:extLst>
            </p:cNvPr>
            <p:cNvSpPr>
              <a:spLocks noChangeShapeType="1"/>
            </p:cNvSpPr>
            <p:nvPr/>
          </p:nvSpPr>
          <p:spPr bwMode="auto">
            <a:xfrm>
              <a:off x="2806" y="1622"/>
              <a:ext cx="787" cy="4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9171" name="Group 18">
              <a:extLst>
                <a:ext uri="{FF2B5EF4-FFF2-40B4-BE49-F238E27FC236}">
                  <a16:creationId xmlns:a16="http://schemas.microsoft.com/office/drawing/2014/main" id="{5A45C93C-DFAC-D543-F175-65D56511DE94}"/>
                </a:ext>
              </a:extLst>
            </p:cNvPr>
            <p:cNvGrpSpPr>
              <a:grpSpLocks/>
            </p:cNvGrpSpPr>
            <p:nvPr/>
          </p:nvGrpSpPr>
          <p:grpSpPr bwMode="auto">
            <a:xfrm>
              <a:off x="3580" y="3412"/>
              <a:ext cx="270" cy="359"/>
              <a:chOff x="2400" y="864"/>
              <a:chExt cx="432" cy="554"/>
            </a:xfrm>
          </p:grpSpPr>
          <p:sp>
            <p:nvSpPr>
              <p:cNvPr id="49198" name="Oval 19">
                <a:extLst>
                  <a:ext uri="{FF2B5EF4-FFF2-40B4-BE49-F238E27FC236}">
                    <a16:creationId xmlns:a16="http://schemas.microsoft.com/office/drawing/2014/main" id="{1F3CCA6B-FD45-4469-1271-B248F9D29682}"/>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99" name="Text Box 20">
                <a:extLst>
                  <a:ext uri="{FF2B5EF4-FFF2-40B4-BE49-F238E27FC236}">
                    <a16:creationId xmlns:a16="http://schemas.microsoft.com/office/drawing/2014/main" id="{BB575C8B-AF78-F008-ED6C-D02639343E68}"/>
                  </a:ext>
                </a:extLst>
              </p:cNvPr>
              <p:cNvSpPr txBox="1">
                <a:spLocks noChangeArrowheads="1"/>
              </p:cNvSpPr>
              <p:nvPr/>
            </p:nvSpPr>
            <p:spPr bwMode="auto">
              <a:xfrm>
                <a:off x="2502"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9172" name="Group 21">
              <a:extLst>
                <a:ext uri="{FF2B5EF4-FFF2-40B4-BE49-F238E27FC236}">
                  <a16:creationId xmlns:a16="http://schemas.microsoft.com/office/drawing/2014/main" id="{1FB2B6BA-3A4F-FDE5-7B55-09C0D15D23A4}"/>
                </a:ext>
              </a:extLst>
            </p:cNvPr>
            <p:cNvGrpSpPr>
              <a:grpSpLocks/>
            </p:cNvGrpSpPr>
            <p:nvPr/>
          </p:nvGrpSpPr>
          <p:grpSpPr bwMode="auto">
            <a:xfrm>
              <a:off x="2679" y="3412"/>
              <a:ext cx="270" cy="359"/>
              <a:chOff x="2400" y="864"/>
              <a:chExt cx="432" cy="554"/>
            </a:xfrm>
          </p:grpSpPr>
          <p:sp>
            <p:nvSpPr>
              <p:cNvPr id="49196" name="Oval 22">
                <a:extLst>
                  <a:ext uri="{FF2B5EF4-FFF2-40B4-BE49-F238E27FC236}">
                    <a16:creationId xmlns:a16="http://schemas.microsoft.com/office/drawing/2014/main" id="{BB9F9CC7-D02D-EED2-27EB-301537CB96D7}"/>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97" name="Text Box 23">
                <a:extLst>
                  <a:ext uri="{FF2B5EF4-FFF2-40B4-BE49-F238E27FC236}">
                    <a16:creationId xmlns:a16="http://schemas.microsoft.com/office/drawing/2014/main" id="{40E9A7AF-045E-7FEC-FC80-53BA5677104B}"/>
                  </a:ext>
                </a:extLst>
              </p:cNvPr>
              <p:cNvSpPr txBox="1">
                <a:spLocks noChangeArrowheads="1"/>
              </p:cNvSpPr>
              <p:nvPr/>
            </p:nvSpPr>
            <p:spPr bwMode="auto">
              <a:xfrm>
                <a:off x="2504"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49173" name="Group 24">
              <a:extLst>
                <a:ext uri="{FF2B5EF4-FFF2-40B4-BE49-F238E27FC236}">
                  <a16:creationId xmlns:a16="http://schemas.microsoft.com/office/drawing/2014/main" id="{65CBD57D-30E5-6388-0C90-8DC70F4876F5}"/>
                </a:ext>
              </a:extLst>
            </p:cNvPr>
            <p:cNvGrpSpPr>
              <a:grpSpLocks/>
            </p:cNvGrpSpPr>
            <p:nvPr/>
          </p:nvGrpSpPr>
          <p:grpSpPr bwMode="auto">
            <a:xfrm>
              <a:off x="2878" y="2957"/>
              <a:ext cx="725" cy="505"/>
              <a:chOff x="896" y="1363"/>
              <a:chExt cx="1156" cy="778"/>
            </a:xfrm>
          </p:grpSpPr>
          <p:sp>
            <p:nvSpPr>
              <p:cNvPr id="49194" name="Line 25">
                <a:extLst>
                  <a:ext uri="{FF2B5EF4-FFF2-40B4-BE49-F238E27FC236}">
                    <a16:creationId xmlns:a16="http://schemas.microsoft.com/office/drawing/2014/main" id="{F183E535-D8C8-7378-07C7-280847AB779A}"/>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95" name="Line 26">
                <a:extLst>
                  <a:ext uri="{FF2B5EF4-FFF2-40B4-BE49-F238E27FC236}">
                    <a16:creationId xmlns:a16="http://schemas.microsoft.com/office/drawing/2014/main" id="{EB8B535B-71CF-0855-3A15-AD8829497D99}"/>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74" name="Text Box 27">
              <a:extLst>
                <a:ext uri="{FF2B5EF4-FFF2-40B4-BE49-F238E27FC236}">
                  <a16:creationId xmlns:a16="http://schemas.microsoft.com/office/drawing/2014/main" id="{6B27A3D6-DB03-7C63-C669-8C554ADB9D0D}"/>
                </a:ext>
              </a:extLst>
            </p:cNvPr>
            <p:cNvSpPr txBox="1">
              <a:spLocks noChangeArrowheads="1"/>
            </p:cNvSpPr>
            <p:nvPr/>
          </p:nvSpPr>
          <p:spPr bwMode="auto">
            <a:xfrm>
              <a:off x="3116" y="1584"/>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9175" name="Text Box 28">
              <a:extLst>
                <a:ext uri="{FF2B5EF4-FFF2-40B4-BE49-F238E27FC236}">
                  <a16:creationId xmlns:a16="http://schemas.microsoft.com/office/drawing/2014/main" id="{63C19A05-9922-A133-3196-ECDF12B18E1C}"/>
                </a:ext>
              </a:extLst>
            </p:cNvPr>
            <p:cNvSpPr txBox="1">
              <a:spLocks noChangeArrowheads="1"/>
            </p:cNvSpPr>
            <p:nvPr/>
          </p:nvSpPr>
          <p:spPr bwMode="auto">
            <a:xfrm>
              <a:off x="2136" y="15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9176" name="Text Box 29">
              <a:extLst>
                <a:ext uri="{FF2B5EF4-FFF2-40B4-BE49-F238E27FC236}">
                  <a16:creationId xmlns:a16="http://schemas.microsoft.com/office/drawing/2014/main" id="{F2FE56C1-3725-64CE-C9B8-05F9491C58F8}"/>
                </a:ext>
              </a:extLst>
            </p:cNvPr>
            <p:cNvSpPr txBox="1">
              <a:spLocks noChangeArrowheads="1"/>
            </p:cNvSpPr>
            <p:nvPr/>
          </p:nvSpPr>
          <p:spPr bwMode="auto">
            <a:xfrm>
              <a:off x="3336"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9177" name="Text Box 30">
              <a:extLst>
                <a:ext uri="{FF2B5EF4-FFF2-40B4-BE49-F238E27FC236}">
                  <a16:creationId xmlns:a16="http://schemas.microsoft.com/office/drawing/2014/main" id="{8C3EC5D6-5902-CE3A-E911-658D6566A792}"/>
                </a:ext>
              </a:extLst>
            </p:cNvPr>
            <p:cNvSpPr txBox="1">
              <a:spLocks noChangeArrowheads="1"/>
            </p:cNvSpPr>
            <p:nvPr/>
          </p:nvSpPr>
          <p:spPr bwMode="auto">
            <a:xfrm>
              <a:off x="3932" y="2304"/>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9178" name="Text Box 31">
              <a:extLst>
                <a:ext uri="{FF2B5EF4-FFF2-40B4-BE49-F238E27FC236}">
                  <a16:creationId xmlns:a16="http://schemas.microsoft.com/office/drawing/2014/main" id="{2598E5C9-DB27-7CF3-17D4-6CA52A10B533}"/>
                </a:ext>
              </a:extLst>
            </p:cNvPr>
            <p:cNvSpPr txBox="1">
              <a:spLocks noChangeArrowheads="1"/>
            </p:cNvSpPr>
            <p:nvPr/>
          </p:nvSpPr>
          <p:spPr bwMode="auto">
            <a:xfrm>
              <a:off x="2855" y="2976"/>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49179" name="Text Box 32">
              <a:extLst>
                <a:ext uri="{FF2B5EF4-FFF2-40B4-BE49-F238E27FC236}">
                  <a16:creationId xmlns:a16="http://schemas.microsoft.com/office/drawing/2014/main" id="{63E21497-9B8C-85BE-140E-58075A5135EB}"/>
                </a:ext>
              </a:extLst>
            </p:cNvPr>
            <p:cNvSpPr txBox="1">
              <a:spLocks noChangeArrowheads="1"/>
            </p:cNvSpPr>
            <p:nvPr/>
          </p:nvSpPr>
          <p:spPr bwMode="auto">
            <a:xfrm>
              <a:off x="3452" y="29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9180" name="Text Box 33">
              <a:extLst>
                <a:ext uri="{FF2B5EF4-FFF2-40B4-BE49-F238E27FC236}">
                  <a16:creationId xmlns:a16="http://schemas.microsoft.com/office/drawing/2014/main" id="{8C731772-E001-76C4-C0ED-05AD690CA887}"/>
                </a:ext>
              </a:extLst>
            </p:cNvPr>
            <p:cNvSpPr txBox="1">
              <a:spLocks noChangeArrowheads="1"/>
            </p:cNvSpPr>
            <p:nvPr/>
          </p:nvSpPr>
          <p:spPr bwMode="auto">
            <a:xfrm>
              <a:off x="1484" y="192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49181" name="Text Box 34">
              <a:extLst>
                <a:ext uri="{FF2B5EF4-FFF2-40B4-BE49-F238E27FC236}">
                  <a16:creationId xmlns:a16="http://schemas.microsoft.com/office/drawing/2014/main" id="{60FBBC61-671A-9122-E162-E2887E874E0F}"/>
                </a:ext>
              </a:extLst>
            </p:cNvPr>
            <p:cNvSpPr txBox="1">
              <a:spLocks noChangeArrowheads="1"/>
            </p:cNvSpPr>
            <p:nvPr/>
          </p:nvSpPr>
          <p:spPr bwMode="auto">
            <a:xfrm>
              <a:off x="3980" y="1872"/>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49182" name="Text Box 35">
              <a:extLst>
                <a:ext uri="{FF2B5EF4-FFF2-40B4-BE49-F238E27FC236}">
                  <a16:creationId xmlns:a16="http://schemas.microsoft.com/office/drawing/2014/main" id="{7CB64912-E6A9-6B6A-9E84-3F9A081ECFE7}"/>
                </a:ext>
              </a:extLst>
            </p:cNvPr>
            <p:cNvSpPr txBox="1">
              <a:spLocks noChangeArrowheads="1"/>
            </p:cNvSpPr>
            <p:nvPr/>
          </p:nvSpPr>
          <p:spPr bwMode="auto">
            <a:xfrm>
              <a:off x="4412"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9183" name="Text Box 36">
              <a:extLst>
                <a:ext uri="{FF2B5EF4-FFF2-40B4-BE49-F238E27FC236}">
                  <a16:creationId xmlns:a16="http://schemas.microsoft.com/office/drawing/2014/main" id="{2D3C73F3-D112-9A2A-75EC-1603273B9EFE}"/>
                </a:ext>
              </a:extLst>
            </p:cNvPr>
            <p:cNvSpPr txBox="1">
              <a:spLocks noChangeArrowheads="1"/>
            </p:cNvSpPr>
            <p:nvPr/>
          </p:nvSpPr>
          <p:spPr bwMode="auto">
            <a:xfrm>
              <a:off x="2732"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[3]</a:t>
              </a:r>
              <a:endParaRPr lang="en-US" altLang="en-US" sz="2400">
                <a:latin typeface="Times New Roman" panose="02020603050405020304" pitchFamily="18" charset="0"/>
              </a:endParaRPr>
            </a:p>
          </p:txBody>
        </p:sp>
        <p:sp>
          <p:nvSpPr>
            <p:cNvPr id="49184" name="Text Box 37">
              <a:extLst>
                <a:ext uri="{FF2B5EF4-FFF2-40B4-BE49-F238E27FC236}">
                  <a16:creationId xmlns:a16="http://schemas.microsoft.com/office/drawing/2014/main" id="{5ACFF1EB-B1AF-4A60-808A-97F87B610F2B}"/>
                </a:ext>
              </a:extLst>
            </p:cNvPr>
            <p:cNvSpPr txBox="1">
              <a:spLocks noChangeArrowheads="1"/>
            </p:cNvSpPr>
            <p:nvPr/>
          </p:nvSpPr>
          <p:spPr bwMode="auto">
            <a:xfrm>
              <a:off x="2252" y="340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49185" name="Text Box 38">
              <a:extLst>
                <a:ext uri="{FF2B5EF4-FFF2-40B4-BE49-F238E27FC236}">
                  <a16:creationId xmlns:a16="http://schemas.microsoft.com/office/drawing/2014/main" id="{9A0CBAB3-2E2D-4B94-0ED9-2AB688F7B032}"/>
                </a:ext>
              </a:extLst>
            </p:cNvPr>
            <p:cNvSpPr txBox="1">
              <a:spLocks noChangeArrowheads="1"/>
            </p:cNvSpPr>
            <p:nvPr/>
          </p:nvSpPr>
          <p:spPr bwMode="auto">
            <a:xfrm>
              <a:off x="3932" y="340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[8]</a:t>
              </a:r>
              <a:endParaRPr lang="en-US" altLang="en-US" sz="2400">
                <a:latin typeface="Times New Roman" panose="02020603050405020304" pitchFamily="18" charset="0"/>
              </a:endParaRPr>
            </a:p>
          </p:txBody>
        </p:sp>
        <p:sp>
          <p:nvSpPr>
            <p:cNvPr id="49186" name="Line 39">
              <a:extLst>
                <a:ext uri="{FF2B5EF4-FFF2-40B4-BE49-F238E27FC236}">
                  <a16:creationId xmlns:a16="http://schemas.microsoft.com/office/drawing/2014/main" id="{09465438-034B-8264-004B-9D00DB26FC1C}"/>
                </a:ext>
              </a:extLst>
            </p:cNvPr>
            <p:cNvSpPr>
              <a:spLocks noChangeShapeType="1"/>
            </p:cNvSpPr>
            <p:nvPr/>
          </p:nvSpPr>
          <p:spPr bwMode="auto">
            <a:xfrm flipH="1">
              <a:off x="1340" y="2160"/>
              <a:ext cx="520" cy="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7" name="Line 40">
              <a:extLst>
                <a:ext uri="{FF2B5EF4-FFF2-40B4-BE49-F238E27FC236}">
                  <a16:creationId xmlns:a16="http://schemas.microsoft.com/office/drawing/2014/main" id="{93F467DB-0B85-3DA6-4DAD-FD78C1A5C904}"/>
                </a:ext>
              </a:extLst>
            </p:cNvPr>
            <p:cNvSpPr>
              <a:spLocks noChangeShapeType="1"/>
            </p:cNvSpPr>
            <p:nvPr/>
          </p:nvSpPr>
          <p:spPr bwMode="auto">
            <a:xfrm>
              <a:off x="2012" y="2208"/>
              <a:ext cx="279" cy="5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8" name="Oval 41">
              <a:extLst>
                <a:ext uri="{FF2B5EF4-FFF2-40B4-BE49-F238E27FC236}">
                  <a16:creationId xmlns:a16="http://schemas.microsoft.com/office/drawing/2014/main" id="{2F932482-31B9-F7CF-8C50-5CF0D1F68144}"/>
                </a:ext>
              </a:extLst>
            </p:cNvPr>
            <p:cNvSpPr>
              <a:spLocks noChangeArrowheads="1"/>
            </p:cNvSpPr>
            <p:nvPr/>
          </p:nvSpPr>
          <p:spPr bwMode="auto">
            <a:xfrm>
              <a:off x="1148" y="2544"/>
              <a:ext cx="271" cy="280"/>
            </a:xfrm>
            <a:prstGeom prst="ellipse">
              <a:avLst/>
            </a:prstGeom>
            <a:solidFill>
              <a:schemeClr val="hlink">
                <a:alpha val="50195"/>
              </a:scheme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49189" name="Text Box 42">
              <a:extLst>
                <a:ext uri="{FF2B5EF4-FFF2-40B4-BE49-F238E27FC236}">
                  <a16:creationId xmlns:a16="http://schemas.microsoft.com/office/drawing/2014/main" id="{BD0863FD-1D61-5A7F-4F79-79550BA69301}"/>
                </a:ext>
              </a:extLst>
            </p:cNvPr>
            <p:cNvSpPr txBox="1">
              <a:spLocks noChangeArrowheads="1"/>
            </p:cNvSpPr>
            <p:nvPr/>
          </p:nvSpPr>
          <p:spPr bwMode="auto">
            <a:xfrm>
              <a:off x="1340"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49190" name="Text Box 43">
              <a:extLst>
                <a:ext uri="{FF2B5EF4-FFF2-40B4-BE49-F238E27FC236}">
                  <a16:creationId xmlns:a16="http://schemas.microsoft.com/office/drawing/2014/main" id="{CE3BD76F-87B1-D7D6-4C6C-4D52DC5C4DA1}"/>
                </a:ext>
              </a:extLst>
            </p:cNvPr>
            <p:cNvSpPr txBox="1">
              <a:spLocks noChangeArrowheads="1"/>
            </p:cNvSpPr>
            <p:nvPr/>
          </p:nvSpPr>
          <p:spPr bwMode="auto">
            <a:xfrm>
              <a:off x="2108"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49191" name="Oval 44">
              <a:extLst>
                <a:ext uri="{FF2B5EF4-FFF2-40B4-BE49-F238E27FC236}">
                  <a16:creationId xmlns:a16="http://schemas.microsoft.com/office/drawing/2014/main" id="{D16C828D-D99F-B57C-FBAC-F8350149D0E9}"/>
                </a:ext>
              </a:extLst>
            </p:cNvPr>
            <p:cNvSpPr>
              <a:spLocks noChangeArrowheads="1"/>
            </p:cNvSpPr>
            <p:nvPr/>
          </p:nvSpPr>
          <p:spPr bwMode="auto">
            <a:xfrm>
              <a:off x="2204" y="2736"/>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endParaRPr lang="en-US" altLang="en-US" sz="1800">
                <a:solidFill>
                  <a:srgbClr val="C0C0C0"/>
                </a:solidFill>
                <a:latin typeface="Tahoma" panose="020B0604030504040204" pitchFamily="34" charset="0"/>
              </a:endParaRPr>
            </a:p>
          </p:txBody>
        </p:sp>
        <p:sp>
          <p:nvSpPr>
            <p:cNvPr id="49192" name="Text Box 45">
              <a:extLst>
                <a:ext uri="{FF2B5EF4-FFF2-40B4-BE49-F238E27FC236}">
                  <a16:creationId xmlns:a16="http://schemas.microsoft.com/office/drawing/2014/main" id="{3DC3F759-1D8D-217A-B8EB-C91801C09F5B}"/>
                </a:ext>
              </a:extLst>
            </p:cNvPr>
            <p:cNvSpPr txBox="1">
              <a:spLocks noChangeArrowheads="1"/>
            </p:cNvSpPr>
            <p:nvPr/>
          </p:nvSpPr>
          <p:spPr bwMode="auto">
            <a:xfrm>
              <a:off x="1820" y="273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49193" name="Text Box 46">
              <a:extLst>
                <a:ext uri="{FF2B5EF4-FFF2-40B4-BE49-F238E27FC236}">
                  <a16:creationId xmlns:a16="http://schemas.microsoft.com/office/drawing/2014/main" id="{56ACCE4D-7EED-51C3-2D20-C6E23360E8A3}"/>
                </a:ext>
              </a:extLst>
            </p:cNvPr>
            <p:cNvSpPr txBox="1">
              <a:spLocks noChangeArrowheads="1"/>
            </p:cNvSpPr>
            <p:nvPr/>
          </p:nvSpPr>
          <p:spPr bwMode="auto">
            <a:xfrm>
              <a:off x="336" y="2084"/>
              <a:ext cx="960"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hlink"/>
                  </a:solidFill>
                  <a:latin typeface="Times New Roman" panose="02020603050405020304" pitchFamily="18" charset="0"/>
                </a:rPr>
                <a:t>Goal state path cost g(n)=[6]</a:t>
              </a:r>
              <a:endParaRPr lang="en-US" altLang="en-US" sz="2400">
                <a:solidFill>
                  <a:schemeClr val="hlink"/>
                </a:solidFill>
                <a:latin typeface="Times New Roman" panose="02020603050405020304" pitchFamily="18" charset="0"/>
              </a:endParaRPr>
            </a:p>
          </p:txBody>
        </p:sp>
      </p:grpSp>
      <p:sp>
        <p:nvSpPr>
          <p:cNvPr id="2" name="TextBox 1">
            <a:extLst>
              <a:ext uri="{FF2B5EF4-FFF2-40B4-BE49-F238E27FC236}">
                <a16:creationId xmlns:a16="http://schemas.microsoft.com/office/drawing/2014/main" id="{08DED0EC-A495-BAA4-4191-EDBA8947BF4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63F0794-0371-83E2-0406-E4EC1B40444E}"/>
              </a:ext>
            </a:extLst>
          </p:cNvPr>
          <p:cNvSpPr>
            <a:spLocks noGrp="1"/>
          </p:cNvSpPr>
          <p:nvPr>
            <p:ph type="title" idx="4294967295"/>
          </p:nvPr>
        </p:nvSpPr>
        <p:spPr>
          <a:xfrm>
            <a:off x="1371600" y="533400"/>
            <a:ext cx="7772400" cy="1143000"/>
          </a:xfrm>
          <a:noFill/>
        </p:spPr>
        <p:txBody>
          <a:bodyPr/>
          <a:lstStyle/>
          <a:p>
            <a:pPr eaLnBrk="1" hangingPunct="1"/>
            <a:r>
              <a:rPr lang="en-US" altLang="en-US"/>
              <a:t>Uniform Cost Search (UCS)</a:t>
            </a:r>
          </a:p>
        </p:txBody>
      </p:sp>
      <p:grpSp>
        <p:nvGrpSpPr>
          <p:cNvPr id="50180" name="Group 3">
            <a:extLst>
              <a:ext uri="{FF2B5EF4-FFF2-40B4-BE49-F238E27FC236}">
                <a16:creationId xmlns:a16="http://schemas.microsoft.com/office/drawing/2014/main" id="{306AE5CB-60ED-CB2A-BA20-0D9BF6A80E50}"/>
              </a:ext>
            </a:extLst>
          </p:cNvPr>
          <p:cNvGrpSpPr>
            <a:grpSpLocks/>
          </p:cNvGrpSpPr>
          <p:nvPr/>
        </p:nvGrpSpPr>
        <p:grpSpPr bwMode="auto">
          <a:xfrm>
            <a:off x="1289050" y="2209800"/>
            <a:ext cx="6254750" cy="3776663"/>
            <a:chOff x="576" y="1392"/>
            <a:chExt cx="3940" cy="2379"/>
          </a:xfrm>
        </p:grpSpPr>
        <p:sp>
          <p:nvSpPr>
            <p:cNvPr id="50181" name="Oval 4">
              <a:extLst>
                <a:ext uri="{FF2B5EF4-FFF2-40B4-BE49-F238E27FC236}">
                  <a16:creationId xmlns:a16="http://schemas.microsoft.com/office/drawing/2014/main" id="{DE2C495E-8F78-AA49-68EA-B0D78D0247A0}"/>
                </a:ext>
              </a:extLst>
            </p:cNvPr>
            <p:cNvSpPr>
              <a:spLocks noChangeArrowheads="1"/>
            </p:cNvSpPr>
            <p:nvPr/>
          </p:nvSpPr>
          <p:spPr bwMode="auto">
            <a:xfrm>
              <a:off x="2335" y="1392"/>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182" name="Text Box 5">
              <a:extLst>
                <a:ext uri="{FF2B5EF4-FFF2-40B4-BE49-F238E27FC236}">
                  <a16:creationId xmlns:a16="http://schemas.microsoft.com/office/drawing/2014/main" id="{E9006120-6A1C-2D44-00EB-4F229A63D274}"/>
                </a:ext>
              </a:extLst>
            </p:cNvPr>
            <p:cNvSpPr txBox="1">
              <a:spLocks noChangeArrowheads="1"/>
            </p:cNvSpPr>
            <p:nvPr/>
          </p:nvSpPr>
          <p:spPr bwMode="auto">
            <a:xfrm>
              <a:off x="2400" y="146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0183" name="Oval 6">
              <a:extLst>
                <a:ext uri="{FF2B5EF4-FFF2-40B4-BE49-F238E27FC236}">
                  <a16:creationId xmlns:a16="http://schemas.microsoft.com/office/drawing/2014/main" id="{E3236B16-AC78-E0D9-B51A-90A2062C8B60}"/>
                </a:ext>
              </a:extLst>
            </p:cNvPr>
            <p:cNvSpPr>
              <a:spLocks noChangeArrowheads="1"/>
            </p:cNvSpPr>
            <p:nvPr/>
          </p:nvSpPr>
          <p:spPr bwMode="auto">
            <a:xfrm>
              <a:off x="1584" y="1922"/>
              <a:ext cx="269"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184" name="Text Box 7">
              <a:extLst>
                <a:ext uri="{FF2B5EF4-FFF2-40B4-BE49-F238E27FC236}">
                  <a16:creationId xmlns:a16="http://schemas.microsoft.com/office/drawing/2014/main" id="{3779F5CC-1F95-323A-454C-4BFFFE5808FC}"/>
                </a:ext>
              </a:extLst>
            </p:cNvPr>
            <p:cNvSpPr txBox="1">
              <a:spLocks noChangeArrowheads="1"/>
            </p:cNvSpPr>
            <p:nvPr/>
          </p:nvSpPr>
          <p:spPr bwMode="auto">
            <a:xfrm>
              <a:off x="1648"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0185" name="Oval 8">
              <a:extLst>
                <a:ext uri="{FF2B5EF4-FFF2-40B4-BE49-F238E27FC236}">
                  <a16:creationId xmlns:a16="http://schemas.microsoft.com/office/drawing/2014/main" id="{4DC55BB9-4D1C-6364-E9B1-40421B663F77}"/>
                </a:ext>
              </a:extLst>
            </p:cNvPr>
            <p:cNvSpPr>
              <a:spLocks noChangeArrowheads="1"/>
            </p:cNvSpPr>
            <p:nvPr/>
          </p:nvSpPr>
          <p:spPr bwMode="auto">
            <a:xfrm>
              <a:off x="3359" y="1922"/>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186" name="Text Box 9">
              <a:extLst>
                <a:ext uri="{FF2B5EF4-FFF2-40B4-BE49-F238E27FC236}">
                  <a16:creationId xmlns:a16="http://schemas.microsoft.com/office/drawing/2014/main" id="{4EAE6F96-E0BA-F703-CEE7-DE5A61768B58}"/>
                </a:ext>
              </a:extLst>
            </p:cNvPr>
            <p:cNvSpPr txBox="1">
              <a:spLocks noChangeArrowheads="1"/>
            </p:cNvSpPr>
            <p:nvPr/>
          </p:nvSpPr>
          <p:spPr bwMode="auto">
            <a:xfrm>
              <a:off x="3425" y="1993"/>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0187" name="Oval 10">
              <a:extLst>
                <a:ext uri="{FF2B5EF4-FFF2-40B4-BE49-F238E27FC236}">
                  <a16:creationId xmlns:a16="http://schemas.microsoft.com/office/drawing/2014/main" id="{D22BC81B-6C9A-3A2B-7189-2AC20313FC41}"/>
                </a:ext>
              </a:extLst>
            </p:cNvPr>
            <p:cNvSpPr>
              <a:spLocks noChangeArrowheads="1"/>
            </p:cNvSpPr>
            <p:nvPr/>
          </p:nvSpPr>
          <p:spPr bwMode="auto">
            <a:xfrm>
              <a:off x="3811" y="2640"/>
              <a:ext cx="269"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188" name="Text Box 11">
              <a:extLst>
                <a:ext uri="{FF2B5EF4-FFF2-40B4-BE49-F238E27FC236}">
                  <a16:creationId xmlns:a16="http://schemas.microsoft.com/office/drawing/2014/main" id="{F380126F-FB39-2BF2-F41C-7253B837B57D}"/>
                </a:ext>
              </a:extLst>
            </p:cNvPr>
            <p:cNvSpPr txBox="1">
              <a:spLocks noChangeArrowheads="1"/>
            </p:cNvSpPr>
            <p:nvPr/>
          </p:nvSpPr>
          <p:spPr bwMode="auto">
            <a:xfrm>
              <a:off x="3876" y="2712"/>
              <a:ext cx="11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0189" name="Oval 12">
              <a:extLst>
                <a:ext uri="{FF2B5EF4-FFF2-40B4-BE49-F238E27FC236}">
                  <a16:creationId xmlns:a16="http://schemas.microsoft.com/office/drawing/2014/main" id="{9A6DFFAF-A150-D0F2-C630-61717D8AF595}"/>
                </a:ext>
              </a:extLst>
            </p:cNvPr>
            <p:cNvSpPr>
              <a:spLocks noChangeArrowheads="1"/>
            </p:cNvSpPr>
            <p:nvPr/>
          </p:nvSpPr>
          <p:spPr bwMode="auto">
            <a:xfrm>
              <a:off x="2907" y="2640"/>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190" name="Text Box 13">
              <a:extLst>
                <a:ext uri="{FF2B5EF4-FFF2-40B4-BE49-F238E27FC236}">
                  <a16:creationId xmlns:a16="http://schemas.microsoft.com/office/drawing/2014/main" id="{7C33EE25-F790-1307-038A-6A8A7FA41569}"/>
                </a:ext>
              </a:extLst>
            </p:cNvPr>
            <p:cNvSpPr txBox="1">
              <a:spLocks noChangeArrowheads="1"/>
            </p:cNvSpPr>
            <p:nvPr/>
          </p:nvSpPr>
          <p:spPr bwMode="auto">
            <a:xfrm>
              <a:off x="2973" y="2712"/>
              <a:ext cx="11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sp>
          <p:nvSpPr>
            <p:cNvPr id="50191" name="Line 14">
              <a:extLst>
                <a:ext uri="{FF2B5EF4-FFF2-40B4-BE49-F238E27FC236}">
                  <a16:creationId xmlns:a16="http://schemas.microsoft.com/office/drawing/2014/main" id="{B7E6AEA7-A396-163B-D5FD-29130F71EB76}"/>
                </a:ext>
              </a:extLst>
            </p:cNvPr>
            <p:cNvSpPr>
              <a:spLocks noChangeShapeType="1"/>
            </p:cNvSpPr>
            <p:nvPr/>
          </p:nvSpPr>
          <p:spPr bwMode="auto">
            <a:xfrm flipH="1">
              <a:off x="1826" y="1611"/>
              <a:ext cx="520" cy="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192" name="Line 15">
              <a:extLst>
                <a:ext uri="{FF2B5EF4-FFF2-40B4-BE49-F238E27FC236}">
                  <a16:creationId xmlns:a16="http://schemas.microsoft.com/office/drawing/2014/main" id="{1A17A0E5-C6D7-D1D7-3F8B-29936B9B13A5}"/>
                </a:ext>
              </a:extLst>
            </p:cNvPr>
            <p:cNvSpPr>
              <a:spLocks noChangeShapeType="1"/>
            </p:cNvSpPr>
            <p:nvPr/>
          </p:nvSpPr>
          <p:spPr bwMode="auto">
            <a:xfrm flipH="1">
              <a:off x="3128" y="2185"/>
              <a:ext cx="296" cy="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193" name="Line 16">
              <a:extLst>
                <a:ext uri="{FF2B5EF4-FFF2-40B4-BE49-F238E27FC236}">
                  <a16:creationId xmlns:a16="http://schemas.microsoft.com/office/drawing/2014/main" id="{9BFAF2F7-34FD-0C42-7C3B-75E399965BF6}"/>
                </a:ext>
              </a:extLst>
            </p:cNvPr>
            <p:cNvSpPr>
              <a:spLocks noChangeShapeType="1"/>
            </p:cNvSpPr>
            <p:nvPr/>
          </p:nvSpPr>
          <p:spPr bwMode="auto">
            <a:xfrm>
              <a:off x="3555" y="2198"/>
              <a:ext cx="279" cy="5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194" name="Line 17">
              <a:extLst>
                <a:ext uri="{FF2B5EF4-FFF2-40B4-BE49-F238E27FC236}">
                  <a16:creationId xmlns:a16="http://schemas.microsoft.com/office/drawing/2014/main" id="{ED0B7073-5694-A091-944C-3DEE5570A044}"/>
                </a:ext>
              </a:extLst>
            </p:cNvPr>
            <p:cNvSpPr>
              <a:spLocks noChangeShapeType="1"/>
            </p:cNvSpPr>
            <p:nvPr/>
          </p:nvSpPr>
          <p:spPr bwMode="auto">
            <a:xfrm>
              <a:off x="2570" y="1622"/>
              <a:ext cx="787" cy="4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0195" name="Group 18">
              <a:extLst>
                <a:ext uri="{FF2B5EF4-FFF2-40B4-BE49-F238E27FC236}">
                  <a16:creationId xmlns:a16="http://schemas.microsoft.com/office/drawing/2014/main" id="{25E30E3B-1124-83F6-9674-6C1BF54FF0E2}"/>
                </a:ext>
              </a:extLst>
            </p:cNvPr>
            <p:cNvGrpSpPr>
              <a:grpSpLocks/>
            </p:cNvGrpSpPr>
            <p:nvPr/>
          </p:nvGrpSpPr>
          <p:grpSpPr bwMode="auto">
            <a:xfrm>
              <a:off x="3344" y="3412"/>
              <a:ext cx="270" cy="359"/>
              <a:chOff x="2400" y="864"/>
              <a:chExt cx="432" cy="554"/>
            </a:xfrm>
          </p:grpSpPr>
          <p:sp>
            <p:nvSpPr>
              <p:cNvPr id="50223" name="Oval 19">
                <a:extLst>
                  <a:ext uri="{FF2B5EF4-FFF2-40B4-BE49-F238E27FC236}">
                    <a16:creationId xmlns:a16="http://schemas.microsoft.com/office/drawing/2014/main" id="{268E5681-D54B-61A6-B693-C3CB0558B53B}"/>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224" name="Text Box 20">
                <a:extLst>
                  <a:ext uri="{FF2B5EF4-FFF2-40B4-BE49-F238E27FC236}">
                    <a16:creationId xmlns:a16="http://schemas.microsoft.com/office/drawing/2014/main" id="{2B4D8266-F5F9-C5AD-05B4-1D2DCD22BA59}"/>
                  </a:ext>
                </a:extLst>
              </p:cNvPr>
              <p:cNvSpPr txBox="1">
                <a:spLocks noChangeArrowheads="1"/>
              </p:cNvSpPr>
              <p:nvPr/>
            </p:nvSpPr>
            <p:spPr bwMode="auto">
              <a:xfrm>
                <a:off x="2502"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50196" name="Group 21">
              <a:extLst>
                <a:ext uri="{FF2B5EF4-FFF2-40B4-BE49-F238E27FC236}">
                  <a16:creationId xmlns:a16="http://schemas.microsoft.com/office/drawing/2014/main" id="{E39580CB-2D8C-7507-EF15-D31571B174DA}"/>
                </a:ext>
              </a:extLst>
            </p:cNvPr>
            <p:cNvGrpSpPr>
              <a:grpSpLocks/>
            </p:cNvGrpSpPr>
            <p:nvPr/>
          </p:nvGrpSpPr>
          <p:grpSpPr bwMode="auto">
            <a:xfrm>
              <a:off x="2443" y="3412"/>
              <a:ext cx="270" cy="359"/>
              <a:chOff x="2400" y="864"/>
              <a:chExt cx="432" cy="554"/>
            </a:xfrm>
          </p:grpSpPr>
          <p:sp>
            <p:nvSpPr>
              <p:cNvPr id="50221" name="Oval 22">
                <a:extLst>
                  <a:ext uri="{FF2B5EF4-FFF2-40B4-BE49-F238E27FC236}">
                    <a16:creationId xmlns:a16="http://schemas.microsoft.com/office/drawing/2014/main" id="{85A811C6-3CDC-5BB8-8F94-1D279823F4EA}"/>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222" name="Text Box 23">
                <a:extLst>
                  <a:ext uri="{FF2B5EF4-FFF2-40B4-BE49-F238E27FC236}">
                    <a16:creationId xmlns:a16="http://schemas.microsoft.com/office/drawing/2014/main" id="{42886440-748D-23C1-3022-75E03D22070F}"/>
                  </a:ext>
                </a:extLst>
              </p:cNvPr>
              <p:cNvSpPr txBox="1">
                <a:spLocks noChangeArrowheads="1"/>
              </p:cNvSpPr>
              <p:nvPr/>
            </p:nvSpPr>
            <p:spPr bwMode="auto">
              <a:xfrm>
                <a:off x="2504" y="973"/>
                <a:ext cx="186"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50197" name="Group 24">
              <a:extLst>
                <a:ext uri="{FF2B5EF4-FFF2-40B4-BE49-F238E27FC236}">
                  <a16:creationId xmlns:a16="http://schemas.microsoft.com/office/drawing/2014/main" id="{431F5B12-CC9C-2BAA-23ED-8949F7FD46D6}"/>
                </a:ext>
              </a:extLst>
            </p:cNvPr>
            <p:cNvGrpSpPr>
              <a:grpSpLocks/>
            </p:cNvGrpSpPr>
            <p:nvPr/>
          </p:nvGrpSpPr>
          <p:grpSpPr bwMode="auto">
            <a:xfrm>
              <a:off x="2642" y="2957"/>
              <a:ext cx="725" cy="505"/>
              <a:chOff x="896" y="1363"/>
              <a:chExt cx="1156" cy="778"/>
            </a:xfrm>
          </p:grpSpPr>
          <p:sp>
            <p:nvSpPr>
              <p:cNvPr id="50219" name="Line 25">
                <a:extLst>
                  <a:ext uri="{FF2B5EF4-FFF2-40B4-BE49-F238E27FC236}">
                    <a16:creationId xmlns:a16="http://schemas.microsoft.com/office/drawing/2014/main" id="{26D46376-CF26-1069-2C17-EE3A7EF08308}"/>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220" name="Line 26">
                <a:extLst>
                  <a:ext uri="{FF2B5EF4-FFF2-40B4-BE49-F238E27FC236}">
                    <a16:creationId xmlns:a16="http://schemas.microsoft.com/office/drawing/2014/main" id="{4E2B401E-A88F-91AD-8343-98A3609F1434}"/>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0198" name="Text Box 27">
              <a:extLst>
                <a:ext uri="{FF2B5EF4-FFF2-40B4-BE49-F238E27FC236}">
                  <a16:creationId xmlns:a16="http://schemas.microsoft.com/office/drawing/2014/main" id="{B3648653-67C6-8C17-1C37-62252ACEDD39}"/>
                </a:ext>
              </a:extLst>
            </p:cNvPr>
            <p:cNvSpPr txBox="1">
              <a:spLocks noChangeArrowheads="1"/>
            </p:cNvSpPr>
            <p:nvPr/>
          </p:nvSpPr>
          <p:spPr bwMode="auto">
            <a:xfrm>
              <a:off x="2880" y="1584"/>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2</a:t>
              </a:r>
              <a:endParaRPr lang="en-US" altLang="en-US" sz="2400">
                <a:latin typeface="Times New Roman" panose="02020603050405020304" pitchFamily="18" charset="0"/>
              </a:endParaRPr>
            </a:p>
          </p:txBody>
        </p:sp>
        <p:sp>
          <p:nvSpPr>
            <p:cNvPr id="50199" name="Text Box 28">
              <a:extLst>
                <a:ext uri="{FF2B5EF4-FFF2-40B4-BE49-F238E27FC236}">
                  <a16:creationId xmlns:a16="http://schemas.microsoft.com/office/drawing/2014/main" id="{D6BC3A95-24C3-1DAB-C1E8-3F75D58DACF7}"/>
                </a:ext>
              </a:extLst>
            </p:cNvPr>
            <p:cNvSpPr txBox="1">
              <a:spLocks noChangeArrowheads="1"/>
            </p:cNvSpPr>
            <p:nvPr/>
          </p:nvSpPr>
          <p:spPr bwMode="auto">
            <a:xfrm>
              <a:off x="1900" y="15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50200" name="Text Box 29">
              <a:extLst>
                <a:ext uri="{FF2B5EF4-FFF2-40B4-BE49-F238E27FC236}">
                  <a16:creationId xmlns:a16="http://schemas.microsoft.com/office/drawing/2014/main" id="{6F876E55-CAD7-720E-A092-5C4383D4BC97}"/>
                </a:ext>
              </a:extLst>
            </p:cNvPr>
            <p:cNvSpPr txBox="1">
              <a:spLocks noChangeArrowheads="1"/>
            </p:cNvSpPr>
            <p:nvPr/>
          </p:nvSpPr>
          <p:spPr bwMode="auto">
            <a:xfrm>
              <a:off x="3100"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50201" name="Text Box 30">
              <a:extLst>
                <a:ext uri="{FF2B5EF4-FFF2-40B4-BE49-F238E27FC236}">
                  <a16:creationId xmlns:a16="http://schemas.microsoft.com/office/drawing/2014/main" id="{1C8A209B-F57D-D50F-7F20-F2F40499D38C}"/>
                </a:ext>
              </a:extLst>
            </p:cNvPr>
            <p:cNvSpPr txBox="1">
              <a:spLocks noChangeArrowheads="1"/>
            </p:cNvSpPr>
            <p:nvPr/>
          </p:nvSpPr>
          <p:spPr bwMode="auto">
            <a:xfrm>
              <a:off x="3696" y="2304"/>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50202" name="Text Box 31">
              <a:extLst>
                <a:ext uri="{FF2B5EF4-FFF2-40B4-BE49-F238E27FC236}">
                  <a16:creationId xmlns:a16="http://schemas.microsoft.com/office/drawing/2014/main" id="{FAA7EF8C-AEE3-2786-B357-C1F973D75EE3}"/>
                </a:ext>
              </a:extLst>
            </p:cNvPr>
            <p:cNvSpPr txBox="1">
              <a:spLocks noChangeArrowheads="1"/>
            </p:cNvSpPr>
            <p:nvPr/>
          </p:nvSpPr>
          <p:spPr bwMode="auto">
            <a:xfrm>
              <a:off x="2619" y="2976"/>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50203" name="Text Box 32">
              <a:extLst>
                <a:ext uri="{FF2B5EF4-FFF2-40B4-BE49-F238E27FC236}">
                  <a16:creationId xmlns:a16="http://schemas.microsoft.com/office/drawing/2014/main" id="{DA5F4C40-72F0-6321-BB4D-ED722CA029A3}"/>
                </a:ext>
              </a:extLst>
            </p:cNvPr>
            <p:cNvSpPr txBox="1">
              <a:spLocks noChangeArrowheads="1"/>
            </p:cNvSpPr>
            <p:nvPr/>
          </p:nvSpPr>
          <p:spPr bwMode="auto">
            <a:xfrm>
              <a:off x="3216" y="29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5</a:t>
              </a:r>
              <a:endParaRPr lang="en-US" altLang="en-US" sz="2400">
                <a:latin typeface="Times New Roman" panose="02020603050405020304" pitchFamily="18" charset="0"/>
              </a:endParaRPr>
            </a:p>
          </p:txBody>
        </p:sp>
        <p:sp>
          <p:nvSpPr>
            <p:cNvPr id="50204" name="Text Box 33">
              <a:extLst>
                <a:ext uri="{FF2B5EF4-FFF2-40B4-BE49-F238E27FC236}">
                  <a16:creationId xmlns:a16="http://schemas.microsoft.com/office/drawing/2014/main" id="{0EBE6572-29EB-D576-3A78-59F0A31429C2}"/>
                </a:ext>
              </a:extLst>
            </p:cNvPr>
            <p:cNvSpPr txBox="1">
              <a:spLocks noChangeArrowheads="1"/>
            </p:cNvSpPr>
            <p:nvPr/>
          </p:nvSpPr>
          <p:spPr bwMode="auto">
            <a:xfrm>
              <a:off x="1248" y="192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accent1"/>
                  </a:solidFill>
                  <a:latin typeface="Times New Roman" panose="02020603050405020304" pitchFamily="18" charset="0"/>
                </a:rPr>
                <a:t>[5]</a:t>
              </a:r>
              <a:endParaRPr lang="en-US" altLang="en-US" sz="2400">
                <a:solidFill>
                  <a:schemeClr val="accent1"/>
                </a:solidFill>
                <a:latin typeface="Times New Roman" panose="02020603050405020304" pitchFamily="18" charset="0"/>
              </a:endParaRPr>
            </a:p>
          </p:txBody>
        </p:sp>
        <p:sp>
          <p:nvSpPr>
            <p:cNvPr id="50205" name="Text Box 34">
              <a:extLst>
                <a:ext uri="{FF2B5EF4-FFF2-40B4-BE49-F238E27FC236}">
                  <a16:creationId xmlns:a16="http://schemas.microsoft.com/office/drawing/2014/main" id="{95F8E525-5998-3301-2D6A-C1376C4DA56F}"/>
                </a:ext>
              </a:extLst>
            </p:cNvPr>
            <p:cNvSpPr txBox="1">
              <a:spLocks noChangeArrowheads="1"/>
            </p:cNvSpPr>
            <p:nvPr/>
          </p:nvSpPr>
          <p:spPr bwMode="auto">
            <a:xfrm>
              <a:off x="3744" y="1872"/>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accent1"/>
                  </a:solidFill>
                  <a:latin typeface="Times New Roman" panose="02020603050405020304" pitchFamily="18" charset="0"/>
                </a:rPr>
                <a:t>[2]</a:t>
              </a:r>
              <a:endParaRPr lang="en-US" altLang="en-US" sz="2400">
                <a:solidFill>
                  <a:schemeClr val="accent1"/>
                </a:solidFill>
                <a:latin typeface="Times New Roman" panose="02020603050405020304" pitchFamily="18" charset="0"/>
              </a:endParaRPr>
            </a:p>
          </p:txBody>
        </p:sp>
        <p:sp>
          <p:nvSpPr>
            <p:cNvPr id="50206" name="Text Box 35">
              <a:extLst>
                <a:ext uri="{FF2B5EF4-FFF2-40B4-BE49-F238E27FC236}">
                  <a16:creationId xmlns:a16="http://schemas.microsoft.com/office/drawing/2014/main" id="{EE5EB0C0-2917-4BE5-420E-19E445E3F612}"/>
                </a:ext>
              </a:extLst>
            </p:cNvPr>
            <p:cNvSpPr txBox="1">
              <a:spLocks noChangeArrowheads="1"/>
            </p:cNvSpPr>
            <p:nvPr/>
          </p:nvSpPr>
          <p:spPr bwMode="auto">
            <a:xfrm>
              <a:off x="4176"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50207" name="Text Box 36">
              <a:extLst>
                <a:ext uri="{FF2B5EF4-FFF2-40B4-BE49-F238E27FC236}">
                  <a16:creationId xmlns:a16="http://schemas.microsoft.com/office/drawing/2014/main" id="{8C726AD4-8B82-D645-B09F-FABC116FAB50}"/>
                </a:ext>
              </a:extLst>
            </p:cNvPr>
            <p:cNvSpPr txBox="1">
              <a:spLocks noChangeArrowheads="1"/>
            </p:cNvSpPr>
            <p:nvPr/>
          </p:nvSpPr>
          <p:spPr bwMode="auto">
            <a:xfrm>
              <a:off x="2496"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accent1"/>
                  </a:solidFill>
                  <a:latin typeface="Times New Roman" panose="02020603050405020304" pitchFamily="18" charset="0"/>
                </a:rPr>
                <a:t>[3]</a:t>
              </a:r>
              <a:endParaRPr lang="en-US" altLang="en-US" sz="2400">
                <a:solidFill>
                  <a:schemeClr val="accent1"/>
                </a:solidFill>
                <a:latin typeface="Times New Roman" panose="02020603050405020304" pitchFamily="18" charset="0"/>
              </a:endParaRPr>
            </a:p>
          </p:txBody>
        </p:sp>
        <p:sp>
          <p:nvSpPr>
            <p:cNvPr id="50208" name="Text Box 37">
              <a:extLst>
                <a:ext uri="{FF2B5EF4-FFF2-40B4-BE49-F238E27FC236}">
                  <a16:creationId xmlns:a16="http://schemas.microsoft.com/office/drawing/2014/main" id="{7EA14288-DE1C-E11D-E1EB-C6EE4060E140}"/>
                </a:ext>
              </a:extLst>
            </p:cNvPr>
            <p:cNvSpPr txBox="1">
              <a:spLocks noChangeArrowheads="1"/>
            </p:cNvSpPr>
            <p:nvPr/>
          </p:nvSpPr>
          <p:spPr bwMode="auto">
            <a:xfrm>
              <a:off x="2016" y="340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[7]</a:t>
              </a:r>
              <a:endParaRPr lang="en-US" altLang="en-US" sz="2400">
                <a:latin typeface="Times New Roman" panose="02020603050405020304" pitchFamily="18" charset="0"/>
              </a:endParaRPr>
            </a:p>
          </p:txBody>
        </p:sp>
        <p:sp>
          <p:nvSpPr>
            <p:cNvPr id="50209" name="Text Box 38">
              <a:extLst>
                <a:ext uri="{FF2B5EF4-FFF2-40B4-BE49-F238E27FC236}">
                  <a16:creationId xmlns:a16="http://schemas.microsoft.com/office/drawing/2014/main" id="{823B86D4-F156-F1EE-0F1B-536B6AD693A7}"/>
                </a:ext>
              </a:extLst>
            </p:cNvPr>
            <p:cNvSpPr txBox="1">
              <a:spLocks noChangeArrowheads="1"/>
            </p:cNvSpPr>
            <p:nvPr/>
          </p:nvSpPr>
          <p:spPr bwMode="auto">
            <a:xfrm>
              <a:off x="3696" y="3408"/>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[8]</a:t>
              </a:r>
              <a:endParaRPr lang="en-US" altLang="en-US" sz="2400">
                <a:latin typeface="Times New Roman" panose="02020603050405020304" pitchFamily="18" charset="0"/>
              </a:endParaRPr>
            </a:p>
          </p:txBody>
        </p:sp>
        <p:sp>
          <p:nvSpPr>
            <p:cNvPr id="50210" name="Line 39">
              <a:extLst>
                <a:ext uri="{FF2B5EF4-FFF2-40B4-BE49-F238E27FC236}">
                  <a16:creationId xmlns:a16="http://schemas.microsoft.com/office/drawing/2014/main" id="{2E2C338B-FB3A-8862-67C9-A29275940078}"/>
                </a:ext>
              </a:extLst>
            </p:cNvPr>
            <p:cNvSpPr>
              <a:spLocks noChangeShapeType="1"/>
            </p:cNvSpPr>
            <p:nvPr/>
          </p:nvSpPr>
          <p:spPr bwMode="auto">
            <a:xfrm flipH="1">
              <a:off x="1104" y="2160"/>
              <a:ext cx="520" cy="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211" name="Line 40">
              <a:extLst>
                <a:ext uri="{FF2B5EF4-FFF2-40B4-BE49-F238E27FC236}">
                  <a16:creationId xmlns:a16="http://schemas.microsoft.com/office/drawing/2014/main" id="{A24DFDE2-75CC-5214-2772-9C961E7D7F8E}"/>
                </a:ext>
              </a:extLst>
            </p:cNvPr>
            <p:cNvSpPr>
              <a:spLocks noChangeShapeType="1"/>
            </p:cNvSpPr>
            <p:nvPr/>
          </p:nvSpPr>
          <p:spPr bwMode="auto">
            <a:xfrm>
              <a:off x="1776" y="2208"/>
              <a:ext cx="279" cy="5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212" name="Oval 41">
              <a:extLst>
                <a:ext uri="{FF2B5EF4-FFF2-40B4-BE49-F238E27FC236}">
                  <a16:creationId xmlns:a16="http://schemas.microsoft.com/office/drawing/2014/main" id="{9533CE2D-91C6-D927-9C58-3803E558BD76}"/>
                </a:ext>
              </a:extLst>
            </p:cNvPr>
            <p:cNvSpPr>
              <a:spLocks noChangeArrowheads="1"/>
            </p:cNvSpPr>
            <p:nvPr/>
          </p:nvSpPr>
          <p:spPr bwMode="auto">
            <a:xfrm>
              <a:off x="912" y="2544"/>
              <a:ext cx="271" cy="280"/>
            </a:xfrm>
            <a:prstGeom prst="ellipse">
              <a:avLst/>
            </a:prstGeom>
            <a:solidFill>
              <a:schemeClr val="hlink">
                <a:alpha val="50195"/>
              </a:scheme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0213" name="Text Box 42">
              <a:extLst>
                <a:ext uri="{FF2B5EF4-FFF2-40B4-BE49-F238E27FC236}">
                  <a16:creationId xmlns:a16="http://schemas.microsoft.com/office/drawing/2014/main" id="{C8FE765A-2398-85A9-4F26-CF8EF7EEA272}"/>
                </a:ext>
              </a:extLst>
            </p:cNvPr>
            <p:cNvSpPr txBox="1">
              <a:spLocks noChangeArrowheads="1"/>
            </p:cNvSpPr>
            <p:nvPr/>
          </p:nvSpPr>
          <p:spPr bwMode="auto">
            <a:xfrm>
              <a:off x="1104" y="2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1</a:t>
              </a:r>
              <a:endParaRPr lang="en-US" altLang="en-US" sz="2400">
                <a:latin typeface="Times New Roman" panose="02020603050405020304" pitchFamily="18" charset="0"/>
              </a:endParaRPr>
            </a:p>
          </p:txBody>
        </p:sp>
        <p:sp>
          <p:nvSpPr>
            <p:cNvPr id="50214" name="Text Box 43">
              <a:extLst>
                <a:ext uri="{FF2B5EF4-FFF2-40B4-BE49-F238E27FC236}">
                  <a16:creationId xmlns:a16="http://schemas.microsoft.com/office/drawing/2014/main" id="{4EF6FF00-2E73-3211-8598-08C355E81EC8}"/>
                </a:ext>
              </a:extLst>
            </p:cNvPr>
            <p:cNvSpPr txBox="1">
              <a:spLocks noChangeArrowheads="1"/>
            </p:cNvSpPr>
            <p:nvPr/>
          </p:nvSpPr>
          <p:spPr bwMode="auto">
            <a:xfrm>
              <a:off x="1872"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4</a:t>
              </a:r>
              <a:endParaRPr lang="en-US" altLang="en-US" sz="2400">
                <a:latin typeface="Times New Roman" panose="02020603050405020304" pitchFamily="18" charset="0"/>
              </a:endParaRPr>
            </a:p>
          </p:txBody>
        </p:sp>
        <p:sp>
          <p:nvSpPr>
            <p:cNvPr id="50215" name="Oval 44">
              <a:extLst>
                <a:ext uri="{FF2B5EF4-FFF2-40B4-BE49-F238E27FC236}">
                  <a16:creationId xmlns:a16="http://schemas.microsoft.com/office/drawing/2014/main" id="{434A8A16-8AAC-E6C7-4CCF-AD49E00BF864}"/>
                </a:ext>
              </a:extLst>
            </p:cNvPr>
            <p:cNvSpPr>
              <a:spLocks noChangeArrowheads="1"/>
            </p:cNvSpPr>
            <p:nvPr/>
          </p:nvSpPr>
          <p:spPr bwMode="auto">
            <a:xfrm>
              <a:off x="1968" y="2736"/>
              <a:ext cx="271" cy="280"/>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endParaRPr lang="en-US" altLang="en-US" sz="1800">
                <a:solidFill>
                  <a:srgbClr val="C0C0C0"/>
                </a:solidFill>
                <a:latin typeface="Tahoma" panose="020B0604030504040204" pitchFamily="34" charset="0"/>
              </a:endParaRPr>
            </a:p>
          </p:txBody>
        </p:sp>
        <p:sp>
          <p:nvSpPr>
            <p:cNvPr id="50216" name="Text Box 45">
              <a:extLst>
                <a:ext uri="{FF2B5EF4-FFF2-40B4-BE49-F238E27FC236}">
                  <a16:creationId xmlns:a16="http://schemas.microsoft.com/office/drawing/2014/main" id="{DE2C7F38-071D-F25F-8D1B-0C75224AF721}"/>
                </a:ext>
              </a:extLst>
            </p:cNvPr>
            <p:cNvSpPr txBox="1">
              <a:spLocks noChangeArrowheads="1"/>
            </p:cNvSpPr>
            <p:nvPr/>
          </p:nvSpPr>
          <p:spPr bwMode="auto">
            <a:xfrm>
              <a:off x="1584" y="273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latin typeface="Times New Roman" panose="02020603050405020304" pitchFamily="18" charset="0"/>
                </a:rPr>
                <a:t>[9]</a:t>
              </a:r>
              <a:endParaRPr lang="en-US" altLang="en-US" sz="2400">
                <a:latin typeface="Times New Roman" panose="02020603050405020304" pitchFamily="18" charset="0"/>
              </a:endParaRPr>
            </a:p>
          </p:txBody>
        </p:sp>
        <p:sp>
          <p:nvSpPr>
            <p:cNvPr id="50217" name="Text Box 46">
              <a:extLst>
                <a:ext uri="{FF2B5EF4-FFF2-40B4-BE49-F238E27FC236}">
                  <a16:creationId xmlns:a16="http://schemas.microsoft.com/office/drawing/2014/main" id="{D970F281-7AAC-ED54-9476-688364ECD47C}"/>
                </a:ext>
              </a:extLst>
            </p:cNvPr>
            <p:cNvSpPr txBox="1">
              <a:spLocks noChangeArrowheads="1"/>
            </p:cNvSpPr>
            <p:nvPr/>
          </p:nvSpPr>
          <p:spPr bwMode="auto">
            <a:xfrm>
              <a:off x="576" y="264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US" sz="2400" b="1">
                  <a:solidFill>
                    <a:schemeClr val="hlink"/>
                  </a:solidFill>
                  <a:latin typeface="Times New Roman" panose="02020603050405020304" pitchFamily="18" charset="0"/>
                </a:rPr>
                <a:t>[6]</a:t>
              </a:r>
              <a:endParaRPr lang="en-US" altLang="en-US" sz="2400">
                <a:solidFill>
                  <a:schemeClr val="hlink"/>
                </a:solidFill>
                <a:latin typeface="Times New Roman" panose="02020603050405020304" pitchFamily="18" charset="0"/>
              </a:endParaRPr>
            </a:p>
          </p:txBody>
        </p:sp>
        <p:sp>
          <p:nvSpPr>
            <p:cNvPr id="50218" name="Freeform 47">
              <a:extLst>
                <a:ext uri="{FF2B5EF4-FFF2-40B4-BE49-F238E27FC236}">
                  <a16:creationId xmlns:a16="http://schemas.microsoft.com/office/drawing/2014/main" id="{E4276100-5350-EEDB-C87C-C3E6A1755EF8}"/>
                </a:ext>
              </a:extLst>
            </p:cNvPr>
            <p:cNvSpPr>
              <a:spLocks/>
            </p:cNvSpPr>
            <p:nvPr/>
          </p:nvSpPr>
          <p:spPr bwMode="auto">
            <a:xfrm>
              <a:off x="1248" y="1768"/>
              <a:ext cx="1952" cy="920"/>
            </a:xfrm>
            <a:custGeom>
              <a:avLst/>
              <a:gdLst>
                <a:gd name="T0" fmla="*/ 1408 w 1952"/>
                <a:gd name="T1" fmla="*/ 0 h 920"/>
                <a:gd name="T2" fmla="*/ 1936 w 1952"/>
                <a:gd name="T3" fmla="*/ 432 h 920"/>
                <a:gd name="T4" fmla="*/ 1504 w 1952"/>
                <a:gd name="T5" fmla="*/ 864 h 920"/>
                <a:gd name="T6" fmla="*/ 496 w 1952"/>
                <a:gd name="T7" fmla="*/ 480 h 920"/>
                <a:gd name="T8" fmla="*/ 64 w 1952"/>
                <a:gd name="T9" fmla="*/ 816 h 920"/>
                <a:gd name="T10" fmla="*/ 112 w 1952"/>
                <a:gd name="T11" fmla="*/ 912 h 920"/>
                <a:gd name="T12" fmla="*/ 64 w 1952"/>
                <a:gd name="T13" fmla="*/ 864 h 920"/>
                <a:gd name="T14" fmla="*/ 112 w 1952"/>
                <a:gd name="T15" fmla="*/ 912 h 920"/>
                <a:gd name="T16" fmla="*/ 0 60000 65536"/>
                <a:gd name="T17" fmla="*/ 0 60000 65536"/>
                <a:gd name="T18" fmla="*/ 0 60000 65536"/>
                <a:gd name="T19" fmla="*/ 0 60000 65536"/>
                <a:gd name="T20" fmla="*/ 0 60000 65536"/>
                <a:gd name="T21" fmla="*/ 0 60000 65536"/>
                <a:gd name="T22" fmla="*/ 0 60000 65536"/>
                <a:gd name="T23" fmla="*/ 0 60000 65536"/>
                <a:gd name="T24" fmla="*/ 0 w 1952"/>
                <a:gd name="T25" fmla="*/ 0 h 920"/>
                <a:gd name="T26" fmla="*/ 1952 w 1952"/>
                <a:gd name="T27" fmla="*/ 920 h 9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52" h="920">
                  <a:moveTo>
                    <a:pt x="1408" y="0"/>
                  </a:moveTo>
                  <a:cubicBezTo>
                    <a:pt x="1664" y="144"/>
                    <a:pt x="1920" y="288"/>
                    <a:pt x="1936" y="432"/>
                  </a:cubicBezTo>
                  <a:cubicBezTo>
                    <a:pt x="1952" y="576"/>
                    <a:pt x="1744" y="856"/>
                    <a:pt x="1504" y="864"/>
                  </a:cubicBezTo>
                  <a:cubicBezTo>
                    <a:pt x="1264" y="872"/>
                    <a:pt x="736" y="488"/>
                    <a:pt x="496" y="480"/>
                  </a:cubicBezTo>
                  <a:cubicBezTo>
                    <a:pt x="256" y="472"/>
                    <a:pt x="128" y="744"/>
                    <a:pt x="64" y="816"/>
                  </a:cubicBezTo>
                  <a:cubicBezTo>
                    <a:pt x="0" y="888"/>
                    <a:pt x="112" y="904"/>
                    <a:pt x="112" y="912"/>
                  </a:cubicBezTo>
                  <a:cubicBezTo>
                    <a:pt x="112" y="920"/>
                    <a:pt x="64" y="864"/>
                    <a:pt x="64" y="864"/>
                  </a:cubicBezTo>
                  <a:cubicBezTo>
                    <a:pt x="64" y="864"/>
                    <a:pt x="104" y="904"/>
                    <a:pt x="112" y="912"/>
                  </a:cubicBez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extBox 1">
            <a:extLst>
              <a:ext uri="{FF2B5EF4-FFF2-40B4-BE49-F238E27FC236}">
                <a16:creationId xmlns:a16="http://schemas.microsoft.com/office/drawing/2014/main" id="{5AA51201-EA15-D542-12E0-11D451E79EF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Slide Number Placeholder 5">
            <a:extLst>
              <a:ext uri="{FF2B5EF4-FFF2-40B4-BE49-F238E27FC236}">
                <a16:creationId xmlns:a16="http://schemas.microsoft.com/office/drawing/2014/main" id="{1E328F4F-BB2A-F212-2075-1F293894004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ABEB764-498E-46EB-BBED-6B340B85C8C0}" type="slidenum">
              <a:rPr lang="en-GB" altLang="en-US" sz="1400">
                <a:solidFill>
                  <a:srgbClr val="FFFFFF"/>
                </a:solidFill>
                <a:latin typeface="Franklin Gothic Book" panose="020B0503020102020204" pitchFamily="34" charset="0"/>
              </a:rPr>
              <a:pPr>
                <a:spcBef>
                  <a:spcPct val="0"/>
                </a:spcBef>
                <a:buClrTx/>
                <a:buSzTx/>
                <a:buFontTx/>
                <a:buNone/>
              </a:pPr>
              <a:t>49</a:t>
            </a:fld>
            <a:endParaRPr lang="en-GB" altLang="en-US" sz="1400">
              <a:solidFill>
                <a:srgbClr val="FFFFFF"/>
              </a:solidFill>
              <a:latin typeface="Franklin Gothic Book" panose="020B0503020102020204" pitchFamily="34" charset="0"/>
            </a:endParaRPr>
          </a:p>
        </p:txBody>
      </p:sp>
      <p:sp>
        <p:nvSpPr>
          <p:cNvPr id="2" name="TextBox 1">
            <a:extLst>
              <a:ext uri="{FF2B5EF4-FFF2-40B4-BE49-F238E27FC236}">
                <a16:creationId xmlns:a16="http://schemas.microsoft.com/office/drawing/2014/main" id="{8FBD0180-55F0-539F-1B7C-4A36AF0E100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sp>
        <p:nvSpPr>
          <p:cNvPr id="3" name="TextBox 2">
            <a:extLst>
              <a:ext uri="{FF2B5EF4-FFF2-40B4-BE49-F238E27FC236}">
                <a16:creationId xmlns:a16="http://schemas.microsoft.com/office/drawing/2014/main" id="{DD295695-3303-AE2F-A66B-B98F619F628A}"/>
              </a:ext>
            </a:extLst>
          </p:cNvPr>
          <p:cNvSpPr txBox="1"/>
          <p:nvPr/>
        </p:nvSpPr>
        <p:spPr>
          <a:xfrm>
            <a:off x="452966" y="2235706"/>
            <a:ext cx="8238067" cy="3046988"/>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In case of equal step costs, Breadth First search finds the optimal solution.</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For any step-cost function, Uniform Cost search expands the node n with the lowest path cost.</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UCS takes into account the total cost: g(n).</a:t>
            </a:r>
          </a:p>
          <a:p>
            <a:pPr marL="342900" indent="-342900">
              <a:spcAft>
                <a:spcPts val="1200"/>
              </a:spcAft>
              <a:buClr>
                <a:schemeClr val="accent1"/>
              </a:buClr>
              <a:buFont typeface="Arial" panose="020B0604020202020204" pitchFamily="34" charset="0"/>
              <a:buChar char="•"/>
            </a:pPr>
            <a:r>
              <a:rPr lang="en-US" sz="2400" dirty="0">
                <a:latin typeface="CMU Serif" panose="02000603000000000000" pitchFamily="2" charset="0"/>
                <a:ea typeface="CMU Serif" panose="02000603000000000000" pitchFamily="2" charset="0"/>
                <a:cs typeface="CMU Serif" panose="02000603000000000000" pitchFamily="2" charset="0"/>
              </a:rPr>
              <a:t>UCS is guided by path costs rather than depths. Nodes are ordered according to their path cost.</a:t>
            </a:r>
          </a:p>
        </p:txBody>
      </p:sp>
      <p:grpSp>
        <p:nvGrpSpPr>
          <p:cNvPr id="24" name="Group 23">
            <a:extLst>
              <a:ext uri="{FF2B5EF4-FFF2-40B4-BE49-F238E27FC236}">
                <a16:creationId xmlns:a16="http://schemas.microsoft.com/office/drawing/2014/main" id="{3772E731-790A-4ED1-91EF-0DA8276BA4BA}"/>
              </a:ext>
            </a:extLst>
          </p:cNvPr>
          <p:cNvGrpSpPr/>
          <p:nvPr/>
        </p:nvGrpSpPr>
        <p:grpSpPr>
          <a:xfrm>
            <a:off x="5309001" y="3237678"/>
            <a:ext cx="3605760" cy="1238400"/>
            <a:chOff x="5309001" y="3237678"/>
            <a:chExt cx="3605760" cy="123840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2BBB8F0-E8E0-4C21-A3FD-1FC91A307F3F}"/>
                    </a:ext>
                  </a:extLst>
                </p14:cNvPr>
                <p14:cNvContentPartPr/>
                <p14:nvPr/>
              </p14:nvContentPartPr>
              <p14:xfrm>
                <a:off x="5309001" y="3953358"/>
                <a:ext cx="861120" cy="480600"/>
              </p14:xfrm>
            </p:contentPart>
          </mc:Choice>
          <mc:Fallback>
            <p:pic>
              <p:nvPicPr>
                <p:cNvPr id="4" name="Ink 3">
                  <a:extLst>
                    <a:ext uri="{FF2B5EF4-FFF2-40B4-BE49-F238E27FC236}">
                      <a16:creationId xmlns:a16="http://schemas.microsoft.com/office/drawing/2014/main" id="{62BBB8F0-E8E0-4C21-A3FD-1FC91A307F3F}"/>
                    </a:ext>
                  </a:extLst>
                </p:cNvPr>
                <p:cNvPicPr/>
                <p:nvPr/>
              </p:nvPicPr>
              <p:blipFill>
                <a:blip r:embed="rId3"/>
                <a:stretch>
                  <a:fillRect/>
                </a:stretch>
              </p:blipFill>
              <p:spPr>
                <a:xfrm>
                  <a:off x="5300001" y="3944358"/>
                  <a:ext cx="878760" cy="498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E842F77F-00B1-4055-BF33-94F60FCEB7DB}"/>
                    </a:ext>
                  </a:extLst>
                </p14:cNvPr>
                <p14:cNvContentPartPr/>
                <p14:nvPr/>
              </p14:nvContentPartPr>
              <p14:xfrm>
                <a:off x="6288561" y="3971358"/>
                <a:ext cx="153000" cy="31680"/>
              </p14:xfrm>
            </p:contentPart>
          </mc:Choice>
          <mc:Fallback>
            <p:pic>
              <p:nvPicPr>
                <p:cNvPr id="5" name="Ink 4">
                  <a:extLst>
                    <a:ext uri="{FF2B5EF4-FFF2-40B4-BE49-F238E27FC236}">
                      <a16:creationId xmlns:a16="http://schemas.microsoft.com/office/drawing/2014/main" id="{E842F77F-00B1-4055-BF33-94F60FCEB7DB}"/>
                    </a:ext>
                  </a:extLst>
                </p:cNvPr>
                <p:cNvPicPr/>
                <p:nvPr/>
              </p:nvPicPr>
              <p:blipFill>
                <a:blip r:embed="rId5"/>
                <a:stretch>
                  <a:fillRect/>
                </a:stretch>
              </p:blipFill>
              <p:spPr>
                <a:xfrm>
                  <a:off x="6279561" y="3962358"/>
                  <a:ext cx="17064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6C12B6B3-0DF7-4C4E-9DD5-497E6F9DBE95}"/>
                    </a:ext>
                  </a:extLst>
                </p14:cNvPr>
                <p14:cNvContentPartPr/>
                <p14:nvPr/>
              </p14:nvContentPartPr>
              <p14:xfrm>
                <a:off x="6382161" y="4053438"/>
                <a:ext cx="167400" cy="42480"/>
              </p14:xfrm>
            </p:contentPart>
          </mc:Choice>
          <mc:Fallback>
            <p:pic>
              <p:nvPicPr>
                <p:cNvPr id="6" name="Ink 5">
                  <a:extLst>
                    <a:ext uri="{FF2B5EF4-FFF2-40B4-BE49-F238E27FC236}">
                      <a16:creationId xmlns:a16="http://schemas.microsoft.com/office/drawing/2014/main" id="{6C12B6B3-0DF7-4C4E-9DD5-497E6F9DBE95}"/>
                    </a:ext>
                  </a:extLst>
                </p:cNvPr>
                <p:cNvPicPr/>
                <p:nvPr/>
              </p:nvPicPr>
              <p:blipFill>
                <a:blip r:embed="rId7"/>
                <a:stretch>
                  <a:fillRect/>
                </a:stretch>
              </p:blipFill>
              <p:spPr>
                <a:xfrm>
                  <a:off x="6373161" y="4044798"/>
                  <a:ext cx="18504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8C522371-28E0-428B-9DEF-F6D5033E791C}"/>
                    </a:ext>
                  </a:extLst>
                </p14:cNvPr>
                <p14:cNvContentPartPr/>
                <p14:nvPr/>
              </p14:nvContentPartPr>
              <p14:xfrm>
                <a:off x="6736401" y="3731958"/>
                <a:ext cx="234000" cy="337680"/>
              </p14:xfrm>
            </p:contentPart>
          </mc:Choice>
          <mc:Fallback>
            <p:pic>
              <p:nvPicPr>
                <p:cNvPr id="12" name="Ink 11">
                  <a:extLst>
                    <a:ext uri="{FF2B5EF4-FFF2-40B4-BE49-F238E27FC236}">
                      <a16:creationId xmlns:a16="http://schemas.microsoft.com/office/drawing/2014/main" id="{8C522371-28E0-428B-9DEF-F6D5033E791C}"/>
                    </a:ext>
                  </a:extLst>
                </p:cNvPr>
                <p:cNvPicPr/>
                <p:nvPr/>
              </p:nvPicPr>
              <p:blipFill>
                <a:blip r:embed="rId9"/>
                <a:stretch>
                  <a:fillRect/>
                </a:stretch>
              </p:blipFill>
              <p:spPr>
                <a:xfrm>
                  <a:off x="6727761" y="3722958"/>
                  <a:ext cx="25164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B20F28DE-D0C5-44AE-9306-EAB6DB2AE62B}"/>
                    </a:ext>
                  </a:extLst>
                </p14:cNvPr>
                <p14:cNvContentPartPr/>
                <p14:nvPr/>
              </p14:nvContentPartPr>
              <p14:xfrm>
                <a:off x="6748281" y="3834558"/>
                <a:ext cx="137880" cy="83520"/>
              </p14:xfrm>
            </p:contentPart>
          </mc:Choice>
          <mc:Fallback>
            <p:pic>
              <p:nvPicPr>
                <p:cNvPr id="13" name="Ink 12">
                  <a:extLst>
                    <a:ext uri="{FF2B5EF4-FFF2-40B4-BE49-F238E27FC236}">
                      <a16:creationId xmlns:a16="http://schemas.microsoft.com/office/drawing/2014/main" id="{B20F28DE-D0C5-44AE-9306-EAB6DB2AE62B}"/>
                    </a:ext>
                  </a:extLst>
                </p:cNvPr>
                <p:cNvPicPr/>
                <p:nvPr/>
              </p:nvPicPr>
              <p:blipFill>
                <a:blip r:embed="rId11"/>
                <a:stretch>
                  <a:fillRect/>
                </a:stretch>
              </p:blipFill>
              <p:spPr>
                <a:xfrm>
                  <a:off x="6739281" y="3825558"/>
                  <a:ext cx="1555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4" name="Ink 13">
                  <a:extLst>
                    <a:ext uri="{FF2B5EF4-FFF2-40B4-BE49-F238E27FC236}">
                      <a16:creationId xmlns:a16="http://schemas.microsoft.com/office/drawing/2014/main" id="{D8A21592-C2F4-460D-A4D2-4FC6C95C8837}"/>
                    </a:ext>
                  </a:extLst>
                </p14:cNvPr>
                <p14:cNvContentPartPr/>
                <p14:nvPr/>
              </p14:nvContentPartPr>
              <p14:xfrm>
                <a:off x="6958521" y="3632238"/>
                <a:ext cx="908280" cy="375840"/>
              </p14:xfrm>
            </p:contentPart>
          </mc:Choice>
          <mc:Fallback>
            <p:pic>
              <p:nvPicPr>
                <p:cNvPr id="14" name="Ink 13">
                  <a:extLst>
                    <a:ext uri="{FF2B5EF4-FFF2-40B4-BE49-F238E27FC236}">
                      <a16:creationId xmlns:a16="http://schemas.microsoft.com/office/drawing/2014/main" id="{D8A21592-C2F4-460D-A4D2-4FC6C95C8837}"/>
                    </a:ext>
                  </a:extLst>
                </p:cNvPr>
                <p:cNvPicPr/>
                <p:nvPr/>
              </p:nvPicPr>
              <p:blipFill>
                <a:blip r:embed="rId13"/>
                <a:stretch>
                  <a:fillRect/>
                </a:stretch>
              </p:blipFill>
              <p:spPr>
                <a:xfrm>
                  <a:off x="6949881" y="3623238"/>
                  <a:ext cx="925920" cy="393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 name="Ink 14">
                  <a:extLst>
                    <a:ext uri="{FF2B5EF4-FFF2-40B4-BE49-F238E27FC236}">
                      <a16:creationId xmlns:a16="http://schemas.microsoft.com/office/drawing/2014/main" id="{47246799-A281-4D45-9F09-6AA96739F8C4}"/>
                    </a:ext>
                  </a:extLst>
                </p14:cNvPr>
                <p14:cNvContentPartPr/>
                <p14:nvPr/>
              </p14:nvContentPartPr>
              <p14:xfrm>
                <a:off x="7145361" y="3704238"/>
                <a:ext cx="76680" cy="151920"/>
              </p14:xfrm>
            </p:contentPart>
          </mc:Choice>
          <mc:Fallback>
            <p:pic>
              <p:nvPicPr>
                <p:cNvPr id="15" name="Ink 14">
                  <a:extLst>
                    <a:ext uri="{FF2B5EF4-FFF2-40B4-BE49-F238E27FC236}">
                      <a16:creationId xmlns:a16="http://schemas.microsoft.com/office/drawing/2014/main" id="{47246799-A281-4D45-9F09-6AA96739F8C4}"/>
                    </a:ext>
                  </a:extLst>
                </p:cNvPr>
                <p:cNvPicPr/>
                <p:nvPr/>
              </p:nvPicPr>
              <p:blipFill>
                <a:blip r:embed="rId15"/>
                <a:stretch>
                  <a:fillRect/>
                </a:stretch>
              </p:blipFill>
              <p:spPr>
                <a:xfrm>
                  <a:off x="7136721" y="3695238"/>
                  <a:ext cx="9432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Ink 15">
                  <a:extLst>
                    <a:ext uri="{FF2B5EF4-FFF2-40B4-BE49-F238E27FC236}">
                      <a16:creationId xmlns:a16="http://schemas.microsoft.com/office/drawing/2014/main" id="{48EC4B6B-8D19-4D31-948A-1DB95EACB55D}"/>
                    </a:ext>
                  </a:extLst>
                </p14:cNvPr>
                <p14:cNvContentPartPr/>
                <p14:nvPr/>
              </p14:nvContentPartPr>
              <p14:xfrm>
                <a:off x="6904521" y="4217238"/>
                <a:ext cx="75960" cy="258840"/>
              </p14:xfrm>
            </p:contentPart>
          </mc:Choice>
          <mc:Fallback>
            <p:pic>
              <p:nvPicPr>
                <p:cNvPr id="16" name="Ink 15">
                  <a:extLst>
                    <a:ext uri="{FF2B5EF4-FFF2-40B4-BE49-F238E27FC236}">
                      <a16:creationId xmlns:a16="http://schemas.microsoft.com/office/drawing/2014/main" id="{48EC4B6B-8D19-4D31-948A-1DB95EACB55D}"/>
                    </a:ext>
                  </a:extLst>
                </p:cNvPr>
                <p:cNvPicPr/>
                <p:nvPr/>
              </p:nvPicPr>
              <p:blipFill>
                <a:blip r:embed="rId17"/>
                <a:stretch>
                  <a:fillRect/>
                </a:stretch>
              </p:blipFill>
              <p:spPr>
                <a:xfrm>
                  <a:off x="6895881" y="4208238"/>
                  <a:ext cx="9360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 name="Ink 16">
                  <a:extLst>
                    <a:ext uri="{FF2B5EF4-FFF2-40B4-BE49-F238E27FC236}">
                      <a16:creationId xmlns:a16="http://schemas.microsoft.com/office/drawing/2014/main" id="{E0812566-D3FB-4069-B84C-E7162553D3B4}"/>
                    </a:ext>
                  </a:extLst>
                </p14:cNvPr>
                <p14:cNvContentPartPr/>
                <p14:nvPr/>
              </p14:nvContentPartPr>
              <p14:xfrm>
                <a:off x="6895161" y="4200318"/>
                <a:ext cx="68400" cy="121320"/>
              </p14:xfrm>
            </p:contentPart>
          </mc:Choice>
          <mc:Fallback>
            <p:pic>
              <p:nvPicPr>
                <p:cNvPr id="17" name="Ink 16">
                  <a:extLst>
                    <a:ext uri="{FF2B5EF4-FFF2-40B4-BE49-F238E27FC236}">
                      <a16:creationId xmlns:a16="http://schemas.microsoft.com/office/drawing/2014/main" id="{E0812566-D3FB-4069-B84C-E7162553D3B4}"/>
                    </a:ext>
                  </a:extLst>
                </p:cNvPr>
                <p:cNvPicPr/>
                <p:nvPr/>
              </p:nvPicPr>
              <p:blipFill>
                <a:blip r:embed="rId19"/>
                <a:stretch>
                  <a:fillRect/>
                </a:stretch>
              </p:blipFill>
              <p:spPr>
                <a:xfrm>
                  <a:off x="6886161" y="4191678"/>
                  <a:ext cx="860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8" name="Ink 17">
                  <a:extLst>
                    <a:ext uri="{FF2B5EF4-FFF2-40B4-BE49-F238E27FC236}">
                      <a16:creationId xmlns:a16="http://schemas.microsoft.com/office/drawing/2014/main" id="{972A5BCC-CAA2-4FC0-B477-0D3FCEA3F1B0}"/>
                    </a:ext>
                  </a:extLst>
                </p14:cNvPr>
                <p14:cNvContentPartPr/>
                <p14:nvPr/>
              </p14:nvContentPartPr>
              <p14:xfrm>
                <a:off x="7061841" y="3921318"/>
                <a:ext cx="773280" cy="361800"/>
              </p14:xfrm>
            </p:contentPart>
          </mc:Choice>
          <mc:Fallback>
            <p:pic>
              <p:nvPicPr>
                <p:cNvPr id="18" name="Ink 17">
                  <a:extLst>
                    <a:ext uri="{FF2B5EF4-FFF2-40B4-BE49-F238E27FC236}">
                      <a16:creationId xmlns:a16="http://schemas.microsoft.com/office/drawing/2014/main" id="{972A5BCC-CAA2-4FC0-B477-0D3FCEA3F1B0}"/>
                    </a:ext>
                  </a:extLst>
                </p:cNvPr>
                <p:cNvPicPr/>
                <p:nvPr/>
              </p:nvPicPr>
              <p:blipFill>
                <a:blip r:embed="rId21"/>
                <a:stretch>
                  <a:fillRect/>
                </a:stretch>
              </p:blipFill>
              <p:spPr>
                <a:xfrm>
                  <a:off x="7053201" y="3912678"/>
                  <a:ext cx="790920" cy="379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12CD6E88-BA15-4A46-94F8-AD1FBBD13C3A}"/>
                    </a:ext>
                  </a:extLst>
                </p14:cNvPr>
                <p14:cNvContentPartPr/>
                <p14:nvPr/>
              </p14:nvContentPartPr>
              <p14:xfrm>
                <a:off x="7330761" y="4077198"/>
                <a:ext cx="96480" cy="44640"/>
              </p14:xfrm>
            </p:contentPart>
          </mc:Choice>
          <mc:Fallback>
            <p:pic>
              <p:nvPicPr>
                <p:cNvPr id="19" name="Ink 18">
                  <a:extLst>
                    <a:ext uri="{FF2B5EF4-FFF2-40B4-BE49-F238E27FC236}">
                      <a16:creationId xmlns:a16="http://schemas.microsoft.com/office/drawing/2014/main" id="{12CD6E88-BA15-4A46-94F8-AD1FBBD13C3A}"/>
                    </a:ext>
                  </a:extLst>
                </p:cNvPr>
                <p:cNvPicPr/>
                <p:nvPr/>
              </p:nvPicPr>
              <p:blipFill>
                <a:blip r:embed="rId23"/>
                <a:stretch>
                  <a:fillRect/>
                </a:stretch>
              </p:blipFill>
              <p:spPr>
                <a:xfrm>
                  <a:off x="7322121" y="4068198"/>
                  <a:ext cx="11412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 name="Ink 19">
                  <a:extLst>
                    <a:ext uri="{FF2B5EF4-FFF2-40B4-BE49-F238E27FC236}">
                      <a16:creationId xmlns:a16="http://schemas.microsoft.com/office/drawing/2014/main" id="{E34121DC-A199-4317-8D68-FD102E0EF30A}"/>
                    </a:ext>
                  </a:extLst>
                </p14:cNvPr>
                <p14:cNvContentPartPr/>
                <p14:nvPr/>
              </p14:nvContentPartPr>
              <p14:xfrm>
                <a:off x="7902441" y="3799638"/>
                <a:ext cx="396360" cy="241920"/>
              </p14:xfrm>
            </p:contentPart>
          </mc:Choice>
          <mc:Fallback>
            <p:pic>
              <p:nvPicPr>
                <p:cNvPr id="20" name="Ink 19">
                  <a:extLst>
                    <a:ext uri="{FF2B5EF4-FFF2-40B4-BE49-F238E27FC236}">
                      <a16:creationId xmlns:a16="http://schemas.microsoft.com/office/drawing/2014/main" id="{E34121DC-A199-4317-8D68-FD102E0EF30A}"/>
                    </a:ext>
                  </a:extLst>
                </p:cNvPr>
                <p:cNvPicPr/>
                <p:nvPr/>
              </p:nvPicPr>
              <p:blipFill>
                <a:blip r:embed="rId25"/>
                <a:stretch>
                  <a:fillRect/>
                </a:stretch>
              </p:blipFill>
              <p:spPr>
                <a:xfrm>
                  <a:off x="7893441" y="3790998"/>
                  <a:ext cx="4140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 name="Ink 20">
                  <a:extLst>
                    <a:ext uri="{FF2B5EF4-FFF2-40B4-BE49-F238E27FC236}">
                      <a16:creationId xmlns:a16="http://schemas.microsoft.com/office/drawing/2014/main" id="{C78163C8-498E-49C3-9202-3827AA9E3E79}"/>
                    </a:ext>
                  </a:extLst>
                </p14:cNvPr>
                <p14:cNvContentPartPr/>
                <p14:nvPr/>
              </p14:nvContentPartPr>
              <p14:xfrm>
                <a:off x="8325441" y="3694878"/>
                <a:ext cx="92880" cy="273600"/>
              </p14:xfrm>
            </p:contentPart>
          </mc:Choice>
          <mc:Fallback>
            <p:pic>
              <p:nvPicPr>
                <p:cNvPr id="21" name="Ink 20">
                  <a:extLst>
                    <a:ext uri="{FF2B5EF4-FFF2-40B4-BE49-F238E27FC236}">
                      <a16:creationId xmlns:a16="http://schemas.microsoft.com/office/drawing/2014/main" id="{C78163C8-498E-49C3-9202-3827AA9E3E79}"/>
                    </a:ext>
                  </a:extLst>
                </p:cNvPr>
                <p:cNvPicPr/>
                <p:nvPr/>
              </p:nvPicPr>
              <p:blipFill>
                <a:blip r:embed="rId27"/>
                <a:stretch>
                  <a:fillRect/>
                </a:stretch>
              </p:blipFill>
              <p:spPr>
                <a:xfrm>
                  <a:off x="8316441" y="3686238"/>
                  <a:ext cx="11052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2" name="Ink 21">
                  <a:extLst>
                    <a:ext uri="{FF2B5EF4-FFF2-40B4-BE49-F238E27FC236}">
                      <a16:creationId xmlns:a16="http://schemas.microsoft.com/office/drawing/2014/main" id="{6FA46320-EE9A-4845-88F3-42A8DA295E42}"/>
                    </a:ext>
                  </a:extLst>
                </p14:cNvPr>
                <p14:cNvContentPartPr/>
                <p14:nvPr/>
              </p14:nvContentPartPr>
              <p14:xfrm>
                <a:off x="8500401" y="3237678"/>
                <a:ext cx="414360" cy="696600"/>
              </p14:xfrm>
            </p:contentPart>
          </mc:Choice>
          <mc:Fallback>
            <p:pic>
              <p:nvPicPr>
                <p:cNvPr id="22" name="Ink 21">
                  <a:extLst>
                    <a:ext uri="{FF2B5EF4-FFF2-40B4-BE49-F238E27FC236}">
                      <a16:creationId xmlns:a16="http://schemas.microsoft.com/office/drawing/2014/main" id="{6FA46320-EE9A-4845-88F3-42A8DA295E42}"/>
                    </a:ext>
                  </a:extLst>
                </p:cNvPr>
                <p:cNvPicPr/>
                <p:nvPr/>
              </p:nvPicPr>
              <p:blipFill>
                <a:blip r:embed="rId29"/>
                <a:stretch>
                  <a:fillRect/>
                </a:stretch>
              </p:blipFill>
              <p:spPr>
                <a:xfrm>
                  <a:off x="8491401" y="3228678"/>
                  <a:ext cx="432000" cy="714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Ink 22">
                  <a:extLst>
                    <a:ext uri="{FF2B5EF4-FFF2-40B4-BE49-F238E27FC236}">
                      <a16:creationId xmlns:a16="http://schemas.microsoft.com/office/drawing/2014/main" id="{997E62F7-4BDC-4091-97D4-9525197F25F5}"/>
                    </a:ext>
                  </a:extLst>
                </p14:cNvPr>
                <p14:cNvContentPartPr/>
                <p14:nvPr/>
              </p14:nvContentPartPr>
              <p14:xfrm>
                <a:off x="8389521" y="3470958"/>
                <a:ext cx="418680" cy="429120"/>
              </p14:xfrm>
            </p:contentPart>
          </mc:Choice>
          <mc:Fallback>
            <p:pic>
              <p:nvPicPr>
                <p:cNvPr id="23" name="Ink 22">
                  <a:extLst>
                    <a:ext uri="{FF2B5EF4-FFF2-40B4-BE49-F238E27FC236}">
                      <a16:creationId xmlns:a16="http://schemas.microsoft.com/office/drawing/2014/main" id="{997E62F7-4BDC-4091-97D4-9525197F25F5}"/>
                    </a:ext>
                  </a:extLst>
                </p:cNvPr>
                <p:cNvPicPr/>
                <p:nvPr/>
              </p:nvPicPr>
              <p:blipFill>
                <a:blip r:embed="rId31"/>
                <a:stretch>
                  <a:fillRect/>
                </a:stretch>
              </p:blipFill>
              <p:spPr>
                <a:xfrm>
                  <a:off x="8380881" y="3462318"/>
                  <a:ext cx="436320" cy="446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3C6394CE-25CC-41ED-9940-16761753D715}"/>
                  </a:ext>
                </a:extLst>
              </p14:cNvPr>
              <p14:cNvContentPartPr/>
              <p14:nvPr/>
            </p14:nvContentPartPr>
            <p14:xfrm>
              <a:off x="904761" y="4888638"/>
              <a:ext cx="5551920" cy="104040"/>
            </p14:xfrm>
          </p:contentPart>
        </mc:Choice>
        <mc:Fallback>
          <p:pic>
            <p:nvPicPr>
              <p:cNvPr id="25" name="Ink 24">
                <a:extLst>
                  <a:ext uri="{FF2B5EF4-FFF2-40B4-BE49-F238E27FC236}">
                    <a16:creationId xmlns:a16="http://schemas.microsoft.com/office/drawing/2014/main" id="{3C6394CE-25CC-41ED-9940-16761753D715}"/>
                  </a:ext>
                </a:extLst>
              </p:cNvPr>
              <p:cNvPicPr/>
              <p:nvPr/>
            </p:nvPicPr>
            <p:blipFill>
              <a:blip r:embed="rId33"/>
              <a:stretch>
                <a:fillRect/>
              </a:stretch>
            </p:blipFill>
            <p:spPr>
              <a:xfrm>
                <a:off x="896121" y="4879638"/>
                <a:ext cx="5569560" cy="121680"/>
              </a:xfrm>
              <a:prstGeom prst="rect">
                <a:avLst/>
              </a:prstGeom>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56EEAD-FA00-898E-40E7-9C750FF5C43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BB6BD48-84A5-1459-78D4-371D10C3910D}"/>
                  </a:ext>
                </a:extLst>
              </p:cNvPr>
              <p:cNvSpPr txBox="1"/>
              <p:nvPr/>
            </p:nvSpPr>
            <p:spPr>
              <a:xfrm>
                <a:off x="452965" y="1515733"/>
                <a:ext cx="8238067" cy="4955203"/>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Main idea: Expand the cheapest node. Where the cost is the path cost g(n).</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Implementation: Enqueue nodes in order of cost g(n). </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Queuing Function: insert in order of increasing path cost.</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Enqueue new node at the appropriate position in the queue so that we dequeue the cheapest node.	</a:t>
                </a:r>
              </a:p>
              <a:p>
                <a:pPr marL="342900" indent="-342900">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Complete? Yes.</a:t>
                </a:r>
              </a:p>
              <a:p>
                <a:pPr marL="342900" indent="-342900">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Optimal? Yes, if path cost is nondecreasing function of depth</a:t>
                </a:r>
              </a:p>
              <a:p>
                <a:pPr marL="342900" indent="-342900">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Time Complexity: </a:t>
                </a:r>
                <a14:m>
                  <m:oMath xmlns:m="http://schemas.openxmlformats.org/officeDocument/2006/math">
                    <m:r>
                      <a:rPr lang="en-US" sz="2000" b="0" i="1" smtClean="0">
                        <a:latin typeface="Cambria Math" panose="02040503050406030204" pitchFamily="18" charset="0"/>
                        <a:ea typeface="CMU Serif" panose="02000603000000000000" pitchFamily="2" charset="0"/>
                        <a:cs typeface="CMU Serif" panose="02000603000000000000" pitchFamily="2" charset="0"/>
                      </a:rPr>
                      <m:t>𝑂</m:t>
                    </m:r>
                    <m:r>
                      <a:rPr lang="en-US" sz="2000" b="0" i="1" smtClean="0">
                        <a:latin typeface="Cambria Math" panose="02040503050406030204" pitchFamily="18" charset="0"/>
                        <a:ea typeface="CMU Serif" panose="02000603000000000000" pitchFamily="2" charset="0"/>
                        <a:cs typeface="CMU Serif" panose="02000603000000000000" pitchFamily="2" charset="0"/>
                      </a:rPr>
                      <m:t>(</m:t>
                    </m:r>
                    <m:sSup>
                      <m:sSupPr>
                        <m:ctrlPr>
                          <a:rPr lang="en-US" sz="20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𝑑</m:t>
                        </m:r>
                      </m:sup>
                    </m:sSup>
                    <m:r>
                      <a:rPr lang="en-US" sz="2000" b="0" i="1" smtClean="0">
                        <a:latin typeface="Cambria Math" panose="02040503050406030204" pitchFamily="18" charset="0"/>
                        <a:ea typeface="CMU Serif" panose="02000603000000000000" pitchFamily="2" charset="0"/>
                        <a:cs typeface="CMU Serif" panose="02000603000000000000" pitchFamily="2" charset="0"/>
                      </a:rPr>
                      <m:t>)</m:t>
                    </m:r>
                  </m:oMath>
                </a14:m>
                <a:endParaRPr lang="en-US" sz="2200" dirty="0">
                  <a:latin typeface="CMU Serif" panose="02000603000000000000" pitchFamily="2" charset="0"/>
                  <a:ea typeface="CMU Serif" panose="02000603000000000000" pitchFamily="2" charset="0"/>
                  <a:cs typeface="CMU Serif" panose="02000603000000000000" pitchFamily="2" charset="0"/>
                </a:endParaRPr>
              </a:p>
              <a:p>
                <a:pPr marL="342900" indent="-342900">
                  <a:spcAft>
                    <a:spcPts val="1200"/>
                  </a:spcAft>
                  <a:buClr>
                    <a:schemeClr val="accent1"/>
                  </a:buClr>
                  <a:buFont typeface="Courier New" panose="02070309020205020404" pitchFamily="49" charset="0"/>
                  <a:buChar char="o"/>
                </a:pPr>
                <a:r>
                  <a:rPr lang="en-US" sz="2200" dirty="0">
                    <a:latin typeface="CMU Serif" panose="02000603000000000000" pitchFamily="2" charset="0"/>
                    <a:ea typeface="CMU Serif" panose="02000603000000000000" pitchFamily="2" charset="0"/>
                    <a:cs typeface="CMU Serif" panose="02000603000000000000" pitchFamily="2" charset="0"/>
                  </a:rPr>
                  <a:t>Space Complexity: </a:t>
                </a:r>
                <a14:m>
                  <m:oMath xmlns:m="http://schemas.openxmlformats.org/officeDocument/2006/math">
                    <m:r>
                      <a:rPr lang="en-US" sz="2000" b="0" i="1" smtClean="0">
                        <a:latin typeface="Cambria Math" panose="02040503050406030204" pitchFamily="18" charset="0"/>
                        <a:ea typeface="CMU Serif" panose="02000603000000000000" pitchFamily="2" charset="0"/>
                        <a:cs typeface="CMU Serif" panose="02000603000000000000" pitchFamily="2" charset="0"/>
                      </a:rPr>
                      <m:t>𝑂</m:t>
                    </m:r>
                    <m:r>
                      <a:rPr lang="en-US" sz="2000" b="0" i="1" smtClean="0">
                        <a:latin typeface="Cambria Math" panose="02040503050406030204" pitchFamily="18" charset="0"/>
                        <a:ea typeface="CMU Serif" panose="02000603000000000000" pitchFamily="2" charset="0"/>
                        <a:cs typeface="CMU Serif" panose="02000603000000000000" pitchFamily="2" charset="0"/>
                      </a:rPr>
                      <m:t>(</m:t>
                    </m:r>
                    <m:sSup>
                      <m:sSupPr>
                        <m:ctrlPr>
                          <a:rPr lang="en-US" sz="20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𝑑</m:t>
                        </m:r>
                      </m:sup>
                    </m:sSup>
                    <m:r>
                      <a:rPr lang="en-US" sz="2000" b="0" i="1" smtClean="0">
                        <a:latin typeface="Cambria Math" panose="02040503050406030204" pitchFamily="18" charset="0"/>
                        <a:ea typeface="CMU Serif" panose="02000603000000000000" pitchFamily="2" charset="0"/>
                        <a:cs typeface="CMU Serif" panose="02000603000000000000" pitchFamily="2" charset="0"/>
                      </a:rPr>
                      <m:t>)</m:t>
                    </m:r>
                  </m:oMath>
                </a14:m>
                <a:r>
                  <a:rPr lang="en-US" sz="2200" dirty="0">
                    <a:latin typeface="CMU Serif" panose="02000603000000000000" pitchFamily="2" charset="0"/>
                    <a:ea typeface="CMU Serif" panose="02000603000000000000" pitchFamily="2" charset="0"/>
                    <a:cs typeface="CMU Serif" panose="02000603000000000000" pitchFamily="2" charset="0"/>
                  </a:rPr>
                  <a:t>, note that every node in the fringe keep in the queue.</a:t>
                </a:r>
              </a:p>
            </p:txBody>
          </p:sp>
        </mc:Choice>
        <mc:Fallback xmlns="">
          <p:sp>
            <p:nvSpPr>
              <p:cNvPr id="4" name="TextBox 3">
                <a:extLst>
                  <a:ext uri="{FF2B5EF4-FFF2-40B4-BE49-F238E27FC236}">
                    <a16:creationId xmlns:a16="http://schemas.microsoft.com/office/drawing/2014/main" id="{8BB6BD48-84A5-1459-78D4-371D10C3910D}"/>
                  </a:ext>
                </a:extLst>
              </p:cNvPr>
              <p:cNvSpPr txBox="1">
                <a:spLocks noRot="1" noChangeAspect="1" noMove="1" noResize="1" noEditPoints="1" noAdjustHandles="1" noChangeArrowheads="1" noChangeShapeType="1" noTextEdit="1"/>
              </p:cNvSpPr>
              <p:nvPr/>
            </p:nvSpPr>
            <p:spPr>
              <a:xfrm>
                <a:off x="452965" y="1515733"/>
                <a:ext cx="8238067" cy="4955203"/>
              </a:xfrm>
              <a:prstGeom prst="rect">
                <a:avLst/>
              </a:prstGeom>
              <a:blipFill>
                <a:blip r:embed="rId2"/>
                <a:stretch>
                  <a:fillRect l="-1923" b="-1353"/>
                </a:stretch>
              </a:blipFill>
            </p:spPr>
            <p:txBody>
              <a:bodyPr/>
              <a:lstStyle/>
              <a:p>
                <a:r>
                  <a:rPr 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8525A-7D05-9483-1F65-4560C877B66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ECCFA05-4B20-7861-6DE6-CCEB11994976}"/>
              </a:ext>
            </a:extLst>
          </p:cNvPr>
          <p:cNvPicPr>
            <a:picLocks noChangeAspect="1"/>
          </p:cNvPicPr>
          <p:nvPr/>
        </p:nvPicPr>
        <p:blipFill>
          <a:blip r:embed="rId2"/>
          <a:srcRect t="4262" b="1293"/>
          <a:stretch/>
        </p:blipFill>
        <p:spPr>
          <a:xfrm>
            <a:off x="2260228" y="1327527"/>
            <a:ext cx="4623539" cy="2590800"/>
          </a:xfrm>
          <a:prstGeom prst="rect">
            <a:avLst/>
          </a:prstGeom>
        </p:spPr>
      </p:pic>
      <p:sp>
        <p:nvSpPr>
          <p:cNvPr id="3" name="TextBox 2">
            <a:extLst>
              <a:ext uri="{FF2B5EF4-FFF2-40B4-BE49-F238E27FC236}">
                <a16:creationId xmlns:a16="http://schemas.microsoft.com/office/drawing/2014/main" id="{107A445C-3777-0429-338E-F108C05A31F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Exercise </a:t>
            </a:r>
          </a:p>
        </p:txBody>
      </p:sp>
      <p:graphicFrame>
        <p:nvGraphicFramePr>
          <p:cNvPr id="2" name="Table 1">
            <a:extLst>
              <a:ext uri="{FF2B5EF4-FFF2-40B4-BE49-F238E27FC236}">
                <a16:creationId xmlns:a16="http://schemas.microsoft.com/office/drawing/2014/main" id="{BC18904C-657F-E094-AC0F-DE6D7EB148C3}"/>
              </a:ext>
            </a:extLst>
          </p:cNvPr>
          <p:cNvGraphicFramePr>
            <a:graphicFrameLocks noGrp="1"/>
          </p:cNvGraphicFramePr>
          <p:nvPr>
            <p:extLst>
              <p:ext uri="{D42A27DB-BD31-4B8C-83A1-F6EECF244321}">
                <p14:modId xmlns:p14="http://schemas.microsoft.com/office/powerpoint/2010/main" val="2221619267"/>
              </p:ext>
            </p:extLst>
          </p:nvPr>
        </p:nvGraphicFramePr>
        <p:xfrm>
          <a:off x="1523998" y="4041987"/>
          <a:ext cx="6096000" cy="2682240"/>
        </p:xfrm>
        <a:graphic>
          <a:graphicData uri="http://schemas.openxmlformats.org/drawingml/2006/table">
            <a:tbl>
              <a:tblPr firstRow="1" bandRow="1">
                <a:tableStyleId>{6E25E649-3F16-4E02-A733-19D2CDBF48F0}</a:tableStyleId>
              </a:tblPr>
              <a:tblGrid>
                <a:gridCol w="2423160">
                  <a:extLst>
                    <a:ext uri="{9D8B030D-6E8A-4147-A177-3AD203B41FA5}">
                      <a16:colId xmlns:a16="http://schemas.microsoft.com/office/drawing/2014/main" val="3005145704"/>
                    </a:ext>
                  </a:extLst>
                </a:gridCol>
                <a:gridCol w="3672840">
                  <a:extLst>
                    <a:ext uri="{9D8B030D-6E8A-4147-A177-3AD203B41FA5}">
                      <a16:colId xmlns:a16="http://schemas.microsoft.com/office/drawing/2014/main" val="3897333497"/>
                    </a:ext>
                  </a:extLst>
                </a:gridCol>
              </a:tblGrid>
              <a:tr h="274320">
                <a:tc>
                  <a:txBody>
                    <a:bodyPr/>
                    <a:lstStyle/>
                    <a:p>
                      <a:pPr algn="ctr"/>
                      <a:r>
                        <a:rPr lang="en-US" sz="1800" b="0" dirty="0">
                          <a:latin typeface="CMU Serif (Headings)"/>
                        </a:rPr>
                        <a:t>Current Node</a:t>
                      </a:r>
                    </a:p>
                  </a:txBody>
                  <a:tcPr anchor="ctr"/>
                </a:tc>
                <a:tc>
                  <a:txBody>
                    <a:bodyPr/>
                    <a:lstStyle/>
                    <a:p>
                      <a:pPr algn="ctr"/>
                      <a:r>
                        <a:rPr lang="en-US" sz="1800" b="0" dirty="0">
                          <a:latin typeface="CMU Serif (Headings)"/>
                        </a:rPr>
                        <a:t>Frontier</a:t>
                      </a:r>
                    </a:p>
                  </a:txBody>
                  <a:tcPr anchor="ctr"/>
                </a:tc>
                <a:extLst>
                  <a:ext uri="{0D108BD9-81ED-4DB2-BD59-A6C34878D82A}">
                    <a16:rowId xmlns:a16="http://schemas.microsoft.com/office/drawing/2014/main" val="1654132092"/>
                  </a:ext>
                </a:extLst>
              </a:tr>
              <a:tr h="274320">
                <a:tc>
                  <a:txBody>
                    <a:bodyPr/>
                    <a:lstStyle/>
                    <a:p>
                      <a:pPr algn="ctr"/>
                      <a:endParaRPr lang="en-US" sz="2000" b="0" cap="all" baseline="0" dirty="0">
                        <a:latin typeface="CMU Serif (Headings)"/>
                      </a:endParaRPr>
                    </a:p>
                  </a:txBody>
                  <a:tcPr anchor="ctr"/>
                </a:tc>
                <a:tc>
                  <a:txBody>
                    <a:bodyPr/>
                    <a:lstStyle/>
                    <a:p>
                      <a:pPr algn="ctr"/>
                      <a:r>
                        <a:rPr lang="en-US" sz="2000" b="0" cap="all" baseline="0" dirty="0">
                          <a:latin typeface="CMU Serif (Headings)"/>
                        </a:rPr>
                        <a:t>S0</a:t>
                      </a:r>
                    </a:p>
                  </a:txBody>
                  <a:tcPr anchor="ctr"/>
                </a:tc>
                <a:extLst>
                  <a:ext uri="{0D108BD9-81ED-4DB2-BD59-A6C34878D82A}">
                    <a16:rowId xmlns:a16="http://schemas.microsoft.com/office/drawing/2014/main" val="2333055560"/>
                  </a:ext>
                </a:extLst>
              </a:tr>
              <a:tr h="274320">
                <a:tc>
                  <a:txBody>
                    <a:bodyPr/>
                    <a:lstStyle/>
                    <a:p>
                      <a:pPr algn="ctr"/>
                      <a:r>
                        <a:rPr lang="en-US" sz="2000" b="0" cap="all" baseline="0" dirty="0">
                          <a:latin typeface="CMU Serif (Headings)"/>
                        </a:rPr>
                        <a:t>S0</a:t>
                      </a:r>
                    </a:p>
                  </a:txBody>
                  <a:tcPr anchor="ctr"/>
                </a:tc>
                <a:tc>
                  <a:txBody>
                    <a:bodyPr/>
                    <a:lstStyle/>
                    <a:p>
                      <a:pPr algn="ctr"/>
                      <a:r>
                        <a:rPr lang="en-US" sz="2000" b="0" cap="all" baseline="0" dirty="0">
                          <a:solidFill>
                            <a:schemeClr val="accent1"/>
                          </a:solidFill>
                          <a:latin typeface="CMU Serif (Headings)"/>
                        </a:rPr>
                        <a:t>P1, d3, e9</a:t>
                      </a:r>
                    </a:p>
                  </a:txBody>
                  <a:tcPr anchor="ctr"/>
                </a:tc>
                <a:extLst>
                  <a:ext uri="{0D108BD9-81ED-4DB2-BD59-A6C34878D82A}">
                    <a16:rowId xmlns:a16="http://schemas.microsoft.com/office/drawing/2014/main" val="1242938111"/>
                  </a:ext>
                </a:extLst>
              </a:tr>
              <a:tr h="274320">
                <a:tc>
                  <a:txBody>
                    <a:bodyPr/>
                    <a:lstStyle/>
                    <a:p>
                      <a:pPr algn="ctr"/>
                      <a:r>
                        <a:rPr lang="en-US" sz="2000" b="0" cap="all" baseline="0" dirty="0">
                          <a:latin typeface="CMU Serif (Headings)"/>
                        </a:rPr>
                        <a:t>p1</a:t>
                      </a:r>
                    </a:p>
                  </a:txBody>
                  <a:tcPr anchor="ctr"/>
                </a:tc>
                <a:tc>
                  <a:txBody>
                    <a:bodyPr/>
                    <a:lstStyle/>
                    <a:p>
                      <a:pPr algn="ctr"/>
                      <a:r>
                        <a:rPr lang="en-US" sz="2000" b="0" cap="all" baseline="0" dirty="0">
                          <a:latin typeface="CMU Serif (Headings)"/>
                        </a:rPr>
                        <a:t>d3, E9, </a:t>
                      </a:r>
                      <a:r>
                        <a:rPr lang="en-US" sz="2000" b="0" cap="all" baseline="0" dirty="0">
                          <a:solidFill>
                            <a:schemeClr val="accent1"/>
                          </a:solidFill>
                          <a:latin typeface="CMU Serif (Headings)"/>
                        </a:rPr>
                        <a:t>q16</a:t>
                      </a:r>
                    </a:p>
                  </a:txBody>
                  <a:tcPr anchor="ctr"/>
                </a:tc>
                <a:extLst>
                  <a:ext uri="{0D108BD9-81ED-4DB2-BD59-A6C34878D82A}">
                    <a16:rowId xmlns:a16="http://schemas.microsoft.com/office/drawing/2014/main" val="708065634"/>
                  </a:ext>
                </a:extLst>
              </a:tr>
              <a:tr h="274320">
                <a:tc>
                  <a:txBody>
                    <a:bodyPr/>
                    <a:lstStyle/>
                    <a:p>
                      <a:pPr algn="ctr"/>
                      <a:r>
                        <a:rPr lang="en-US" sz="2000" b="0" cap="all" baseline="0" dirty="0">
                          <a:latin typeface="CMU Serif (Headings)"/>
                        </a:rPr>
                        <a:t>D3</a:t>
                      </a:r>
                    </a:p>
                  </a:txBody>
                  <a:tcPr anchor="ctr"/>
                </a:tc>
                <a:tc>
                  <a:txBody>
                    <a:bodyPr/>
                    <a:lstStyle/>
                    <a:p>
                      <a:pPr algn="ctr"/>
                      <a:r>
                        <a:rPr lang="en-US" sz="2000" b="0" cap="all" baseline="0" dirty="0">
                          <a:solidFill>
                            <a:schemeClr val="accent1"/>
                          </a:solidFill>
                          <a:latin typeface="CMU Serif (Headings)"/>
                        </a:rPr>
                        <a:t>B4, E5,</a:t>
                      </a:r>
                      <a:r>
                        <a:rPr lang="en-US" sz="2000" b="0" cap="all" baseline="0" dirty="0">
                          <a:latin typeface="CMU Serif (Headings)"/>
                        </a:rPr>
                        <a:t> E9, </a:t>
                      </a:r>
                      <a:r>
                        <a:rPr lang="en-US" sz="2000" b="0" cap="all" baseline="0" dirty="0">
                          <a:solidFill>
                            <a:schemeClr val="accent1"/>
                          </a:solidFill>
                          <a:latin typeface="CMU Serif (Headings)"/>
                        </a:rPr>
                        <a:t>C11,</a:t>
                      </a:r>
                      <a:r>
                        <a:rPr lang="en-US" sz="2000" b="0" cap="all" baseline="0" dirty="0">
                          <a:latin typeface="CMU Serif (Headings)"/>
                        </a:rPr>
                        <a:t> Q16</a:t>
                      </a:r>
                    </a:p>
                  </a:txBody>
                  <a:tcPr anchor="ctr"/>
                </a:tc>
                <a:extLst>
                  <a:ext uri="{0D108BD9-81ED-4DB2-BD59-A6C34878D82A}">
                    <a16:rowId xmlns:a16="http://schemas.microsoft.com/office/drawing/2014/main" val="121760505"/>
                  </a:ext>
                </a:extLst>
              </a:tr>
              <a:tr h="274320">
                <a:tc>
                  <a:txBody>
                    <a:bodyPr/>
                    <a:lstStyle/>
                    <a:p>
                      <a:pPr algn="ctr"/>
                      <a:r>
                        <a:rPr lang="en-US" sz="1800" b="0" cap="all" baseline="0" dirty="0">
                          <a:latin typeface="CMU Serif (Headings)"/>
                        </a:rPr>
                        <a:t>?</a:t>
                      </a:r>
                    </a:p>
                  </a:txBody>
                  <a:tcPr anchor="ctr"/>
                </a:tc>
                <a:tc>
                  <a:txBody>
                    <a:bodyPr/>
                    <a:lstStyle/>
                    <a:p>
                      <a:pPr algn="ctr"/>
                      <a:r>
                        <a:rPr lang="en-US" sz="1800" b="0" cap="all" baseline="0" dirty="0">
                          <a:latin typeface="CMU Serif (Headings)"/>
                        </a:rPr>
                        <a:t>?</a:t>
                      </a:r>
                    </a:p>
                  </a:txBody>
                  <a:tcPr anchor="ctr"/>
                </a:tc>
                <a:extLst>
                  <a:ext uri="{0D108BD9-81ED-4DB2-BD59-A6C34878D82A}">
                    <a16:rowId xmlns:a16="http://schemas.microsoft.com/office/drawing/2014/main" val="109293851"/>
                  </a:ext>
                </a:extLst>
              </a:tr>
              <a:tr h="274320">
                <a:tc>
                  <a:txBody>
                    <a:bodyPr/>
                    <a:lstStyle/>
                    <a:p>
                      <a:pPr algn="ctr"/>
                      <a:r>
                        <a:rPr lang="en-US" sz="1800" b="0" cap="all" baseline="0" dirty="0">
                          <a:latin typeface="CMU Serif (Headings)"/>
                        </a:rPr>
                        <a:t>?</a:t>
                      </a:r>
                    </a:p>
                  </a:txBody>
                  <a:tcPr anchor="ctr"/>
                </a:tc>
                <a:tc>
                  <a:txBody>
                    <a:bodyPr/>
                    <a:lstStyle/>
                    <a:p>
                      <a:pPr algn="ctr"/>
                      <a:r>
                        <a:rPr lang="en-US" sz="1800" b="0" cap="all" baseline="0" dirty="0">
                          <a:latin typeface="CMU Serif (Headings)"/>
                        </a:rPr>
                        <a:t>?</a:t>
                      </a:r>
                    </a:p>
                  </a:txBody>
                  <a:tcPr anchor="ctr"/>
                </a:tc>
                <a:extLst>
                  <a:ext uri="{0D108BD9-81ED-4DB2-BD59-A6C34878D82A}">
                    <a16:rowId xmlns:a16="http://schemas.microsoft.com/office/drawing/2014/main" val="4233389663"/>
                  </a:ext>
                </a:extLst>
              </a:tr>
            </a:tbl>
          </a:graphicData>
        </a:graphic>
      </p:graphicFrame>
      <p:sp>
        <p:nvSpPr>
          <p:cNvPr id="4" name="TextBox 3">
            <a:extLst>
              <a:ext uri="{FF2B5EF4-FFF2-40B4-BE49-F238E27FC236}">
                <a16:creationId xmlns:a16="http://schemas.microsoft.com/office/drawing/2014/main" id="{805A4925-B88A-283E-2BCE-FB9312DA7E5E}"/>
              </a:ext>
            </a:extLst>
          </p:cNvPr>
          <p:cNvSpPr txBox="1"/>
          <p:nvPr/>
        </p:nvSpPr>
        <p:spPr>
          <a:xfrm>
            <a:off x="239180" y="3555253"/>
            <a:ext cx="2569635" cy="338554"/>
          </a:xfrm>
          <a:prstGeom prst="rect">
            <a:avLst/>
          </a:prstGeom>
          <a:noFill/>
        </p:spPr>
        <p:txBody>
          <a:bodyPr wrap="square" lIns="0" tIns="0" rIns="0" bIns="0" rtlCol="0" anchor="ctr">
            <a:spAutoFit/>
          </a:bodyPr>
          <a:lstStyle/>
          <a:p>
            <a:pPr>
              <a:spcAft>
                <a:spcPts val="12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Complete the steps: </a:t>
            </a:r>
          </a:p>
        </p:txBody>
      </p:sp>
    </p:spTree>
    <p:extLst>
      <p:ext uri="{BB962C8B-B14F-4D97-AF65-F5344CB8AC3E}">
        <p14:creationId xmlns:p14="http://schemas.microsoft.com/office/powerpoint/2010/main" val="37894069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AFA8-9BA2-8201-A121-A655095A8A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23AA12-8E2B-5075-4B1E-037F9E5B526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Uniform Cost Search </a:t>
            </a:r>
          </a:p>
        </p:txBody>
      </p:sp>
      <p:graphicFrame>
        <p:nvGraphicFramePr>
          <p:cNvPr id="2" name="Table 1">
            <a:extLst>
              <a:ext uri="{FF2B5EF4-FFF2-40B4-BE49-F238E27FC236}">
                <a16:creationId xmlns:a16="http://schemas.microsoft.com/office/drawing/2014/main" id="{A27E0E01-0FA6-3961-AE4B-AB804B77CB11}"/>
              </a:ext>
            </a:extLst>
          </p:cNvPr>
          <p:cNvGraphicFramePr>
            <a:graphicFrameLocks noGrp="1"/>
          </p:cNvGraphicFramePr>
          <p:nvPr>
            <p:extLst>
              <p:ext uri="{D42A27DB-BD31-4B8C-83A1-F6EECF244321}">
                <p14:modId xmlns:p14="http://schemas.microsoft.com/office/powerpoint/2010/main" val="2816074071"/>
              </p:ext>
            </p:extLst>
          </p:nvPr>
        </p:nvGraphicFramePr>
        <p:xfrm>
          <a:off x="452966" y="1378410"/>
          <a:ext cx="6244168" cy="4754880"/>
        </p:xfrm>
        <a:graphic>
          <a:graphicData uri="http://schemas.openxmlformats.org/drawingml/2006/table">
            <a:tbl>
              <a:tblPr firstRow="1" bandRow="1">
                <a:tableStyleId>{6E25E649-3F16-4E02-A733-19D2CDBF48F0}</a:tableStyleId>
              </a:tblPr>
              <a:tblGrid>
                <a:gridCol w="1920934">
                  <a:extLst>
                    <a:ext uri="{9D8B030D-6E8A-4147-A177-3AD203B41FA5}">
                      <a16:colId xmlns:a16="http://schemas.microsoft.com/office/drawing/2014/main" val="3005145704"/>
                    </a:ext>
                  </a:extLst>
                </a:gridCol>
                <a:gridCol w="4323234">
                  <a:extLst>
                    <a:ext uri="{9D8B030D-6E8A-4147-A177-3AD203B41FA5}">
                      <a16:colId xmlns:a16="http://schemas.microsoft.com/office/drawing/2014/main" val="3897333497"/>
                    </a:ext>
                  </a:extLst>
                </a:gridCol>
              </a:tblGrid>
              <a:tr h="182880">
                <a:tc>
                  <a:txBody>
                    <a:bodyPr/>
                    <a:lstStyle/>
                    <a:p>
                      <a:pPr algn="ctr"/>
                      <a:r>
                        <a:rPr lang="en-US" sz="2000" b="0" dirty="0">
                          <a:latin typeface="CMU Serif (Headings)"/>
                        </a:rPr>
                        <a:t>Current Node</a:t>
                      </a:r>
                    </a:p>
                  </a:txBody>
                  <a:tcPr anchor="ctr"/>
                </a:tc>
                <a:tc>
                  <a:txBody>
                    <a:bodyPr/>
                    <a:lstStyle/>
                    <a:p>
                      <a:pPr algn="ctr"/>
                      <a:r>
                        <a:rPr lang="en-US" sz="2000" b="0" dirty="0">
                          <a:latin typeface="CMU Serif (Headings)"/>
                        </a:rPr>
                        <a:t>Frontier</a:t>
                      </a:r>
                    </a:p>
                  </a:txBody>
                  <a:tcPr anchor="ctr"/>
                </a:tc>
                <a:extLst>
                  <a:ext uri="{0D108BD9-81ED-4DB2-BD59-A6C34878D82A}">
                    <a16:rowId xmlns:a16="http://schemas.microsoft.com/office/drawing/2014/main" val="1654132092"/>
                  </a:ext>
                </a:extLst>
              </a:tr>
              <a:tr h="182880">
                <a:tc>
                  <a:txBody>
                    <a:bodyPr/>
                    <a:lstStyle/>
                    <a:p>
                      <a:pPr algn="ctr"/>
                      <a:endParaRPr lang="en-US" sz="2000" b="0" cap="all" baseline="0" dirty="0">
                        <a:latin typeface="CMU Serif (Headings)"/>
                      </a:endParaRPr>
                    </a:p>
                  </a:txBody>
                  <a:tcPr anchor="ctr"/>
                </a:tc>
                <a:tc>
                  <a:txBody>
                    <a:bodyPr/>
                    <a:lstStyle/>
                    <a:p>
                      <a:pPr algn="ctr"/>
                      <a:r>
                        <a:rPr lang="en-US" sz="2000" b="0" cap="all" baseline="0" dirty="0">
                          <a:latin typeface="CMU Serif (Headings)"/>
                        </a:rPr>
                        <a:t>S0</a:t>
                      </a:r>
                    </a:p>
                  </a:txBody>
                  <a:tcPr anchor="ctr"/>
                </a:tc>
                <a:extLst>
                  <a:ext uri="{0D108BD9-81ED-4DB2-BD59-A6C34878D82A}">
                    <a16:rowId xmlns:a16="http://schemas.microsoft.com/office/drawing/2014/main" val="2333055560"/>
                  </a:ext>
                </a:extLst>
              </a:tr>
              <a:tr h="182880">
                <a:tc>
                  <a:txBody>
                    <a:bodyPr/>
                    <a:lstStyle/>
                    <a:p>
                      <a:pPr algn="ctr"/>
                      <a:r>
                        <a:rPr lang="en-US" sz="2000" b="0" cap="all" baseline="0" dirty="0">
                          <a:latin typeface="CMU Serif (Headings)"/>
                        </a:rPr>
                        <a:t>S0</a:t>
                      </a:r>
                    </a:p>
                  </a:txBody>
                  <a:tcPr anchor="ctr"/>
                </a:tc>
                <a:tc>
                  <a:txBody>
                    <a:bodyPr/>
                    <a:lstStyle/>
                    <a:p>
                      <a:pPr algn="ctr"/>
                      <a:r>
                        <a:rPr lang="en-US" sz="2000" b="0" cap="all" baseline="0" dirty="0">
                          <a:solidFill>
                            <a:schemeClr val="accent1"/>
                          </a:solidFill>
                          <a:latin typeface="CMU Serif (Headings)"/>
                        </a:rPr>
                        <a:t>P1, d3, e9</a:t>
                      </a:r>
                    </a:p>
                  </a:txBody>
                  <a:tcPr anchor="ctr"/>
                </a:tc>
                <a:extLst>
                  <a:ext uri="{0D108BD9-81ED-4DB2-BD59-A6C34878D82A}">
                    <a16:rowId xmlns:a16="http://schemas.microsoft.com/office/drawing/2014/main" val="1242938111"/>
                  </a:ext>
                </a:extLst>
              </a:tr>
              <a:tr h="182880">
                <a:tc>
                  <a:txBody>
                    <a:bodyPr/>
                    <a:lstStyle/>
                    <a:p>
                      <a:pPr algn="ctr"/>
                      <a:r>
                        <a:rPr lang="en-US" sz="2000" b="0" cap="all" baseline="0" dirty="0">
                          <a:latin typeface="CMU Serif (Headings)"/>
                        </a:rPr>
                        <a:t>p1</a:t>
                      </a:r>
                    </a:p>
                  </a:txBody>
                  <a:tcPr anchor="ctr"/>
                </a:tc>
                <a:tc>
                  <a:txBody>
                    <a:bodyPr/>
                    <a:lstStyle/>
                    <a:p>
                      <a:pPr algn="ctr"/>
                      <a:r>
                        <a:rPr lang="en-US" sz="2000" b="0" cap="all" baseline="0" dirty="0">
                          <a:latin typeface="CMU Serif (Headings)"/>
                        </a:rPr>
                        <a:t>d3, E9, </a:t>
                      </a:r>
                      <a:r>
                        <a:rPr lang="en-US" sz="2000" b="0" cap="all" baseline="0" dirty="0">
                          <a:solidFill>
                            <a:schemeClr val="accent1"/>
                          </a:solidFill>
                          <a:latin typeface="CMU Serif (Headings)"/>
                        </a:rPr>
                        <a:t>q16</a:t>
                      </a:r>
                    </a:p>
                  </a:txBody>
                  <a:tcPr anchor="ctr"/>
                </a:tc>
                <a:extLst>
                  <a:ext uri="{0D108BD9-81ED-4DB2-BD59-A6C34878D82A}">
                    <a16:rowId xmlns:a16="http://schemas.microsoft.com/office/drawing/2014/main" val="708065634"/>
                  </a:ext>
                </a:extLst>
              </a:tr>
              <a:tr h="182880">
                <a:tc>
                  <a:txBody>
                    <a:bodyPr/>
                    <a:lstStyle/>
                    <a:p>
                      <a:pPr algn="ctr"/>
                      <a:r>
                        <a:rPr lang="en-US" sz="2000" b="0" cap="all" baseline="0" dirty="0">
                          <a:latin typeface="CMU Serif (Headings)"/>
                        </a:rPr>
                        <a:t>D3</a:t>
                      </a:r>
                    </a:p>
                  </a:txBody>
                  <a:tcPr anchor="ctr"/>
                </a:tc>
                <a:tc>
                  <a:txBody>
                    <a:bodyPr/>
                    <a:lstStyle/>
                    <a:p>
                      <a:pPr algn="ctr"/>
                      <a:r>
                        <a:rPr lang="en-US" sz="2000" b="0" cap="all" baseline="0" dirty="0">
                          <a:solidFill>
                            <a:schemeClr val="accent1"/>
                          </a:solidFill>
                          <a:latin typeface="CMU Serif (Headings)"/>
                        </a:rPr>
                        <a:t>B4, E5,</a:t>
                      </a:r>
                      <a:r>
                        <a:rPr lang="en-US" sz="2000" b="0" cap="all" baseline="0" dirty="0">
                          <a:latin typeface="CMU Serif (Headings)"/>
                        </a:rPr>
                        <a:t> E9, </a:t>
                      </a:r>
                      <a:r>
                        <a:rPr lang="en-US" sz="2000" b="0" cap="all" baseline="0" dirty="0">
                          <a:solidFill>
                            <a:schemeClr val="accent1"/>
                          </a:solidFill>
                          <a:latin typeface="CMU Serif (Headings)"/>
                        </a:rPr>
                        <a:t>C11,</a:t>
                      </a:r>
                      <a:r>
                        <a:rPr lang="en-US" sz="2000" b="0" cap="all" baseline="0" dirty="0">
                          <a:latin typeface="CMU Serif (Headings)"/>
                        </a:rPr>
                        <a:t> Q16</a:t>
                      </a:r>
                    </a:p>
                  </a:txBody>
                  <a:tcPr anchor="ctr"/>
                </a:tc>
                <a:extLst>
                  <a:ext uri="{0D108BD9-81ED-4DB2-BD59-A6C34878D82A}">
                    <a16:rowId xmlns:a16="http://schemas.microsoft.com/office/drawing/2014/main" val="121760505"/>
                  </a:ext>
                </a:extLst>
              </a:tr>
              <a:tr h="182880">
                <a:tc>
                  <a:txBody>
                    <a:bodyPr/>
                    <a:lstStyle/>
                    <a:p>
                      <a:pPr algn="ctr"/>
                      <a:r>
                        <a:rPr lang="en-US" sz="2000" b="0" cap="all" baseline="0" dirty="0">
                          <a:latin typeface="CMU Serif (Headings)"/>
                        </a:rPr>
                        <a:t>B4</a:t>
                      </a:r>
                    </a:p>
                  </a:txBody>
                  <a:tcPr anchor="ctr"/>
                </a:tc>
                <a:tc>
                  <a:txBody>
                    <a:bodyPr/>
                    <a:lstStyle/>
                    <a:p>
                      <a:pPr algn="ctr"/>
                      <a:r>
                        <a:rPr lang="en-US" sz="2000" b="0" cap="all" baseline="0" dirty="0">
                          <a:latin typeface="CMU Serif (Headings)"/>
                        </a:rPr>
                        <a:t>E5, </a:t>
                      </a:r>
                      <a:r>
                        <a:rPr lang="en-US" sz="2000" b="0" cap="all" baseline="0" dirty="0">
                          <a:solidFill>
                            <a:schemeClr val="accent1"/>
                          </a:solidFill>
                          <a:latin typeface="CMU Serif (Headings)"/>
                        </a:rPr>
                        <a:t>a6,</a:t>
                      </a:r>
                      <a:r>
                        <a:rPr lang="en-US" sz="2000" b="0" cap="all" baseline="0" dirty="0">
                          <a:latin typeface="CMU Serif (Headings)"/>
                        </a:rPr>
                        <a:t> E9, C11, Q16</a:t>
                      </a:r>
                    </a:p>
                  </a:txBody>
                  <a:tcPr anchor="ctr"/>
                </a:tc>
                <a:extLst>
                  <a:ext uri="{0D108BD9-81ED-4DB2-BD59-A6C34878D82A}">
                    <a16:rowId xmlns:a16="http://schemas.microsoft.com/office/drawing/2014/main" val="109293851"/>
                  </a:ext>
                </a:extLst>
              </a:tr>
              <a:tr h="182880">
                <a:tc>
                  <a:txBody>
                    <a:bodyPr/>
                    <a:lstStyle/>
                    <a:p>
                      <a:pPr algn="ctr"/>
                      <a:r>
                        <a:rPr lang="en-US" sz="2000" b="0" cap="all" baseline="0" dirty="0">
                          <a:latin typeface="CMU Serif (Headings)"/>
                        </a:rPr>
                        <a:t>E5</a:t>
                      </a:r>
                    </a:p>
                  </a:txBody>
                  <a:tcPr anchor="ctr"/>
                </a:tc>
                <a:tc>
                  <a:txBody>
                    <a:bodyPr/>
                    <a:lstStyle/>
                    <a:p>
                      <a:pPr algn="ctr"/>
                      <a:r>
                        <a:rPr lang="en-US" sz="2000" b="0" cap="all" baseline="0" dirty="0">
                          <a:latin typeface="CMU Serif (Headings)"/>
                        </a:rPr>
                        <a:t>a6, </a:t>
                      </a:r>
                      <a:r>
                        <a:rPr lang="en-US" sz="2000" b="0" cap="all" baseline="0" dirty="0">
                          <a:solidFill>
                            <a:schemeClr val="accent1"/>
                          </a:solidFill>
                          <a:latin typeface="CMU Serif (Headings)"/>
                        </a:rPr>
                        <a:t>r7, </a:t>
                      </a:r>
                      <a:r>
                        <a:rPr lang="en-US" sz="2000" b="0" cap="all" baseline="0" dirty="0">
                          <a:latin typeface="CMU Serif (Headings)"/>
                        </a:rPr>
                        <a:t>E9, C11, </a:t>
                      </a:r>
                      <a:r>
                        <a:rPr lang="en-US" sz="2000" b="0" cap="all" baseline="0" dirty="0">
                          <a:solidFill>
                            <a:schemeClr val="accent1"/>
                          </a:solidFill>
                          <a:latin typeface="CMU Serif (Headings)"/>
                        </a:rPr>
                        <a:t>h13,</a:t>
                      </a:r>
                      <a:r>
                        <a:rPr lang="en-US" sz="2000" b="0" cap="all" baseline="0" dirty="0">
                          <a:latin typeface="CMU Serif (Headings)"/>
                        </a:rPr>
                        <a:t> Q16</a:t>
                      </a:r>
                    </a:p>
                  </a:txBody>
                  <a:tcPr anchor="ctr"/>
                </a:tc>
                <a:extLst>
                  <a:ext uri="{0D108BD9-81ED-4DB2-BD59-A6C34878D82A}">
                    <a16:rowId xmlns:a16="http://schemas.microsoft.com/office/drawing/2014/main" val="4233389663"/>
                  </a:ext>
                </a:extLst>
              </a:tr>
              <a:tr h="182880">
                <a:tc>
                  <a:txBody>
                    <a:bodyPr/>
                    <a:lstStyle/>
                    <a:p>
                      <a:pPr algn="ctr"/>
                      <a:r>
                        <a:rPr lang="en-US" sz="2000" b="0" cap="all" baseline="0" dirty="0">
                          <a:latin typeface="CMU Serif (Headings)"/>
                        </a:rPr>
                        <a:t>A6</a:t>
                      </a:r>
                    </a:p>
                  </a:txBody>
                  <a:tcPr anchor="ctr"/>
                </a:tc>
                <a:tc>
                  <a:txBody>
                    <a:bodyPr/>
                    <a:lstStyle/>
                    <a:p>
                      <a:pPr algn="ctr"/>
                      <a:r>
                        <a:rPr lang="en-US" sz="2000" b="0" cap="all" baseline="0" dirty="0">
                          <a:latin typeface="CMU Serif (Headings)"/>
                        </a:rPr>
                        <a:t>r7, E9, C11, h13, Q16</a:t>
                      </a:r>
                    </a:p>
                  </a:txBody>
                  <a:tcPr anchor="ctr"/>
                </a:tc>
                <a:extLst>
                  <a:ext uri="{0D108BD9-81ED-4DB2-BD59-A6C34878D82A}">
                    <a16:rowId xmlns:a16="http://schemas.microsoft.com/office/drawing/2014/main" val="1789565977"/>
                  </a:ext>
                </a:extLst>
              </a:tr>
              <a:tr h="182880">
                <a:tc>
                  <a:txBody>
                    <a:bodyPr/>
                    <a:lstStyle/>
                    <a:p>
                      <a:pPr algn="ctr"/>
                      <a:r>
                        <a:rPr lang="en-US" sz="2000" b="0" cap="all" baseline="0" dirty="0">
                          <a:latin typeface="CMU Serif (Headings)"/>
                        </a:rPr>
                        <a:t>R7</a:t>
                      </a:r>
                    </a:p>
                  </a:txBody>
                  <a:tcPr anchor="ctr"/>
                </a:tc>
                <a:tc>
                  <a:txBody>
                    <a:bodyPr/>
                    <a:lstStyle/>
                    <a:p>
                      <a:pPr algn="ctr"/>
                      <a:r>
                        <a:rPr lang="en-US" sz="2000" b="0" cap="all" baseline="0" dirty="0">
                          <a:solidFill>
                            <a:schemeClr val="accent1"/>
                          </a:solidFill>
                          <a:latin typeface="CMU Serif (Headings)"/>
                        </a:rPr>
                        <a:t>F8,</a:t>
                      </a:r>
                      <a:r>
                        <a:rPr lang="en-US" sz="2000" b="0" cap="all" baseline="0" dirty="0">
                          <a:latin typeface="CMU Serif (Headings)"/>
                        </a:rPr>
                        <a:t> E9, C11, h13, Q16</a:t>
                      </a:r>
                    </a:p>
                  </a:txBody>
                  <a:tcPr anchor="ctr"/>
                </a:tc>
                <a:extLst>
                  <a:ext uri="{0D108BD9-81ED-4DB2-BD59-A6C34878D82A}">
                    <a16:rowId xmlns:a16="http://schemas.microsoft.com/office/drawing/2014/main" val="3409834401"/>
                  </a:ext>
                </a:extLst>
              </a:tr>
              <a:tr h="182880">
                <a:tc>
                  <a:txBody>
                    <a:bodyPr/>
                    <a:lstStyle/>
                    <a:p>
                      <a:pPr algn="ctr"/>
                      <a:r>
                        <a:rPr lang="en-US" sz="2000" b="0" cap="all" baseline="0" dirty="0">
                          <a:latin typeface="CMU Serif (Headings)"/>
                        </a:rPr>
                        <a:t>f8</a:t>
                      </a:r>
                    </a:p>
                  </a:txBody>
                  <a:tcPr anchor="ctr"/>
                </a:tc>
                <a:tc>
                  <a:txBody>
                    <a:bodyPr/>
                    <a:lstStyle/>
                    <a:p>
                      <a:pPr algn="ctr"/>
                      <a:r>
                        <a:rPr lang="en-US" sz="2000" b="0" cap="all" baseline="0" dirty="0">
                          <a:latin typeface="CMU Serif (Headings)"/>
                        </a:rPr>
                        <a:t>E9, </a:t>
                      </a:r>
                      <a:r>
                        <a:rPr lang="en-US" sz="2000" b="0" cap="all" baseline="0" dirty="0">
                          <a:solidFill>
                            <a:schemeClr val="accent1"/>
                          </a:solidFill>
                          <a:latin typeface="CMU Serif (Headings)"/>
                        </a:rPr>
                        <a:t>g10,</a:t>
                      </a:r>
                      <a:r>
                        <a:rPr lang="en-US" sz="2000" b="0" cap="all" baseline="0" dirty="0">
                          <a:latin typeface="CMU Serif (Headings)"/>
                        </a:rPr>
                        <a:t> C11, </a:t>
                      </a:r>
                      <a:r>
                        <a:rPr lang="en-US" sz="2000" b="0" cap="all" baseline="0" dirty="0">
                          <a:solidFill>
                            <a:schemeClr val="accent1"/>
                          </a:solidFill>
                          <a:latin typeface="CMU Serif (Headings)"/>
                        </a:rPr>
                        <a:t>c11,</a:t>
                      </a:r>
                      <a:r>
                        <a:rPr lang="en-US" sz="2000" b="0" cap="all" baseline="0" dirty="0">
                          <a:latin typeface="CMU Serif (Headings)"/>
                        </a:rPr>
                        <a:t> h13, Q16</a:t>
                      </a:r>
                    </a:p>
                  </a:txBody>
                  <a:tcPr anchor="ctr"/>
                </a:tc>
                <a:extLst>
                  <a:ext uri="{0D108BD9-81ED-4DB2-BD59-A6C34878D82A}">
                    <a16:rowId xmlns:a16="http://schemas.microsoft.com/office/drawing/2014/main" val="2882700896"/>
                  </a:ext>
                </a:extLst>
              </a:tr>
              <a:tr h="182880">
                <a:tc>
                  <a:txBody>
                    <a:bodyPr/>
                    <a:lstStyle/>
                    <a:p>
                      <a:pPr algn="ctr"/>
                      <a:r>
                        <a:rPr lang="en-US" sz="2000" b="0" cap="all" baseline="0" dirty="0">
                          <a:latin typeface="CMU Serif (Headings)"/>
                        </a:rPr>
                        <a:t>E9</a:t>
                      </a:r>
                    </a:p>
                  </a:txBody>
                  <a:tcPr anchor="ctr"/>
                </a:tc>
                <a:tc>
                  <a:txBody>
                    <a:bodyPr/>
                    <a:lstStyle/>
                    <a:p>
                      <a:pPr algn="ctr"/>
                      <a:r>
                        <a:rPr lang="en-US" sz="2000" b="0" cap="all" baseline="0" dirty="0">
                          <a:latin typeface="CMU Serif (Headings)"/>
                        </a:rPr>
                        <a:t>g10, </a:t>
                      </a:r>
                      <a:r>
                        <a:rPr lang="en-US" sz="2000" b="0" cap="all" baseline="0" dirty="0">
                          <a:solidFill>
                            <a:schemeClr val="accent1"/>
                          </a:solidFill>
                          <a:latin typeface="CMU Serif (Headings)"/>
                        </a:rPr>
                        <a:t>r11, </a:t>
                      </a:r>
                      <a:r>
                        <a:rPr lang="en-US" sz="2000" b="0" cap="all" baseline="0" dirty="0">
                          <a:latin typeface="CMU Serif (Headings)"/>
                        </a:rPr>
                        <a:t>C11, c11, h13, Q16</a:t>
                      </a:r>
                      <a:r>
                        <a:rPr lang="en-US" sz="2000" b="0" cap="all" baseline="0" dirty="0">
                          <a:solidFill>
                            <a:schemeClr val="accent1"/>
                          </a:solidFill>
                          <a:latin typeface="CMU Serif (Headings)"/>
                        </a:rPr>
                        <a:t>, H17</a:t>
                      </a:r>
                    </a:p>
                  </a:txBody>
                  <a:tcPr anchor="ctr"/>
                </a:tc>
                <a:extLst>
                  <a:ext uri="{0D108BD9-81ED-4DB2-BD59-A6C34878D82A}">
                    <a16:rowId xmlns:a16="http://schemas.microsoft.com/office/drawing/2014/main" val="3802206084"/>
                  </a:ext>
                </a:extLst>
              </a:tr>
              <a:tr h="182880">
                <a:tc>
                  <a:txBody>
                    <a:bodyPr/>
                    <a:lstStyle/>
                    <a:p>
                      <a:pPr algn="ctr"/>
                      <a:r>
                        <a:rPr lang="en-US" sz="2000" b="0" cap="all" baseline="0" dirty="0">
                          <a:latin typeface="CMU Serif (Headings)"/>
                        </a:rPr>
                        <a:t>g10</a:t>
                      </a:r>
                    </a:p>
                  </a:txBody>
                  <a:tcPr anchor="ctr"/>
                </a:tc>
                <a:tc>
                  <a:txBody>
                    <a:bodyPr/>
                    <a:lstStyle/>
                    <a:p>
                      <a:pPr algn="ctr"/>
                      <a:r>
                        <a:rPr lang="en-US" sz="2000" b="0" cap="all" baseline="0" dirty="0">
                          <a:latin typeface="CMU Serif (Headings)"/>
                        </a:rPr>
                        <a:t>r11, C11, c11, h13, Q16, H17</a:t>
                      </a:r>
                    </a:p>
                  </a:txBody>
                  <a:tcPr anchor="ctr"/>
                </a:tc>
                <a:extLst>
                  <a:ext uri="{0D108BD9-81ED-4DB2-BD59-A6C34878D82A}">
                    <a16:rowId xmlns:a16="http://schemas.microsoft.com/office/drawing/2014/main" val="302704645"/>
                  </a:ext>
                </a:extLst>
              </a:tr>
            </a:tbl>
          </a:graphicData>
        </a:graphic>
      </p:graphicFrame>
      <p:sp>
        <p:nvSpPr>
          <p:cNvPr id="7" name="TextBox 6">
            <a:extLst>
              <a:ext uri="{FF2B5EF4-FFF2-40B4-BE49-F238E27FC236}">
                <a16:creationId xmlns:a16="http://schemas.microsoft.com/office/drawing/2014/main" id="{80738065-5DF8-9BB5-0D18-42C414E93AFD}"/>
              </a:ext>
            </a:extLst>
          </p:cNvPr>
          <p:cNvSpPr txBox="1"/>
          <p:nvPr/>
        </p:nvSpPr>
        <p:spPr>
          <a:xfrm>
            <a:off x="2678492" y="6307832"/>
            <a:ext cx="3588051" cy="338554"/>
          </a:xfrm>
          <a:prstGeom prst="rect">
            <a:avLst/>
          </a:prstGeom>
          <a:noFill/>
        </p:spPr>
        <p:txBody>
          <a:bodyPr wrap="square" lIns="0" tIns="0" rIns="0" bIns="0" rtlCol="0" anchor="ctr">
            <a:spAutoFit/>
          </a:bodyPr>
          <a:lstStyle/>
          <a:p>
            <a:pPr algn="ctr">
              <a:spcAft>
                <a:spcPts val="12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S, P, D, B, E, A, R, F, E, G</a:t>
            </a:r>
          </a:p>
        </p:txBody>
      </p:sp>
      <p:pic>
        <p:nvPicPr>
          <p:cNvPr id="8" name="Picture 7">
            <a:extLst>
              <a:ext uri="{FF2B5EF4-FFF2-40B4-BE49-F238E27FC236}">
                <a16:creationId xmlns:a16="http://schemas.microsoft.com/office/drawing/2014/main" id="{A846C5E1-CE1E-E2F2-3141-8BCB023B6107}"/>
              </a:ext>
            </a:extLst>
          </p:cNvPr>
          <p:cNvPicPr>
            <a:picLocks noChangeAspect="1"/>
          </p:cNvPicPr>
          <p:nvPr/>
        </p:nvPicPr>
        <p:blipFill>
          <a:blip r:embed="rId2"/>
          <a:srcRect t="4262" b="1293"/>
          <a:stretch/>
        </p:blipFill>
        <p:spPr>
          <a:xfrm>
            <a:off x="5390776" y="0"/>
            <a:ext cx="3753224" cy="2103120"/>
          </a:xfrm>
          <a:prstGeom prst="rect">
            <a:avLst/>
          </a:prstGeom>
        </p:spPr>
      </p:pic>
      <p:grpSp>
        <p:nvGrpSpPr>
          <p:cNvPr id="25" name="Group 24">
            <a:extLst>
              <a:ext uri="{FF2B5EF4-FFF2-40B4-BE49-F238E27FC236}">
                <a16:creationId xmlns:a16="http://schemas.microsoft.com/office/drawing/2014/main" id="{20270061-C0A2-4DF5-A23B-44253A39A683}"/>
              </a:ext>
            </a:extLst>
          </p:cNvPr>
          <p:cNvGrpSpPr/>
          <p:nvPr/>
        </p:nvGrpSpPr>
        <p:grpSpPr>
          <a:xfrm>
            <a:off x="2677643" y="5881518"/>
            <a:ext cx="5794920" cy="902520"/>
            <a:chOff x="2677643" y="5881518"/>
            <a:chExt cx="5794920" cy="90252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F6E62D2-69CE-420D-B43E-B3170CEEBC1B}"/>
                    </a:ext>
                  </a:extLst>
                </p14:cNvPr>
                <p14:cNvContentPartPr/>
                <p14:nvPr/>
              </p14:nvContentPartPr>
              <p14:xfrm>
                <a:off x="2677643" y="6250878"/>
                <a:ext cx="3733560" cy="533160"/>
              </p14:xfrm>
            </p:contentPart>
          </mc:Choice>
          <mc:Fallback>
            <p:pic>
              <p:nvPicPr>
                <p:cNvPr id="4" name="Ink 3">
                  <a:extLst>
                    <a:ext uri="{FF2B5EF4-FFF2-40B4-BE49-F238E27FC236}">
                      <a16:creationId xmlns:a16="http://schemas.microsoft.com/office/drawing/2014/main" id="{5F6E62D2-69CE-420D-B43E-B3170CEEBC1B}"/>
                    </a:ext>
                  </a:extLst>
                </p:cNvPr>
                <p:cNvPicPr/>
                <p:nvPr/>
              </p:nvPicPr>
              <p:blipFill>
                <a:blip r:embed="rId4"/>
                <a:stretch>
                  <a:fillRect/>
                </a:stretch>
              </p:blipFill>
              <p:spPr>
                <a:xfrm>
                  <a:off x="2668643" y="6242238"/>
                  <a:ext cx="3751200" cy="550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17DEABED-5E57-452F-8421-F33781593433}"/>
                    </a:ext>
                  </a:extLst>
                </p14:cNvPr>
                <p14:cNvContentPartPr/>
                <p14:nvPr/>
              </p14:nvContentPartPr>
              <p14:xfrm>
                <a:off x="2770883" y="6297678"/>
                <a:ext cx="3720960" cy="412200"/>
              </p14:xfrm>
            </p:contentPart>
          </mc:Choice>
          <mc:Fallback>
            <p:pic>
              <p:nvPicPr>
                <p:cNvPr id="5" name="Ink 4">
                  <a:extLst>
                    <a:ext uri="{FF2B5EF4-FFF2-40B4-BE49-F238E27FC236}">
                      <a16:creationId xmlns:a16="http://schemas.microsoft.com/office/drawing/2014/main" id="{17DEABED-5E57-452F-8421-F33781593433}"/>
                    </a:ext>
                  </a:extLst>
                </p:cNvPr>
                <p:cNvPicPr/>
                <p:nvPr/>
              </p:nvPicPr>
              <p:blipFill>
                <a:blip r:embed="rId6"/>
                <a:stretch>
                  <a:fillRect/>
                </a:stretch>
              </p:blipFill>
              <p:spPr>
                <a:xfrm>
                  <a:off x="2762243" y="6289038"/>
                  <a:ext cx="3738600" cy="429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7A47E490-95AA-44C1-B373-0079E8CD9DA2}"/>
                    </a:ext>
                  </a:extLst>
                </p14:cNvPr>
                <p14:cNvContentPartPr/>
                <p14:nvPr/>
              </p14:nvContentPartPr>
              <p14:xfrm>
                <a:off x="6544403" y="6280038"/>
                <a:ext cx="64800" cy="122760"/>
              </p14:xfrm>
            </p:contentPart>
          </mc:Choice>
          <mc:Fallback>
            <p:pic>
              <p:nvPicPr>
                <p:cNvPr id="6" name="Ink 5">
                  <a:extLst>
                    <a:ext uri="{FF2B5EF4-FFF2-40B4-BE49-F238E27FC236}">
                      <a16:creationId xmlns:a16="http://schemas.microsoft.com/office/drawing/2014/main" id="{7A47E490-95AA-44C1-B373-0079E8CD9DA2}"/>
                    </a:ext>
                  </a:extLst>
                </p:cNvPr>
                <p:cNvPicPr/>
                <p:nvPr/>
              </p:nvPicPr>
              <p:blipFill>
                <a:blip r:embed="rId8"/>
                <a:stretch>
                  <a:fillRect/>
                </a:stretch>
              </p:blipFill>
              <p:spPr>
                <a:xfrm>
                  <a:off x="6535403" y="6271038"/>
                  <a:ext cx="824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56915CA5-92AD-4C3E-8A32-BC1EF3826795}"/>
                    </a:ext>
                  </a:extLst>
                </p14:cNvPr>
                <p14:cNvContentPartPr/>
                <p14:nvPr/>
              </p14:nvContentPartPr>
              <p14:xfrm>
                <a:off x="6652763" y="6277878"/>
                <a:ext cx="162000" cy="78840"/>
              </p14:xfrm>
            </p:contentPart>
          </mc:Choice>
          <mc:Fallback>
            <p:pic>
              <p:nvPicPr>
                <p:cNvPr id="9" name="Ink 8">
                  <a:extLst>
                    <a:ext uri="{FF2B5EF4-FFF2-40B4-BE49-F238E27FC236}">
                      <a16:creationId xmlns:a16="http://schemas.microsoft.com/office/drawing/2014/main" id="{56915CA5-92AD-4C3E-8A32-BC1EF3826795}"/>
                    </a:ext>
                  </a:extLst>
                </p:cNvPr>
                <p:cNvPicPr/>
                <p:nvPr/>
              </p:nvPicPr>
              <p:blipFill>
                <a:blip r:embed="rId10"/>
                <a:stretch>
                  <a:fillRect/>
                </a:stretch>
              </p:blipFill>
              <p:spPr>
                <a:xfrm>
                  <a:off x="6643763" y="6268878"/>
                  <a:ext cx="1796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F8090C1C-2A74-4A74-914A-78219749471C}"/>
                    </a:ext>
                  </a:extLst>
                </p14:cNvPr>
                <p14:cNvContentPartPr/>
                <p14:nvPr/>
              </p14:nvContentPartPr>
              <p14:xfrm>
                <a:off x="6819803" y="6260958"/>
                <a:ext cx="139680" cy="137160"/>
              </p14:xfrm>
            </p:contentPart>
          </mc:Choice>
          <mc:Fallback>
            <p:pic>
              <p:nvPicPr>
                <p:cNvPr id="10" name="Ink 9">
                  <a:extLst>
                    <a:ext uri="{FF2B5EF4-FFF2-40B4-BE49-F238E27FC236}">
                      <a16:creationId xmlns:a16="http://schemas.microsoft.com/office/drawing/2014/main" id="{F8090C1C-2A74-4A74-914A-78219749471C}"/>
                    </a:ext>
                  </a:extLst>
                </p:cNvPr>
                <p:cNvPicPr/>
                <p:nvPr/>
              </p:nvPicPr>
              <p:blipFill>
                <a:blip r:embed="rId12"/>
                <a:stretch>
                  <a:fillRect/>
                </a:stretch>
              </p:blipFill>
              <p:spPr>
                <a:xfrm>
                  <a:off x="6811163" y="6251958"/>
                  <a:ext cx="15732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F7F2D07F-8353-40BA-8488-1A5127BC6CAE}"/>
                    </a:ext>
                  </a:extLst>
                </p14:cNvPr>
                <p14:cNvContentPartPr/>
                <p14:nvPr/>
              </p14:nvContentPartPr>
              <p14:xfrm>
                <a:off x="6958403" y="6169878"/>
                <a:ext cx="517320" cy="158760"/>
              </p14:xfrm>
            </p:contentPart>
          </mc:Choice>
          <mc:Fallback>
            <p:pic>
              <p:nvPicPr>
                <p:cNvPr id="11" name="Ink 10">
                  <a:extLst>
                    <a:ext uri="{FF2B5EF4-FFF2-40B4-BE49-F238E27FC236}">
                      <a16:creationId xmlns:a16="http://schemas.microsoft.com/office/drawing/2014/main" id="{F7F2D07F-8353-40BA-8488-1A5127BC6CAE}"/>
                    </a:ext>
                  </a:extLst>
                </p:cNvPr>
                <p:cNvPicPr/>
                <p:nvPr/>
              </p:nvPicPr>
              <p:blipFill>
                <a:blip r:embed="rId14"/>
                <a:stretch>
                  <a:fillRect/>
                </a:stretch>
              </p:blipFill>
              <p:spPr>
                <a:xfrm>
                  <a:off x="6949763" y="6161238"/>
                  <a:ext cx="53496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3240655A-5955-49B4-9D44-FE3C5BECC9D3}"/>
                    </a:ext>
                  </a:extLst>
                </p14:cNvPr>
                <p14:cNvContentPartPr/>
                <p14:nvPr/>
              </p14:nvContentPartPr>
              <p14:xfrm>
                <a:off x="7517483" y="6177078"/>
                <a:ext cx="186840" cy="152640"/>
              </p14:xfrm>
            </p:contentPart>
          </mc:Choice>
          <mc:Fallback>
            <p:pic>
              <p:nvPicPr>
                <p:cNvPr id="12" name="Ink 11">
                  <a:extLst>
                    <a:ext uri="{FF2B5EF4-FFF2-40B4-BE49-F238E27FC236}">
                      <a16:creationId xmlns:a16="http://schemas.microsoft.com/office/drawing/2014/main" id="{3240655A-5955-49B4-9D44-FE3C5BECC9D3}"/>
                    </a:ext>
                  </a:extLst>
                </p:cNvPr>
                <p:cNvPicPr/>
                <p:nvPr/>
              </p:nvPicPr>
              <p:blipFill>
                <a:blip r:embed="rId16"/>
                <a:stretch>
                  <a:fillRect/>
                </a:stretch>
              </p:blipFill>
              <p:spPr>
                <a:xfrm>
                  <a:off x="7508483" y="6168078"/>
                  <a:ext cx="2044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36A116AF-EA15-472D-BB28-F4795A0D8DDD}"/>
                    </a:ext>
                  </a:extLst>
                </p14:cNvPr>
                <p14:cNvContentPartPr/>
                <p14:nvPr/>
              </p14:nvContentPartPr>
              <p14:xfrm>
                <a:off x="7716203" y="6161958"/>
                <a:ext cx="86760" cy="130320"/>
              </p14:xfrm>
            </p:contentPart>
          </mc:Choice>
          <mc:Fallback>
            <p:pic>
              <p:nvPicPr>
                <p:cNvPr id="13" name="Ink 12">
                  <a:extLst>
                    <a:ext uri="{FF2B5EF4-FFF2-40B4-BE49-F238E27FC236}">
                      <a16:creationId xmlns:a16="http://schemas.microsoft.com/office/drawing/2014/main" id="{36A116AF-EA15-472D-BB28-F4795A0D8DDD}"/>
                    </a:ext>
                  </a:extLst>
                </p:cNvPr>
                <p:cNvPicPr/>
                <p:nvPr/>
              </p:nvPicPr>
              <p:blipFill>
                <a:blip r:embed="rId18"/>
                <a:stretch>
                  <a:fillRect/>
                </a:stretch>
              </p:blipFill>
              <p:spPr>
                <a:xfrm>
                  <a:off x="7707203" y="6152958"/>
                  <a:ext cx="10440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4984E335-C640-4014-A828-A914774AF456}"/>
                    </a:ext>
                  </a:extLst>
                </p14:cNvPr>
                <p14:cNvContentPartPr/>
                <p14:nvPr/>
              </p14:nvContentPartPr>
              <p14:xfrm>
                <a:off x="7930403" y="5881518"/>
                <a:ext cx="542160" cy="444600"/>
              </p14:xfrm>
            </p:contentPart>
          </mc:Choice>
          <mc:Fallback>
            <p:pic>
              <p:nvPicPr>
                <p:cNvPr id="14" name="Ink 13">
                  <a:extLst>
                    <a:ext uri="{FF2B5EF4-FFF2-40B4-BE49-F238E27FC236}">
                      <a16:creationId xmlns:a16="http://schemas.microsoft.com/office/drawing/2014/main" id="{4984E335-C640-4014-A828-A914774AF456}"/>
                    </a:ext>
                  </a:extLst>
                </p:cNvPr>
                <p:cNvPicPr/>
                <p:nvPr/>
              </p:nvPicPr>
              <p:blipFill>
                <a:blip r:embed="rId20"/>
                <a:stretch>
                  <a:fillRect/>
                </a:stretch>
              </p:blipFill>
              <p:spPr>
                <a:xfrm>
                  <a:off x="7921403" y="5872878"/>
                  <a:ext cx="559800" cy="4622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32454DB8-04C8-46F8-8A19-3B5962F616FD}"/>
                    </a:ext>
                  </a:extLst>
                </p14:cNvPr>
                <p14:cNvContentPartPr/>
                <p14:nvPr/>
              </p14:nvContentPartPr>
              <p14:xfrm>
                <a:off x="7049843" y="6615198"/>
                <a:ext cx="210960" cy="152280"/>
              </p14:xfrm>
            </p:contentPart>
          </mc:Choice>
          <mc:Fallback>
            <p:pic>
              <p:nvPicPr>
                <p:cNvPr id="15" name="Ink 14">
                  <a:extLst>
                    <a:ext uri="{FF2B5EF4-FFF2-40B4-BE49-F238E27FC236}">
                      <a16:creationId xmlns:a16="http://schemas.microsoft.com/office/drawing/2014/main" id="{32454DB8-04C8-46F8-8A19-3B5962F616FD}"/>
                    </a:ext>
                  </a:extLst>
                </p:cNvPr>
                <p:cNvPicPr/>
                <p:nvPr/>
              </p:nvPicPr>
              <p:blipFill>
                <a:blip r:embed="rId22"/>
                <a:stretch>
                  <a:fillRect/>
                </a:stretch>
              </p:blipFill>
              <p:spPr>
                <a:xfrm>
                  <a:off x="7041203" y="6606558"/>
                  <a:ext cx="22860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552CD582-4103-4604-8609-8A3637D87D44}"/>
                    </a:ext>
                  </a:extLst>
                </p14:cNvPr>
                <p14:cNvContentPartPr/>
                <p14:nvPr/>
              </p14:nvContentPartPr>
              <p14:xfrm>
                <a:off x="7342883" y="6587478"/>
                <a:ext cx="36360" cy="180000"/>
              </p14:xfrm>
            </p:contentPart>
          </mc:Choice>
          <mc:Fallback>
            <p:pic>
              <p:nvPicPr>
                <p:cNvPr id="16" name="Ink 15">
                  <a:extLst>
                    <a:ext uri="{FF2B5EF4-FFF2-40B4-BE49-F238E27FC236}">
                      <a16:creationId xmlns:a16="http://schemas.microsoft.com/office/drawing/2014/main" id="{552CD582-4103-4604-8609-8A3637D87D44}"/>
                    </a:ext>
                  </a:extLst>
                </p:cNvPr>
                <p:cNvPicPr/>
                <p:nvPr/>
              </p:nvPicPr>
              <p:blipFill>
                <a:blip r:embed="rId24"/>
                <a:stretch>
                  <a:fillRect/>
                </a:stretch>
              </p:blipFill>
              <p:spPr>
                <a:xfrm>
                  <a:off x="7333883" y="6578478"/>
                  <a:ext cx="5400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8C0F28F9-D2AC-43BA-839A-593AD80D8905}"/>
                    </a:ext>
                  </a:extLst>
                </p14:cNvPr>
                <p14:cNvContentPartPr/>
                <p14:nvPr/>
              </p14:nvContentPartPr>
              <p14:xfrm>
                <a:off x="7348643" y="6587118"/>
                <a:ext cx="61920" cy="74520"/>
              </p14:xfrm>
            </p:contentPart>
          </mc:Choice>
          <mc:Fallback>
            <p:pic>
              <p:nvPicPr>
                <p:cNvPr id="17" name="Ink 16">
                  <a:extLst>
                    <a:ext uri="{FF2B5EF4-FFF2-40B4-BE49-F238E27FC236}">
                      <a16:creationId xmlns:a16="http://schemas.microsoft.com/office/drawing/2014/main" id="{8C0F28F9-D2AC-43BA-839A-593AD80D8905}"/>
                    </a:ext>
                  </a:extLst>
                </p:cNvPr>
                <p:cNvPicPr/>
                <p:nvPr/>
              </p:nvPicPr>
              <p:blipFill>
                <a:blip r:embed="rId26"/>
                <a:stretch>
                  <a:fillRect/>
                </a:stretch>
              </p:blipFill>
              <p:spPr>
                <a:xfrm>
                  <a:off x="7339643" y="6578118"/>
                  <a:ext cx="7956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784A7659-FBDD-4951-998F-90E27556BFEC}"/>
                    </a:ext>
                  </a:extLst>
                </p14:cNvPr>
                <p14:cNvContentPartPr/>
                <p14:nvPr/>
              </p14:nvContentPartPr>
              <p14:xfrm>
                <a:off x="7444763" y="6554358"/>
                <a:ext cx="109080" cy="91080"/>
              </p14:xfrm>
            </p:contentPart>
          </mc:Choice>
          <mc:Fallback>
            <p:pic>
              <p:nvPicPr>
                <p:cNvPr id="18" name="Ink 17">
                  <a:extLst>
                    <a:ext uri="{FF2B5EF4-FFF2-40B4-BE49-F238E27FC236}">
                      <a16:creationId xmlns:a16="http://schemas.microsoft.com/office/drawing/2014/main" id="{784A7659-FBDD-4951-998F-90E27556BFEC}"/>
                    </a:ext>
                  </a:extLst>
                </p:cNvPr>
                <p:cNvPicPr/>
                <p:nvPr/>
              </p:nvPicPr>
              <p:blipFill>
                <a:blip r:embed="rId28"/>
                <a:stretch>
                  <a:fillRect/>
                </a:stretch>
              </p:blipFill>
              <p:spPr>
                <a:xfrm>
                  <a:off x="7436123" y="6545718"/>
                  <a:ext cx="1267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907FD178-A9CD-42C7-B97E-F53856EC30F7}"/>
                    </a:ext>
                  </a:extLst>
                </p14:cNvPr>
                <p14:cNvContentPartPr/>
                <p14:nvPr/>
              </p14:nvContentPartPr>
              <p14:xfrm>
                <a:off x="7576163" y="6521238"/>
                <a:ext cx="75600" cy="135720"/>
              </p14:xfrm>
            </p:contentPart>
          </mc:Choice>
          <mc:Fallback>
            <p:pic>
              <p:nvPicPr>
                <p:cNvPr id="19" name="Ink 18">
                  <a:extLst>
                    <a:ext uri="{FF2B5EF4-FFF2-40B4-BE49-F238E27FC236}">
                      <a16:creationId xmlns:a16="http://schemas.microsoft.com/office/drawing/2014/main" id="{907FD178-A9CD-42C7-B97E-F53856EC30F7}"/>
                    </a:ext>
                  </a:extLst>
                </p:cNvPr>
                <p:cNvPicPr/>
                <p:nvPr/>
              </p:nvPicPr>
              <p:blipFill>
                <a:blip r:embed="rId30"/>
                <a:stretch>
                  <a:fillRect/>
                </a:stretch>
              </p:blipFill>
              <p:spPr>
                <a:xfrm>
                  <a:off x="7567523" y="6512598"/>
                  <a:ext cx="932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22C27F16-2F50-4DB1-B999-4DF19257A453}"/>
                    </a:ext>
                  </a:extLst>
                </p14:cNvPr>
                <p14:cNvContentPartPr/>
                <p14:nvPr/>
              </p14:nvContentPartPr>
              <p14:xfrm>
                <a:off x="7669403" y="6403518"/>
                <a:ext cx="262440" cy="223560"/>
              </p14:xfrm>
            </p:contentPart>
          </mc:Choice>
          <mc:Fallback>
            <p:pic>
              <p:nvPicPr>
                <p:cNvPr id="20" name="Ink 19">
                  <a:extLst>
                    <a:ext uri="{FF2B5EF4-FFF2-40B4-BE49-F238E27FC236}">
                      <a16:creationId xmlns:a16="http://schemas.microsoft.com/office/drawing/2014/main" id="{22C27F16-2F50-4DB1-B999-4DF19257A453}"/>
                    </a:ext>
                  </a:extLst>
                </p:cNvPr>
                <p:cNvPicPr/>
                <p:nvPr/>
              </p:nvPicPr>
              <p:blipFill>
                <a:blip r:embed="rId32"/>
                <a:stretch>
                  <a:fillRect/>
                </a:stretch>
              </p:blipFill>
              <p:spPr>
                <a:xfrm>
                  <a:off x="7660403" y="6394518"/>
                  <a:ext cx="28008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EECDC2B7-31B6-4E34-8465-CCAE210E1298}"/>
                    </a:ext>
                  </a:extLst>
                </p14:cNvPr>
                <p14:cNvContentPartPr/>
                <p14:nvPr/>
              </p14:nvContentPartPr>
              <p14:xfrm>
                <a:off x="7805843" y="6418998"/>
                <a:ext cx="125280" cy="90720"/>
              </p14:xfrm>
            </p:contentPart>
          </mc:Choice>
          <mc:Fallback>
            <p:pic>
              <p:nvPicPr>
                <p:cNvPr id="21" name="Ink 20">
                  <a:extLst>
                    <a:ext uri="{FF2B5EF4-FFF2-40B4-BE49-F238E27FC236}">
                      <a16:creationId xmlns:a16="http://schemas.microsoft.com/office/drawing/2014/main" id="{EECDC2B7-31B6-4E34-8465-CCAE210E1298}"/>
                    </a:ext>
                  </a:extLst>
                </p:cNvPr>
                <p:cNvPicPr/>
                <p:nvPr/>
              </p:nvPicPr>
              <p:blipFill>
                <a:blip r:embed="rId34"/>
                <a:stretch>
                  <a:fillRect/>
                </a:stretch>
              </p:blipFill>
              <p:spPr>
                <a:xfrm>
                  <a:off x="7797203" y="6410358"/>
                  <a:ext cx="14292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C9148FAB-D2A9-4608-9B37-6152E316C337}"/>
                    </a:ext>
                  </a:extLst>
                </p14:cNvPr>
                <p14:cNvContentPartPr/>
                <p14:nvPr/>
              </p14:nvContentPartPr>
              <p14:xfrm>
                <a:off x="7976123" y="6454638"/>
                <a:ext cx="107280" cy="122760"/>
              </p14:xfrm>
            </p:contentPart>
          </mc:Choice>
          <mc:Fallback>
            <p:pic>
              <p:nvPicPr>
                <p:cNvPr id="22" name="Ink 21">
                  <a:extLst>
                    <a:ext uri="{FF2B5EF4-FFF2-40B4-BE49-F238E27FC236}">
                      <a16:creationId xmlns:a16="http://schemas.microsoft.com/office/drawing/2014/main" id="{C9148FAB-D2A9-4608-9B37-6152E316C337}"/>
                    </a:ext>
                  </a:extLst>
                </p:cNvPr>
                <p:cNvPicPr/>
                <p:nvPr/>
              </p:nvPicPr>
              <p:blipFill>
                <a:blip r:embed="rId36"/>
                <a:stretch>
                  <a:fillRect/>
                </a:stretch>
              </p:blipFill>
              <p:spPr>
                <a:xfrm>
                  <a:off x="7967123" y="6445638"/>
                  <a:ext cx="1249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0477E437-7C14-417B-BA2E-9F2A858BEF19}"/>
                    </a:ext>
                  </a:extLst>
                </p14:cNvPr>
                <p14:cNvContentPartPr/>
                <p14:nvPr/>
              </p14:nvContentPartPr>
              <p14:xfrm>
                <a:off x="8108243" y="6409998"/>
                <a:ext cx="92520" cy="145800"/>
              </p14:xfrm>
            </p:contentPart>
          </mc:Choice>
          <mc:Fallback>
            <p:pic>
              <p:nvPicPr>
                <p:cNvPr id="23" name="Ink 22">
                  <a:extLst>
                    <a:ext uri="{FF2B5EF4-FFF2-40B4-BE49-F238E27FC236}">
                      <a16:creationId xmlns:a16="http://schemas.microsoft.com/office/drawing/2014/main" id="{0477E437-7C14-417B-BA2E-9F2A858BEF19}"/>
                    </a:ext>
                  </a:extLst>
                </p:cNvPr>
                <p:cNvPicPr/>
                <p:nvPr/>
              </p:nvPicPr>
              <p:blipFill>
                <a:blip r:embed="rId38"/>
                <a:stretch>
                  <a:fillRect/>
                </a:stretch>
              </p:blipFill>
              <p:spPr>
                <a:xfrm>
                  <a:off x="8099243" y="6401358"/>
                  <a:ext cx="1101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A17108E5-8210-4A01-B257-12BFDA5BD18F}"/>
                    </a:ext>
                  </a:extLst>
                </p14:cNvPr>
                <p14:cNvContentPartPr/>
                <p14:nvPr/>
              </p14:nvContentPartPr>
              <p14:xfrm>
                <a:off x="8237123" y="6391278"/>
                <a:ext cx="150840" cy="258480"/>
              </p14:xfrm>
            </p:contentPart>
          </mc:Choice>
          <mc:Fallback>
            <p:pic>
              <p:nvPicPr>
                <p:cNvPr id="24" name="Ink 23">
                  <a:extLst>
                    <a:ext uri="{FF2B5EF4-FFF2-40B4-BE49-F238E27FC236}">
                      <a16:creationId xmlns:a16="http://schemas.microsoft.com/office/drawing/2014/main" id="{A17108E5-8210-4A01-B257-12BFDA5BD18F}"/>
                    </a:ext>
                  </a:extLst>
                </p:cNvPr>
                <p:cNvPicPr/>
                <p:nvPr/>
              </p:nvPicPr>
              <p:blipFill>
                <a:blip r:embed="rId40"/>
                <a:stretch>
                  <a:fillRect/>
                </a:stretch>
              </p:blipFill>
              <p:spPr>
                <a:xfrm>
                  <a:off x="8228123" y="6382638"/>
                  <a:ext cx="168480" cy="276120"/>
                </a:xfrm>
                <a:prstGeom prst="rect">
                  <a:avLst/>
                </a:prstGeom>
              </p:spPr>
            </p:pic>
          </mc:Fallback>
        </mc:AlternateContent>
      </p:grpSp>
    </p:spTree>
    <p:extLst>
      <p:ext uri="{BB962C8B-B14F-4D97-AF65-F5344CB8AC3E}">
        <p14:creationId xmlns:p14="http://schemas.microsoft.com/office/powerpoint/2010/main" val="2402983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6" name="Picture 5">
            <a:extLst>
              <a:ext uri="{FF2B5EF4-FFF2-40B4-BE49-F238E27FC236}">
                <a16:creationId xmlns:a16="http://schemas.microsoft.com/office/drawing/2014/main" id="{BE900E67-C01A-09F3-3A11-38F4CA5D724C}"/>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2019299" y="1574800"/>
            <a:ext cx="5105400" cy="3708400"/>
          </a:xfrm>
          <a:noFill/>
        </p:spPr>
      </p:pic>
      <p:sp>
        <p:nvSpPr>
          <p:cNvPr id="2" name="TextBox 1">
            <a:extLst>
              <a:ext uri="{FF2B5EF4-FFF2-40B4-BE49-F238E27FC236}">
                <a16:creationId xmlns:a16="http://schemas.microsoft.com/office/drawing/2014/main" id="{725F45D0-7105-0CCA-3075-7EB627692E2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3">
            <a:extLst>
              <a:ext uri="{FF2B5EF4-FFF2-40B4-BE49-F238E27FC236}">
                <a16:creationId xmlns:a16="http://schemas.microsoft.com/office/drawing/2014/main" id="{D0F3FD6F-D10F-E6CC-5F50-E188B08A5154}"/>
              </a:ext>
            </a:extLst>
          </p:cNvPr>
          <p:cNvSpPr>
            <a:spLocks noChangeArrowheads="1"/>
          </p:cNvSpPr>
          <p:nvPr/>
        </p:nvSpPr>
        <p:spPr bwMode="auto">
          <a:xfrm>
            <a:off x="452965" y="1425324"/>
            <a:ext cx="8238067"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None/>
            </a:pPr>
            <a:r>
              <a:rPr lang="en-US" altLang="en-US" sz="2000" dirty="0">
                <a:latin typeface="+mj-lt"/>
              </a:rPr>
              <a:t>Given the following state space (tree search), give the sequence of</a:t>
            </a:r>
          </a:p>
          <a:p>
            <a:pPr eaLnBrk="1" hangingPunct="1">
              <a:spcBef>
                <a:spcPct val="20000"/>
              </a:spcBef>
              <a:buClr>
                <a:schemeClr val="folHlink"/>
              </a:buClr>
              <a:buSzPct val="60000"/>
              <a:buFont typeface="Wingdings" panose="05000000000000000000" pitchFamily="2" charset="2"/>
              <a:buNone/>
            </a:pPr>
            <a:r>
              <a:rPr lang="en-US" altLang="en-US" sz="2000" dirty="0">
                <a:latin typeface="+mj-lt"/>
              </a:rPr>
              <a:t>visited nodes when using DFS (assume that the node </a:t>
            </a:r>
            <a:r>
              <a:rPr lang="en-US" altLang="en-US" sz="2000" b="1" i="1" dirty="0">
                <a:latin typeface="+mj-lt"/>
              </a:rPr>
              <a:t>O</a:t>
            </a:r>
            <a:r>
              <a:rPr lang="en-US" altLang="en-US" sz="2000" dirty="0">
                <a:latin typeface="+mj-lt"/>
              </a:rPr>
              <a:t> is the goal</a:t>
            </a:r>
          </a:p>
          <a:p>
            <a:pPr eaLnBrk="1" hangingPunct="1">
              <a:spcBef>
                <a:spcPct val="20000"/>
              </a:spcBef>
              <a:buClr>
                <a:schemeClr val="folHlink"/>
              </a:buClr>
              <a:buSzPct val="60000"/>
              <a:buFont typeface="Wingdings" panose="05000000000000000000" pitchFamily="2" charset="2"/>
              <a:buNone/>
            </a:pPr>
            <a:r>
              <a:rPr lang="en-US" altLang="en-US" sz="2000" dirty="0">
                <a:latin typeface="+mj-lt"/>
              </a:rPr>
              <a:t>state):</a:t>
            </a:r>
          </a:p>
        </p:txBody>
      </p:sp>
      <p:grpSp>
        <p:nvGrpSpPr>
          <p:cNvPr id="55301" name="Group 4">
            <a:extLst>
              <a:ext uri="{FF2B5EF4-FFF2-40B4-BE49-F238E27FC236}">
                <a16:creationId xmlns:a16="http://schemas.microsoft.com/office/drawing/2014/main" id="{EB286A40-633A-40B3-16EF-CE5FD6439129}"/>
              </a:ext>
            </a:extLst>
          </p:cNvPr>
          <p:cNvGrpSpPr>
            <a:grpSpLocks/>
          </p:cNvGrpSpPr>
          <p:nvPr/>
        </p:nvGrpSpPr>
        <p:grpSpPr bwMode="auto">
          <a:xfrm>
            <a:off x="2133600" y="2895600"/>
            <a:ext cx="5410200" cy="3429000"/>
            <a:chOff x="1104" y="1776"/>
            <a:chExt cx="3408" cy="2160"/>
          </a:xfrm>
        </p:grpSpPr>
        <p:grpSp>
          <p:nvGrpSpPr>
            <p:cNvPr id="55302" name="Group 5">
              <a:extLst>
                <a:ext uri="{FF2B5EF4-FFF2-40B4-BE49-F238E27FC236}">
                  <a16:creationId xmlns:a16="http://schemas.microsoft.com/office/drawing/2014/main" id="{77D2D626-F65E-90B0-25DD-708594ACDEB4}"/>
                </a:ext>
              </a:extLst>
            </p:cNvPr>
            <p:cNvGrpSpPr>
              <a:grpSpLocks/>
            </p:cNvGrpSpPr>
            <p:nvPr/>
          </p:nvGrpSpPr>
          <p:grpSpPr bwMode="auto">
            <a:xfrm>
              <a:off x="2640" y="1776"/>
              <a:ext cx="336" cy="240"/>
              <a:chOff x="2640" y="1776"/>
              <a:chExt cx="336" cy="240"/>
            </a:xfrm>
          </p:grpSpPr>
          <p:sp>
            <p:nvSpPr>
              <p:cNvPr id="55358" name="Oval 6">
                <a:extLst>
                  <a:ext uri="{FF2B5EF4-FFF2-40B4-BE49-F238E27FC236}">
                    <a16:creationId xmlns:a16="http://schemas.microsoft.com/office/drawing/2014/main" id="{2C2EC81A-CB7F-03BD-9244-19E85F22FB9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59" name="Text Box 7">
                <a:extLst>
                  <a:ext uri="{FF2B5EF4-FFF2-40B4-BE49-F238E27FC236}">
                    <a16:creationId xmlns:a16="http://schemas.microsoft.com/office/drawing/2014/main" id="{B4618E44-D90F-7F3C-8D39-3984C26623E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55303" name="Group 8">
              <a:extLst>
                <a:ext uri="{FF2B5EF4-FFF2-40B4-BE49-F238E27FC236}">
                  <a16:creationId xmlns:a16="http://schemas.microsoft.com/office/drawing/2014/main" id="{F9D71837-A893-601E-954D-440C8A9ABEE9}"/>
                </a:ext>
              </a:extLst>
            </p:cNvPr>
            <p:cNvGrpSpPr>
              <a:grpSpLocks/>
            </p:cNvGrpSpPr>
            <p:nvPr/>
          </p:nvGrpSpPr>
          <p:grpSpPr bwMode="auto">
            <a:xfrm>
              <a:off x="1536" y="2208"/>
              <a:ext cx="336" cy="240"/>
              <a:chOff x="2640" y="1776"/>
              <a:chExt cx="336" cy="240"/>
            </a:xfrm>
          </p:grpSpPr>
          <p:sp>
            <p:nvSpPr>
              <p:cNvPr id="55356" name="Oval 9">
                <a:extLst>
                  <a:ext uri="{FF2B5EF4-FFF2-40B4-BE49-F238E27FC236}">
                    <a16:creationId xmlns:a16="http://schemas.microsoft.com/office/drawing/2014/main" id="{7B7E07B3-202F-A22B-A519-7F9FCA00C91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57" name="Text Box 10">
                <a:extLst>
                  <a:ext uri="{FF2B5EF4-FFF2-40B4-BE49-F238E27FC236}">
                    <a16:creationId xmlns:a16="http://schemas.microsoft.com/office/drawing/2014/main" id="{15E6A676-7131-92D3-09C7-42D0C08179B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55304" name="Group 11">
              <a:extLst>
                <a:ext uri="{FF2B5EF4-FFF2-40B4-BE49-F238E27FC236}">
                  <a16:creationId xmlns:a16="http://schemas.microsoft.com/office/drawing/2014/main" id="{DB105F95-DBED-8DFE-1767-298C1459C5A1}"/>
                </a:ext>
              </a:extLst>
            </p:cNvPr>
            <p:cNvGrpSpPr>
              <a:grpSpLocks/>
            </p:cNvGrpSpPr>
            <p:nvPr/>
          </p:nvGrpSpPr>
          <p:grpSpPr bwMode="auto">
            <a:xfrm>
              <a:off x="2352" y="2208"/>
              <a:ext cx="336" cy="240"/>
              <a:chOff x="2640" y="1776"/>
              <a:chExt cx="336" cy="240"/>
            </a:xfrm>
          </p:grpSpPr>
          <p:sp>
            <p:nvSpPr>
              <p:cNvPr id="55354" name="Oval 12">
                <a:extLst>
                  <a:ext uri="{FF2B5EF4-FFF2-40B4-BE49-F238E27FC236}">
                    <a16:creationId xmlns:a16="http://schemas.microsoft.com/office/drawing/2014/main" id="{85F2AB94-ADFF-8252-7FBF-952FCC66EE2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55" name="Text Box 13">
                <a:extLst>
                  <a:ext uri="{FF2B5EF4-FFF2-40B4-BE49-F238E27FC236}">
                    <a16:creationId xmlns:a16="http://schemas.microsoft.com/office/drawing/2014/main" id="{D037C457-CBC5-C013-48D2-FAF82737C8C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55305" name="Group 14">
              <a:extLst>
                <a:ext uri="{FF2B5EF4-FFF2-40B4-BE49-F238E27FC236}">
                  <a16:creationId xmlns:a16="http://schemas.microsoft.com/office/drawing/2014/main" id="{8E635F76-EB5C-70ED-1A95-15B2EC3626B6}"/>
                </a:ext>
              </a:extLst>
            </p:cNvPr>
            <p:cNvGrpSpPr>
              <a:grpSpLocks/>
            </p:cNvGrpSpPr>
            <p:nvPr/>
          </p:nvGrpSpPr>
          <p:grpSpPr bwMode="auto">
            <a:xfrm>
              <a:off x="4176" y="2208"/>
              <a:ext cx="336" cy="240"/>
              <a:chOff x="2640" y="1776"/>
              <a:chExt cx="336" cy="240"/>
            </a:xfrm>
          </p:grpSpPr>
          <p:sp>
            <p:nvSpPr>
              <p:cNvPr id="55352" name="Oval 15">
                <a:extLst>
                  <a:ext uri="{FF2B5EF4-FFF2-40B4-BE49-F238E27FC236}">
                    <a16:creationId xmlns:a16="http://schemas.microsoft.com/office/drawing/2014/main" id="{5CB81469-79B0-A689-0805-57A5CF6442D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53" name="Text Box 16">
                <a:extLst>
                  <a:ext uri="{FF2B5EF4-FFF2-40B4-BE49-F238E27FC236}">
                    <a16:creationId xmlns:a16="http://schemas.microsoft.com/office/drawing/2014/main" id="{F4EA0472-41B7-C109-B670-DDB5E850279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55306" name="Group 17">
              <a:extLst>
                <a:ext uri="{FF2B5EF4-FFF2-40B4-BE49-F238E27FC236}">
                  <a16:creationId xmlns:a16="http://schemas.microsoft.com/office/drawing/2014/main" id="{2617D569-BB48-609B-76CB-106FD04DCD1B}"/>
                </a:ext>
              </a:extLst>
            </p:cNvPr>
            <p:cNvGrpSpPr>
              <a:grpSpLocks/>
            </p:cNvGrpSpPr>
            <p:nvPr/>
          </p:nvGrpSpPr>
          <p:grpSpPr bwMode="auto">
            <a:xfrm>
              <a:off x="3168" y="2208"/>
              <a:ext cx="336" cy="240"/>
              <a:chOff x="2640" y="1776"/>
              <a:chExt cx="336" cy="240"/>
            </a:xfrm>
          </p:grpSpPr>
          <p:sp>
            <p:nvSpPr>
              <p:cNvPr id="55350" name="Oval 18">
                <a:extLst>
                  <a:ext uri="{FF2B5EF4-FFF2-40B4-BE49-F238E27FC236}">
                    <a16:creationId xmlns:a16="http://schemas.microsoft.com/office/drawing/2014/main" id="{918A6C39-9E8F-A793-B8AA-56F643AD5A4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51" name="Text Box 19">
                <a:extLst>
                  <a:ext uri="{FF2B5EF4-FFF2-40B4-BE49-F238E27FC236}">
                    <a16:creationId xmlns:a16="http://schemas.microsoft.com/office/drawing/2014/main" id="{B867CAAE-7657-6D2C-87B7-D695554AEE9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55307" name="Group 20">
              <a:extLst>
                <a:ext uri="{FF2B5EF4-FFF2-40B4-BE49-F238E27FC236}">
                  <a16:creationId xmlns:a16="http://schemas.microsoft.com/office/drawing/2014/main" id="{EEC3192F-DB26-E0FC-00C1-696CD9540C6A}"/>
                </a:ext>
              </a:extLst>
            </p:cNvPr>
            <p:cNvGrpSpPr>
              <a:grpSpLocks/>
            </p:cNvGrpSpPr>
            <p:nvPr/>
          </p:nvGrpSpPr>
          <p:grpSpPr bwMode="auto">
            <a:xfrm>
              <a:off x="1104" y="2640"/>
              <a:ext cx="336" cy="240"/>
              <a:chOff x="2640" y="1776"/>
              <a:chExt cx="336" cy="240"/>
            </a:xfrm>
          </p:grpSpPr>
          <p:sp>
            <p:nvSpPr>
              <p:cNvPr id="55348" name="Oval 21">
                <a:extLst>
                  <a:ext uri="{FF2B5EF4-FFF2-40B4-BE49-F238E27FC236}">
                    <a16:creationId xmlns:a16="http://schemas.microsoft.com/office/drawing/2014/main" id="{ADB3DDC7-784E-6B6F-CA01-404CF26A5E9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9" name="Text Box 22">
                <a:extLst>
                  <a:ext uri="{FF2B5EF4-FFF2-40B4-BE49-F238E27FC236}">
                    <a16:creationId xmlns:a16="http://schemas.microsoft.com/office/drawing/2014/main" id="{D2081BBE-57C3-9B7A-562C-3EB65D78DB2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55308" name="Group 23">
              <a:extLst>
                <a:ext uri="{FF2B5EF4-FFF2-40B4-BE49-F238E27FC236}">
                  <a16:creationId xmlns:a16="http://schemas.microsoft.com/office/drawing/2014/main" id="{ED27D4BE-AD1E-AEC1-3835-8B45BD2D9B4A}"/>
                </a:ext>
              </a:extLst>
            </p:cNvPr>
            <p:cNvGrpSpPr>
              <a:grpSpLocks/>
            </p:cNvGrpSpPr>
            <p:nvPr/>
          </p:nvGrpSpPr>
          <p:grpSpPr bwMode="auto">
            <a:xfrm>
              <a:off x="1872" y="2640"/>
              <a:ext cx="336" cy="240"/>
              <a:chOff x="2640" y="1776"/>
              <a:chExt cx="336" cy="240"/>
            </a:xfrm>
          </p:grpSpPr>
          <p:sp>
            <p:nvSpPr>
              <p:cNvPr id="55346" name="Oval 24">
                <a:extLst>
                  <a:ext uri="{FF2B5EF4-FFF2-40B4-BE49-F238E27FC236}">
                    <a16:creationId xmlns:a16="http://schemas.microsoft.com/office/drawing/2014/main" id="{99CC03DE-A32D-A55E-F6C5-1F08EFEF1E3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7" name="Text Box 25">
                <a:extLst>
                  <a:ext uri="{FF2B5EF4-FFF2-40B4-BE49-F238E27FC236}">
                    <a16:creationId xmlns:a16="http://schemas.microsoft.com/office/drawing/2014/main" id="{1EBABC39-F673-5DFA-4E85-8C2EF878815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55309" name="Group 26">
              <a:extLst>
                <a:ext uri="{FF2B5EF4-FFF2-40B4-BE49-F238E27FC236}">
                  <a16:creationId xmlns:a16="http://schemas.microsoft.com/office/drawing/2014/main" id="{CFB1C658-8DE2-D707-064B-770B6229708E}"/>
                </a:ext>
              </a:extLst>
            </p:cNvPr>
            <p:cNvGrpSpPr>
              <a:grpSpLocks/>
            </p:cNvGrpSpPr>
            <p:nvPr/>
          </p:nvGrpSpPr>
          <p:grpSpPr bwMode="auto">
            <a:xfrm>
              <a:off x="2592" y="2640"/>
              <a:ext cx="336" cy="240"/>
              <a:chOff x="2640" y="1776"/>
              <a:chExt cx="336" cy="240"/>
            </a:xfrm>
          </p:grpSpPr>
          <p:sp>
            <p:nvSpPr>
              <p:cNvPr id="55344" name="Oval 27">
                <a:extLst>
                  <a:ext uri="{FF2B5EF4-FFF2-40B4-BE49-F238E27FC236}">
                    <a16:creationId xmlns:a16="http://schemas.microsoft.com/office/drawing/2014/main" id="{BD9DA601-6168-84E2-5D8A-4AD0C16704E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5" name="Text Box 28">
                <a:extLst>
                  <a:ext uri="{FF2B5EF4-FFF2-40B4-BE49-F238E27FC236}">
                    <a16:creationId xmlns:a16="http://schemas.microsoft.com/office/drawing/2014/main" id="{B2FA4189-CDD1-E978-B6BB-4641AEF9B84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55310" name="Group 29">
              <a:extLst>
                <a:ext uri="{FF2B5EF4-FFF2-40B4-BE49-F238E27FC236}">
                  <a16:creationId xmlns:a16="http://schemas.microsoft.com/office/drawing/2014/main" id="{AA948357-E44E-D8BB-4ACD-F98E00AA1F26}"/>
                </a:ext>
              </a:extLst>
            </p:cNvPr>
            <p:cNvGrpSpPr>
              <a:grpSpLocks/>
            </p:cNvGrpSpPr>
            <p:nvPr/>
          </p:nvGrpSpPr>
          <p:grpSpPr bwMode="auto">
            <a:xfrm>
              <a:off x="3072" y="2640"/>
              <a:ext cx="336" cy="240"/>
              <a:chOff x="2640" y="1776"/>
              <a:chExt cx="336" cy="240"/>
            </a:xfrm>
          </p:grpSpPr>
          <p:sp>
            <p:nvSpPr>
              <p:cNvPr id="55342" name="Oval 30">
                <a:extLst>
                  <a:ext uri="{FF2B5EF4-FFF2-40B4-BE49-F238E27FC236}">
                    <a16:creationId xmlns:a16="http://schemas.microsoft.com/office/drawing/2014/main" id="{61D60E6E-2F60-9A6C-716F-451CBC837DE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3" name="Text Box 31">
                <a:extLst>
                  <a:ext uri="{FF2B5EF4-FFF2-40B4-BE49-F238E27FC236}">
                    <a16:creationId xmlns:a16="http://schemas.microsoft.com/office/drawing/2014/main" id="{94448486-F306-566C-20AF-22734F186F7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55311" name="Group 32">
              <a:extLst>
                <a:ext uri="{FF2B5EF4-FFF2-40B4-BE49-F238E27FC236}">
                  <a16:creationId xmlns:a16="http://schemas.microsoft.com/office/drawing/2014/main" id="{62B4EAC0-9096-E99C-584F-EE0358090446}"/>
                </a:ext>
              </a:extLst>
            </p:cNvPr>
            <p:cNvGrpSpPr>
              <a:grpSpLocks/>
            </p:cNvGrpSpPr>
            <p:nvPr/>
          </p:nvGrpSpPr>
          <p:grpSpPr bwMode="auto">
            <a:xfrm>
              <a:off x="3696" y="2640"/>
              <a:ext cx="336" cy="240"/>
              <a:chOff x="2640" y="1776"/>
              <a:chExt cx="336" cy="240"/>
            </a:xfrm>
          </p:grpSpPr>
          <p:sp>
            <p:nvSpPr>
              <p:cNvPr id="55340" name="Oval 33">
                <a:extLst>
                  <a:ext uri="{FF2B5EF4-FFF2-40B4-BE49-F238E27FC236}">
                    <a16:creationId xmlns:a16="http://schemas.microsoft.com/office/drawing/2014/main" id="{BE5A7A2D-9AA7-870D-4942-666FBD2C78E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41" name="Text Box 34">
                <a:extLst>
                  <a:ext uri="{FF2B5EF4-FFF2-40B4-BE49-F238E27FC236}">
                    <a16:creationId xmlns:a16="http://schemas.microsoft.com/office/drawing/2014/main" id="{DA07CE50-446A-8E9A-633F-E8E0E07DCAB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grpSp>
          <p:nvGrpSpPr>
            <p:cNvPr id="55312" name="Group 35">
              <a:extLst>
                <a:ext uri="{FF2B5EF4-FFF2-40B4-BE49-F238E27FC236}">
                  <a16:creationId xmlns:a16="http://schemas.microsoft.com/office/drawing/2014/main" id="{5BD97B28-F245-5127-AB42-EEB237C5724C}"/>
                </a:ext>
              </a:extLst>
            </p:cNvPr>
            <p:cNvGrpSpPr>
              <a:grpSpLocks/>
            </p:cNvGrpSpPr>
            <p:nvPr/>
          </p:nvGrpSpPr>
          <p:grpSpPr bwMode="auto">
            <a:xfrm>
              <a:off x="1536" y="3168"/>
              <a:ext cx="336" cy="240"/>
              <a:chOff x="2640" y="1776"/>
              <a:chExt cx="336" cy="240"/>
            </a:xfrm>
          </p:grpSpPr>
          <p:sp>
            <p:nvSpPr>
              <p:cNvPr id="55338" name="Oval 36">
                <a:extLst>
                  <a:ext uri="{FF2B5EF4-FFF2-40B4-BE49-F238E27FC236}">
                    <a16:creationId xmlns:a16="http://schemas.microsoft.com/office/drawing/2014/main" id="{DFF8E7A6-A387-3D48-4B7F-C59A6EBCBA7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39" name="Text Box 37">
                <a:extLst>
                  <a:ext uri="{FF2B5EF4-FFF2-40B4-BE49-F238E27FC236}">
                    <a16:creationId xmlns:a16="http://schemas.microsoft.com/office/drawing/2014/main" id="{0DD66BEF-4A7E-8298-026E-5BF38F5AECB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55313" name="Group 38">
              <a:extLst>
                <a:ext uri="{FF2B5EF4-FFF2-40B4-BE49-F238E27FC236}">
                  <a16:creationId xmlns:a16="http://schemas.microsoft.com/office/drawing/2014/main" id="{DFC3D525-7CAB-0A00-85DF-D13481D86942}"/>
                </a:ext>
              </a:extLst>
            </p:cNvPr>
            <p:cNvGrpSpPr>
              <a:grpSpLocks/>
            </p:cNvGrpSpPr>
            <p:nvPr/>
          </p:nvGrpSpPr>
          <p:grpSpPr bwMode="auto">
            <a:xfrm>
              <a:off x="2160" y="3168"/>
              <a:ext cx="336" cy="240"/>
              <a:chOff x="2640" y="1776"/>
              <a:chExt cx="336" cy="240"/>
            </a:xfrm>
          </p:grpSpPr>
          <p:sp>
            <p:nvSpPr>
              <p:cNvPr id="55336" name="Oval 39">
                <a:extLst>
                  <a:ext uri="{FF2B5EF4-FFF2-40B4-BE49-F238E27FC236}">
                    <a16:creationId xmlns:a16="http://schemas.microsoft.com/office/drawing/2014/main" id="{57F9AD1B-1B89-10AC-D04F-F581F86DFE6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37" name="Text Box 40">
                <a:extLst>
                  <a:ext uri="{FF2B5EF4-FFF2-40B4-BE49-F238E27FC236}">
                    <a16:creationId xmlns:a16="http://schemas.microsoft.com/office/drawing/2014/main" id="{AD2CD502-1713-C009-D09B-24AFA250D1C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55314" name="Oval 41">
              <a:extLst>
                <a:ext uri="{FF2B5EF4-FFF2-40B4-BE49-F238E27FC236}">
                  <a16:creationId xmlns:a16="http://schemas.microsoft.com/office/drawing/2014/main" id="{E3A54392-AE64-36A4-67E9-47DC802D1887}"/>
                </a:ext>
              </a:extLst>
            </p:cNvPr>
            <p:cNvSpPr>
              <a:spLocks noChangeArrowheads="1"/>
            </p:cNvSpPr>
            <p:nvPr/>
          </p:nvSpPr>
          <p:spPr bwMode="auto">
            <a:xfrm>
              <a:off x="2160" y="3696"/>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15" name="Text Box 42">
              <a:extLst>
                <a:ext uri="{FF2B5EF4-FFF2-40B4-BE49-F238E27FC236}">
                  <a16:creationId xmlns:a16="http://schemas.microsoft.com/office/drawing/2014/main" id="{03D20D75-71F1-FAEF-88BF-27A3E42C8A4C}"/>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Tahoma" panose="020B0604030504040204" pitchFamily="34" charset="0"/>
                </a:rPr>
                <a:t>O</a:t>
              </a:r>
              <a:endParaRPr lang="en-GB" altLang="en-US" sz="1800" b="1" i="1">
                <a:latin typeface="Tahoma" panose="020B0604030504040204" pitchFamily="34" charset="0"/>
              </a:endParaRPr>
            </a:p>
          </p:txBody>
        </p:sp>
        <p:sp>
          <p:nvSpPr>
            <p:cNvPr id="55316" name="Line 43">
              <a:extLst>
                <a:ext uri="{FF2B5EF4-FFF2-40B4-BE49-F238E27FC236}">
                  <a16:creationId xmlns:a16="http://schemas.microsoft.com/office/drawing/2014/main" id="{62E0F038-46BA-77F1-AA37-6468CE488096}"/>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17" name="Line 44">
              <a:extLst>
                <a:ext uri="{FF2B5EF4-FFF2-40B4-BE49-F238E27FC236}">
                  <a16:creationId xmlns:a16="http://schemas.microsoft.com/office/drawing/2014/main" id="{DDE382F4-BE7B-65C9-F6A5-86CA6F3C3479}"/>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18" name="Line 45">
              <a:extLst>
                <a:ext uri="{FF2B5EF4-FFF2-40B4-BE49-F238E27FC236}">
                  <a16:creationId xmlns:a16="http://schemas.microsoft.com/office/drawing/2014/main" id="{2456182A-C669-F9F2-79C0-71F368AA23EA}"/>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19" name="Line 46">
              <a:extLst>
                <a:ext uri="{FF2B5EF4-FFF2-40B4-BE49-F238E27FC236}">
                  <a16:creationId xmlns:a16="http://schemas.microsoft.com/office/drawing/2014/main" id="{9B72B4CC-E64C-4FAE-C363-99CAA54B1002}"/>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20" name="Line 47">
              <a:extLst>
                <a:ext uri="{FF2B5EF4-FFF2-40B4-BE49-F238E27FC236}">
                  <a16:creationId xmlns:a16="http://schemas.microsoft.com/office/drawing/2014/main" id="{0EB049A2-204E-F834-B7DB-8C621EA149D5}"/>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21" name="Line 48">
              <a:extLst>
                <a:ext uri="{FF2B5EF4-FFF2-40B4-BE49-F238E27FC236}">
                  <a16:creationId xmlns:a16="http://schemas.microsoft.com/office/drawing/2014/main" id="{2AB91FF6-BF20-F9F5-1623-F8F5DBE78899}"/>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22" name="Line 49">
              <a:extLst>
                <a:ext uri="{FF2B5EF4-FFF2-40B4-BE49-F238E27FC236}">
                  <a16:creationId xmlns:a16="http://schemas.microsoft.com/office/drawing/2014/main" id="{4C3C8079-D717-ADE6-273E-FD1AA4180A0E}"/>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23" name="Line 50">
              <a:extLst>
                <a:ext uri="{FF2B5EF4-FFF2-40B4-BE49-F238E27FC236}">
                  <a16:creationId xmlns:a16="http://schemas.microsoft.com/office/drawing/2014/main" id="{5F7194FB-60D3-6BE1-402D-AD3FD6C644EF}"/>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24" name="Line 51">
              <a:extLst>
                <a:ext uri="{FF2B5EF4-FFF2-40B4-BE49-F238E27FC236}">
                  <a16:creationId xmlns:a16="http://schemas.microsoft.com/office/drawing/2014/main" id="{F4AB9AE1-3C3C-62D6-A62D-BBC2E6375D49}"/>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25" name="Line 52">
              <a:extLst>
                <a:ext uri="{FF2B5EF4-FFF2-40B4-BE49-F238E27FC236}">
                  <a16:creationId xmlns:a16="http://schemas.microsoft.com/office/drawing/2014/main" id="{DC35C663-553B-451F-12F4-4A6873E85642}"/>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26" name="Line 53">
              <a:extLst>
                <a:ext uri="{FF2B5EF4-FFF2-40B4-BE49-F238E27FC236}">
                  <a16:creationId xmlns:a16="http://schemas.microsoft.com/office/drawing/2014/main" id="{FDEE38D6-D57A-A039-1D67-77450DE2F4AA}"/>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55327" name="Group 54">
              <a:extLst>
                <a:ext uri="{FF2B5EF4-FFF2-40B4-BE49-F238E27FC236}">
                  <a16:creationId xmlns:a16="http://schemas.microsoft.com/office/drawing/2014/main" id="{6DB454D0-FC4A-9B2E-4BB7-7FE427F4251F}"/>
                </a:ext>
              </a:extLst>
            </p:cNvPr>
            <p:cNvGrpSpPr>
              <a:grpSpLocks/>
            </p:cNvGrpSpPr>
            <p:nvPr/>
          </p:nvGrpSpPr>
          <p:grpSpPr bwMode="auto">
            <a:xfrm>
              <a:off x="3120" y="3168"/>
              <a:ext cx="336" cy="240"/>
              <a:chOff x="2640" y="1776"/>
              <a:chExt cx="336" cy="240"/>
            </a:xfrm>
          </p:grpSpPr>
          <p:sp>
            <p:nvSpPr>
              <p:cNvPr id="55334" name="Oval 55">
                <a:extLst>
                  <a:ext uri="{FF2B5EF4-FFF2-40B4-BE49-F238E27FC236}">
                    <a16:creationId xmlns:a16="http://schemas.microsoft.com/office/drawing/2014/main" id="{7B2DA441-6E66-AE9B-8D51-108750798D8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35" name="Text Box 56">
                <a:extLst>
                  <a:ext uri="{FF2B5EF4-FFF2-40B4-BE49-F238E27FC236}">
                    <a16:creationId xmlns:a16="http://schemas.microsoft.com/office/drawing/2014/main" id="{EAF25785-9430-1886-1B0F-5C8DAE6B578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M</a:t>
                </a:r>
                <a:endParaRPr lang="en-GB" altLang="en-US" sz="1800">
                  <a:latin typeface="Tahoma" panose="020B0604030504040204" pitchFamily="34" charset="0"/>
                </a:endParaRPr>
              </a:p>
            </p:txBody>
          </p:sp>
        </p:grpSp>
        <p:grpSp>
          <p:nvGrpSpPr>
            <p:cNvPr id="55328" name="Group 57">
              <a:extLst>
                <a:ext uri="{FF2B5EF4-FFF2-40B4-BE49-F238E27FC236}">
                  <a16:creationId xmlns:a16="http://schemas.microsoft.com/office/drawing/2014/main" id="{81584A55-E8FB-6B08-1072-04AF322F3123}"/>
                </a:ext>
              </a:extLst>
            </p:cNvPr>
            <p:cNvGrpSpPr>
              <a:grpSpLocks/>
            </p:cNvGrpSpPr>
            <p:nvPr/>
          </p:nvGrpSpPr>
          <p:grpSpPr bwMode="auto">
            <a:xfrm>
              <a:off x="3840" y="3120"/>
              <a:ext cx="336" cy="240"/>
              <a:chOff x="2640" y="1776"/>
              <a:chExt cx="336" cy="240"/>
            </a:xfrm>
          </p:grpSpPr>
          <p:sp>
            <p:nvSpPr>
              <p:cNvPr id="55332" name="Oval 58">
                <a:extLst>
                  <a:ext uri="{FF2B5EF4-FFF2-40B4-BE49-F238E27FC236}">
                    <a16:creationId xmlns:a16="http://schemas.microsoft.com/office/drawing/2014/main" id="{672CAF71-3EBD-34CC-B290-2AEECEC0233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5333" name="Text Box 59">
                <a:extLst>
                  <a:ext uri="{FF2B5EF4-FFF2-40B4-BE49-F238E27FC236}">
                    <a16:creationId xmlns:a16="http://schemas.microsoft.com/office/drawing/2014/main" id="{FFAD26F1-36E2-D63A-2B8F-C8B007B4CBC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N</a:t>
                </a:r>
                <a:endParaRPr lang="en-GB" altLang="en-US" sz="1800">
                  <a:latin typeface="Tahoma" panose="020B0604030504040204" pitchFamily="34" charset="0"/>
                </a:endParaRPr>
              </a:p>
            </p:txBody>
          </p:sp>
        </p:grpSp>
        <p:sp>
          <p:nvSpPr>
            <p:cNvPr id="55329" name="Line 60">
              <a:extLst>
                <a:ext uri="{FF2B5EF4-FFF2-40B4-BE49-F238E27FC236}">
                  <a16:creationId xmlns:a16="http://schemas.microsoft.com/office/drawing/2014/main" id="{003C3692-9583-1065-9D15-3C7227E494D6}"/>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30" name="Line 61">
              <a:extLst>
                <a:ext uri="{FF2B5EF4-FFF2-40B4-BE49-F238E27FC236}">
                  <a16:creationId xmlns:a16="http://schemas.microsoft.com/office/drawing/2014/main" id="{B0575A52-33CE-D9A5-2501-A83F7D091218}"/>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31" name="Line 62">
              <a:extLst>
                <a:ext uri="{FF2B5EF4-FFF2-40B4-BE49-F238E27FC236}">
                  <a16:creationId xmlns:a16="http://schemas.microsoft.com/office/drawing/2014/main" id="{E252FA29-251D-B2FC-1BD4-FF6A1FB83C5B}"/>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88E446A5-DC3C-CB93-E1B1-8212059FDAB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3">
            <a:extLst>
              <a:ext uri="{FF2B5EF4-FFF2-40B4-BE49-F238E27FC236}">
                <a16:creationId xmlns:a16="http://schemas.microsoft.com/office/drawing/2014/main" id="{06CAF3F1-AA10-90E2-DD14-55F3ACADE5A3}"/>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a:t>
            </a:r>
          </a:p>
        </p:txBody>
      </p:sp>
      <p:grpSp>
        <p:nvGrpSpPr>
          <p:cNvPr id="56325" name="Group 4">
            <a:extLst>
              <a:ext uri="{FF2B5EF4-FFF2-40B4-BE49-F238E27FC236}">
                <a16:creationId xmlns:a16="http://schemas.microsoft.com/office/drawing/2014/main" id="{A18519A5-9426-3222-44ED-E55419767FD3}"/>
              </a:ext>
            </a:extLst>
          </p:cNvPr>
          <p:cNvGrpSpPr>
            <a:grpSpLocks/>
          </p:cNvGrpSpPr>
          <p:nvPr/>
        </p:nvGrpSpPr>
        <p:grpSpPr bwMode="auto">
          <a:xfrm>
            <a:off x="2819400" y="2895600"/>
            <a:ext cx="4724400" cy="1066800"/>
            <a:chOff x="1776" y="1824"/>
            <a:chExt cx="2976" cy="672"/>
          </a:xfrm>
        </p:grpSpPr>
        <p:grpSp>
          <p:nvGrpSpPr>
            <p:cNvPr id="56326" name="Group 5">
              <a:extLst>
                <a:ext uri="{FF2B5EF4-FFF2-40B4-BE49-F238E27FC236}">
                  <a16:creationId xmlns:a16="http://schemas.microsoft.com/office/drawing/2014/main" id="{481728BA-E456-11A8-6D05-D03061783A1C}"/>
                </a:ext>
              </a:extLst>
            </p:cNvPr>
            <p:cNvGrpSpPr>
              <a:grpSpLocks/>
            </p:cNvGrpSpPr>
            <p:nvPr/>
          </p:nvGrpSpPr>
          <p:grpSpPr bwMode="auto">
            <a:xfrm>
              <a:off x="2880" y="1824"/>
              <a:ext cx="336" cy="240"/>
              <a:chOff x="2640" y="1776"/>
              <a:chExt cx="336" cy="240"/>
            </a:xfrm>
          </p:grpSpPr>
          <p:sp>
            <p:nvSpPr>
              <p:cNvPr id="56343" name="Oval 6">
                <a:extLst>
                  <a:ext uri="{FF2B5EF4-FFF2-40B4-BE49-F238E27FC236}">
                    <a16:creationId xmlns:a16="http://schemas.microsoft.com/office/drawing/2014/main" id="{F60F5FF0-F525-97BE-4C21-DA9D26B9AEEC}"/>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6344" name="Text Box 7">
                <a:extLst>
                  <a:ext uri="{FF2B5EF4-FFF2-40B4-BE49-F238E27FC236}">
                    <a16:creationId xmlns:a16="http://schemas.microsoft.com/office/drawing/2014/main" id="{DCC6C470-0658-CD5F-7570-957A0782C42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56327" name="Group 8">
              <a:extLst>
                <a:ext uri="{FF2B5EF4-FFF2-40B4-BE49-F238E27FC236}">
                  <a16:creationId xmlns:a16="http://schemas.microsoft.com/office/drawing/2014/main" id="{9347548C-8497-E7E5-04C6-06BE5C0ECAB9}"/>
                </a:ext>
              </a:extLst>
            </p:cNvPr>
            <p:cNvGrpSpPr>
              <a:grpSpLocks/>
            </p:cNvGrpSpPr>
            <p:nvPr/>
          </p:nvGrpSpPr>
          <p:grpSpPr bwMode="auto">
            <a:xfrm>
              <a:off x="1776" y="2256"/>
              <a:ext cx="336" cy="240"/>
              <a:chOff x="2640" y="1776"/>
              <a:chExt cx="336" cy="240"/>
            </a:xfrm>
          </p:grpSpPr>
          <p:sp>
            <p:nvSpPr>
              <p:cNvPr id="56341" name="Oval 9">
                <a:extLst>
                  <a:ext uri="{FF2B5EF4-FFF2-40B4-BE49-F238E27FC236}">
                    <a16:creationId xmlns:a16="http://schemas.microsoft.com/office/drawing/2014/main" id="{5736B3F1-8093-6554-EEF1-8033EAD5F2B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6342" name="Text Box 10">
                <a:extLst>
                  <a:ext uri="{FF2B5EF4-FFF2-40B4-BE49-F238E27FC236}">
                    <a16:creationId xmlns:a16="http://schemas.microsoft.com/office/drawing/2014/main" id="{587671AA-1B6E-27F6-EE25-D83D9FBF6D8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56328" name="Group 11">
              <a:extLst>
                <a:ext uri="{FF2B5EF4-FFF2-40B4-BE49-F238E27FC236}">
                  <a16:creationId xmlns:a16="http://schemas.microsoft.com/office/drawing/2014/main" id="{0CB1E6B1-4BC9-F341-396C-BFCDD82F5602}"/>
                </a:ext>
              </a:extLst>
            </p:cNvPr>
            <p:cNvGrpSpPr>
              <a:grpSpLocks/>
            </p:cNvGrpSpPr>
            <p:nvPr/>
          </p:nvGrpSpPr>
          <p:grpSpPr bwMode="auto">
            <a:xfrm>
              <a:off x="2592" y="2256"/>
              <a:ext cx="336" cy="240"/>
              <a:chOff x="2640" y="1776"/>
              <a:chExt cx="336" cy="240"/>
            </a:xfrm>
          </p:grpSpPr>
          <p:sp>
            <p:nvSpPr>
              <p:cNvPr id="56339" name="Oval 12">
                <a:extLst>
                  <a:ext uri="{FF2B5EF4-FFF2-40B4-BE49-F238E27FC236}">
                    <a16:creationId xmlns:a16="http://schemas.microsoft.com/office/drawing/2014/main" id="{EBCA62A0-3FD0-0A99-2D1E-58E326F9367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6340" name="Text Box 13">
                <a:extLst>
                  <a:ext uri="{FF2B5EF4-FFF2-40B4-BE49-F238E27FC236}">
                    <a16:creationId xmlns:a16="http://schemas.microsoft.com/office/drawing/2014/main" id="{B689D7DF-2BD3-EB03-31DA-A634431FC13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56329" name="Group 14">
              <a:extLst>
                <a:ext uri="{FF2B5EF4-FFF2-40B4-BE49-F238E27FC236}">
                  <a16:creationId xmlns:a16="http://schemas.microsoft.com/office/drawing/2014/main" id="{BAD673C6-9F70-9F17-BA44-B15A9BEE4629}"/>
                </a:ext>
              </a:extLst>
            </p:cNvPr>
            <p:cNvGrpSpPr>
              <a:grpSpLocks/>
            </p:cNvGrpSpPr>
            <p:nvPr/>
          </p:nvGrpSpPr>
          <p:grpSpPr bwMode="auto">
            <a:xfrm>
              <a:off x="4416" y="2256"/>
              <a:ext cx="336" cy="240"/>
              <a:chOff x="2640" y="1776"/>
              <a:chExt cx="336" cy="240"/>
            </a:xfrm>
          </p:grpSpPr>
          <p:sp>
            <p:nvSpPr>
              <p:cNvPr id="56337" name="Oval 15">
                <a:extLst>
                  <a:ext uri="{FF2B5EF4-FFF2-40B4-BE49-F238E27FC236}">
                    <a16:creationId xmlns:a16="http://schemas.microsoft.com/office/drawing/2014/main" id="{5210F9AF-035E-E8AD-3EAB-B3F1EAE01E7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6338" name="Text Box 16">
                <a:extLst>
                  <a:ext uri="{FF2B5EF4-FFF2-40B4-BE49-F238E27FC236}">
                    <a16:creationId xmlns:a16="http://schemas.microsoft.com/office/drawing/2014/main" id="{DBD95AAB-76DC-0248-182A-CB92D6E8EDC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56330" name="Group 17">
              <a:extLst>
                <a:ext uri="{FF2B5EF4-FFF2-40B4-BE49-F238E27FC236}">
                  <a16:creationId xmlns:a16="http://schemas.microsoft.com/office/drawing/2014/main" id="{FB922F6C-5FCF-125A-9CDD-B2311970031D}"/>
                </a:ext>
              </a:extLst>
            </p:cNvPr>
            <p:cNvGrpSpPr>
              <a:grpSpLocks/>
            </p:cNvGrpSpPr>
            <p:nvPr/>
          </p:nvGrpSpPr>
          <p:grpSpPr bwMode="auto">
            <a:xfrm>
              <a:off x="3408" y="2256"/>
              <a:ext cx="336" cy="240"/>
              <a:chOff x="2640" y="1776"/>
              <a:chExt cx="336" cy="240"/>
            </a:xfrm>
          </p:grpSpPr>
          <p:sp>
            <p:nvSpPr>
              <p:cNvPr id="56335" name="Oval 18">
                <a:extLst>
                  <a:ext uri="{FF2B5EF4-FFF2-40B4-BE49-F238E27FC236}">
                    <a16:creationId xmlns:a16="http://schemas.microsoft.com/office/drawing/2014/main" id="{2B7495EE-4C61-C105-EA2C-AE4173ADE2C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6336" name="Text Box 19">
                <a:extLst>
                  <a:ext uri="{FF2B5EF4-FFF2-40B4-BE49-F238E27FC236}">
                    <a16:creationId xmlns:a16="http://schemas.microsoft.com/office/drawing/2014/main" id="{88577992-E56C-FD3B-9F39-E0110916761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sp>
          <p:nvSpPr>
            <p:cNvPr id="56331" name="Line 20">
              <a:extLst>
                <a:ext uri="{FF2B5EF4-FFF2-40B4-BE49-F238E27FC236}">
                  <a16:creationId xmlns:a16="http://schemas.microsoft.com/office/drawing/2014/main" id="{89BECA0D-91B3-C7D7-32AA-CDAA2FE629B5}"/>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2" name="Line 21">
              <a:extLst>
                <a:ext uri="{FF2B5EF4-FFF2-40B4-BE49-F238E27FC236}">
                  <a16:creationId xmlns:a16="http://schemas.microsoft.com/office/drawing/2014/main" id="{ACF2BA14-069D-68AE-EE62-ECA0B3B94D9C}"/>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3" name="Line 22">
              <a:extLst>
                <a:ext uri="{FF2B5EF4-FFF2-40B4-BE49-F238E27FC236}">
                  <a16:creationId xmlns:a16="http://schemas.microsoft.com/office/drawing/2014/main" id="{6D866845-0B46-208A-9488-9A970E82E4F0}"/>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4" name="Line 23">
              <a:extLst>
                <a:ext uri="{FF2B5EF4-FFF2-40B4-BE49-F238E27FC236}">
                  <a16:creationId xmlns:a16="http://schemas.microsoft.com/office/drawing/2014/main" id="{E41737C4-98F3-3376-6420-DB468EA38D15}"/>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1CF71111-06CD-42BE-0EC7-616002BF8EF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3">
            <a:extLst>
              <a:ext uri="{FF2B5EF4-FFF2-40B4-BE49-F238E27FC236}">
                <a16:creationId xmlns:a16="http://schemas.microsoft.com/office/drawing/2014/main" id="{F4A51AC1-9BFD-0084-09E5-9D71ADD6F9A2}"/>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a:t>
            </a:r>
          </a:p>
        </p:txBody>
      </p:sp>
      <p:grpSp>
        <p:nvGrpSpPr>
          <p:cNvPr id="57349" name="Group 4">
            <a:extLst>
              <a:ext uri="{FF2B5EF4-FFF2-40B4-BE49-F238E27FC236}">
                <a16:creationId xmlns:a16="http://schemas.microsoft.com/office/drawing/2014/main" id="{42EFB74C-321B-CBB7-71FA-922F9CA6B133}"/>
              </a:ext>
            </a:extLst>
          </p:cNvPr>
          <p:cNvGrpSpPr>
            <a:grpSpLocks/>
          </p:cNvGrpSpPr>
          <p:nvPr/>
        </p:nvGrpSpPr>
        <p:grpSpPr bwMode="auto">
          <a:xfrm>
            <a:off x="2133600" y="2895600"/>
            <a:ext cx="5410200" cy="1752600"/>
            <a:chOff x="1344" y="1824"/>
            <a:chExt cx="3408" cy="1104"/>
          </a:xfrm>
        </p:grpSpPr>
        <p:grpSp>
          <p:nvGrpSpPr>
            <p:cNvPr id="57350" name="Group 5">
              <a:extLst>
                <a:ext uri="{FF2B5EF4-FFF2-40B4-BE49-F238E27FC236}">
                  <a16:creationId xmlns:a16="http://schemas.microsoft.com/office/drawing/2014/main" id="{1BB164BC-E965-4948-1B8C-E26683866662}"/>
                </a:ext>
              </a:extLst>
            </p:cNvPr>
            <p:cNvGrpSpPr>
              <a:grpSpLocks/>
            </p:cNvGrpSpPr>
            <p:nvPr/>
          </p:nvGrpSpPr>
          <p:grpSpPr bwMode="auto">
            <a:xfrm>
              <a:off x="2880" y="1824"/>
              <a:ext cx="336" cy="240"/>
              <a:chOff x="2640" y="1776"/>
              <a:chExt cx="336" cy="240"/>
            </a:xfrm>
          </p:grpSpPr>
          <p:sp>
            <p:nvSpPr>
              <p:cNvPr id="57375" name="Oval 6">
                <a:extLst>
                  <a:ext uri="{FF2B5EF4-FFF2-40B4-BE49-F238E27FC236}">
                    <a16:creationId xmlns:a16="http://schemas.microsoft.com/office/drawing/2014/main" id="{4EC29AD0-FC11-CC99-A245-8D52D76EEAE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7376" name="Text Box 7">
                <a:extLst>
                  <a:ext uri="{FF2B5EF4-FFF2-40B4-BE49-F238E27FC236}">
                    <a16:creationId xmlns:a16="http://schemas.microsoft.com/office/drawing/2014/main" id="{FB527535-3A15-4DC5-C728-2789F9B3A3F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57351" name="Group 8">
              <a:extLst>
                <a:ext uri="{FF2B5EF4-FFF2-40B4-BE49-F238E27FC236}">
                  <a16:creationId xmlns:a16="http://schemas.microsoft.com/office/drawing/2014/main" id="{4D6B7BA6-A377-AFD4-F115-691D8F74EC71}"/>
                </a:ext>
              </a:extLst>
            </p:cNvPr>
            <p:cNvGrpSpPr>
              <a:grpSpLocks/>
            </p:cNvGrpSpPr>
            <p:nvPr/>
          </p:nvGrpSpPr>
          <p:grpSpPr bwMode="auto">
            <a:xfrm>
              <a:off x="1776" y="2256"/>
              <a:ext cx="336" cy="240"/>
              <a:chOff x="2640" y="1776"/>
              <a:chExt cx="336" cy="240"/>
            </a:xfrm>
          </p:grpSpPr>
          <p:sp>
            <p:nvSpPr>
              <p:cNvPr id="57373" name="Oval 9">
                <a:extLst>
                  <a:ext uri="{FF2B5EF4-FFF2-40B4-BE49-F238E27FC236}">
                    <a16:creationId xmlns:a16="http://schemas.microsoft.com/office/drawing/2014/main" id="{A4BEDF9E-A5CE-26F7-E031-298F8EE224E4}"/>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7374" name="Text Box 10">
                <a:extLst>
                  <a:ext uri="{FF2B5EF4-FFF2-40B4-BE49-F238E27FC236}">
                    <a16:creationId xmlns:a16="http://schemas.microsoft.com/office/drawing/2014/main" id="{3A6E45C6-E429-7044-B135-9743F50A35E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57352" name="Group 11">
              <a:extLst>
                <a:ext uri="{FF2B5EF4-FFF2-40B4-BE49-F238E27FC236}">
                  <a16:creationId xmlns:a16="http://schemas.microsoft.com/office/drawing/2014/main" id="{58781B21-9077-F080-71D9-8279B4882822}"/>
                </a:ext>
              </a:extLst>
            </p:cNvPr>
            <p:cNvGrpSpPr>
              <a:grpSpLocks/>
            </p:cNvGrpSpPr>
            <p:nvPr/>
          </p:nvGrpSpPr>
          <p:grpSpPr bwMode="auto">
            <a:xfrm>
              <a:off x="2592" y="2256"/>
              <a:ext cx="336" cy="240"/>
              <a:chOff x="2640" y="1776"/>
              <a:chExt cx="336" cy="240"/>
            </a:xfrm>
          </p:grpSpPr>
          <p:sp>
            <p:nvSpPr>
              <p:cNvPr id="57371" name="Oval 12">
                <a:extLst>
                  <a:ext uri="{FF2B5EF4-FFF2-40B4-BE49-F238E27FC236}">
                    <a16:creationId xmlns:a16="http://schemas.microsoft.com/office/drawing/2014/main" id="{32C0467B-8558-8145-1AB2-ABB698272EE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7372" name="Text Box 13">
                <a:extLst>
                  <a:ext uri="{FF2B5EF4-FFF2-40B4-BE49-F238E27FC236}">
                    <a16:creationId xmlns:a16="http://schemas.microsoft.com/office/drawing/2014/main" id="{031BC4D3-C87C-232C-12DC-B53CFF42F1D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57353" name="Group 14">
              <a:extLst>
                <a:ext uri="{FF2B5EF4-FFF2-40B4-BE49-F238E27FC236}">
                  <a16:creationId xmlns:a16="http://schemas.microsoft.com/office/drawing/2014/main" id="{30F0EA50-BA34-5699-D31D-BDF399980740}"/>
                </a:ext>
              </a:extLst>
            </p:cNvPr>
            <p:cNvGrpSpPr>
              <a:grpSpLocks/>
            </p:cNvGrpSpPr>
            <p:nvPr/>
          </p:nvGrpSpPr>
          <p:grpSpPr bwMode="auto">
            <a:xfrm>
              <a:off x="4416" y="2256"/>
              <a:ext cx="336" cy="240"/>
              <a:chOff x="2640" y="1776"/>
              <a:chExt cx="336" cy="240"/>
            </a:xfrm>
          </p:grpSpPr>
          <p:sp>
            <p:nvSpPr>
              <p:cNvPr id="57369" name="Oval 15">
                <a:extLst>
                  <a:ext uri="{FF2B5EF4-FFF2-40B4-BE49-F238E27FC236}">
                    <a16:creationId xmlns:a16="http://schemas.microsoft.com/office/drawing/2014/main" id="{B5E07E60-3930-1B63-5510-F62E1E68A45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7370" name="Text Box 16">
                <a:extLst>
                  <a:ext uri="{FF2B5EF4-FFF2-40B4-BE49-F238E27FC236}">
                    <a16:creationId xmlns:a16="http://schemas.microsoft.com/office/drawing/2014/main" id="{E7EDA6C4-3407-0DA5-C9B0-3E1A6B87935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57354" name="Group 17">
              <a:extLst>
                <a:ext uri="{FF2B5EF4-FFF2-40B4-BE49-F238E27FC236}">
                  <a16:creationId xmlns:a16="http://schemas.microsoft.com/office/drawing/2014/main" id="{A0DDF7F6-7A40-BC7C-025C-EF84E8B17463}"/>
                </a:ext>
              </a:extLst>
            </p:cNvPr>
            <p:cNvGrpSpPr>
              <a:grpSpLocks/>
            </p:cNvGrpSpPr>
            <p:nvPr/>
          </p:nvGrpSpPr>
          <p:grpSpPr bwMode="auto">
            <a:xfrm>
              <a:off x="3408" y="2256"/>
              <a:ext cx="336" cy="240"/>
              <a:chOff x="2640" y="1776"/>
              <a:chExt cx="336" cy="240"/>
            </a:xfrm>
          </p:grpSpPr>
          <p:sp>
            <p:nvSpPr>
              <p:cNvPr id="57367" name="Oval 18">
                <a:extLst>
                  <a:ext uri="{FF2B5EF4-FFF2-40B4-BE49-F238E27FC236}">
                    <a16:creationId xmlns:a16="http://schemas.microsoft.com/office/drawing/2014/main" id="{5968CB5C-52F4-5B5C-984E-4F72B67FF49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7368" name="Text Box 19">
                <a:extLst>
                  <a:ext uri="{FF2B5EF4-FFF2-40B4-BE49-F238E27FC236}">
                    <a16:creationId xmlns:a16="http://schemas.microsoft.com/office/drawing/2014/main" id="{CFE0A2C9-8D52-7AC6-90C0-5E6204EC88A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57355" name="Group 20">
              <a:extLst>
                <a:ext uri="{FF2B5EF4-FFF2-40B4-BE49-F238E27FC236}">
                  <a16:creationId xmlns:a16="http://schemas.microsoft.com/office/drawing/2014/main" id="{BD989C54-3FCB-7F6C-3364-FA1D5D294944}"/>
                </a:ext>
              </a:extLst>
            </p:cNvPr>
            <p:cNvGrpSpPr>
              <a:grpSpLocks/>
            </p:cNvGrpSpPr>
            <p:nvPr/>
          </p:nvGrpSpPr>
          <p:grpSpPr bwMode="auto">
            <a:xfrm>
              <a:off x="1344" y="2688"/>
              <a:ext cx="336" cy="240"/>
              <a:chOff x="2640" y="1776"/>
              <a:chExt cx="336" cy="240"/>
            </a:xfrm>
          </p:grpSpPr>
          <p:sp>
            <p:nvSpPr>
              <p:cNvPr id="57365" name="Oval 21">
                <a:extLst>
                  <a:ext uri="{FF2B5EF4-FFF2-40B4-BE49-F238E27FC236}">
                    <a16:creationId xmlns:a16="http://schemas.microsoft.com/office/drawing/2014/main" id="{ED7D1A0C-C0B6-4AB9-43FA-6BC2AA10E17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7366" name="Text Box 22">
                <a:extLst>
                  <a:ext uri="{FF2B5EF4-FFF2-40B4-BE49-F238E27FC236}">
                    <a16:creationId xmlns:a16="http://schemas.microsoft.com/office/drawing/2014/main" id="{D571A68B-DEA6-1921-883C-8E0BAD83C5C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57356" name="Group 23">
              <a:extLst>
                <a:ext uri="{FF2B5EF4-FFF2-40B4-BE49-F238E27FC236}">
                  <a16:creationId xmlns:a16="http://schemas.microsoft.com/office/drawing/2014/main" id="{F253ABB4-7598-FA7D-C99C-5018FCB43A1D}"/>
                </a:ext>
              </a:extLst>
            </p:cNvPr>
            <p:cNvGrpSpPr>
              <a:grpSpLocks/>
            </p:cNvGrpSpPr>
            <p:nvPr/>
          </p:nvGrpSpPr>
          <p:grpSpPr bwMode="auto">
            <a:xfrm>
              <a:off x="2112" y="2688"/>
              <a:ext cx="336" cy="240"/>
              <a:chOff x="2640" y="1776"/>
              <a:chExt cx="336" cy="240"/>
            </a:xfrm>
          </p:grpSpPr>
          <p:sp>
            <p:nvSpPr>
              <p:cNvPr id="57363" name="Oval 24">
                <a:extLst>
                  <a:ext uri="{FF2B5EF4-FFF2-40B4-BE49-F238E27FC236}">
                    <a16:creationId xmlns:a16="http://schemas.microsoft.com/office/drawing/2014/main" id="{17034B96-BC08-E5A6-9AD3-679F3BE6295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7364" name="Text Box 25">
                <a:extLst>
                  <a:ext uri="{FF2B5EF4-FFF2-40B4-BE49-F238E27FC236}">
                    <a16:creationId xmlns:a16="http://schemas.microsoft.com/office/drawing/2014/main" id="{6802E384-1EDE-DA94-80EB-B2F5827405C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sp>
          <p:nvSpPr>
            <p:cNvPr id="57357" name="Line 26">
              <a:extLst>
                <a:ext uri="{FF2B5EF4-FFF2-40B4-BE49-F238E27FC236}">
                  <a16:creationId xmlns:a16="http://schemas.microsoft.com/office/drawing/2014/main" id="{8D6FEDE3-CEA6-CB04-C1AD-32FABB90DB12}"/>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58" name="Line 27">
              <a:extLst>
                <a:ext uri="{FF2B5EF4-FFF2-40B4-BE49-F238E27FC236}">
                  <a16:creationId xmlns:a16="http://schemas.microsoft.com/office/drawing/2014/main" id="{53F05550-C5BA-8CF1-BF0B-CBF499294D5D}"/>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59" name="Line 28">
              <a:extLst>
                <a:ext uri="{FF2B5EF4-FFF2-40B4-BE49-F238E27FC236}">
                  <a16:creationId xmlns:a16="http://schemas.microsoft.com/office/drawing/2014/main" id="{2DCD6DEB-7CA8-0E77-C538-EB570CAED5C6}"/>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60" name="Line 29">
              <a:extLst>
                <a:ext uri="{FF2B5EF4-FFF2-40B4-BE49-F238E27FC236}">
                  <a16:creationId xmlns:a16="http://schemas.microsoft.com/office/drawing/2014/main" id="{0BAE54FC-CE17-F232-FBBE-F80908956B4C}"/>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61" name="Line 30">
              <a:extLst>
                <a:ext uri="{FF2B5EF4-FFF2-40B4-BE49-F238E27FC236}">
                  <a16:creationId xmlns:a16="http://schemas.microsoft.com/office/drawing/2014/main" id="{9BF44A19-38BE-7A1F-AE7C-85773E8418FB}"/>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62" name="Line 31">
              <a:extLst>
                <a:ext uri="{FF2B5EF4-FFF2-40B4-BE49-F238E27FC236}">
                  <a16:creationId xmlns:a16="http://schemas.microsoft.com/office/drawing/2014/main" id="{5F5F6D0C-F8E0-547A-8AF1-0B01928B3FE7}"/>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E5110CC6-970D-DA22-0A83-844F1A8E6AD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3">
            <a:extLst>
              <a:ext uri="{FF2B5EF4-FFF2-40B4-BE49-F238E27FC236}">
                <a16:creationId xmlns:a16="http://schemas.microsoft.com/office/drawing/2014/main" id="{C401392D-6126-6361-B58C-AFDE0491634D}"/>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p:txBody>
      </p:sp>
      <p:grpSp>
        <p:nvGrpSpPr>
          <p:cNvPr id="58373" name="Group 4">
            <a:extLst>
              <a:ext uri="{FF2B5EF4-FFF2-40B4-BE49-F238E27FC236}">
                <a16:creationId xmlns:a16="http://schemas.microsoft.com/office/drawing/2014/main" id="{2D81B74A-B346-A68B-96BD-15A36174F0F2}"/>
              </a:ext>
            </a:extLst>
          </p:cNvPr>
          <p:cNvGrpSpPr>
            <a:grpSpLocks/>
          </p:cNvGrpSpPr>
          <p:nvPr/>
        </p:nvGrpSpPr>
        <p:grpSpPr bwMode="auto">
          <a:xfrm>
            <a:off x="2133600" y="2895600"/>
            <a:ext cx="5410200" cy="1752600"/>
            <a:chOff x="1344" y="1824"/>
            <a:chExt cx="3408" cy="1104"/>
          </a:xfrm>
        </p:grpSpPr>
        <p:grpSp>
          <p:nvGrpSpPr>
            <p:cNvPr id="58374" name="Group 5">
              <a:extLst>
                <a:ext uri="{FF2B5EF4-FFF2-40B4-BE49-F238E27FC236}">
                  <a16:creationId xmlns:a16="http://schemas.microsoft.com/office/drawing/2014/main" id="{A75609AD-FA5E-C504-647C-A579F4374193}"/>
                </a:ext>
              </a:extLst>
            </p:cNvPr>
            <p:cNvGrpSpPr>
              <a:grpSpLocks/>
            </p:cNvGrpSpPr>
            <p:nvPr/>
          </p:nvGrpSpPr>
          <p:grpSpPr bwMode="auto">
            <a:xfrm>
              <a:off x="2880" y="1824"/>
              <a:ext cx="336" cy="240"/>
              <a:chOff x="2640" y="1776"/>
              <a:chExt cx="336" cy="240"/>
            </a:xfrm>
          </p:grpSpPr>
          <p:sp>
            <p:nvSpPr>
              <p:cNvPr id="58399" name="Oval 6">
                <a:extLst>
                  <a:ext uri="{FF2B5EF4-FFF2-40B4-BE49-F238E27FC236}">
                    <a16:creationId xmlns:a16="http://schemas.microsoft.com/office/drawing/2014/main" id="{716FC765-B5F5-64D2-5832-7D9607F7EE4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8400" name="Text Box 7">
                <a:extLst>
                  <a:ext uri="{FF2B5EF4-FFF2-40B4-BE49-F238E27FC236}">
                    <a16:creationId xmlns:a16="http://schemas.microsoft.com/office/drawing/2014/main" id="{D605DFC9-D4A3-8539-F7FB-D462098572C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58375" name="Group 8">
              <a:extLst>
                <a:ext uri="{FF2B5EF4-FFF2-40B4-BE49-F238E27FC236}">
                  <a16:creationId xmlns:a16="http://schemas.microsoft.com/office/drawing/2014/main" id="{D9317A36-0ECB-73B2-4751-993E3D78B334}"/>
                </a:ext>
              </a:extLst>
            </p:cNvPr>
            <p:cNvGrpSpPr>
              <a:grpSpLocks/>
            </p:cNvGrpSpPr>
            <p:nvPr/>
          </p:nvGrpSpPr>
          <p:grpSpPr bwMode="auto">
            <a:xfrm>
              <a:off x="1776" y="2256"/>
              <a:ext cx="336" cy="240"/>
              <a:chOff x="2640" y="1776"/>
              <a:chExt cx="336" cy="240"/>
            </a:xfrm>
          </p:grpSpPr>
          <p:sp>
            <p:nvSpPr>
              <p:cNvPr id="58397" name="Oval 9">
                <a:extLst>
                  <a:ext uri="{FF2B5EF4-FFF2-40B4-BE49-F238E27FC236}">
                    <a16:creationId xmlns:a16="http://schemas.microsoft.com/office/drawing/2014/main" id="{C0283ED7-8624-FDA3-2413-67218F1B85C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8398" name="Text Box 10">
                <a:extLst>
                  <a:ext uri="{FF2B5EF4-FFF2-40B4-BE49-F238E27FC236}">
                    <a16:creationId xmlns:a16="http://schemas.microsoft.com/office/drawing/2014/main" id="{2935EFD4-4867-E1CA-D712-0F2F40EDA8E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58376" name="Group 11">
              <a:extLst>
                <a:ext uri="{FF2B5EF4-FFF2-40B4-BE49-F238E27FC236}">
                  <a16:creationId xmlns:a16="http://schemas.microsoft.com/office/drawing/2014/main" id="{3AC9BAF1-0ECA-4A4D-24C1-A40261F75565}"/>
                </a:ext>
              </a:extLst>
            </p:cNvPr>
            <p:cNvGrpSpPr>
              <a:grpSpLocks/>
            </p:cNvGrpSpPr>
            <p:nvPr/>
          </p:nvGrpSpPr>
          <p:grpSpPr bwMode="auto">
            <a:xfrm>
              <a:off x="2592" y="2256"/>
              <a:ext cx="336" cy="240"/>
              <a:chOff x="2640" y="1776"/>
              <a:chExt cx="336" cy="240"/>
            </a:xfrm>
          </p:grpSpPr>
          <p:sp>
            <p:nvSpPr>
              <p:cNvPr id="58395" name="Oval 12">
                <a:extLst>
                  <a:ext uri="{FF2B5EF4-FFF2-40B4-BE49-F238E27FC236}">
                    <a16:creationId xmlns:a16="http://schemas.microsoft.com/office/drawing/2014/main" id="{00F3A6FE-C3C0-C119-C556-08DF82D8B32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8396" name="Text Box 13">
                <a:extLst>
                  <a:ext uri="{FF2B5EF4-FFF2-40B4-BE49-F238E27FC236}">
                    <a16:creationId xmlns:a16="http://schemas.microsoft.com/office/drawing/2014/main" id="{B3A083A6-4E46-B258-76B5-A4899E57B33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58377" name="Group 14">
              <a:extLst>
                <a:ext uri="{FF2B5EF4-FFF2-40B4-BE49-F238E27FC236}">
                  <a16:creationId xmlns:a16="http://schemas.microsoft.com/office/drawing/2014/main" id="{FCB67BE6-8405-479E-FA57-39D71A2DFCEB}"/>
                </a:ext>
              </a:extLst>
            </p:cNvPr>
            <p:cNvGrpSpPr>
              <a:grpSpLocks/>
            </p:cNvGrpSpPr>
            <p:nvPr/>
          </p:nvGrpSpPr>
          <p:grpSpPr bwMode="auto">
            <a:xfrm>
              <a:off x="4416" y="2256"/>
              <a:ext cx="336" cy="240"/>
              <a:chOff x="2640" y="1776"/>
              <a:chExt cx="336" cy="240"/>
            </a:xfrm>
          </p:grpSpPr>
          <p:sp>
            <p:nvSpPr>
              <p:cNvPr id="58393" name="Oval 15">
                <a:extLst>
                  <a:ext uri="{FF2B5EF4-FFF2-40B4-BE49-F238E27FC236}">
                    <a16:creationId xmlns:a16="http://schemas.microsoft.com/office/drawing/2014/main" id="{8419CBDA-4FA7-3A71-0911-7937A2B3834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8394" name="Text Box 16">
                <a:extLst>
                  <a:ext uri="{FF2B5EF4-FFF2-40B4-BE49-F238E27FC236}">
                    <a16:creationId xmlns:a16="http://schemas.microsoft.com/office/drawing/2014/main" id="{F5396D26-6159-B1DC-1F9D-1BBD48A2A5A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58378" name="Group 17">
              <a:extLst>
                <a:ext uri="{FF2B5EF4-FFF2-40B4-BE49-F238E27FC236}">
                  <a16:creationId xmlns:a16="http://schemas.microsoft.com/office/drawing/2014/main" id="{7C9AA406-E14E-4E14-7C9C-33D3645B3192}"/>
                </a:ext>
              </a:extLst>
            </p:cNvPr>
            <p:cNvGrpSpPr>
              <a:grpSpLocks/>
            </p:cNvGrpSpPr>
            <p:nvPr/>
          </p:nvGrpSpPr>
          <p:grpSpPr bwMode="auto">
            <a:xfrm>
              <a:off x="3408" y="2256"/>
              <a:ext cx="336" cy="240"/>
              <a:chOff x="2640" y="1776"/>
              <a:chExt cx="336" cy="240"/>
            </a:xfrm>
          </p:grpSpPr>
          <p:sp>
            <p:nvSpPr>
              <p:cNvPr id="58391" name="Oval 18">
                <a:extLst>
                  <a:ext uri="{FF2B5EF4-FFF2-40B4-BE49-F238E27FC236}">
                    <a16:creationId xmlns:a16="http://schemas.microsoft.com/office/drawing/2014/main" id="{ED045EB8-A85B-BD47-5D9D-600A32CD84F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8392" name="Text Box 19">
                <a:extLst>
                  <a:ext uri="{FF2B5EF4-FFF2-40B4-BE49-F238E27FC236}">
                    <a16:creationId xmlns:a16="http://schemas.microsoft.com/office/drawing/2014/main" id="{E09E23B7-067E-201D-0FA3-4795F66EB81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58379" name="Group 20">
              <a:extLst>
                <a:ext uri="{FF2B5EF4-FFF2-40B4-BE49-F238E27FC236}">
                  <a16:creationId xmlns:a16="http://schemas.microsoft.com/office/drawing/2014/main" id="{57C1B6B6-F11C-40DE-FB64-96066C526760}"/>
                </a:ext>
              </a:extLst>
            </p:cNvPr>
            <p:cNvGrpSpPr>
              <a:grpSpLocks/>
            </p:cNvGrpSpPr>
            <p:nvPr/>
          </p:nvGrpSpPr>
          <p:grpSpPr bwMode="auto">
            <a:xfrm>
              <a:off x="1344" y="2688"/>
              <a:ext cx="336" cy="240"/>
              <a:chOff x="2640" y="1776"/>
              <a:chExt cx="336" cy="240"/>
            </a:xfrm>
          </p:grpSpPr>
          <p:sp>
            <p:nvSpPr>
              <p:cNvPr id="58389" name="Oval 21">
                <a:extLst>
                  <a:ext uri="{FF2B5EF4-FFF2-40B4-BE49-F238E27FC236}">
                    <a16:creationId xmlns:a16="http://schemas.microsoft.com/office/drawing/2014/main" id="{68256B72-BD8C-2EB2-DBFE-891F51C4D62F}"/>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8390" name="Text Box 22">
                <a:extLst>
                  <a:ext uri="{FF2B5EF4-FFF2-40B4-BE49-F238E27FC236}">
                    <a16:creationId xmlns:a16="http://schemas.microsoft.com/office/drawing/2014/main" id="{A9730A90-DE25-73CA-11B9-5DAC7921F32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58380" name="Group 23">
              <a:extLst>
                <a:ext uri="{FF2B5EF4-FFF2-40B4-BE49-F238E27FC236}">
                  <a16:creationId xmlns:a16="http://schemas.microsoft.com/office/drawing/2014/main" id="{D588FA97-F95D-F731-8492-8D2E12A6B402}"/>
                </a:ext>
              </a:extLst>
            </p:cNvPr>
            <p:cNvGrpSpPr>
              <a:grpSpLocks/>
            </p:cNvGrpSpPr>
            <p:nvPr/>
          </p:nvGrpSpPr>
          <p:grpSpPr bwMode="auto">
            <a:xfrm>
              <a:off x="2112" y="2688"/>
              <a:ext cx="336" cy="240"/>
              <a:chOff x="2640" y="1776"/>
              <a:chExt cx="336" cy="240"/>
            </a:xfrm>
          </p:grpSpPr>
          <p:sp>
            <p:nvSpPr>
              <p:cNvPr id="58387" name="Oval 24">
                <a:extLst>
                  <a:ext uri="{FF2B5EF4-FFF2-40B4-BE49-F238E27FC236}">
                    <a16:creationId xmlns:a16="http://schemas.microsoft.com/office/drawing/2014/main" id="{2490E4EA-D6D4-DC7F-216F-BD74A204A92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8388" name="Text Box 25">
                <a:extLst>
                  <a:ext uri="{FF2B5EF4-FFF2-40B4-BE49-F238E27FC236}">
                    <a16:creationId xmlns:a16="http://schemas.microsoft.com/office/drawing/2014/main" id="{2880CE0D-BE05-7F2D-1E3D-2106DEF0C5D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sp>
          <p:nvSpPr>
            <p:cNvPr id="58381" name="Line 26">
              <a:extLst>
                <a:ext uri="{FF2B5EF4-FFF2-40B4-BE49-F238E27FC236}">
                  <a16:creationId xmlns:a16="http://schemas.microsoft.com/office/drawing/2014/main" id="{02906D2D-7880-D735-D315-A49CA7401323}"/>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82" name="Line 27">
              <a:extLst>
                <a:ext uri="{FF2B5EF4-FFF2-40B4-BE49-F238E27FC236}">
                  <a16:creationId xmlns:a16="http://schemas.microsoft.com/office/drawing/2014/main" id="{4B58A022-14ED-F47C-58D4-AA9A3003B46F}"/>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83" name="Line 28">
              <a:extLst>
                <a:ext uri="{FF2B5EF4-FFF2-40B4-BE49-F238E27FC236}">
                  <a16:creationId xmlns:a16="http://schemas.microsoft.com/office/drawing/2014/main" id="{2193946F-5949-4BFF-41CA-FBBFBB33B094}"/>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84" name="Line 29">
              <a:extLst>
                <a:ext uri="{FF2B5EF4-FFF2-40B4-BE49-F238E27FC236}">
                  <a16:creationId xmlns:a16="http://schemas.microsoft.com/office/drawing/2014/main" id="{8700DBA3-3F62-F7C7-F398-4220E4B5DFA7}"/>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85" name="Line 30">
              <a:extLst>
                <a:ext uri="{FF2B5EF4-FFF2-40B4-BE49-F238E27FC236}">
                  <a16:creationId xmlns:a16="http://schemas.microsoft.com/office/drawing/2014/main" id="{A660B243-B40B-52FD-2D8A-BCB484028103}"/>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86" name="Line 31">
              <a:extLst>
                <a:ext uri="{FF2B5EF4-FFF2-40B4-BE49-F238E27FC236}">
                  <a16:creationId xmlns:a16="http://schemas.microsoft.com/office/drawing/2014/main" id="{5019FA2B-B5C8-1DCA-5B7E-F02E3B1A12B0}"/>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C3AFA8CC-C801-DF94-5A5A-C13927983ED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3">
            <a:extLst>
              <a:ext uri="{FF2B5EF4-FFF2-40B4-BE49-F238E27FC236}">
                <a16:creationId xmlns:a16="http://schemas.microsoft.com/office/drawing/2014/main" id="{39116753-34CC-DCE5-00BF-A47B0D8EF47F}"/>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p:txBody>
      </p:sp>
      <p:grpSp>
        <p:nvGrpSpPr>
          <p:cNvPr id="59397" name="Group 4">
            <a:extLst>
              <a:ext uri="{FF2B5EF4-FFF2-40B4-BE49-F238E27FC236}">
                <a16:creationId xmlns:a16="http://schemas.microsoft.com/office/drawing/2014/main" id="{0F99CE36-2277-A19E-1397-9DDBEC451633}"/>
              </a:ext>
            </a:extLst>
          </p:cNvPr>
          <p:cNvGrpSpPr>
            <a:grpSpLocks/>
          </p:cNvGrpSpPr>
          <p:nvPr/>
        </p:nvGrpSpPr>
        <p:grpSpPr bwMode="auto">
          <a:xfrm>
            <a:off x="2133600" y="2895600"/>
            <a:ext cx="5410200" cy="2590800"/>
            <a:chOff x="1344" y="1824"/>
            <a:chExt cx="3408" cy="1632"/>
          </a:xfrm>
        </p:grpSpPr>
        <p:grpSp>
          <p:nvGrpSpPr>
            <p:cNvPr id="59398" name="Group 5">
              <a:extLst>
                <a:ext uri="{FF2B5EF4-FFF2-40B4-BE49-F238E27FC236}">
                  <a16:creationId xmlns:a16="http://schemas.microsoft.com/office/drawing/2014/main" id="{09FFDCD9-9F57-F34F-36FD-200593E2135D}"/>
                </a:ext>
              </a:extLst>
            </p:cNvPr>
            <p:cNvGrpSpPr>
              <a:grpSpLocks/>
            </p:cNvGrpSpPr>
            <p:nvPr/>
          </p:nvGrpSpPr>
          <p:grpSpPr bwMode="auto">
            <a:xfrm>
              <a:off x="2880" y="1824"/>
              <a:ext cx="336" cy="240"/>
              <a:chOff x="2640" y="1776"/>
              <a:chExt cx="336" cy="240"/>
            </a:xfrm>
          </p:grpSpPr>
          <p:sp>
            <p:nvSpPr>
              <p:cNvPr id="59431" name="Oval 6">
                <a:extLst>
                  <a:ext uri="{FF2B5EF4-FFF2-40B4-BE49-F238E27FC236}">
                    <a16:creationId xmlns:a16="http://schemas.microsoft.com/office/drawing/2014/main" id="{7B8FA4BD-9F08-DF70-ACE4-3F76631DA5A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32" name="Text Box 7">
                <a:extLst>
                  <a:ext uri="{FF2B5EF4-FFF2-40B4-BE49-F238E27FC236}">
                    <a16:creationId xmlns:a16="http://schemas.microsoft.com/office/drawing/2014/main" id="{DDDEB3BA-5291-B399-5D12-8586673AC85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59399" name="Group 8">
              <a:extLst>
                <a:ext uri="{FF2B5EF4-FFF2-40B4-BE49-F238E27FC236}">
                  <a16:creationId xmlns:a16="http://schemas.microsoft.com/office/drawing/2014/main" id="{BD4AC4E3-68DD-2BB7-4411-15E8F306A1A5}"/>
                </a:ext>
              </a:extLst>
            </p:cNvPr>
            <p:cNvGrpSpPr>
              <a:grpSpLocks/>
            </p:cNvGrpSpPr>
            <p:nvPr/>
          </p:nvGrpSpPr>
          <p:grpSpPr bwMode="auto">
            <a:xfrm>
              <a:off x="1776" y="2256"/>
              <a:ext cx="336" cy="240"/>
              <a:chOff x="2640" y="1776"/>
              <a:chExt cx="336" cy="240"/>
            </a:xfrm>
          </p:grpSpPr>
          <p:sp>
            <p:nvSpPr>
              <p:cNvPr id="59429" name="Oval 9">
                <a:extLst>
                  <a:ext uri="{FF2B5EF4-FFF2-40B4-BE49-F238E27FC236}">
                    <a16:creationId xmlns:a16="http://schemas.microsoft.com/office/drawing/2014/main" id="{00DF5127-FB2E-4017-193F-84A6FAEB480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30" name="Text Box 10">
                <a:extLst>
                  <a:ext uri="{FF2B5EF4-FFF2-40B4-BE49-F238E27FC236}">
                    <a16:creationId xmlns:a16="http://schemas.microsoft.com/office/drawing/2014/main" id="{2080EAA5-EA3B-4003-E79F-4AD18B1B107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59400" name="Group 11">
              <a:extLst>
                <a:ext uri="{FF2B5EF4-FFF2-40B4-BE49-F238E27FC236}">
                  <a16:creationId xmlns:a16="http://schemas.microsoft.com/office/drawing/2014/main" id="{CC9C3605-7F74-F84E-1D17-02917FD42EFF}"/>
                </a:ext>
              </a:extLst>
            </p:cNvPr>
            <p:cNvGrpSpPr>
              <a:grpSpLocks/>
            </p:cNvGrpSpPr>
            <p:nvPr/>
          </p:nvGrpSpPr>
          <p:grpSpPr bwMode="auto">
            <a:xfrm>
              <a:off x="2592" y="2256"/>
              <a:ext cx="336" cy="240"/>
              <a:chOff x="2640" y="1776"/>
              <a:chExt cx="336" cy="240"/>
            </a:xfrm>
          </p:grpSpPr>
          <p:sp>
            <p:nvSpPr>
              <p:cNvPr id="59427" name="Oval 12">
                <a:extLst>
                  <a:ext uri="{FF2B5EF4-FFF2-40B4-BE49-F238E27FC236}">
                    <a16:creationId xmlns:a16="http://schemas.microsoft.com/office/drawing/2014/main" id="{55EBE175-D330-F03A-F6F2-066E6B4B960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28" name="Text Box 13">
                <a:extLst>
                  <a:ext uri="{FF2B5EF4-FFF2-40B4-BE49-F238E27FC236}">
                    <a16:creationId xmlns:a16="http://schemas.microsoft.com/office/drawing/2014/main" id="{7F1946A6-6974-57A7-0B61-B96C310E7E2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59401" name="Group 14">
              <a:extLst>
                <a:ext uri="{FF2B5EF4-FFF2-40B4-BE49-F238E27FC236}">
                  <a16:creationId xmlns:a16="http://schemas.microsoft.com/office/drawing/2014/main" id="{B3DF0DE7-BD21-103A-2F29-9EB9F1A162D4}"/>
                </a:ext>
              </a:extLst>
            </p:cNvPr>
            <p:cNvGrpSpPr>
              <a:grpSpLocks/>
            </p:cNvGrpSpPr>
            <p:nvPr/>
          </p:nvGrpSpPr>
          <p:grpSpPr bwMode="auto">
            <a:xfrm>
              <a:off x="4416" y="2256"/>
              <a:ext cx="336" cy="240"/>
              <a:chOff x="2640" y="1776"/>
              <a:chExt cx="336" cy="240"/>
            </a:xfrm>
          </p:grpSpPr>
          <p:sp>
            <p:nvSpPr>
              <p:cNvPr id="59425" name="Oval 15">
                <a:extLst>
                  <a:ext uri="{FF2B5EF4-FFF2-40B4-BE49-F238E27FC236}">
                    <a16:creationId xmlns:a16="http://schemas.microsoft.com/office/drawing/2014/main" id="{ACAE9298-8012-AFE6-5D7C-5A6651CB86A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26" name="Text Box 16">
                <a:extLst>
                  <a:ext uri="{FF2B5EF4-FFF2-40B4-BE49-F238E27FC236}">
                    <a16:creationId xmlns:a16="http://schemas.microsoft.com/office/drawing/2014/main" id="{13C3CC3F-B501-5AF8-0C21-DB2229C0130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59402" name="Group 17">
              <a:extLst>
                <a:ext uri="{FF2B5EF4-FFF2-40B4-BE49-F238E27FC236}">
                  <a16:creationId xmlns:a16="http://schemas.microsoft.com/office/drawing/2014/main" id="{136FCADA-2A3E-697F-E3BD-03C9CEF7DF39}"/>
                </a:ext>
              </a:extLst>
            </p:cNvPr>
            <p:cNvGrpSpPr>
              <a:grpSpLocks/>
            </p:cNvGrpSpPr>
            <p:nvPr/>
          </p:nvGrpSpPr>
          <p:grpSpPr bwMode="auto">
            <a:xfrm>
              <a:off x="3408" y="2256"/>
              <a:ext cx="336" cy="240"/>
              <a:chOff x="2640" y="1776"/>
              <a:chExt cx="336" cy="240"/>
            </a:xfrm>
          </p:grpSpPr>
          <p:sp>
            <p:nvSpPr>
              <p:cNvPr id="59423" name="Oval 18">
                <a:extLst>
                  <a:ext uri="{FF2B5EF4-FFF2-40B4-BE49-F238E27FC236}">
                    <a16:creationId xmlns:a16="http://schemas.microsoft.com/office/drawing/2014/main" id="{425B6144-8774-F4D2-7463-1FA1D62B2B5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24" name="Text Box 19">
                <a:extLst>
                  <a:ext uri="{FF2B5EF4-FFF2-40B4-BE49-F238E27FC236}">
                    <a16:creationId xmlns:a16="http://schemas.microsoft.com/office/drawing/2014/main" id="{9BF343F9-2915-F0BC-FC3D-396FA2BBC25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59403" name="Group 20">
              <a:extLst>
                <a:ext uri="{FF2B5EF4-FFF2-40B4-BE49-F238E27FC236}">
                  <a16:creationId xmlns:a16="http://schemas.microsoft.com/office/drawing/2014/main" id="{50346131-A5F7-CC45-B81C-BB8B155F951B}"/>
                </a:ext>
              </a:extLst>
            </p:cNvPr>
            <p:cNvGrpSpPr>
              <a:grpSpLocks/>
            </p:cNvGrpSpPr>
            <p:nvPr/>
          </p:nvGrpSpPr>
          <p:grpSpPr bwMode="auto">
            <a:xfrm>
              <a:off x="1344" y="2688"/>
              <a:ext cx="336" cy="240"/>
              <a:chOff x="2640" y="1776"/>
              <a:chExt cx="336" cy="240"/>
            </a:xfrm>
          </p:grpSpPr>
          <p:sp>
            <p:nvSpPr>
              <p:cNvPr id="59421" name="Oval 21">
                <a:extLst>
                  <a:ext uri="{FF2B5EF4-FFF2-40B4-BE49-F238E27FC236}">
                    <a16:creationId xmlns:a16="http://schemas.microsoft.com/office/drawing/2014/main" id="{9D34A61F-510F-7DDA-9FFA-AC16EC9462C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22" name="Text Box 22">
                <a:extLst>
                  <a:ext uri="{FF2B5EF4-FFF2-40B4-BE49-F238E27FC236}">
                    <a16:creationId xmlns:a16="http://schemas.microsoft.com/office/drawing/2014/main" id="{6321B6DA-E141-F0C7-32C1-502732D01AA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59404" name="Group 23">
              <a:extLst>
                <a:ext uri="{FF2B5EF4-FFF2-40B4-BE49-F238E27FC236}">
                  <a16:creationId xmlns:a16="http://schemas.microsoft.com/office/drawing/2014/main" id="{789CB355-A7A6-348C-D1A8-93EFD82B8CC1}"/>
                </a:ext>
              </a:extLst>
            </p:cNvPr>
            <p:cNvGrpSpPr>
              <a:grpSpLocks/>
            </p:cNvGrpSpPr>
            <p:nvPr/>
          </p:nvGrpSpPr>
          <p:grpSpPr bwMode="auto">
            <a:xfrm>
              <a:off x="2112" y="2688"/>
              <a:ext cx="336" cy="240"/>
              <a:chOff x="2640" y="1776"/>
              <a:chExt cx="336" cy="240"/>
            </a:xfrm>
          </p:grpSpPr>
          <p:sp>
            <p:nvSpPr>
              <p:cNvPr id="59419" name="Oval 24">
                <a:extLst>
                  <a:ext uri="{FF2B5EF4-FFF2-40B4-BE49-F238E27FC236}">
                    <a16:creationId xmlns:a16="http://schemas.microsoft.com/office/drawing/2014/main" id="{78FC3280-7EF3-2C09-7DE7-0A0C2E96EFA1}"/>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20" name="Text Box 25">
                <a:extLst>
                  <a:ext uri="{FF2B5EF4-FFF2-40B4-BE49-F238E27FC236}">
                    <a16:creationId xmlns:a16="http://schemas.microsoft.com/office/drawing/2014/main" id="{17310BD2-3093-FE6E-E539-084F97A827A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59405" name="Group 26">
              <a:extLst>
                <a:ext uri="{FF2B5EF4-FFF2-40B4-BE49-F238E27FC236}">
                  <a16:creationId xmlns:a16="http://schemas.microsoft.com/office/drawing/2014/main" id="{B5757B0F-45D2-7DFE-638C-46F2AFCFB765}"/>
                </a:ext>
              </a:extLst>
            </p:cNvPr>
            <p:cNvGrpSpPr>
              <a:grpSpLocks/>
            </p:cNvGrpSpPr>
            <p:nvPr/>
          </p:nvGrpSpPr>
          <p:grpSpPr bwMode="auto">
            <a:xfrm>
              <a:off x="1776" y="3216"/>
              <a:ext cx="336" cy="240"/>
              <a:chOff x="2640" y="1776"/>
              <a:chExt cx="336" cy="240"/>
            </a:xfrm>
          </p:grpSpPr>
          <p:sp>
            <p:nvSpPr>
              <p:cNvPr id="59417" name="Oval 27">
                <a:extLst>
                  <a:ext uri="{FF2B5EF4-FFF2-40B4-BE49-F238E27FC236}">
                    <a16:creationId xmlns:a16="http://schemas.microsoft.com/office/drawing/2014/main" id="{F91B2FD0-5A84-A3F3-52C9-8EBAB7DBCFD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18" name="Text Box 28">
                <a:extLst>
                  <a:ext uri="{FF2B5EF4-FFF2-40B4-BE49-F238E27FC236}">
                    <a16:creationId xmlns:a16="http://schemas.microsoft.com/office/drawing/2014/main" id="{EA557ECC-CECE-E6B3-2C78-6A393BC5B1B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59406" name="Group 29">
              <a:extLst>
                <a:ext uri="{FF2B5EF4-FFF2-40B4-BE49-F238E27FC236}">
                  <a16:creationId xmlns:a16="http://schemas.microsoft.com/office/drawing/2014/main" id="{8AF10B45-4A99-7C51-945E-EE0D336F9317}"/>
                </a:ext>
              </a:extLst>
            </p:cNvPr>
            <p:cNvGrpSpPr>
              <a:grpSpLocks/>
            </p:cNvGrpSpPr>
            <p:nvPr/>
          </p:nvGrpSpPr>
          <p:grpSpPr bwMode="auto">
            <a:xfrm>
              <a:off x="2400" y="3216"/>
              <a:ext cx="336" cy="240"/>
              <a:chOff x="2640" y="1776"/>
              <a:chExt cx="336" cy="240"/>
            </a:xfrm>
          </p:grpSpPr>
          <p:sp>
            <p:nvSpPr>
              <p:cNvPr id="59415" name="Oval 30">
                <a:extLst>
                  <a:ext uri="{FF2B5EF4-FFF2-40B4-BE49-F238E27FC236}">
                    <a16:creationId xmlns:a16="http://schemas.microsoft.com/office/drawing/2014/main" id="{6359CE28-0330-CA34-5422-C495569F561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59416" name="Text Box 31">
                <a:extLst>
                  <a:ext uri="{FF2B5EF4-FFF2-40B4-BE49-F238E27FC236}">
                    <a16:creationId xmlns:a16="http://schemas.microsoft.com/office/drawing/2014/main" id="{1ABAC670-9887-C8C5-1478-E9BA8F50715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59407" name="Line 32">
              <a:extLst>
                <a:ext uri="{FF2B5EF4-FFF2-40B4-BE49-F238E27FC236}">
                  <a16:creationId xmlns:a16="http://schemas.microsoft.com/office/drawing/2014/main" id="{8E059E02-E47B-E000-8923-6D6475F6A6EB}"/>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08" name="Line 33">
              <a:extLst>
                <a:ext uri="{FF2B5EF4-FFF2-40B4-BE49-F238E27FC236}">
                  <a16:creationId xmlns:a16="http://schemas.microsoft.com/office/drawing/2014/main" id="{7C744576-9CDE-934C-F8E2-A937B9B4FF22}"/>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09" name="Line 34">
              <a:extLst>
                <a:ext uri="{FF2B5EF4-FFF2-40B4-BE49-F238E27FC236}">
                  <a16:creationId xmlns:a16="http://schemas.microsoft.com/office/drawing/2014/main" id="{8AF1F56B-0228-B1A1-5435-3A48DD2DD6B6}"/>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10" name="Line 35">
              <a:extLst>
                <a:ext uri="{FF2B5EF4-FFF2-40B4-BE49-F238E27FC236}">
                  <a16:creationId xmlns:a16="http://schemas.microsoft.com/office/drawing/2014/main" id="{DDD40D50-A08F-D089-E239-33406038B866}"/>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11" name="Line 36">
              <a:extLst>
                <a:ext uri="{FF2B5EF4-FFF2-40B4-BE49-F238E27FC236}">
                  <a16:creationId xmlns:a16="http://schemas.microsoft.com/office/drawing/2014/main" id="{A162E00E-56A1-B1AA-6325-05B710C79265}"/>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12" name="Line 37">
              <a:extLst>
                <a:ext uri="{FF2B5EF4-FFF2-40B4-BE49-F238E27FC236}">
                  <a16:creationId xmlns:a16="http://schemas.microsoft.com/office/drawing/2014/main" id="{3054506C-3B2C-DB6C-035E-148B4715ADB3}"/>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13" name="Line 38">
              <a:extLst>
                <a:ext uri="{FF2B5EF4-FFF2-40B4-BE49-F238E27FC236}">
                  <a16:creationId xmlns:a16="http://schemas.microsoft.com/office/drawing/2014/main" id="{ECF2CD61-C242-3937-2695-5F43FB0063A0}"/>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414" name="Line 39">
              <a:extLst>
                <a:ext uri="{FF2B5EF4-FFF2-40B4-BE49-F238E27FC236}">
                  <a16:creationId xmlns:a16="http://schemas.microsoft.com/office/drawing/2014/main" id="{8F4906B2-32BC-CEB9-0986-2D3D38FB4C40}"/>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A1B84CAB-EFC7-22C8-3196-819483B6EA6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3">
            <a:extLst>
              <a:ext uri="{FF2B5EF4-FFF2-40B4-BE49-F238E27FC236}">
                <a16:creationId xmlns:a16="http://schemas.microsoft.com/office/drawing/2014/main" id="{6084D35D-D3BA-9C13-4571-12AE46291B31}"/>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G,K,</a:t>
            </a:r>
          </a:p>
        </p:txBody>
      </p:sp>
      <p:grpSp>
        <p:nvGrpSpPr>
          <p:cNvPr id="60421" name="Group 4">
            <a:extLst>
              <a:ext uri="{FF2B5EF4-FFF2-40B4-BE49-F238E27FC236}">
                <a16:creationId xmlns:a16="http://schemas.microsoft.com/office/drawing/2014/main" id="{0B90439C-6291-E209-899B-57467E7A1EF3}"/>
              </a:ext>
            </a:extLst>
          </p:cNvPr>
          <p:cNvGrpSpPr>
            <a:grpSpLocks/>
          </p:cNvGrpSpPr>
          <p:nvPr/>
        </p:nvGrpSpPr>
        <p:grpSpPr bwMode="auto">
          <a:xfrm>
            <a:off x="2133600" y="2895600"/>
            <a:ext cx="5410200" cy="2590800"/>
            <a:chOff x="1344" y="1824"/>
            <a:chExt cx="3408" cy="1632"/>
          </a:xfrm>
        </p:grpSpPr>
        <p:grpSp>
          <p:nvGrpSpPr>
            <p:cNvPr id="60422" name="Group 5">
              <a:extLst>
                <a:ext uri="{FF2B5EF4-FFF2-40B4-BE49-F238E27FC236}">
                  <a16:creationId xmlns:a16="http://schemas.microsoft.com/office/drawing/2014/main" id="{D172A0DC-3153-5863-7AD7-066E3A634CB1}"/>
                </a:ext>
              </a:extLst>
            </p:cNvPr>
            <p:cNvGrpSpPr>
              <a:grpSpLocks/>
            </p:cNvGrpSpPr>
            <p:nvPr/>
          </p:nvGrpSpPr>
          <p:grpSpPr bwMode="auto">
            <a:xfrm>
              <a:off x="2880" y="1824"/>
              <a:ext cx="336" cy="240"/>
              <a:chOff x="2640" y="1776"/>
              <a:chExt cx="336" cy="240"/>
            </a:xfrm>
          </p:grpSpPr>
          <p:sp>
            <p:nvSpPr>
              <p:cNvPr id="60455" name="Oval 6">
                <a:extLst>
                  <a:ext uri="{FF2B5EF4-FFF2-40B4-BE49-F238E27FC236}">
                    <a16:creationId xmlns:a16="http://schemas.microsoft.com/office/drawing/2014/main" id="{8625A6AE-ECBB-B4F3-1D30-DA69172C007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56" name="Text Box 7">
                <a:extLst>
                  <a:ext uri="{FF2B5EF4-FFF2-40B4-BE49-F238E27FC236}">
                    <a16:creationId xmlns:a16="http://schemas.microsoft.com/office/drawing/2014/main" id="{85C0D8F2-EAA6-CB65-C7F2-27C9581BFF3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60423" name="Group 8">
              <a:extLst>
                <a:ext uri="{FF2B5EF4-FFF2-40B4-BE49-F238E27FC236}">
                  <a16:creationId xmlns:a16="http://schemas.microsoft.com/office/drawing/2014/main" id="{1CF23DC1-EC5D-2F64-FBCD-52CBDE01A514}"/>
                </a:ext>
              </a:extLst>
            </p:cNvPr>
            <p:cNvGrpSpPr>
              <a:grpSpLocks/>
            </p:cNvGrpSpPr>
            <p:nvPr/>
          </p:nvGrpSpPr>
          <p:grpSpPr bwMode="auto">
            <a:xfrm>
              <a:off x="1776" y="2256"/>
              <a:ext cx="336" cy="240"/>
              <a:chOff x="2640" y="1776"/>
              <a:chExt cx="336" cy="240"/>
            </a:xfrm>
          </p:grpSpPr>
          <p:sp>
            <p:nvSpPr>
              <p:cNvPr id="60453" name="Oval 9">
                <a:extLst>
                  <a:ext uri="{FF2B5EF4-FFF2-40B4-BE49-F238E27FC236}">
                    <a16:creationId xmlns:a16="http://schemas.microsoft.com/office/drawing/2014/main" id="{A6413AD5-AEBC-930A-FBB8-0988C78CF24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54" name="Text Box 10">
                <a:extLst>
                  <a:ext uri="{FF2B5EF4-FFF2-40B4-BE49-F238E27FC236}">
                    <a16:creationId xmlns:a16="http://schemas.microsoft.com/office/drawing/2014/main" id="{E6193D63-9879-65D8-4A9B-5D13271EB91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60424" name="Group 11">
              <a:extLst>
                <a:ext uri="{FF2B5EF4-FFF2-40B4-BE49-F238E27FC236}">
                  <a16:creationId xmlns:a16="http://schemas.microsoft.com/office/drawing/2014/main" id="{46FB270C-7EE9-423F-C5A6-CC2130707CA1}"/>
                </a:ext>
              </a:extLst>
            </p:cNvPr>
            <p:cNvGrpSpPr>
              <a:grpSpLocks/>
            </p:cNvGrpSpPr>
            <p:nvPr/>
          </p:nvGrpSpPr>
          <p:grpSpPr bwMode="auto">
            <a:xfrm>
              <a:off x="2592" y="2256"/>
              <a:ext cx="336" cy="240"/>
              <a:chOff x="2640" y="1776"/>
              <a:chExt cx="336" cy="240"/>
            </a:xfrm>
          </p:grpSpPr>
          <p:sp>
            <p:nvSpPr>
              <p:cNvPr id="60451" name="Oval 12">
                <a:extLst>
                  <a:ext uri="{FF2B5EF4-FFF2-40B4-BE49-F238E27FC236}">
                    <a16:creationId xmlns:a16="http://schemas.microsoft.com/office/drawing/2014/main" id="{1DC2F689-943C-260F-BA48-9E6ABE5D237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52" name="Text Box 13">
                <a:extLst>
                  <a:ext uri="{FF2B5EF4-FFF2-40B4-BE49-F238E27FC236}">
                    <a16:creationId xmlns:a16="http://schemas.microsoft.com/office/drawing/2014/main" id="{3B69ACC5-8ED2-AE07-9242-212A6F9EF1E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60425" name="Group 14">
              <a:extLst>
                <a:ext uri="{FF2B5EF4-FFF2-40B4-BE49-F238E27FC236}">
                  <a16:creationId xmlns:a16="http://schemas.microsoft.com/office/drawing/2014/main" id="{6446A7C7-D0E1-9115-9DFE-B18A5E108BF5}"/>
                </a:ext>
              </a:extLst>
            </p:cNvPr>
            <p:cNvGrpSpPr>
              <a:grpSpLocks/>
            </p:cNvGrpSpPr>
            <p:nvPr/>
          </p:nvGrpSpPr>
          <p:grpSpPr bwMode="auto">
            <a:xfrm>
              <a:off x="4416" y="2256"/>
              <a:ext cx="336" cy="240"/>
              <a:chOff x="2640" y="1776"/>
              <a:chExt cx="336" cy="240"/>
            </a:xfrm>
          </p:grpSpPr>
          <p:sp>
            <p:nvSpPr>
              <p:cNvPr id="60449" name="Oval 15">
                <a:extLst>
                  <a:ext uri="{FF2B5EF4-FFF2-40B4-BE49-F238E27FC236}">
                    <a16:creationId xmlns:a16="http://schemas.microsoft.com/office/drawing/2014/main" id="{161189A6-1F8B-8690-5385-112F10B1F6D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50" name="Text Box 16">
                <a:extLst>
                  <a:ext uri="{FF2B5EF4-FFF2-40B4-BE49-F238E27FC236}">
                    <a16:creationId xmlns:a16="http://schemas.microsoft.com/office/drawing/2014/main" id="{9AE0785D-825A-63F7-E0D6-7D7BC0D892C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60426" name="Group 17">
              <a:extLst>
                <a:ext uri="{FF2B5EF4-FFF2-40B4-BE49-F238E27FC236}">
                  <a16:creationId xmlns:a16="http://schemas.microsoft.com/office/drawing/2014/main" id="{02CD47CF-985E-BF33-24C2-5FF193114787}"/>
                </a:ext>
              </a:extLst>
            </p:cNvPr>
            <p:cNvGrpSpPr>
              <a:grpSpLocks/>
            </p:cNvGrpSpPr>
            <p:nvPr/>
          </p:nvGrpSpPr>
          <p:grpSpPr bwMode="auto">
            <a:xfrm>
              <a:off x="3408" y="2256"/>
              <a:ext cx="336" cy="240"/>
              <a:chOff x="2640" y="1776"/>
              <a:chExt cx="336" cy="240"/>
            </a:xfrm>
          </p:grpSpPr>
          <p:sp>
            <p:nvSpPr>
              <p:cNvPr id="60447" name="Oval 18">
                <a:extLst>
                  <a:ext uri="{FF2B5EF4-FFF2-40B4-BE49-F238E27FC236}">
                    <a16:creationId xmlns:a16="http://schemas.microsoft.com/office/drawing/2014/main" id="{5049FB91-CB9E-4C05-6CEC-CB197737409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48" name="Text Box 19">
                <a:extLst>
                  <a:ext uri="{FF2B5EF4-FFF2-40B4-BE49-F238E27FC236}">
                    <a16:creationId xmlns:a16="http://schemas.microsoft.com/office/drawing/2014/main" id="{5D174552-6D5C-1C13-17DA-8BC17B7460B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60427" name="Group 20">
              <a:extLst>
                <a:ext uri="{FF2B5EF4-FFF2-40B4-BE49-F238E27FC236}">
                  <a16:creationId xmlns:a16="http://schemas.microsoft.com/office/drawing/2014/main" id="{19AE9011-4CD4-2F94-8698-B974CF26C07B}"/>
                </a:ext>
              </a:extLst>
            </p:cNvPr>
            <p:cNvGrpSpPr>
              <a:grpSpLocks/>
            </p:cNvGrpSpPr>
            <p:nvPr/>
          </p:nvGrpSpPr>
          <p:grpSpPr bwMode="auto">
            <a:xfrm>
              <a:off x="1344" y="2688"/>
              <a:ext cx="336" cy="240"/>
              <a:chOff x="2640" y="1776"/>
              <a:chExt cx="336" cy="240"/>
            </a:xfrm>
          </p:grpSpPr>
          <p:sp>
            <p:nvSpPr>
              <p:cNvPr id="60445" name="Oval 21">
                <a:extLst>
                  <a:ext uri="{FF2B5EF4-FFF2-40B4-BE49-F238E27FC236}">
                    <a16:creationId xmlns:a16="http://schemas.microsoft.com/office/drawing/2014/main" id="{F26DF384-FE70-EE0C-48E4-7903BF4F123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46" name="Text Box 22">
                <a:extLst>
                  <a:ext uri="{FF2B5EF4-FFF2-40B4-BE49-F238E27FC236}">
                    <a16:creationId xmlns:a16="http://schemas.microsoft.com/office/drawing/2014/main" id="{EFB14B51-541E-DB9E-7FDA-D32C9F5A691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60428" name="Group 23">
              <a:extLst>
                <a:ext uri="{FF2B5EF4-FFF2-40B4-BE49-F238E27FC236}">
                  <a16:creationId xmlns:a16="http://schemas.microsoft.com/office/drawing/2014/main" id="{23821C64-AAC6-EFC2-6FAC-4C5F4A74F2CB}"/>
                </a:ext>
              </a:extLst>
            </p:cNvPr>
            <p:cNvGrpSpPr>
              <a:grpSpLocks/>
            </p:cNvGrpSpPr>
            <p:nvPr/>
          </p:nvGrpSpPr>
          <p:grpSpPr bwMode="auto">
            <a:xfrm>
              <a:off x="2112" y="2688"/>
              <a:ext cx="336" cy="240"/>
              <a:chOff x="2640" y="1776"/>
              <a:chExt cx="336" cy="240"/>
            </a:xfrm>
          </p:grpSpPr>
          <p:sp>
            <p:nvSpPr>
              <p:cNvPr id="60443" name="Oval 24">
                <a:extLst>
                  <a:ext uri="{FF2B5EF4-FFF2-40B4-BE49-F238E27FC236}">
                    <a16:creationId xmlns:a16="http://schemas.microsoft.com/office/drawing/2014/main" id="{FF4B55B6-20D4-3B5D-3ACC-34AE7CCDB99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44" name="Text Box 25">
                <a:extLst>
                  <a:ext uri="{FF2B5EF4-FFF2-40B4-BE49-F238E27FC236}">
                    <a16:creationId xmlns:a16="http://schemas.microsoft.com/office/drawing/2014/main" id="{2C3006B0-8C9B-37A4-78E1-F90D7AE8804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60429" name="Group 26">
              <a:extLst>
                <a:ext uri="{FF2B5EF4-FFF2-40B4-BE49-F238E27FC236}">
                  <a16:creationId xmlns:a16="http://schemas.microsoft.com/office/drawing/2014/main" id="{52613E40-DF33-6B9D-1D29-3C2316A5D932}"/>
                </a:ext>
              </a:extLst>
            </p:cNvPr>
            <p:cNvGrpSpPr>
              <a:grpSpLocks/>
            </p:cNvGrpSpPr>
            <p:nvPr/>
          </p:nvGrpSpPr>
          <p:grpSpPr bwMode="auto">
            <a:xfrm>
              <a:off x="1776" y="3216"/>
              <a:ext cx="336" cy="240"/>
              <a:chOff x="2640" y="1776"/>
              <a:chExt cx="336" cy="240"/>
            </a:xfrm>
          </p:grpSpPr>
          <p:sp>
            <p:nvSpPr>
              <p:cNvPr id="60441" name="Oval 27">
                <a:extLst>
                  <a:ext uri="{FF2B5EF4-FFF2-40B4-BE49-F238E27FC236}">
                    <a16:creationId xmlns:a16="http://schemas.microsoft.com/office/drawing/2014/main" id="{B585CEB6-2ADC-F191-94E4-64548030860C}"/>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42" name="Text Box 28">
                <a:extLst>
                  <a:ext uri="{FF2B5EF4-FFF2-40B4-BE49-F238E27FC236}">
                    <a16:creationId xmlns:a16="http://schemas.microsoft.com/office/drawing/2014/main" id="{3FD45534-9AC3-157F-AE07-6CCBE5EAA7C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60430" name="Group 29">
              <a:extLst>
                <a:ext uri="{FF2B5EF4-FFF2-40B4-BE49-F238E27FC236}">
                  <a16:creationId xmlns:a16="http://schemas.microsoft.com/office/drawing/2014/main" id="{1319BA88-4314-3EF4-E3EF-8BF73BD1F447}"/>
                </a:ext>
              </a:extLst>
            </p:cNvPr>
            <p:cNvGrpSpPr>
              <a:grpSpLocks/>
            </p:cNvGrpSpPr>
            <p:nvPr/>
          </p:nvGrpSpPr>
          <p:grpSpPr bwMode="auto">
            <a:xfrm>
              <a:off x="2400" y="3216"/>
              <a:ext cx="336" cy="240"/>
              <a:chOff x="2640" y="1776"/>
              <a:chExt cx="336" cy="240"/>
            </a:xfrm>
          </p:grpSpPr>
          <p:sp>
            <p:nvSpPr>
              <p:cNvPr id="60439" name="Oval 30">
                <a:extLst>
                  <a:ext uri="{FF2B5EF4-FFF2-40B4-BE49-F238E27FC236}">
                    <a16:creationId xmlns:a16="http://schemas.microsoft.com/office/drawing/2014/main" id="{F4C49473-703E-D542-7A85-AF5C225287C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0440" name="Text Box 31">
                <a:extLst>
                  <a:ext uri="{FF2B5EF4-FFF2-40B4-BE49-F238E27FC236}">
                    <a16:creationId xmlns:a16="http://schemas.microsoft.com/office/drawing/2014/main" id="{62DC6D41-EC8B-2EF4-4317-F82B173FC9A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60431" name="Line 32">
              <a:extLst>
                <a:ext uri="{FF2B5EF4-FFF2-40B4-BE49-F238E27FC236}">
                  <a16:creationId xmlns:a16="http://schemas.microsoft.com/office/drawing/2014/main" id="{65FB9B71-E48B-938E-8DAE-ABD3450F9C6D}"/>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2" name="Line 33">
              <a:extLst>
                <a:ext uri="{FF2B5EF4-FFF2-40B4-BE49-F238E27FC236}">
                  <a16:creationId xmlns:a16="http://schemas.microsoft.com/office/drawing/2014/main" id="{64E3AF95-1EC4-1F16-1D87-EE7091809E54}"/>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3" name="Line 34">
              <a:extLst>
                <a:ext uri="{FF2B5EF4-FFF2-40B4-BE49-F238E27FC236}">
                  <a16:creationId xmlns:a16="http://schemas.microsoft.com/office/drawing/2014/main" id="{A6DA300D-9A8C-1DEC-2E16-AAA50E689222}"/>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4" name="Line 35">
              <a:extLst>
                <a:ext uri="{FF2B5EF4-FFF2-40B4-BE49-F238E27FC236}">
                  <a16:creationId xmlns:a16="http://schemas.microsoft.com/office/drawing/2014/main" id="{391F0B23-82C4-9A37-F737-7A08D4EB93B2}"/>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5" name="Line 36">
              <a:extLst>
                <a:ext uri="{FF2B5EF4-FFF2-40B4-BE49-F238E27FC236}">
                  <a16:creationId xmlns:a16="http://schemas.microsoft.com/office/drawing/2014/main" id="{2D70D740-AAC8-4A39-E121-DDE269378900}"/>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6" name="Line 37">
              <a:extLst>
                <a:ext uri="{FF2B5EF4-FFF2-40B4-BE49-F238E27FC236}">
                  <a16:creationId xmlns:a16="http://schemas.microsoft.com/office/drawing/2014/main" id="{9EF6CE66-BC31-F2F9-5A08-317EC251F039}"/>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7" name="Line 38">
              <a:extLst>
                <a:ext uri="{FF2B5EF4-FFF2-40B4-BE49-F238E27FC236}">
                  <a16:creationId xmlns:a16="http://schemas.microsoft.com/office/drawing/2014/main" id="{988330B7-E0EB-86B2-4E51-EC23286814DD}"/>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38" name="Line 39">
              <a:extLst>
                <a:ext uri="{FF2B5EF4-FFF2-40B4-BE49-F238E27FC236}">
                  <a16:creationId xmlns:a16="http://schemas.microsoft.com/office/drawing/2014/main" id="{A49D3841-AF3A-E1DB-B1D4-F897D1A8D93B}"/>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12DFB4B4-3FEB-29AC-39D2-BB893314C335}"/>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3">
            <a:extLst>
              <a:ext uri="{FF2B5EF4-FFF2-40B4-BE49-F238E27FC236}">
                <a16:creationId xmlns:a16="http://schemas.microsoft.com/office/drawing/2014/main" id="{E066BA46-15E1-AB46-6523-46E4E0FF1971}"/>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G,K,</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L,</a:t>
            </a:r>
          </a:p>
        </p:txBody>
      </p:sp>
      <p:grpSp>
        <p:nvGrpSpPr>
          <p:cNvPr id="61445" name="Group 4">
            <a:extLst>
              <a:ext uri="{FF2B5EF4-FFF2-40B4-BE49-F238E27FC236}">
                <a16:creationId xmlns:a16="http://schemas.microsoft.com/office/drawing/2014/main" id="{7A1D0304-EC57-1CFF-18C2-6302CDD6194B}"/>
              </a:ext>
            </a:extLst>
          </p:cNvPr>
          <p:cNvGrpSpPr>
            <a:grpSpLocks/>
          </p:cNvGrpSpPr>
          <p:nvPr/>
        </p:nvGrpSpPr>
        <p:grpSpPr bwMode="auto">
          <a:xfrm>
            <a:off x="2133600" y="2895600"/>
            <a:ext cx="5410200" cy="3429000"/>
            <a:chOff x="1344" y="1824"/>
            <a:chExt cx="3408" cy="2160"/>
          </a:xfrm>
        </p:grpSpPr>
        <p:grpSp>
          <p:nvGrpSpPr>
            <p:cNvPr id="61446" name="Group 5">
              <a:extLst>
                <a:ext uri="{FF2B5EF4-FFF2-40B4-BE49-F238E27FC236}">
                  <a16:creationId xmlns:a16="http://schemas.microsoft.com/office/drawing/2014/main" id="{09730A2E-57AA-7001-4A71-E6DF257F25C6}"/>
                </a:ext>
              </a:extLst>
            </p:cNvPr>
            <p:cNvGrpSpPr>
              <a:grpSpLocks/>
            </p:cNvGrpSpPr>
            <p:nvPr/>
          </p:nvGrpSpPr>
          <p:grpSpPr bwMode="auto">
            <a:xfrm>
              <a:off x="2880" y="1824"/>
              <a:ext cx="336" cy="240"/>
              <a:chOff x="2640" y="1776"/>
              <a:chExt cx="336" cy="240"/>
            </a:xfrm>
          </p:grpSpPr>
          <p:sp>
            <p:nvSpPr>
              <p:cNvPr id="61482" name="Oval 6">
                <a:extLst>
                  <a:ext uri="{FF2B5EF4-FFF2-40B4-BE49-F238E27FC236}">
                    <a16:creationId xmlns:a16="http://schemas.microsoft.com/office/drawing/2014/main" id="{68377ED7-4B06-9FF2-A4B1-28307BDA4C9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83" name="Text Box 7">
                <a:extLst>
                  <a:ext uri="{FF2B5EF4-FFF2-40B4-BE49-F238E27FC236}">
                    <a16:creationId xmlns:a16="http://schemas.microsoft.com/office/drawing/2014/main" id="{36F849FF-A826-FA1E-DBEC-84EF5FE2E0F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61447" name="Group 8">
              <a:extLst>
                <a:ext uri="{FF2B5EF4-FFF2-40B4-BE49-F238E27FC236}">
                  <a16:creationId xmlns:a16="http://schemas.microsoft.com/office/drawing/2014/main" id="{88196630-C51C-487E-F388-4DE6421630D3}"/>
                </a:ext>
              </a:extLst>
            </p:cNvPr>
            <p:cNvGrpSpPr>
              <a:grpSpLocks/>
            </p:cNvGrpSpPr>
            <p:nvPr/>
          </p:nvGrpSpPr>
          <p:grpSpPr bwMode="auto">
            <a:xfrm>
              <a:off x="1776" y="2256"/>
              <a:ext cx="336" cy="240"/>
              <a:chOff x="2640" y="1776"/>
              <a:chExt cx="336" cy="240"/>
            </a:xfrm>
          </p:grpSpPr>
          <p:sp>
            <p:nvSpPr>
              <p:cNvPr id="61480" name="Oval 9">
                <a:extLst>
                  <a:ext uri="{FF2B5EF4-FFF2-40B4-BE49-F238E27FC236}">
                    <a16:creationId xmlns:a16="http://schemas.microsoft.com/office/drawing/2014/main" id="{F0D0B49D-14FA-1E73-3571-B11A4BAD202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81" name="Text Box 10">
                <a:extLst>
                  <a:ext uri="{FF2B5EF4-FFF2-40B4-BE49-F238E27FC236}">
                    <a16:creationId xmlns:a16="http://schemas.microsoft.com/office/drawing/2014/main" id="{186E8CDF-16AA-B72A-F323-15CF81A36BE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61448" name="Group 11">
              <a:extLst>
                <a:ext uri="{FF2B5EF4-FFF2-40B4-BE49-F238E27FC236}">
                  <a16:creationId xmlns:a16="http://schemas.microsoft.com/office/drawing/2014/main" id="{D29B398F-11D8-0C40-B815-CE5197FA4B71}"/>
                </a:ext>
              </a:extLst>
            </p:cNvPr>
            <p:cNvGrpSpPr>
              <a:grpSpLocks/>
            </p:cNvGrpSpPr>
            <p:nvPr/>
          </p:nvGrpSpPr>
          <p:grpSpPr bwMode="auto">
            <a:xfrm>
              <a:off x="2592" y="2256"/>
              <a:ext cx="336" cy="240"/>
              <a:chOff x="2640" y="1776"/>
              <a:chExt cx="336" cy="240"/>
            </a:xfrm>
          </p:grpSpPr>
          <p:sp>
            <p:nvSpPr>
              <p:cNvPr id="61478" name="Oval 12">
                <a:extLst>
                  <a:ext uri="{FF2B5EF4-FFF2-40B4-BE49-F238E27FC236}">
                    <a16:creationId xmlns:a16="http://schemas.microsoft.com/office/drawing/2014/main" id="{DC66ED40-4B1D-C4C8-7E57-9A88B4EB064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79" name="Text Box 13">
                <a:extLst>
                  <a:ext uri="{FF2B5EF4-FFF2-40B4-BE49-F238E27FC236}">
                    <a16:creationId xmlns:a16="http://schemas.microsoft.com/office/drawing/2014/main" id="{F56AB307-1AA5-E772-4B1B-17F27E1FCEF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61449" name="Group 14">
              <a:extLst>
                <a:ext uri="{FF2B5EF4-FFF2-40B4-BE49-F238E27FC236}">
                  <a16:creationId xmlns:a16="http://schemas.microsoft.com/office/drawing/2014/main" id="{9062891E-B97D-0F91-12C5-DA64E51CCAE6}"/>
                </a:ext>
              </a:extLst>
            </p:cNvPr>
            <p:cNvGrpSpPr>
              <a:grpSpLocks/>
            </p:cNvGrpSpPr>
            <p:nvPr/>
          </p:nvGrpSpPr>
          <p:grpSpPr bwMode="auto">
            <a:xfrm>
              <a:off x="4416" y="2256"/>
              <a:ext cx="336" cy="240"/>
              <a:chOff x="2640" y="1776"/>
              <a:chExt cx="336" cy="240"/>
            </a:xfrm>
          </p:grpSpPr>
          <p:sp>
            <p:nvSpPr>
              <p:cNvPr id="61476" name="Oval 15">
                <a:extLst>
                  <a:ext uri="{FF2B5EF4-FFF2-40B4-BE49-F238E27FC236}">
                    <a16:creationId xmlns:a16="http://schemas.microsoft.com/office/drawing/2014/main" id="{066537DA-8C69-0B7C-8ADC-F4B9F3BC320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77" name="Text Box 16">
                <a:extLst>
                  <a:ext uri="{FF2B5EF4-FFF2-40B4-BE49-F238E27FC236}">
                    <a16:creationId xmlns:a16="http://schemas.microsoft.com/office/drawing/2014/main" id="{42938E08-F769-B907-39FA-2EBB4F839E7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61450" name="Group 17">
              <a:extLst>
                <a:ext uri="{FF2B5EF4-FFF2-40B4-BE49-F238E27FC236}">
                  <a16:creationId xmlns:a16="http://schemas.microsoft.com/office/drawing/2014/main" id="{6E66322E-97C2-D729-5058-C9B1C99AE290}"/>
                </a:ext>
              </a:extLst>
            </p:cNvPr>
            <p:cNvGrpSpPr>
              <a:grpSpLocks/>
            </p:cNvGrpSpPr>
            <p:nvPr/>
          </p:nvGrpSpPr>
          <p:grpSpPr bwMode="auto">
            <a:xfrm>
              <a:off x="3408" y="2256"/>
              <a:ext cx="336" cy="240"/>
              <a:chOff x="2640" y="1776"/>
              <a:chExt cx="336" cy="240"/>
            </a:xfrm>
          </p:grpSpPr>
          <p:sp>
            <p:nvSpPr>
              <p:cNvPr id="61474" name="Oval 18">
                <a:extLst>
                  <a:ext uri="{FF2B5EF4-FFF2-40B4-BE49-F238E27FC236}">
                    <a16:creationId xmlns:a16="http://schemas.microsoft.com/office/drawing/2014/main" id="{0C88C5A7-EAD0-FBF2-933C-F4626CC875A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75" name="Text Box 19">
                <a:extLst>
                  <a:ext uri="{FF2B5EF4-FFF2-40B4-BE49-F238E27FC236}">
                    <a16:creationId xmlns:a16="http://schemas.microsoft.com/office/drawing/2014/main" id="{35451AFD-B6D2-596B-666D-65551FBC133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61451" name="Group 20">
              <a:extLst>
                <a:ext uri="{FF2B5EF4-FFF2-40B4-BE49-F238E27FC236}">
                  <a16:creationId xmlns:a16="http://schemas.microsoft.com/office/drawing/2014/main" id="{C69033F5-9D8E-76FE-96F7-902E265C74C9}"/>
                </a:ext>
              </a:extLst>
            </p:cNvPr>
            <p:cNvGrpSpPr>
              <a:grpSpLocks/>
            </p:cNvGrpSpPr>
            <p:nvPr/>
          </p:nvGrpSpPr>
          <p:grpSpPr bwMode="auto">
            <a:xfrm>
              <a:off x="1344" y="2688"/>
              <a:ext cx="336" cy="240"/>
              <a:chOff x="2640" y="1776"/>
              <a:chExt cx="336" cy="240"/>
            </a:xfrm>
          </p:grpSpPr>
          <p:sp>
            <p:nvSpPr>
              <p:cNvPr id="61472" name="Oval 21">
                <a:extLst>
                  <a:ext uri="{FF2B5EF4-FFF2-40B4-BE49-F238E27FC236}">
                    <a16:creationId xmlns:a16="http://schemas.microsoft.com/office/drawing/2014/main" id="{2C96C6C6-BDAC-D123-7F9D-D1E12144604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73" name="Text Box 22">
                <a:extLst>
                  <a:ext uri="{FF2B5EF4-FFF2-40B4-BE49-F238E27FC236}">
                    <a16:creationId xmlns:a16="http://schemas.microsoft.com/office/drawing/2014/main" id="{4D5CCC0E-71AF-EBD8-16B1-C6918385EF8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61452" name="Group 23">
              <a:extLst>
                <a:ext uri="{FF2B5EF4-FFF2-40B4-BE49-F238E27FC236}">
                  <a16:creationId xmlns:a16="http://schemas.microsoft.com/office/drawing/2014/main" id="{E4B7736B-FD5B-80D6-85A1-053B7DE137E0}"/>
                </a:ext>
              </a:extLst>
            </p:cNvPr>
            <p:cNvGrpSpPr>
              <a:grpSpLocks/>
            </p:cNvGrpSpPr>
            <p:nvPr/>
          </p:nvGrpSpPr>
          <p:grpSpPr bwMode="auto">
            <a:xfrm>
              <a:off x="2112" y="2688"/>
              <a:ext cx="336" cy="240"/>
              <a:chOff x="2640" y="1776"/>
              <a:chExt cx="336" cy="240"/>
            </a:xfrm>
          </p:grpSpPr>
          <p:sp>
            <p:nvSpPr>
              <p:cNvPr id="61470" name="Oval 24">
                <a:extLst>
                  <a:ext uri="{FF2B5EF4-FFF2-40B4-BE49-F238E27FC236}">
                    <a16:creationId xmlns:a16="http://schemas.microsoft.com/office/drawing/2014/main" id="{720424F6-29D6-CEC3-B923-E6187FAC79A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71" name="Text Box 25">
                <a:extLst>
                  <a:ext uri="{FF2B5EF4-FFF2-40B4-BE49-F238E27FC236}">
                    <a16:creationId xmlns:a16="http://schemas.microsoft.com/office/drawing/2014/main" id="{CBD078C4-5ACE-441D-5BBD-5AF3468A78E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61453" name="Group 26">
              <a:extLst>
                <a:ext uri="{FF2B5EF4-FFF2-40B4-BE49-F238E27FC236}">
                  <a16:creationId xmlns:a16="http://schemas.microsoft.com/office/drawing/2014/main" id="{3E00DFEE-CEB7-1AB0-FA36-6CEE3D823754}"/>
                </a:ext>
              </a:extLst>
            </p:cNvPr>
            <p:cNvGrpSpPr>
              <a:grpSpLocks/>
            </p:cNvGrpSpPr>
            <p:nvPr/>
          </p:nvGrpSpPr>
          <p:grpSpPr bwMode="auto">
            <a:xfrm>
              <a:off x="1776" y="3216"/>
              <a:ext cx="336" cy="240"/>
              <a:chOff x="2640" y="1776"/>
              <a:chExt cx="336" cy="240"/>
            </a:xfrm>
          </p:grpSpPr>
          <p:sp>
            <p:nvSpPr>
              <p:cNvPr id="61468" name="Oval 27">
                <a:extLst>
                  <a:ext uri="{FF2B5EF4-FFF2-40B4-BE49-F238E27FC236}">
                    <a16:creationId xmlns:a16="http://schemas.microsoft.com/office/drawing/2014/main" id="{5D02A2F8-6333-0BEC-53C4-6D7C28EF6EE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69" name="Text Box 28">
                <a:extLst>
                  <a:ext uri="{FF2B5EF4-FFF2-40B4-BE49-F238E27FC236}">
                    <a16:creationId xmlns:a16="http://schemas.microsoft.com/office/drawing/2014/main" id="{40EB4E70-8105-2B53-9F8D-C93227BD299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61454" name="Group 29">
              <a:extLst>
                <a:ext uri="{FF2B5EF4-FFF2-40B4-BE49-F238E27FC236}">
                  <a16:creationId xmlns:a16="http://schemas.microsoft.com/office/drawing/2014/main" id="{1552727C-AC1A-550B-1C93-958ECF411B4E}"/>
                </a:ext>
              </a:extLst>
            </p:cNvPr>
            <p:cNvGrpSpPr>
              <a:grpSpLocks/>
            </p:cNvGrpSpPr>
            <p:nvPr/>
          </p:nvGrpSpPr>
          <p:grpSpPr bwMode="auto">
            <a:xfrm>
              <a:off x="2400" y="3216"/>
              <a:ext cx="336" cy="240"/>
              <a:chOff x="2640" y="1776"/>
              <a:chExt cx="336" cy="240"/>
            </a:xfrm>
          </p:grpSpPr>
          <p:sp>
            <p:nvSpPr>
              <p:cNvPr id="61466" name="Oval 30">
                <a:extLst>
                  <a:ext uri="{FF2B5EF4-FFF2-40B4-BE49-F238E27FC236}">
                    <a16:creationId xmlns:a16="http://schemas.microsoft.com/office/drawing/2014/main" id="{5DA0631F-FA32-81EC-FC5D-4C5A96ACAF3B}"/>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67" name="Text Box 31">
                <a:extLst>
                  <a:ext uri="{FF2B5EF4-FFF2-40B4-BE49-F238E27FC236}">
                    <a16:creationId xmlns:a16="http://schemas.microsoft.com/office/drawing/2014/main" id="{DE36FC91-AE84-AC9E-C9C8-7EC713C5035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61455" name="Oval 32">
              <a:extLst>
                <a:ext uri="{FF2B5EF4-FFF2-40B4-BE49-F238E27FC236}">
                  <a16:creationId xmlns:a16="http://schemas.microsoft.com/office/drawing/2014/main" id="{32CC8D89-E7E7-AC04-8B8F-45D8B0447299}"/>
                </a:ext>
              </a:extLst>
            </p:cNvPr>
            <p:cNvSpPr>
              <a:spLocks noChangeArrowheads="1"/>
            </p:cNvSpPr>
            <p:nvPr/>
          </p:nvSpPr>
          <p:spPr bwMode="auto">
            <a:xfrm>
              <a:off x="2400" y="3744"/>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456" name="Text Box 33">
              <a:extLst>
                <a:ext uri="{FF2B5EF4-FFF2-40B4-BE49-F238E27FC236}">
                  <a16:creationId xmlns:a16="http://schemas.microsoft.com/office/drawing/2014/main" id="{D283B77B-BB8E-8F68-A3F0-A758BE37A204}"/>
                </a:ext>
              </a:extLst>
            </p:cNvPr>
            <p:cNvSpPr txBox="1">
              <a:spLocks noChangeArrowheads="1"/>
            </p:cNvSpPr>
            <p:nvPr/>
          </p:nvSpPr>
          <p:spPr bwMode="auto">
            <a:xfrm>
              <a:off x="2496" y="3744"/>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Tahoma" panose="020B0604030504040204" pitchFamily="34" charset="0"/>
                </a:rPr>
                <a:t>O</a:t>
              </a:r>
              <a:endParaRPr lang="en-GB" altLang="en-US" sz="1800" b="1" i="1">
                <a:latin typeface="Tahoma" panose="020B0604030504040204" pitchFamily="34" charset="0"/>
              </a:endParaRPr>
            </a:p>
          </p:txBody>
        </p:sp>
        <p:sp>
          <p:nvSpPr>
            <p:cNvPr id="61457" name="Line 34">
              <a:extLst>
                <a:ext uri="{FF2B5EF4-FFF2-40B4-BE49-F238E27FC236}">
                  <a16:creationId xmlns:a16="http://schemas.microsoft.com/office/drawing/2014/main" id="{31817D06-4A27-2E11-AE20-DB06D1463676}"/>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58" name="Line 35">
              <a:extLst>
                <a:ext uri="{FF2B5EF4-FFF2-40B4-BE49-F238E27FC236}">
                  <a16:creationId xmlns:a16="http://schemas.microsoft.com/office/drawing/2014/main" id="{9E954100-86F5-E8F2-9159-C03769CC60E2}"/>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59" name="Line 36">
              <a:extLst>
                <a:ext uri="{FF2B5EF4-FFF2-40B4-BE49-F238E27FC236}">
                  <a16:creationId xmlns:a16="http://schemas.microsoft.com/office/drawing/2014/main" id="{4734245B-846F-672E-7081-B176116D5DDD}"/>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60" name="Line 37">
              <a:extLst>
                <a:ext uri="{FF2B5EF4-FFF2-40B4-BE49-F238E27FC236}">
                  <a16:creationId xmlns:a16="http://schemas.microsoft.com/office/drawing/2014/main" id="{C825BEEB-FC47-F4BD-14D5-AEC2AED52206}"/>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61" name="Line 38">
              <a:extLst>
                <a:ext uri="{FF2B5EF4-FFF2-40B4-BE49-F238E27FC236}">
                  <a16:creationId xmlns:a16="http://schemas.microsoft.com/office/drawing/2014/main" id="{99E653C9-5A97-DFE8-8082-671C072A2F59}"/>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62" name="Line 39">
              <a:extLst>
                <a:ext uri="{FF2B5EF4-FFF2-40B4-BE49-F238E27FC236}">
                  <a16:creationId xmlns:a16="http://schemas.microsoft.com/office/drawing/2014/main" id="{3C5BA01E-7C47-AC8F-0299-23EC4A8F6AD0}"/>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63" name="Line 40">
              <a:extLst>
                <a:ext uri="{FF2B5EF4-FFF2-40B4-BE49-F238E27FC236}">
                  <a16:creationId xmlns:a16="http://schemas.microsoft.com/office/drawing/2014/main" id="{67F3931C-C8B1-31E8-C5C6-6E499F0282F4}"/>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64" name="Line 41">
              <a:extLst>
                <a:ext uri="{FF2B5EF4-FFF2-40B4-BE49-F238E27FC236}">
                  <a16:creationId xmlns:a16="http://schemas.microsoft.com/office/drawing/2014/main" id="{D348447C-3917-2CE6-A78B-D8DD30637CFC}"/>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465" name="Line 42">
              <a:extLst>
                <a:ext uri="{FF2B5EF4-FFF2-40B4-BE49-F238E27FC236}">
                  <a16:creationId xmlns:a16="http://schemas.microsoft.com/office/drawing/2014/main" id="{EDE842E8-95CA-A4CF-6E50-AF84B34D0245}"/>
                </a:ext>
              </a:extLst>
            </p:cNvPr>
            <p:cNvSpPr>
              <a:spLocks noChangeShapeType="1"/>
            </p:cNvSpPr>
            <p:nvPr/>
          </p:nvSpPr>
          <p:spPr bwMode="auto">
            <a:xfrm flipH="1">
              <a:off x="2544" y="3456"/>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6C72B803-2043-2B53-9F0D-0CB632554F4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a:extLst>
              <a:ext uri="{FF2B5EF4-FFF2-40B4-BE49-F238E27FC236}">
                <a16:creationId xmlns:a16="http://schemas.microsoft.com/office/drawing/2014/main" id="{E59FC4E6-B75C-B629-4379-44BFA402A503}"/>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G,K,</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L, </a:t>
            </a:r>
            <a:r>
              <a:rPr lang="en-US" altLang="en-US" sz="2000" i="1">
                <a:latin typeface="Tahoma" panose="020B0604030504040204" pitchFamily="34" charset="0"/>
              </a:rPr>
              <a:t>O: Goal State</a:t>
            </a:r>
            <a:endParaRPr lang="en-US" altLang="en-US" sz="2000">
              <a:latin typeface="Tahoma" panose="020B0604030504040204" pitchFamily="34" charset="0"/>
            </a:endParaRPr>
          </a:p>
        </p:txBody>
      </p:sp>
      <p:grpSp>
        <p:nvGrpSpPr>
          <p:cNvPr id="62469" name="Group 4">
            <a:extLst>
              <a:ext uri="{FF2B5EF4-FFF2-40B4-BE49-F238E27FC236}">
                <a16:creationId xmlns:a16="http://schemas.microsoft.com/office/drawing/2014/main" id="{6719BE29-0FDC-88D7-7300-D6FE8AD5CC3D}"/>
              </a:ext>
            </a:extLst>
          </p:cNvPr>
          <p:cNvGrpSpPr>
            <a:grpSpLocks/>
          </p:cNvGrpSpPr>
          <p:nvPr/>
        </p:nvGrpSpPr>
        <p:grpSpPr bwMode="auto">
          <a:xfrm>
            <a:off x="2133600" y="2895600"/>
            <a:ext cx="5410200" cy="3429000"/>
            <a:chOff x="1344" y="1824"/>
            <a:chExt cx="3408" cy="2160"/>
          </a:xfrm>
        </p:grpSpPr>
        <p:grpSp>
          <p:nvGrpSpPr>
            <p:cNvPr id="62470" name="Group 5">
              <a:extLst>
                <a:ext uri="{FF2B5EF4-FFF2-40B4-BE49-F238E27FC236}">
                  <a16:creationId xmlns:a16="http://schemas.microsoft.com/office/drawing/2014/main" id="{20EBB8DE-54AD-E690-1004-C7F0F6908717}"/>
                </a:ext>
              </a:extLst>
            </p:cNvPr>
            <p:cNvGrpSpPr>
              <a:grpSpLocks/>
            </p:cNvGrpSpPr>
            <p:nvPr/>
          </p:nvGrpSpPr>
          <p:grpSpPr bwMode="auto">
            <a:xfrm>
              <a:off x="2880" y="1824"/>
              <a:ext cx="336" cy="240"/>
              <a:chOff x="2640" y="1776"/>
              <a:chExt cx="336" cy="240"/>
            </a:xfrm>
          </p:grpSpPr>
          <p:sp>
            <p:nvSpPr>
              <p:cNvPr id="62506" name="Oval 6">
                <a:extLst>
                  <a:ext uri="{FF2B5EF4-FFF2-40B4-BE49-F238E27FC236}">
                    <a16:creationId xmlns:a16="http://schemas.microsoft.com/office/drawing/2014/main" id="{8F5A5824-7E70-4500-025C-14FCD478C0E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507" name="Text Box 7">
                <a:extLst>
                  <a:ext uri="{FF2B5EF4-FFF2-40B4-BE49-F238E27FC236}">
                    <a16:creationId xmlns:a16="http://schemas.microsoft.com/office/drawing/2014/main" id="{9934C3F3-980F-7EC5-690C-E70D5C3DFA5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62471" name="Group 8">
              <a:extLst>
                <a:ext uri="{FF2B5EF4-FFF2-40B4-BE49-F238E27FC236}">
                  <a16:creationId xmlns:a16="http://schemas.microsoft.com/office/drawing/2014/main" id="{3449382E-93D6-0961-D7DB-B6A3793EE308}"/>
                </a:ext>
              </a:extLst>
            </p:cNvPr>
            <p:cNvGrpSpPr>
              <a:grpSpLocks/>
            </p:cNvGrpSpPr>
            <p:nvPr/>
          </p:nvGrpSpPr>
          <p:grpSpPr bwMode="auto">
            <a:xfrm>
              <a:off x="1776" y="2256"/>
              <a:ext cx="336" cy="240"/>
              <a:chOff x="2640" y="1776"/>
              <a:chExt cx="336" cy="240"/>
            </a:xfrm>
          </p:grpSpPr>
          <p:sp>
            <p:nvSpPr>
              <p:cNvPr id="62504" name="Oval 9">
                <a:extLst>
                  <a:ext uri="{FF2B5EF4-FFF2-40B4-BE49-F238E27FC236}">
                    <a16:creationId xmlns:a16="http://schemas.microsoft.com/office/drawing/2014/main" id="{7F671108-91E6-F5BC-539C-02587E7674C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505" name="Text Box 10">
                <a:extLst>
                  <a:ext uri="{FF2B5EF4-FFF2-40B4-BE49-F238E27FC236}">
                    <a16:creationId xmlns:a16="http://schemas.microsoft.com/office/drawing/2014/main" id="{2234820F-6296-3623-7AD8-42592120B8C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62472" name="Group 11">
              <a:extLst>
                <a:ext uri="{FF2B5EF4-FFF2-40B4-BE49-F238E27FC236}">
                  <a16:creationId xmlns:a16="http://schemas.microsoft.com/office/drawing/2014/main" id="{B206CC12-BCD1-B021-CA8E-9B2EBD07D076}"/>
                </a:ext>
              </a:extLst>
            </p:cNvPr>
            <p:cNvGrpSpPr>
              <a:grpSpLocks/>
            </p:cNvGrpSpPr>
            <p:nvPr/>
          </p:nvGrpSpPr>
          <p:grpSpPr bwMode="auto">
            <a:xfrm>
              <a:off x="2592" y="2256"/>
              <a:ext cx="336" cy="240"/>
              <a:chOff x="2640" y="1776"/>
              <a:chExt cx="336" cy="240"/>
            </a:xfrm>
          </p:grpSpPr>
          <p:sp>
            <p:nvSpPr>
              <p:cNvPr id="62502" name="Oval 12">
                <a:extLst>
                  <a:ext uri="{FF2B5EF4-FFF2-40B4-BE49-F238E27FC236}">
                    <a16:creationId xmlns:a16="http://schemas.microsoft.com/office/drawing/2014/main" id="{FDE8A91F-B317-D5D7-A4E7-C5F90A1A4B6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503" name="Text Box 13">
                <a:extLst>
                  <a:ext uri="{FF2B5EF4-FFF2-40B4-BE49-F238E27FC236}">
                    <a16:creationId xmlns:a16="http://schemas.microsoft.com/office/drawing/2014/main" id="{B09600D6-B25D-F834-EA5E-6B40BE52398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62473" name="Group 14">
              <a:extLst>
                <a:ext uri="{FF2B5EF4-FFF2-40B4-BE49-F238E27FC236}">
                  <a16:creationId xmlns:a16="http://schemas.microsoft.com/office/drawing/2014/main" id="{E9EA72DA-C72A-1065-E1D5-C75D4BAED740}"/>
                </a:ext>
              </a:extLst>
            </p:cNvPr>
            <p:cNvGrpSpPr>
              <a:grpSpLocks/>
            </p:cNvGrpSpPr>
            <p:nvPr/>
          </p:nvGrpSpPr>
          <p:grpSpPr bwMode="auto">
            <a:xfrm>
              <a:off x="4416" y="2256"/>
              <a:ext cx="336" cy="240"/>
              <a:chOff x="2640" y="1776"/>
              <a:chExt cx="336" cy="240"/>
            </a:xfrm>
          </p:grpSpPr>
          <p:sp>
            <p:nvSpPr>
              <p:cNvPr id="62500" name="Oval 15">
                <a:extLst>
                  <a:ext uri="{FF2B5EF4-FFF2-40B4-BE49-F238E27FC236}">
                    <a16:creationId xmlns:a16="http://schemas.microsoft.com/office/drawing/2014/main" id="{433DD552-3EF6-79EE-5030-52AA156354F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501" name="Text Box 16">
                <a:extLst>
                  <a:ext uri="{FF2B5EF4-FFF2-40B4-BE49-F238E27FC236}">
                    <a16:creationId xmlns:a16="http://schemas.microsoft.com/office/drawing/2014/main" id="{B3D0C300-67E1-84A2-9C76-8FCB095A826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62474" name="Group 17">
              <a:extLst>
                <a:ext uri="{FF2B5EF4-FFF2-40B4-BE49-F238E27FC236}">
                  <a16:creationId xmlns:a16="http://schemas.microsoft.com/office/drawing/2014/main" id="{940D6DAD-8053-6E58-E494-2BCDFA0EACF1}"/>
                </a:ext>
              </a:extLst>
            </p:cNvPr>
            <p:cNvGrpSpPr>
              <a:grpSpLocks/>
            </p:cNvGrpSpPr>
            <p:nvPr/>
          </p:nvGrpSpPr>
          <p:grpSpPr bwMode="auto">
            <a:xfrm>
              <a:off x="3408" y="2256"/>
              <a:ext cx="336" cy="240"/>
              <a:chOff x="2640" y="1776"/>
              <a:chExt cx="336" cy="240"/>
            </a:xfrm>
          </p:grpSpPr>
          <p:sp>
            <p:nvSpPr>
              <p:cNvPr id="62498" name="Oval 18">
                <a:extLst>
                  <a:ext uri="{FF2B5EF4-FFF2-40B4-BE49-F238E27FC236}">
                    <a16:creationId xmlns:a16="http://schemas.microsoft.com/office/drawing/2014/main" id="{095C9846-38F2-02F4-AC94-0B22F43B813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499" name="Text Box 19">
                <a:extLst>
                  <a:ext uri="{FF2B5EF4-FFF2-40B4-BE49-F238E27FC236}">
                    <a16:creationId xmlns:a16="http://schemas.microsoft.com/office/drawing/2014/main" id="{910D65C4-EE01-D1A0-29A9-6B9BCC46342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62475" name="Group 20">
              <a:extLst>
                <a:ext uri="{FF2B5EF4-FFF2-40B4-BE49-F238E27FC236}">
                  <a16:creationId xmlns:a16="http://schemas.microsoft.com/office/drawing/2014/main" id="{9977ADBB-AC3D-190E-6CDC-FD7436F9C271}"/>
                </a:ext>
              </a:extLst>
            </p:cNvPr>
            <p:cNvGrpSpPr>
              <a:grpSpLocks/>
            </p:cNvGrpSpPr>
            <p:nvPr/>
          </p:nvGrpSpPr>
          <p:grpSpPr bwMode="auto">
            <a:xfrm>
              <a:off x="1344" y="2688"/>
              <a:ext cx="336" cy="240"/>
              <a:chOff x="2640" y="1776"/>
              <a:chExt cx="336" cy="240"/>
            </a:xfrm>
          </p:grpSpPr>
          <p:sp>
            <p:nvSpPr>
              <p:cNvPr id="62496" name="Oval 21">
                <a:extLst>
                  <a:ext uri="{FF2B5EF4-FFF2-40B4-BE49-F238E27FC236}">
                    <a16:creationId xmlns:a16="http://schemas.microsoft.com/office/drawing/2014/main" id="{273807A9-030F-AE14-A102-F0678C6A65A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497" name="Text Box 22">
                <a:extLst>
                  <a:ext uri="{FF2B5EF4-FFF2-40B4-BE49-F238E27FC236}">
                    <a16:creationId xmlns:a16="http://schemas.microsoft.com/office/drawing/2014/main" id="{FB8BA0C5-3D9E-D622-0DB9-2E0DD4954F6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62476" name="Group 23">
              <a:extLst>
                <a:ext uri="{FF2B5EF4-FFF2-40B4-BE49-F238E27FC236}">
                  <a16:creationId xmlns:a16="http://schemas.microsoft.com/office/drawing/2014/main" id="{6217C416-E2E7-D044-923F-D8577337FBDD}"/>
                </a:ext>
              </a:extLst>
            </p:cNvPr>
            <p:cNvGrpSpPr>
              <a:grpSpLocks/>
            </p:cNvGrpSpPr>
            <p:nvPr/>
          </p:nvGrpSpPr>
          <p:grpSpPr bwMode="auto">
            <a:xfrm>
              <a:off x="2112" y="2688"/>
              <a:ext cx="336" cy="240"/>
              <a:chOff x="2640" y="1776"/>
              <a:chExt cx="336" cy="240"/>
            </a:xfrm>
          </p:grpSpPr>
          <p:sp>
            <p:nvSpPr>
              <p:cNvPr id="62494" name="Oval 24">
                <a:extLst>
                  <a:ext uri="{FF2B5EF4-FFF2-40B4-BE49-F238E27FC236}">
                    <a16:creationId xmlns:a16="http://schemas.microsoft.com/office/drawing/2014/main" id="{D9A7E0F2-CD13-0DD2-B8F9-AFD9154205A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495" name="Text Box 25">
                <a:extLst>
                  <a:ext uri="{FF2B5EF4-FFF2-40B4-BE49-F238E27FC236}">
                    <a16:creationId xmlns:a16="http://schemas.microsoft.com/office/drawing/2014/main" id="{DC7D03D4-2B86-7BAD-4D16-21CF716429A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62477" name="Group 26">
              <a:extLst>
                <a:ext uri="{FF2B5EF4-FFF2-40B4-BE49-F238E27FC236}">
                  <a16:creationId xmlns:a16="http://schemas.microsoft.com/office/drawing/2014/main" id="{AB364B9B-11E7-04E0-F8B6-A5AC64FE50F3}"/>
                </a:ext>
              </a:extLst>
            </p:cNvPr>
            <p:cNvGrpSpPr>
              <a:grpSpLocks/>
            </p:cNvGrpSpPr>
            <p:nvPr/>
          </p:nvGrpSpPr>
          <p:grpSpPr bwMode="auto">
            <a:xfrm>
              <a:off x="1776" y="3216"/>
              <a:ext cx="336" cy="240"/>
              <a:chOff x="2640" y="1776"/>
              <a:chExt cx="336" cy="240"/>
            </a:xfrm>
          </p:grpSpPr>
          <p:sp>
            <p:nvSpPr>
              <p:cNvPr id="62492" name="Oval 27">
                <a:extLst>
                  <a:ext uri="{FF2B5EF4-FFF2-40B4-BE49-F238E27FC236}">
                    <a16:creationId xmlns:a16="http://schemas.microsoft.com/office/drawing/2014/main" id="{F8605907-2DD2-D1B8-7437-6A4BC3340D9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493" name="Text Box 28">
                <a:extLst>
                  <a:ext uri="{FF2B5EF4-FFF2-40B4-BE49-F238E27FC236}">
                    <a16:creationId xmlns:a16="http://schemas.microsoft.com/office/drawing/2014/main" id="{0E3BE995-DE82-DEE8-F051-A97F2C62910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62478" name="Group 29">
              <a:extLst>
                <a:ext uri="{FF2B5EF4-FFF2-40B4-BE49-F238E27FC236}">
                  <a16:creationId xmlns:a16="http://schemas.microsoft.com/office/drawing/2014/main" id="{33471313-0AC8-2B78-D1D8-CA335252197B}"/>
                </a:ext>
              </a:extLst>
            </p:cNvPr>
            <p:cNvGrpSpPr>
              <a:grpSpLocks/>
            </p:cNvGrpSpPr>
            <p:nvPr/>
          </p:nvGrpSpPr>
          <p:grpSpPr bwMode="auto">
            <a:xfrm>
              <a:off x="2400" y="3216"/>
              <a:ext cx="336" cy="240"/>
              <a:chOff x="2640" y="1776"/>
              <a:chExt cx="336" cy="240"/>
            </a:xfrm>
          </p:grpSpPr>
          <p:sp>
            <p:nvSpPr>
              <p:cNvPr id="62490" name="Oval 30">
                <a:extLst>
                  <a:ext uri="{FF2B5EF4-FFF2-40B4-BE49-F238E27FC236}">
                    <a16:creationId xmlns:a16="http://schemas.microsoft.com/office/drawing/2014/main" id="{FD78130B-A7B8-E46D-2709-C9F980C4D94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491" name="Text Box 31">
                <a:extLst>
                  <a:ext uri="{FF2B5EF4-FFF2-40B4-BE49-F238E27FC236}">
                    <a16:creationId xmlns:a16="http://schemas.microsoft.com/office/drawing/2014/main" id="{3B3D1D2D-C9B9-CCEE-9D73-E0FD726BD8C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62479" name="Oval 32">
              <a:extLst>
                <a:ext uri="{FF2B5EF4-FFF2-40B4-BE49-F238E27FC236}">
                  <a16:creationId xmlns:a16="http://schemas.microsoft.com/office/drawing/2014/main" id="{4CEB06D6-C560-419E-06BA-C7B4A6F5B0F8}"/>
                </a:ext>
              </a:extLst>
            </p:cNvPr>
            <p:cNvSpPr>
              <a:spLocks noChangeArrowheads="1"/>
            </p:cNvSpPr>
            <p:nvPr/>
          </p:nvSpPr>
          <p:spPr bwMode="auto">
            <a:xfrm>
              <a:off x="2400" y="3744"/>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2480" name="Text Box 33">
              <a:extLst>
                <a:ext uri="{FF2B5EF4-FFF2-40B4-BE49-F238E27FC236}">
                  <a16:creationId xmlns:a16="http://schemas.microsoft.com/office/drawing/2014/main" id="{7D732E67-CD14-5157-54BD-829E2E125F14}"/>
                </a:ext>
              </a:extLst>
            </p:cNvPr>
            <p:cNvSpPr txBox="1">
              <a:spLocks noChangeArrowheads="1"/>
            </p:cNvSpPr>
            <p:nvPr/>
          </p:nvSpPr>
          <p:spPr bwMode="auto">
            <a:xfrm>
              <a:off x="2496" y="3744"/>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Tahoma" panose="020B0604030504040204" pitchFamily="34" charset="0"/>
                </a:rPr>
                <a:t>O</a:t>
              </a:r>
              <a:endParaRPr lang="en-GB" altLang="en-US" sz="1800" b="1" i="1">
                <a:latin typeface="Tahoma" panose="020B0604030504040204" pitchFamily="34" charset="0"/>
              </a:endParaRPr>
            </a:p>
          </p:txBody>
        </p:sp>
        <p:sp>
          <p:nvSpPr>
            <p:cNvPr id="62481" name="Line 34">
              <a:extLst>
                <a:ext uri="{FF2B5EF4-FFF2-40B4-BE49-F238E27FC236}">
                  <a16:creationId xmlns:a16="http://schemas.microsoft.com/office/drawing/2014/main" id="{2D5BBF47-E2F6-D771-B452-ABE19CC19A0C}"/>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2" name="Line 35">
              <a:extLst>
                <a:ext uri="{FF2B5EF4-FFF2-40B4-BE49-F238E27FC236}">
                  <a16:creationId xmlns:a16="http://schemas.microsoft.com/office/drawing/2014/main" id="{5988A707-117F-2C7C-A1CC-4B34A29CF0D6}"/>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3" name="Line 36">
              <a:extLst>
                <a:ext uri="{FF2B5EF4-FFF2-40B4-BE49-F238E27FC236}">
                  <a16:creationId xmlns:a16="http://schemas.microsoft.com/office/drawing/2014/main" id="{0C222555-7B9C-C83C-1DCA-3C2FD0F93B6A}"/>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4" name="Line 37">
              <a:extLst>
                <a:ext uri="{FF2B5EF4-FFF2-40B4-BE49-F238E27FC236}">
                  <a16:creationId xmlns:a16="http://schemas.microsoft.com/office/drawing/2014/main" id="{65D219B3-EC3C-684E-8AD5-54D756D283F0}"/>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5" name="Line 38">
              <a:extLst>
                <a:ext uri="{FF2B5EF4-FFF2-40B4-BE49-F238E27FC236}">
                  <a16:creationId xmlns:a16="http://schemas.microsoft.com/office/drawing/2014/main" id="{35A29279-D739-2F5B-F9C2-E7D5B54D66CC}"/>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6" name="Line 39">
              <a:extLst>
                <a:ext uri="{FF2B5EF4-FFF2-40B4-BE49-F238E27FC236}">
                  <a16:creationId xmlns:a16="http://schemas.microsoft.com/office/drawing/2014/main" id="{AE5FA971-8C5C-E28F-CF47-43D61AC47D4F}"/>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7" name="Line 40">
              <a:extLst>
                <a:ext uri="{FF2B5EF4-FFF2-40B4-BE49-F238E27FC236}">
                  <a16:creationId xmlns:a16="http://schemas.microsoft.com/office/drawing/2014/main" id="{AADE695D-2A09-51F7-9D83-DB3303E57777}"/>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8" name="Line 41">
              <a:extLst>
                <a:ext uri="{FF2B5EF4-FFF2-40B4-BE49-F238E27FC236}">
                  <a16:creationId xmlns:a16="http://schemas.microsoft.com/office/drawing/2014/main" id="{AFD77F6B-48C6-7730-3CC2-A6B894C0CDAF}"/>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89" name="Line 42">
              <a:extLst>
                <a:ext uri="{FF2B5EF4-FFF2-40B4-BE49-F238E27FC236}">
                  <a16:creationId xmlns:a16="http://schemas.microsoft.com/office/drawing/2014/main" id="{629BF803-1F3E-FF16-D0C4-A5301249BD3A}"/>
                </a:ext>
              </a:extLst>
            </p:cNvPr>
            <p:cNvSpPr>
              <a:spLocks noChangeShapeType="1"/>
            </p:cNvSpPr>
            <p:nvPr/>
          </p:nvSpPr>
          <p:spPr bwMode="auto">
            <a:xfrm flipH="1">
              <a:off x="2544" y="3456"/>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C82C3C3C-5475-BD08-0761-3708C03CD38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3">
            <a:extLst>
              <a:ext uri="{FF2B5EF4-FFF2-40B4-BE49-F238E27FC236}">
                <a16:creationId xmlns:a16="http://schemas.microsoft.com/office/drawing/2014/main" id="{329171B6-2132-20E0-DB0D-DBCBF91082BE}"/>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
                <a:schemeClr val="folHlink"/>
              </a:buClr>
              <a:buSzPct val="60000"/>
              <a:buFont typeface="Wingdings" panose="05000000000000000000" pitchFamily="2" charset="2"/>
              <a:buNone/>
            </a:pPr>
            <a:r>
              <a:rPr lang="en-US" altLang="en-US" sz="2000">
                <a:latin typeface="Tahoma" panose="020B0604030504040204" pitchFamily="34" charset="0"/>
              </a:rPr>
              <a:t>The returned solution is the sequence of operators in the path:</a:t>
            </a:r>
            <a:r>
              <a:rPr lang="en-US" altLang="en-US" sz="2000" b="1" i="1">
                <a:latin typeface="Tahoma" panose="020B0604030504040204" pitchFamily="34" charset="0"/>
              </a:rPr>
              <a:t> 					A, B, G, L, O</a:t>
            </a:r>
          </a:p>
          <a:p>
            <a:pPr eaLnBrk="1" hangingPunct="1">
              <a:spcBef>
                <a:spcPct val="20000"/>
              </a:spcBef>
              <a:buClr>
                <a:schemeClr val="folHlink"/>
              </a:buClr>
              <a:buSzPct val="60000"/>
              <a:buFont typeface="Wingdings" panose="05000000000000000000" pitchFamily="2" charset="2"/>
              <a:buChar char="n"/>
            </a:pPr>
            <a:endParaRPr lang="en-US" altLang="en-US" sz="2000">
              <a:latin typeface="Tahoma" panose="020B0604030504040204" pitchFamily="34" charset="0"/>
            </a:endParaRPr>
          </a:p>
        </p:txBody>
      </p:sp>
      <p:grpSp>
        <p:nvGrpSpPr>
          <p:cNvPr id="63493" name="Group 4">
            <a:extLst>
              <a:ext uri="{FF2B5EF4-FFF2-40B4-BE49-F238E27FC236}">
                <a16:creationId xmlns:a16="http://schemas.microsoft.com/office/drawing/2014/main" id="{2552F49F-87A7-F0CB-C057-3E0BBA102F77}"/>
              </a:ext>
            </a:extLst>
          </p:cNvPr>
          <p:cNvGrpSpPr>
            <a:grpSpLocks/>
          </p:cNvGrpSpPr>
          <p:nvPr/>
        </p:nvGrpSpPr>
        <p:grpSpPr bwMode="auto">
          <a:xfrm>
            <a:off x="2133600" y="2895600"/>
            <a:ext cx="5410200" cy="3429000"/>
            <a:chOff x="1344" y="1824"/>
            <a:chExt cx="3408" cy="2160"/>
          </a:xfrm>
        </p:grpSpPr>
        <p:grpSp>
          <p:nvGrpSpPr>
            <p:cNvPr id="63494" name="Group 5">
              <a:extLst>
                <a:ext uri="{FF2B5EF4-FFF2-40B4-BE49-F238E27FC236}">
                  <a16:creationId xmlns:a16="http://schemas.microsoft.com/office/drawing/2014/main" id="{91E60377-F24C-4211-E976-DE0A6E249EEF}"/>
                </a:ext>
              </a:extLst>
            </p:cNvPr>
            <p:cNvGrpSpPr>
              <a:grpSpLocks/>
            </p:cNvGrpSpPr>
            <p:nvPr/>
          </p:nvGrpSpPr>
          <p:grpSpPr bwMode="auto">
            <a:xfrm>
              <a:off x="2880" y="1824"/>
              <a:ext cx="336" cy="240"/>
              <a:chOff x="2640" y="1776"/>
              <a:chExt cx="336" cy="240"/>
            </a:xfrm>
          </p:grpSpPr>
          <p:sp>
            <p:nvSpPr>
              <p:cNvPr id="63530" name="Oval 6">
                <a:extLst>
                  <a:ext uri="{FF2B5EF4-FFF2-40B4-BE49-F238E27FC236}">
                    <a16:creationId xmlns:a16="http://schemas.microsoft.com/office/drawing/2014/main" id="{D319A0F8-DEF0-2FD0-4E3A-D37D2629C719}"/>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31" name="Text Box 7">
                <a:extLst>
                  <a:ext uri="{FF2B5EF4-FFF2-40B4-BE49-F238E27FC236}">
                    <a16:creationId xmlns:a16="http://schemas.microsoft.com/office/drawing/2014/main" id="{CFFCF5C6-B056-F228-6885-14DC4BCC39D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63495" name="Group 8">
              <a:extLst>
                <a:ext uri="{FF2B5EF4-FFF2-40B4-BE49-F238E27FC236}">
                  <a16:creationId xmlns:a16="http://schemas.microsoft.com/office/drawing/2014/main" id="{58B05658-4DF3-AF95-0FC3-492ECCD1EF38}"/>
                </a:ext>
              </a:extLst>
            </p:cNvPr>
            <p:cNvGrpSpPr>
              <a:grpSpLocks/>
            </p:cNvGrpSpPr>
            <p:nvPr/>
          </p:nvGrpSpPr>
          <p:grpSpPr bwMode="auto">
            <a:xfrm>
              <a:off x="1776" y="2256"/>
              <a:ext cx="336" cy="240"/>
              <a:chOff x="2640" y="1776"/>
              <a:chExt cx="336" cy="240"/>
            </a:xfrm>
          </p:grpSpPr>
          <p:sp>
            <p:nvSpPr>
              <p:cNvPr id="63528" name="Oval 9">
                <a:extLst>
                  <a:ext uri="{FF2B5EF4-FFF2-40B4-BE49-F238E27FC236}">
                    <a16:creationId xmlns:a16="http://schemas.microsoft.com/office/drawing/2014/main" id="{D35F6FC6-D618-56FB-321E-83881EB80456}"/>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29" name="Text Box 10">
                <a:extLst>
                  <a:ext uri="{FF2B5EF4-FFF2-40B4-BE49-F238E27FC236}">
                    <a16:creationId xmlns:a16="http://schemas.microsoft.com/office/drawing/2014/main" id="{AE970585-52B5-1165-4198-56EFF401070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63496" name="Group 11">
              <a:extLst>
                <a:ext uri="{FF2B5EF4-FFF2-40B4-BE49-F238E27FC236}">
                  <a16:creationId xmlns:a16="http://schemas.microsoft.com/office/drawing/2014/main" id="{880486F9-7509-8FEF-206C-ADE926B037D3}"/>
                </a:ext>
              </a:extLst>
            </p:cNvPr>
            <p:cNvGrpSpPr>
              <a:grpSpLocks/>
            </p:cNvGrpSpPr>
            <p:nvPr/>
          </p:nvGrpSpPr>
          <p:grpSpPr bwMode="auto">
            <a:xfrm>
              <a:off x="2592" y="2256"/>
              <a:ext cx="336" cy="240"/>
              <a:chOff x="2640" y="1776"/>
              <a:chExt cx="336" cy="240"/>
            </a:xfrm>
          </p:grpSpPr>
          <p:sp>
            <p:nvSpPr>
              <p:cNvPr id="63526" name="Oval 12">
                <a:extLst>
                  <a:ext uri="{FF2B5EF4-FFF2-40B4-BE49-F238E27FC236}">
                    <a16:creationId xmlns:a16="http://schemas.microsoft.com/office/drawing/2014/main" id="{3B170740-32FE-4611-20E2-6CE17C3A7F6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27" name="Text Box 13">
                <a:extLst>
                  <a:ext uri="{FF2B5EF4-FFF2-40B4-BE49-F238E27FC236}">
                    <a16:creationId xmlns:a16="http://schemas.microsoft.com/office/drawing/2014/main" id="{4DE3FF68-FDDB-5C3D-A672-C70E32D5FDF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63497" name="Group 14">
              <a:extLst>
                <a:ext uri="{FF2B5EF4-FFF2-40B4-BE49-F238E27FC236}">
                  <a16:creationId xmlns:a16="http://schemas.microsoft.com/office/drawing/2014/main" id="{18F5845F-BD25-B4D0-4BC2-E90AAB405C5B}"/>
                </a:ext>
              </a:extLst>
            </p:cNvPr>
            <p:cNvGrpSpPr>
              <a:grpSpLocks/>
            </p:cNvGrpSpPr>
            <p:nvPr/>
          </p:nvGrpSpPr>
          <p:grpSpPr bwMode="auto">
            <a:xfrm>
              <a:off x="4416" y="2256"/>
              <a:ext cx="336" cy="240"/>
              <a:chOff x="2640" y="1776"/>
              <a:chExt cx="336" cy="240"/>
            </a:xfrm>
          </p:grpSpPr>
          <p:sp>
            <p:nvSpPr>
              <p:cNvPr id="63524" name="Oval 15">
                <a:extLst>
                  <a:ext uri="{FF2B5EF4-FFF2-40B4-BE49-F238E27FC236}">
                    <a16:creationId xmlns:a16="http://schemas.microsoft.com/office/drawing/2014/main" id="{09721D69-59E6-1D40-32F4-3AD914E6978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25" name="Text Box 16">
                <a:extLst>
                  <a:ext uri="{FF2B5EF4-FFF2-40B4-BE49-F238E27FC236}">
                    <a16:creationId xmlns:a16="http://schemas.microsoft.com/office/drawing/2014/main" id="{C3D9C473-F2CE-A6B0-D81F-84C1EDEC1F7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63498" name="Group 17">
              <a:extLst>
                <a:ext uri="{FF2B5EF4-FFF2-40B4-BE49-F238E27FC236}">
                  <a16:creationId xmlns:a16="http://schemas.microsoft.com/office/drawing/2014/main" id="{A56365F3-B9DC-184F-1D3F-6C849FCEE504}"/>
                </a:ext>
              </a:extLst>
            </p:cNvPr>
            <p:cNvGrpSpPr>
              <a:grpSpLocks/>
            </p:cNvGrpSpPr>
            <p:nvPr/>
          </p:nvGrpSpPr>
          <p:grpSpPr bwMode="auto">
            <a:xfrm>
              <a:off x="3408" y="2256"/>
              <a:ext cx="336" cy="240"/>
              <a:chOff x="2640" y="1776"/>
              <a:chExt cx="336" cy="240"/>
            </a:xfrm>
          </p:grpSpPr>
          <p:sp>
            <p:nvSpPr>
              <p:cNvPr id="63522" name="Oval 18">
                <a:extLst>
                  <a:ext uri="{FF2B5EF4-FFF2-40B4-BE49-F238E27FC236}">
                    <a16:creationId xmlns:a16="http://schemas.microsoft.com/office/drawing/2014/main" id="{7495663B-519D-3D1D-D5D8-6D718D0EED7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23" name="Text Box 19">
                <a:extLst>
                  <a:ext uri="{FF2B5EF4-FFF2-40B4-BE49-F238E27FC236}">
                    <a16:creationId xmlns:a16="http://schemas.microsoft.com/office/drawing/2014/main" id="{9052F868-A6A0-F6C7-CC85-40EFE5F1206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63499" name="Group 20">
              <a:extLst>
                <a:ext uri="{FF2B5EF4-FFF2-40B4-BE49-F238E27FC236}">
                  <a16:creationId xmlns:a16="http://schemas.microsoft.com/office/drawing/2014/main" id="{1B6D9067-3CDD-7D65-E641-33D7A532BF64}"/>
                </a:ext>
              </a:extLst>
            </p:cNvPr>
            <p:cNvGrpSpPr>
              <a:grpSpLocks/>
            </p:cNvGrpSpPr>
            <p:nvPr/>
          </p:nvGrpSpPr>
          <p:grpSpPr bwMode="auto">
            <a:xfrm>
              <a:off x="1344" y="2688"/>
              <a:ext cx="336" cy="240"/>
              <a:chOff x="2640" y="1776"/>
              <a:chExt cx="336" cy="240"/>
            </a:xfrm>
          </p:grpSpPr>
          <p:sp>
            <p:nvSpPr>
              <p:cNvPr id="63520" name="Oval 21">
                <a:extLst>
                  <a:ext uri="{FF2B5EF4-FFF2-40B4-BE49-F238E27FC236}">
                    <a16:creationId xmlns:a16="http://schemas.microsoft.com/office/drawing/2014/main" id="{4D189109-8598-338D-7A9F-CF078D77B41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21" name="Text Box 22">
                <a:extLst>
                  <a:ext uri="{FF2B5EF4-FFF2-40B4-BE49-F238E27FC236}">
                    <a16:creationId xmlns:a16="http://schemas.microsoft.com/office/drawing/2014/main" id="{46A1A96B-5992-1984-94BF-809039186C9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63500" name="Group 23">
              <a:extLst>
                <a:ext uri="{FF2B5EF4-FFF2-40B4-BE49-F238E27FC236}">
                  <a16:creationId xmlns:a16="http://schemas.microsoft.com/office/drawing/2014/main" id="{D5171169-67D5-6536-5454-101E79E0089F}"/>
                </a:ext>
              </a:extLst>
            </p:cNvPr>
            <p:cNvGrpSpPr>
              <a:grpSpLocks/>
            </p:cNvGrpSpPr>
            <p:nvPr/>
          </p:nvGrpSpPr>
          <p:grpSpPr bwMode="auto">
            <a:xfrm>
              <a:off x="2112" y="2688"/>
              <a:ext cx="336" cy="240"/>
              <a:chOff x="2640" y="1776"/>
              <a:chExt cx="336" cy="240"/>
            </a:xfrm>
          </p:grpSpPr>
          <p:sp>
            <p:nvSpPr>
              <p:cNvPr id="63518" name="Oval 24">
                <a:extLst>
                  <a:ext uri="{FF2B5EF4-FFF2-40B4-BE49-F238E27FC236}">
                    <a16:creationId xmlns:a16="http://schemas.microsoft.com/office/drawing/2014/main" id="{542CFC32-A458-76B3-513F-40D28A6FBCED}"/>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19" name="Text Box 25">
                <a:extLst>
                  <a:ext uri="{FF2B5EF4-FFF2-40B4-BE49-F238E27FC236}">
                    <a16:creationId xmlns:a16="http://schemas.microsoft.com/office/drawing/2014/main" id="{1483D5C2-2574-2B20-CF14-A308718AF1F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63501" name="Group 26">
              <a:extLst>
                <a:ext uri="{FF2B5EF4-FFF2-40B4-BE49-F238E27FC236}">
                  <a16:creationId xmlns:a16="http://schemas.microsoft.com/office/drawing/2014/main" id="{3C8F010B-DD94-CD67-34FE-3291A8B16D68}"/>
                </a:ext>
              </a:extLst>
            </p:cNvPr>
            <p:cNvGrpSpPr>
              <a:grpSpLocks/>
            </p:cNvGrpSpPr>
            <p:nvPr/>
          </p:nvGrpSpPr>
          <p:grpSpPr bwMode="auto">
            <a:xfrm>
              <a:off x="1776" y="3216"/>
              <a:ext cx="336" cy="240"/>
              <a:chOff x="2640" y="1776"/>
              <a:chExt cx="336" cy="240"/>
            </a:xfrm>
          </p:grpSpPr>
          <p:sp>
            <p:nvSpPr>
              <p:cNvPr id="63516" name="Oval 27">
                <a:extLst>
                  <a:ext uri="{FF2B5EF4-FFF2-40B4-BE49-F238E27FC236}">
                    <a16:creationId xmlns:a16="http://schemas.microsoft.com/office/drawing/2014/main" id="{4987B60E-F56E-5D7E-D053-E67F5CC1033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17" name="Text Box 28">
                <a:extLst>
                  <a:ext uri="{FF2B5EF4-FFF2-40B4-BE49-F238E27FC236}">
                    <a16:creationId xmlns:a16="http://schemas.microsoft.com/office/drawing/2014/main" id="{E7C7D1CF-A02E-6A36-6E53-4C95D62E920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63502" name="Group 29">
              <a:extLst>
                <a:ext uri="{FF2B5EF4-FFF2-40B4-BE49-F238E27FC236}">
                  <a16:creationId xmlns:a16="http://schemas.microsoft.com/office/drawing/2014/main" id="{0CFA53A0-786B-DFBB-3D64-541A16AD713F}"/>
                </a:ext>
              </a:extLst>
            </p:cNvPr>
            <p:cNvGrpSpPr>
              <a:grpSpLocks/>
            </p:cNvGrpSpPr>
            <p:nvPr/>
          </p:nvGrpSpPr>
          <p:grpSpPr bwMode="auto">
            <a:xfrm>
              <a:off x="2400" y="3216"/>
              <a:ext cx="336" cy="240"/>
              <a:chOff x="2640" y="1776"/>
              <a:chExt cx="336" cy="240"/>
            </a:xfrm>
          </p:grpSpPr>
          <p:sp>
            <p:nvSpPr>
              <p:cNvPr id="63514" name="Oval 30">
                <a:extLst>
                  <a:ext uri="{FF2B5EF4-FFF2-40B4-BE49-F238E27FC236}">
                    <a16:creationId xmlns:a16="http://schemas.microsoft.com/office/drawing/2014/main" id="{D131BC92-9F93-F0FE-6F1F-A410F6232669}"/>
                  </a:ext>
                </a:extLst>
              </p:cNvPr>
              <p:cNvSpPr>
                <a:spLocks noChangeArrowheads="1"/>
              </p:cNvSpPr>
              <p:nvPr/>
            </p:nvSpPr>
            <p:spPr bwMode="auto">
              <a:xfrm>
                <a:off x="2640" y="1776"/>
                <a:ext cx="336" cy="240"/>
              </a:xfrm>
              <a:prstGeom prst="ellipse">
                <a:avLst/>
              </a:prstGeom>
              <a:solidFill>
                <a:srgbClr val="F3F1AB"/>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15" name="Text Box 31">
                <a:extLst>
                  <a:ext uri="{FF2B5EF4-FFF2-40B4-BE49-F238E27FC236}">
                    <a16:creationId xmlns:a16="http://schemas.microsoft.com/office/drawing/2014/main" id="{11AA9FB1-2799-E9EF-2A02-C786EDFFD12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63503" name="Oval 32">
              <a:extLst>
                <a:ext uri="{FF2B5EF4-FFF2-40B4-BE49-F238E27FC236}">
                  <a16:creationId xmlns:a16="http://schemas.microsoft.com/office/drawing/2014/main" id="{EAA45288-872F-A9A6-C004-8F69E4076A76}"/>
                </a:ext>
              </a:extLst>
            </p:cNvPr>
            <p:cNvSpPr>
              <a:spLocks noChangeArrowheads="1"/>
            </p:cNvSpPr>
            <p:nvPr/>
          </p:nvSpPr>
          <p:spPr bwMode="auto">
            <a:xfrm>
              <a:off x="2400" y="3744"/>
              <a:ext cx="336" cy="240"/>
            </a:xfrm>
            <a:prstGeom prst="ellipse">
              <a:avLst/>
            </a:prstGeom>
            <a:solidFill>
              <a:srgbClr val="F3F1AB"/>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3504" name="Text Box 33">
              <a:extLst>
                <a:ext uri="{FF2B5EF4-FFF2-40B4-BE49-F238E27FC236}">
                  <a16:creationId xmlns:a16="http://schemas.microsoft.com/office/drawing/2014/main" id="{9B4902C6-AA69-3B76-4081-B2B56EBA06C1}"/>
                </a:ext>
              </a:extLst>
            </p:cNvPr>
            <p:cNvSpPr txBox="1">
              <a:spLocks noChangeArrowheads="1"/>
            </p:cNvSpPr>
            <p:nvPr/>
          </p:nvSpPr>
          <p:spPr bwMode="auto">
            <a:xfrm>
              <a:off x="2496" y="3744"/>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Tahoma" panose="020B0604030504040204" pitchFamily="34" charset="0"/>
                </a:rPr>
                <a:t>O</a:t>
              </a:r>
              <a:endParaRPr lang="en-GB" altLang="en-US" sz="1800" b="1" i="1">
                <a:latin typeface="Tahoma" panose="020B0604030504040204" pitchFamily="34" charset="0"/>
              </a:endParaRPr>
            </a:p>
          </p:txBody>
        </p:sp>
        <p:sp>
          <p:nvSpPr>
            <p:cNvPr id="63505" name="Line 34">
              <a:extLst>
                <a:ext uri="{FF2B5EF4-FFF2-40B4-BE49-F238E27FC236}">
                  <a16:creationId xmlns:a16="http://schemas.microsoft.com/office/drawing/2014/main" id="{45DD8B5F-920D-6EFA-2B97-61036934CC33}"/>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06" name="Line 35">
              <a:extLst>
                <a:ext uri="{FF2B5EF4-FFF2-40B4-BE49-F238E27FC236}">
                  <a16:creationId xmlns:a16="http://schemas.microsoft.com/office/drawing/2014/main" id="{9F6D0B2E-1708-CA85-1CEF-2EB3A494B7D9}"/>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07" name="Line 36">
              <a:extLst>
                <a:ext uri="{FF2B5EF4-FFF2-40B4-BE49-F238E27FC236}">
                  <a16:creationId xmlns:a16="http://schemas.microsoft.com/office/drawing/2014/main" id="{AE725C91-7656-C404-94EA-B29E2C0EFC72}"/>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08" name="Line 37">
              <a:extLst>
                <a:ext uri="{FF2B5EF4-FFF2-40B4-BE49-F238E27FC236}">
                  <a16:creationId xmlns:a16="http://schemas.microsoft.com/office/drawing/2014/main" id="{ED993257-2734-4612-319E-4B43E4C61DCE}"/>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09" name="Line 38">
              <a:extLst>
                <a:ext uri="{FF2B5EF4-FFF2-40B4-BE49-F238E27FC236}">
                  <a16:creationId xmlns:a16="http://schemas.microsoft.com/office/drawing/2014/main" id="{3EB7ADA0-E4FF-B95E-2AF0-70C0BB25D429}"/>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10" name="Line 39">
              <a:extLst>
                <a:ext uri="{FF2B5EF4-FFF2-40B4-BE49-F238E27FC236}">
                  <a16:creationId xmlns:a16="http://schemas.microsoft.com/office/drawing/2014/main" id="{A35FCDCA-BC64-A89B-FF4E-7F37386ED489}"/>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11" name="Line 40">
              <a:extLst>
                <a:ext uri="{FF2B5EF4-FFF2-40B4-BE49-F238E27FC236}">
                  <a16:creationId xmlns:a16="http://schemas.microsoft.com/office/drawing/2014/main" id="{927C047D-30FD-A022-EF62-6CF90F914776}"/>
                </a:ext>
              </a:extLst>
            </p:cNvPr>
            <p:cNvSpPr>
              <a:spLocks noChangeShapeType="1"/>
            </p:cNvSpPr>
            <p:nvPr/>
          </p:nvSpPr>
          <p:spPr bwMode="auto">
            <a:xfrm flipH="1">
              <a:off x="1968" y="2928"/>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12" name="Line 41">
              <a:extLst>
                <a:ext uri="{FF2B5EF4-FFF2-40B4-BE49-F238E27FC236}">
                  <a16:creationId xmlns:a16="http://schemas.microsoft.com/office/drawing/2014/main" id="{ADD5336E-8C06-C7DA-D5E7-CADDAB20C60F}"/>
                </a:ext>
              </a:extLst>
            </p:cNvPr>
            <p:cNvSpPr>
              <a:spLocks noChangeShapeType="1"/>
            </p:cNvSpPr>
            <p:nvPr/>
          </p:nvSpPr>
          <p:spPr bwMode="auto">
            <a:xfrm>
              <a:off x="2304" y="2928"/>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13" name="Line 42">
              <a:extLst>
                <a:ext uri="{FF2B5EF4-FFF2-40B4-BE49-F238E27FC236}">
                  <a16:creationId xmlns:a16="http://schemas.microsoft.com/office/drawing/2014/main" id="{137CE563-AF52-7A0B-DD6F-634169074A73}"/>
                </a:ext>
              </a:extLst>
            </p:cNvPr>
            <p:cNvSpPr>
              <a:spLocks noChangeShapeType="1"/>
            </p:cNvSpPr>
            <p:nvPr/>
          </p:nvSpPr>
          <p:spPr bwMode="auto">
            <a:xfrm flipH="1">
              <a:off x="2544" y="3456"/>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 name="TextBox 1">
            <a:extLst>
              <a:ext uri="{FF2B5EF4-FFF2-40B4-BE49-F238E27FC236}">
                <a16:creationId xmlns:a16="http://schemas.microsoft.com/office/drawing/2014/main" id="{8808BBD6-C745-572F-6684-2DE5D2803B2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Slide Number Placeholder 5">
            <a:extLst>
              <a:ext uri="{FF2B5EF4-FFF2-40B4-BE49-F238E27FC236}">
                <a16:creationId xmlns:a16="http://schemas.microsoft.com/office/drawing/2014/main" id="{45F18202-8874-435A-92B9-2D25D43C86A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E3BD734-0939-4B03-AE5D-E7BC90D98E2A}" type="slidenum">
              <a:rPr lang="en-GB" altLang="en-US" sz="1400">
                <a:solidFill>
                  <a:srgbClr val="FFFFFF"/>
                </a:solidFill>
                <a:latin typeface="Franklin Gothic Book" panose="020B0503020102020204" pitchFamily="34" charset="0"/>
              </a:rPr>
              <a:pPr>
                <a:spcBef>
                  <a:spcPct val="0"/>
                </a:spcBef>
                <a:buClrTx/>
                <a:buSzTx/>
                <a:buFontTx/>
                <a:buNone/>
              </a:pPr>
              <a:t>63</a:t>
            </a:fld>
            <a:endParaRPr lang="en-GB" altLang="en-US" sz="1400">
              <a:solidFill>
                <a:srgbClr val="FFFFFF"/>
              </a:solidFill>
              <a:latin typeface="Franklin Gothic Book" panose="020B0503020102020204" pitchFamily="34" charset="0"/>
            </a:endParaRPr>
          </a:p>
        </p:txBody>
      </p:sp>
      <p:pic>
        <p:nvPicPr>
          <p:cNvPr id="64516" name="Picture 5" descr="dfs-progress">
            <a:extLst>
              <a:ext uri="{FF2B5EF4-FFF2-40B4-BE49-F238E27FC236}">
                <a16:creationId xmlns:a16="http://schemas.microsoft.com/office/drawing/2014/main" id="{24290B65-B02B-75FC-7434-BD4BE3062DED}"/>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181099" y="1890130"/>
            <a:ext cx="6781800" cy="4318000"/>
          </a:xfrm>
          <a:noFill/>
        </p:spPr>
      </p:pic>
      <p:sp>
        <p:nvSpPr>
          <p:cNvPr id="2" name="TextBox 1">
            <a:extLst>
              <a:ext uri="{FF2B5EF4-FFF2-40B4-BE49-F238E27FC236}">
                <a16:creationId xmlns:a16="http://schemas.microsoft.com/office/drawing/2014/main" id="{4247BEE7-DE37-C2CC-6AD3-3B2501AD58A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1F5AA-05AF-5D9F-80D6-17A99D0F8E0C}"/>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First Search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A25D99-55A6-310C-9880-7646B023E32E}"/>
                  </a:ext>
                </a:extLst>
              </p:cNvPr>
              <p:cNvSpPr txBox="1"/>
              <p:nvPr/>
            </p:nvSpPr>
            <p:spPr>
              <a:xfrm>
                <a:off x="452965" y="2002511"/>
                <a:ext cx="8238067" cy="3847207"/>
              </a:xfrm>
              <a:prstGeom prst="rect">
                <a:avLst/>
              </a:prstGeom>
              <a:noFill/>
            </p:spPr>
            <p:txBody>
              <a:bodyPr wrap="square" lIns="0" tIns="0" rIns="0" bIns="0" rtlCol="0" anchor="ctr">
                <a:spAutoFit/>
              </a:bodyPr>
              <a:lstStyle/>
              <a:p>
                <a:pPr>
                  <a:spcAft>
                    <a:spcPts val="12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Main idea: Expand node at the deepest level (breaking ties left to right). </a:t>
                </a:r>
              </a:p>
              <a:p>
                <a:pPr>
                  <a:spcAft>
                    <a:spcPts val="12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Implementation: use of a Last-In-First-Out queue or stack(LIFO). Enqueue nodes in LIFO (last-in, first-out) order. </a:t>
                </a:r>
              </a:p>
              <a:p>
                <a:pPr>
                  <a:spcAft>
                    <a:spcPts val="12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Can find long solutions quickly if lucky</a:t>
                </a:r>
              </a:p>
              <a:p>
                <a:pPr>
                  <a:spcAft>
                    <a:spcPts val="1200"/>
                  </a:spcAft>
                  <a:buClr>
                    <a:schemeClr val="accent1"/>
                  </a:buClr>
                </a:pPr>
                <a:r>
                  <a:rPr lang="en-US" sz="2000" dirty="0">
                    <a:latin typeface="CMU Serif" panose="02000603000000000000" pitchFamily="2" charset="0"/>
                    <a:ea typeface="CMU Serif" panose="02000603000000000000" pitchFamily="2" charset="0"/>
                    <a:cs typeface="CMU Serif" panose="02000603000000000000" pitchFamily="2" charset="0"/>
                  </a:rPr>
                  <a:t>And short solutions slowly if unlucky</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Complete? No (Yes on finite trees, with no loops).</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Optimal? No</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Time Complexity: Exponential O(</a:t>
                </a:r>
                <a14:m>
                  <m:oMath xmlns:m="http://schemas.openxmlformats.org/officeDocument/2006/math">
                    <m:sSup>
                      <m:sSupPr>
                        <m:ctrlPr>
                          <a:rPr lang="en-US" sz="20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𝑑</m:t>
                        </m:r>
                      </m:sup>
                    </m:sSup>
                  </m:oMath>
                </a14:m>
                <a:r>
                  <a:rPr lang="en-US" sz="2000" dirty="0">
                    <a:latin typeface="CMU Serif" panose="02000603000000000000" pitchFamily="2" charset="0"/>
                    <a:ea typeface="CMU Serif" panose="02000603000000000000" pitchFamily="2" charset="0"/>
                    <a:cs typeface="CMU Serif" panose="02000603000000000000" pitchFamily="2" charset="0"/>
                  </a:rPr>
                  <a:t>), where d is the maximum depth.</a:t>
                </a:r>
              </a:p>
              <a:p>
                <a:pPr marL="342900" indent="-342900">
                  <a:spcAft>
                    <a:spcPts val="1200"/>
                  </a:spcAft>
                  <a:buClr>
                    <a:schemeClr val="accent1"/>
                  </a:buClr>
                  <a:buFont typeface="Arial" panose="020B0604020202020204" pitchFamily="34" charset="0"/>
                  <a:buChar char="•"/>
                </a:pPr>
                <a:r>
                  <a:rPr lang="en-US" sz="2000" dirty="0">
                    <a:latin typeface="CMU Serif" panose="02000603000000000000" pitchFamily="2" charset="0"/>
                    <a:ea typeface="CMU Serif" panose="02000603000000000000" pitchFamily="2" charset="0"/>
                    <a:cs typeface="CMU Serif" panose="02000603000000000000" pitchFamily="2" charset="0"/>
                  </a:rPr>
                  <a:t>Space Complexity: Linear O(bd), where d is the maximum depth.</a:t>
                </a:r>
              </a:p>
            </p:txBody>
          </p:sp>
        </mc:Choice>
        <mc:Fallback xmlns="">
          <p:sp>
            <p:nvSpPr>
              <p:cNvPr id="3" name="TextBox 2">
                <a:extLst>
                  <a:ext uri="{FF2B5EF4-FFF2-40B4-BE49-F238E27FC236}">
                    <a16:creationId xmlns:a16="http://schemas.microsoft.com/office/drawing/2014/main" id="{C5A25D99-55A6-310C-9880-7646B023E32E}"/>
                  </a:ext>
                </a:extLst>
              </p:cNvPr>
              <p:cNvSpPr txBox="1">
                <a:spLocks noRot="1" noChangeAspect="1" noMove="1" noResize="1" noEditPoints="1" noAdjustHandles="1" noChangeArrowheads="1" noChangeShapeType="1" noTextEdit="1"/>
              </p:cNvSpPr>
              <p:nvPr/>
            </p:nvSpPr>
            <p:spPr>
              <a:xfrm>
                <a:off x="452965" y="2002511"/>
                <a:ext cx="8238067" cy="3847207"/>
              </a:xfrm>
              <a:prstGeom prst="rect">
                <a:avLst/>
              </a:prstGeom>
              <a:blipFill>
                <a:blip r:embed="rId2"/>
                <a:stretch>
                  <a:fillRect l="-1849" t="-1424" r="-1775" b="-3797"/>
                </a:stretch>
              </a:blipFill>
            </p:spPr>
            <p:txBody>
              <a:bodyPr/>
              <a:lstStyle/>
              <a:p>
                <a:r>
                  <a:rPr 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5">
            <a:extLst>
              <a:ext uri="{FF2B5EF4-FFF2-40B4-BE49-F238E27FC236}">
                <a16:creationId xmlns:a16="http://schemas.microsoft.com/office/drawing/2014/main" id="{246FB07E-F6A4-2639-CC1F-57422DB06DD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1B162F3-04BC-40FC-9880-31B2AE5CA0ED}" type="slidenum">
              <a:rPr lang="en-GB" altLang="en-US" sz="1400">
                <a:solidFill>
                  <a:srgbClr val="FFFFFF"/>
                </a:solidFill>
                <a:latin typeface="Franklin Gothic Book" panose="020B0503020102020204" pitchFamily="34" charset="0"/>
              </a:rPr>
              <a:pPr>
                <a:spcBef>
                  <a:spcPct val="0"/>
                </a:spcBef>
                <a:buClrTx/>
                <a:buSzTx/>
                <a:buFontTx/>
                <a:buNone/>
              </a:pPr>
              <a:t>65</a:t>
            </a:fld>
            <a:endParaRPr lang="en-GB" altLang="en-US" sz="1400">
              <a:solidFill>
                <a:srgbClr val="FFFFFF"/>
              </a:solidFill>
              <a:latin typeface="Franklin Gothic Book" panose="020B0503020102020204" pitchFamily="34" charset="0"/>
            </a:endParaRPr>
          </a:p>
        </p:txBody>
      </p:sp>
      <p:sp>
        <p:nvSpPr>
          <p:cNvPr id="69634" name="Rectangle 2">
            <a:extLst>
              <a:ext uri="{FF2B5EF4-FFF2-40B4-BE49-F238E27FC236}">
                <a16:creationId xmlns:a16="http://schemas.microsoft.com/office/drawing/2014/main" id="{10EC5119-A458-7D88-C799-B2BCA51D2D3B}"/>
              </a:ext>
            </a:extLst>
          </p:cNvPr>
          <p:cNvSpPr>
            <a:spLocks noGrp="1"/>
          </p:cNvSpPr>
          <p:nvPr>
            <p:ph type="title" idx="4294967295"/>
          </p:nvPr>
        </p:nvSpPr>
        <p:spPr>
          <a:xfrm>
            <a:off x="1154113" y="687388"/>
            <a:ext cx="7989887" cy="1082675"/>
          </a:xfrm>
          <a:noFill/>
        </p:spPr>
        <p:txBody>
          <a:bodyPr/>
          <a:lstStyle/>
          <a:p>
            <a:pPr eaLnBrk="1" hangingPunct="1"/>
            <a:r>
              <a:rPr lang="en-US" altLang="en-US"/>
              <a:t>Depth-Limited Search (DLS)</a:t>
            </a:r>
          </a:p>
        </p:txBody>
      </p:sp>
      <p:pic>
        <p:nvPicPr>
          <p:cNvPr id="69636" name="Picture 36">
            <a:extLst>
              <a:ext uri="{FF2B5EF4-FFF2-40B4-BE49-F238E27FC236}">
                <a16:creationId xmlns:a16="http://schemas.microsoft.com/office/drawing/2014/main" id="{B62FD791-1AAB-9910-6B7E-AC3FA798E5BD}"/>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371600" y="1770063"/>
            <a:ext cx="6400800" cy="3962400"/>
          </a:xfrm>
          <a:noFill/>
        </p:spPr>
      </p:pic>
      <p:sp>
        <p:nvSpPr>
          <p:cNvPr id="69637" name="Rectangle 35">
            <a:extLst>
              <a:ext uri="{FF2B5EF4-FFF2-40B4-BE49-F238E27FC236}">
                <a16:creationId xmlns:a16="http://schemas.microsoft.com/office/drawing/2014/main" id="{6FFADEA7-5162-0698-38EA-8E8122E0A50C}"/>
              </a:ext>
            </a:extLst>
          </p:cNvPr>
          <p:cNvSpPr>
            <a:spLocks noChangeArrowheads="1"/>
          </p:cNvSpPr>
          <p:nvPr/>
        </p:nvSpPr>
        <p:spPr bwMode="auto">
          <a:xfrm>
            <a:off x="3352800" y="6019800"/>
            <a:ext cx="304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None/>
            </a:pPr>
            <a:r>
              <a:rPr lang="en-US" altLang="en-US" sz="2400">
                <a:latin typeface="Tahoma" panose="020B0604030504040204" pitchFamily="34" charset="0"/>
              </a:rPr>
              <a:t>Depth Bound = 3</a:t>
            </a:r>
          </a:p>
        </p:txBody>
      </p:sp>
      <p:sp>
        <p:nvSpPr>
          <p:cNvPr id="2" name="TextBox 1">
            <a:extLst>
              <a:ext uri="{FF2B5EF4-FFF2-40B4-BE49-F238E27FC236}">
                <a16:creationId xmlns:a16="http://schemas.microsoft.com/office/drawing/2014/main" id="{5A2C1DA7-9076-7F5A-7DE4-3C022AD23DE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a:extLst>
              <a:ext uri="{FF2B5EF4-FFF2-40B4-BE49-F238E27FC236}">
                <a16:creationId xmlns:a16="http://schemas.microsoft.com/office/drawing/2014/main" id="{D156A59D-7305-2600-3930-8F3A7AF892B0}"/>
              </a:ext>
            </a:extLst>
          </p:cNvPr>
          <p:cNvSpPr>
            <a:spLocks noChangeArrowheads="1"/>
          </p:cNvSpPr>
          <p:nvPr/>
        </p:nvSpPr>
        <p:spPr bwMode="auto">
          <a:xfrm>
            <a:off x="457200" y="1440134"/>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None/>
            </a:pPr>
            <a:r>
              <a:rPr lang="en-US" altLang="en-US" sz="2000" dirty="0">
                <a:latin typeface="+mj-lt"/>
              </a:rPr>
              <a:t>Given the following state space (tree search), give the sequence of</a:t>
            </a:r>
          </a:p>
          <a:p>
            <a:pPr eaLnBrk="1" hangingPunct="1">
              <a:spcBef>
                <a:spcPct val="20000"/>
              </a:spcBef>
              <a:buClr>
                <a:schemeClr val="folHlink"/>
              </a:buClr>
              <a:buSzPct val="60000"/>
              <a:buFont typeface="Wingdings" panose="05000000000000000000" pitchFamily="2" charset="2"/>
              <a:buNone/>
            </a:pPr>
            <a:r>
              <a:rPr lang="en-US" altLang="en-US" sz="2000" dirty="0">
                <a:latin typeface="+mj-lt"/>
              </a:rPr>
              <a:t>visited nodes when using DLS (Limit = 2):</a:t>
            </a:r>
          </a:p>
        </p:txBody>
      </p:sp>
      <p:grpSp>
        <p:nvGrpSpPr>
          <p:cNvPr id="70661" name="Group 4">
            <a:extLst>
              <a:ext uri="{FF2B5EF4-FFF2-40B4-BE49-F238E27FC236}">
                <a16:creationId xmlns:a16="http://schemas.microsoft.com/office/drawing/2014/main" id="{28B278F0-0059-2400-EA9F-2A25FE292850}"/>
              </a:ext>
            </a:extLst>
          </p:cNvPr>
          <p:cNvGrpSpPr>
            <a:grpSpLocks/>
          </p:cNvGrpSpPr>
          <p:nvPr/>
        </p:nvGrpSpPr>
        <p:grpSpPr bwMode="auto">
          <a:xfrm>
            <a:off x="2133600" y="2895600"/>
            <a:ext cx="5410200" cy="3429000"/>
            <a:chOff x="1104" y="1776"/>
            <a:chExt cx="3408" cy="2160"/>
          </a:xfrm>
        </p:grpSpPr>
        <p:grpSp>
          <p:nvGrpSpPr>
            <p:cNvPr id="70665" name="Group 5">
              <a:extLst>
                <a:ext uri="{FF2B5EF4-FFF2-40B4-BE49-F238E27FC236}">
                  <a16:creationId xmlns:a16="http://schemas.microsoft.com/office/drawing/2014/main" id="{732373BF-0478-E6AA-E25A-7844777324C6}"/>
                </a:ext>
              </a:extLst>
            </p:cNvPr>
            <p:cNvGrpSpPr>
              <a:grpSpLocks/>
            </p:cNvGrpSpPr>
            <p:nvPr/>
          </p:nvGrpSpPr>
          <p:grpSpPr bwMode="auto">
            <a:xfrm>
              <a:off x="2640" y="1776"/>
              <a:ext cx="336" cy="240"/>
              <a:chOff x="2640" y="1776"/>
              <a:chExt cx="336" cy="240"/>
            </a:xfrm>
          </p:grpSpPr>
          <p:sp>
            <p:nvSpPr>
              <p:cNvPr id="70721" name="Oval 6">
                <a:extLst>
                  <a:ext uri="{FF2B5EF4-FFF2-40B4-BE49-F238E27FC236}">
                    <a16:creationId xmlns:a16="http://schemas.microsoft.com/office/drawing/2014/main" id="{0198E702-54EB-2BA8-1C2F-C30C63B82C7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22" name="Text Box 7">
                <a:extLst>
                  <a:ext uri="{FF2B5EF4-FFF2-40B4-BE49-F238E27FC236}">
                    <a16:creationId xmlns:a16="http://schemas.microsoft.com/office/drawing/2014/main" id="{9AC5B900-9BDC-1A67-FEF7-EFCD5D39E45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0666" name="Group 8">
              <a:extLst>
                <a:ext uri="{FF2B5EF4-FFF2-40B4-BE49-F238E27FC236}">
                  <a16:creationId xmlns:a16="http://schemas.microsoft.com/office/drawing/2014/main" id="{32A24050-5E24-B717-C310-DAE5C113C49C}"/>
                </a:ext>
              </a:extLst>
            </p:cNvPr>
            <p:cNvGrpSpPr>
              <a:grpSpLocks/>
            </p:cNvGrpSpPr>
            <p:nvPr/>
          </p:nvGrpSpPr>
          <p:grpSpPr bwMode="auto">
            <a:xfrm>
              <a:off x="1536" y="2208"/>
              <a:ext cx="336" cy="240"/>
              <a:chOff x="2640" y="1776"/>
              <a:chExt cx="336" cy="240"/>
            </a:xfrm>
          </p:grpSpPr>
          <p:sp>
            <p:nvSpPr>
              <p:cNvPr id="70719" name="Oval 9">
                <a:extLst>
                  <a:ext uri="{FF2B5EF4-FFF2-40B4-BE49-F238E27FC236}">
                    <a16:creationId xmlns:a16="http://schemas.microsoft.com/office/drawing/2014/main" id="{885530AB-2182-49B4-9AFD-655D9D92656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20" name="Text Box 10">
                <a:extLst>
                  <a:ext uri="{FF2B5EF4-FFF2-40B4-BE49-F238E27FC236}">
                    <a16:creationId xmlns:a16="http://schemas.microsoft.com/office/drawing/2014/main" id="{13CC2CA5-ADB3-96C6-9E91-4B328AC5111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0667" name="Group 11">
              <a:extLst>
                <a:ext uri="{FF2B5EF4-FFF2-40B4-BE49-F238E27FC236}">
                  <a16:creationId xmlns:a16="http://schemas.microsoft.com/office/drawing/2014/main" id="{C7A7E2B9-5D5E-741D-D164-DBEB3E60A6D9}"/>
                </a:ext>
              </a:extLst>
            </p:cNvPr>
            <p:cNvGrpSpPr>
              <a:grpSpLocks/>
            </p:cNvGrpSpPr>
            <p:nvPr/>
          </p:nvGrpSpPr>
          <p:grpSpPr bwMode="auto">
            <a:xfrm>
              <a:off x="2352" y="2208"/>
              <a:ext cx="336" cy="240"/>
              <a:chOff x="2640" y="1776"/>
              <a:chExt cx="336" cy="240"/>
            </a:xfrm>
          </p:grpSpPr>
          <p:sp>
            <p:nvSpPr>
              <p:cNvPr id="70717" name="Oval 12">
                <a:extLst>
                  <a:ext uri="{FF2B5EF4-FFF2-40B4-BE49-F238E27FC236}">
                    <a16:creationId xmlns:a16="http://schemas.microsoft.com/office/drawing/2014/main" id="{CCCDE6D0-8558-6249-2D15-EB25487837E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18" name="Text Box 13">
                <a:extLst>
                  <a:ext uri="{FF2B5EF4-FFF2-40B4-BE49-F238E27FC236}">
                    <a16:creationId xmlns:a16="http://schemas.microsoft.com/office/drawing/2014/main" id="{9030465D-24A1-D4E3-2FF2-EFC0074D91B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0668" name="Group 14">
              <a:extLst>
                <a:ext uri="{FF2B5EF4-FFF2-40B4-BE49-F238E27FC236}">
                  <a16:creationId xmlns:a16="http://schemas.microsoft.com/office/drawing/2014/main" id="{A4F7CEAA-EEAD-54D0-DE61-968BE0313C61}"/>
                </a:ext>
              </a:extLst>
            </p:cNvPr>
            <p:cNvGrpSpPr>
              <a:grpSpLocks/>
            </p:cNvGrpSpPr>
            <p:nvPr/>
          </p:nvGrpSpPr>
          <p:grpSpPr bwMode="auto">
            <a:xfrm>
              <a:off x="4176" y="2208"/>
              <a:ext cx="336" cy="240"/>
              <a:chOff x="2640" y="1776"/>
              <a:chExt cx="336" cy="240"/>
            </a:xfrm>
          </p:grpSpPr>
          <p:sp>
            <p:nvSpPr>
              <p:cNvPr id="70715" name="Oval 15">
                <a:extLst>
                  <a:ext uri="{FF2B5EF4-FFF2-40B4-BE49-F238E27FC236}">
                    <a16:creationId xmlns:a16="http://schemas.microsoft.com/office/drawing/2014/main" id="{9E658229-A6EF-6289-BF8A-64654ACE9BF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16" name="Text Box 16">
                <a:extLst>
                  <a:ext uri="{FF2B5EF4-FFF2-40B4-BE49-F238E27FC236}">
                    <a16:creationId xmlns:a16="http://schemas.microsoft.com/office/drawing/2014/main" id="{1A4E3592-0364-6178-3393-8FA182444F6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0669" name="Group 17">
              <a:extLst>
                <a:ext uri="{FF2B5EF4-FFF2-40B4-BE49-F238E27FC236}">
                  <a16:creationId xmlns:a16="http://schemas.microsoft.com/office/drawing/2014/main" id="{CA29E877-DDB9-C0A6-A9EB-4DDFF89949BA}"/>
                </a:ext>
              </a:extLst>
            </p:cNvPr>
            <p:cNvGrpSpPr>
              <a:grpSpLocks/>
            </p:cNvGrpSpPr>
            <p:nvPr/>
          </p:nvGrpSpPr>
          <p:grpSpPr bwMode="auto">
            <a:xfrm>
              <a:off x="3168" y="2208"/>
              <a:ext cx="336" cy="240"/>
              <a:chOff x="2640" y="1776"/>
              <a:chExt cx="336" cy="240"/>
            </a:xfrm>
          </p:grpSpPr>
          <p:sp>
            <p:nvSpPr>
              <p:cNvPr id="70713" name="Oval 18">
                <a:extLst>
                  <a:ext uri="{FF2B5EF4-FFF2-40B4-BE49-F238E27FC236}">
                    <a16:creationId xmlns:a16="http://schemas.microsoft.com/office/drawing/2014/main" id="{87763331-AF7B-975D-2E37-C5EB6FD39C5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14" name="Text Box 19">
                <a:extLst>
                  <a:ext uri="{FF2B5EF4-FFF2-40B4-BE49-F238E27FC236}">
                    <a16:creationId xmlns:a16="http://schemas.microsoft.com/office/drawing/2014/main" id="{503991D5-C433-152E-4640-1F1C6D878BC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0670" name="Group 20">
              <a:extLst>
                <a:ext uri="{FF2B5EF4-FFF2-40B4-BE49-F238E27FC236}">
                  <a16:creationId xmlns:a16="http://schemas.microsoft.com/office/drawing/2014/main" id="{5D32AE32-6104-E80F-F74E-7E2A3ECB8F7A}"/>
                </a:ext>
              </a:extLst>
            </p:cNvPr>
            <p:cNvGrpSpPr>
              <a:grpSpLocks/>
            </p:cNvGrpSpPr>
            <p:nvPr/>
          </p:nvGrpSpPr>
          <p:grpSpPr bwMode="auto">
            <a:xfrm>
              <a:off x="1104" y="2640"/>
              <a:ext cx="336" cy="240"/>
              <a:chOff x="2640" y="1776"/>
              <a:chExt cx="336" cy="240"/>
            </a:xfrm>
          </p:grpSpPr>
          <p:sp>
            <p:nvSpPr>
              <p:cNvPr id="70711" name="Oval 21">
                <a:extLst>
                  <a:ext uri="{FF2B5EF4-FFF2-40B4-BE49-F238E27FC236}">
                    <a16:creationId xmlns:a16="http://schemas.microsoft.com/office/drawing/2014/main" id="{45B418B3-1EA6-F266-FF56-847C0BB682C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12" name="Text Box 22">
                <a:extLst>
                  <a:ext uri="{FF2B5EF4-FFF2-40B4-BE49-F238E27FC236}">
                    <a16:creationId xmlns:a16="http://schemas.microsoft.com/office/drawing/2014/main" id="{195DC829-8A19-4D39-153E-A891C17FBE9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0671" name="Group 23">
              <a:extLst>
                <a:ext uri="{FF2B5EF4-FFF2-40B4-BE49-F238E27FC236}">
                  <a16:creationId xmlns:a16="http://schemas.microsoft.com/office/drawing/2014/main" id="{9653C447-25B4-3748-4423-E7664E7979AB}"/>
                </a:ext>
              </a:extLst>
            </p:cNvPr>
            <p:cNvGrpSpPr>
              <a:grpSpLocks/>
            </p:cNvGrpSpPr>
            <p:nvPr/>
          </p:nvGrpSpPr>
          <p:grpSpPr bwMode="auto">
            <a:xfrm>
              <a:off x="1872" y="2640"/>
              <a:ext cx="336" cy="240"/>
              <a:chOff x="2640" y="1776"/>
              <a:chExt cx="336" cy="240"/>
            </a:xfrm>
          </p:grpSpPr>
          <p:sp>
            <p:nvSpPr>
              <p:cNvPr id="70709" name="Oval 24">
                <a:extLst>
                  <a:ext uri="{FF2B5EF4-FFF2-40B4-BE49-F238E27FC236}">
                    <a16:creationId xmlns:a16="http://schemas.microsoft.com/office/drawing/2014/main" id="{75E71F97-4EF5-A35B-4E34-3C2E59DB1CC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10" name="Text Box 25">
                <a:extLst>
                  <a:ext uri="{FF2B5EF4-FFF2-40B4-BE49-F238E27FC236}">
                    <a16:creationId xmlns:a16="http://schemas.microsoft.com/office/drawing/2014/main" id="{7FF1A431-B979-4AF1-1993-A93B2C081D1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70672" name="Group 26">
              <a:extLst>
                <a:ext uri="{FF2B5EF4-FFF2-40B4-BE49-F238E27FC236}">
                  <a16:creationId xmlns:a16="http://schemas.microsoft.com/office/drawing/2014/main" id="{00BA1B93-0CA7-ABB3-5810-F3ABE4B85D38}"/>
                </a:ext>
              </a:extLst>
            </p:cNvPr>
            <p:cNvGrpSpPr>
              <a:grpSpLocks/>
            </p:cNvGrpSpPr>
            <p:nvPr/>
          </p:nvGrpSpPr>
          <p:grpSpPr bwMode="auto">
            <a:xfrm>
              <a:off x="2592" y="2640"/>
              <a:ext cx="336" cy="240"/>
              <a:chOff x="2640" y="1776"/>
              <a:chExt cx="336" cy="240"/>
            </a:xfrm>
          </p:grpSpPr>
          <p:sp>
            <p:nvSpPr>
              <p:cNvPr id="70707" name="Oval 27">
                <a:extLst>
                  <a:ext uri="{FF2B5EF4-FFF2-40B4-BE49-F238E27FC236}">
                    <a16:creationId xmlns:a16="http://schemas.microsoft.com/office/drawing/2014/main" id="{C9104BB4-1896-B7E7-155B-3831BAC0B60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08" name="Text Box 28">
                <a:extLst>
                  <a:ext uri="{FF2B5EF4-FFF2-40B4-BE49-F238E27FC236}">
                    <a16:creationId xmlns:a16="http://schemas.microsoft.com/office/drawing/2014/main" id="{F36D1B19-F214-06FE-42A3-21EBCA58CCE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70673" name="Group 29">
              <a:extLst>
                <a:ext uri="{FF2B5EF4-FFF2-40B4-BE49-F238E27FC236}">
                  <a16:creationId xmlns:a16="http://schemas.microsoft.com/office/drawing/2014/main" id="{37E05A85-1399-5B8D-C229-44D75F1891E4}"/>
                </a:ext>
              </a:extLst>
            </p:cNvPr>
            <p:cNvGrpSpPr>
              <a:grpSpLocks/>
            </p:cNvGrpSpPr>
            <p:nvPr/>
          </p:nvGrpSpPr>
          <p:grpSpPr bwMode="auto">
            <a:xfrm>
              <a:off x="3072" y="2640"/>
              <a:ext cx="336" cy="240"/>
              <a:chOff x="2640" y="1776"/>
              <a:chExt cx="336" cy="240"/>
            </a:xfrm>
          </p:grpSpPr>
          <p:sp>
            <p:nvSpPr>
              <p:cNvPr id="70705" name="Oval 30">
                <a:extLst>
                  <a:ext uri="{FF2B5EF4-FFF2-40B4-BE49-F238E27FC236}">
                    <a16:creationId xmlns:a16="http://schemas.microsoft.com/office/drawing/2014/main" id="{02B99A27-7A36-3F0A-098B-1804A65C235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06" name="Text Box 31">
                <a:extLst>
                  <a:ext uri="{FF2B5EF4-FFF2-40B4-BE49-F238E27FC236}">
                    <a16:creationId xmlns:a16="http://schemas.microsoft.com/office/drawing/2014/main" id="{3D1AEABD-3940-8628-2290-FA9D478275C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70674" name="Group 32">
              <a:extLst>
                <a:ext uri="{FF2B5EF4-FFF2-40B4-BE49-F238E27FC236}">
                  <a16:creationId xmlns:a16="http://schemas.microsoft.com/office/drawing/2014/main" id="{8EBCF330-5239-9F0E-4CE6-BA9299709FC3}"/>
                </a:ext>
              </a:extLst>
            </p:cNvPr>
            <p:cNvGrpSpPr>
              <a:grpSpLocks/>
            </p:cNvGrpSpPr>
            <p:nvPr/>
          </p:nvGrpSpPr>
          <p:grpSpPr bwMode="auto">
            <a:xfrm>
              <a:off x="3696" y="2640"/>
              <a:ext cx="336" cy="240"/>
              <a:chOff x="2640" y="1776"/>
              <a:chExt cx="336" cy="240"/>
            </a:xfrm>
          </p:grpSpPr>
          <p:sp>
            <p:nvSpPr>
              <p:cNvPr id="70703" name="Oval 33">
                <a:extLst>
                  <a:ext uri="{FF2B5EF4-FFF2-40B4-BE49-F238E27FC236}">
                    <a16:creationId xmlns:a16="http://schemas.microsoft.com/office/drawing/2014/main" id="{608B3EF2-AFFF-2FF5-C44E-4E2387E380C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04" name="Text Box 34">
                <a:extLst>
                  <a:ext uri="{FF2B5EF4-FFF2-40B4-BE49-F238E27FC236}">
                    <a16:creationId xmlns:a16="http://schemas.microsoft.com/office/drawing/2014/main" id="{37799B93-7E08-2FA4-8671-28E17D8F51D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grpSp>
          <p:nvGrpSpPr>
            <p:cNvPr id="70675" name="Group 35">
              <a:extLst>
                <a:ext uri="{FF2B5EF4-FFF2-40B4-BE49-F238E27FC236}">
                  <a16:creationId xmlns:a16="http://schemas.microsoft.com/office/drawing/2014/main" id="{6FFFC124-8BED-D19C-3C31-648C1B460645}"/>
                </a:ext>
              </a:extLst>
            </p:cNvPr>
            <p:cNvGrpSpPr>
              <a:grpSpLocks/>
            </p:cNvGrpSpPr>
            <p:nvPr/>
          </p:nvGrpSpPr>
          <p:grpSpPr bwMode="auto">
            <a:xfrm>
              <a:off x="1536" y="3168"/>
              <a:ext cx="336" cy="240"/>
              <a:chOff x="2640" y="1776"/>
              <a:chExt cx="336" cy="240"/>
            </a:xfrm>
          </p:grpSpPr>
          <p:sp>
            <p:nvSpPr>
              <p:cNvPr id="70701" name="Oval 36">
                <a:extLst>
                  <a:ext uri="{FF2B5EF4-FFF2-40B4-BE49-F238E27FC236}">
                    <a16:creationId xmlns:a16="http://schemas.microsoft.com/office/drawing/2014/main" id="{6132C327-ABAA-B020-6A45-0604A13657A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02" name="Text Box 37">
                <a:extLst>
                  <a:ext uri="{FF2B5EF4-FFF2-40B4-BE49-F238E27FC236}">
                    <a16:creationId xmlns:a16="http://schemas.microsoft.com/office/drawing/2014/main" id="{3AF76B23-C581-FB87-49D5-9463359B4FD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70676" name="Group 38">
              <a:extLst>
                <a:ext uri="{FF2B5EF4-FFF2-40B4-BE49-F238E27FC236}">
                  <a16:creationId xmlns:a16="http://schemas.microsoft.com/office/drawing/2014/main" id="{B3EDCE03-0E2F-4187-ED54-BD50859E570B}"/>
                </a:ext>
              </a:extLst>
            </p:cNvPr>
            <p:cNvGrpSpPr>
              <a:grpSpLocks/>
            </p:cNvGrpSpPr>
            <p:nvPr/>
          </p:nvGrpSpPr>
          <p:grpSpPr bwMode="auto">
            <a:xfrm>
              <a:off x="2160" y="3168"/>
              <a:ext cx="336" cy="240"/>
              <a:chOff x="2640" y="1776"/>
              <a:chExt cx="336" cy="240"/>
            </a:xfrm>
          </p:grpSpPr>
          <p:sp>
            <p:nvSpPr>
              <p:cNvPr id="70699" name="Oval 39">
                <a:extLst>
                  <a:ext uri="{FF2B5EF4-FFF2-40B4-BE49-F238E27FC236}">
                    <a16:creationId xmlns:a16="http://schemas.microsoft.com/office/drawing/2014/main" id="{7FBA4084-F46C-7FD9-8FD5-13C1EBA4166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700" name="Text Box 40">
                <a:extLst>
                  <a:ext uri="{FF2B5EF4-FFF2-40B4-BE49-F238E27FC236}">
                    <a16:creationId xmlns:a16="http://schemas.microsoft.com/office/drawing/2014/main" id="{B32C6458-F856-6A1F-5E48-0303C3A1C27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70677" name="Oval 41">
              <a:extLst>
                <a:ext uri="{FF2B5EF4-FFF2-40B4-BE49-F238E27FC236}">
                  <a16:creationId xmlns:a16="http://schemas.microsoft.com/office/drawing/2014/main" id="{7A5B0951-9CD6-BC83-F2B2-693F34D6A592}"/>
                </a:ext>
              </a:extLst>
            </p:cNvPr>
            <p:cNvSpPr>
              <a:spLocks noChangeArrowheads="1"/>
            </p:cNvSpPr>
            <p:nvPr/>
          </p:nvSpPr>
          <p:spPr bwMode="auto">
            <a:xfrm>
              <a:off x="2160" y="3696"/>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678" name="Text Box 42">
              <a:extLst>
                <a:ext uri="{FF2B5EF4-FFF2-40B4-BE49-F238E27FC236}">
                  <a16:creationId xmlns:a16="http://schemas.microsoft.com/office/drawing/2014/main" id="{4C806312-3A68-515D-C883-175B2F847DF6}"/>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Tahoma" panose="020B0604030504040204" pitchFamily="34" charset="0"/>
                </a:rPr>
                <a:t>O</a:t>
              </a:r>
              <a:endParaRPr lang="en-GB" altLang="en-US" sz="1800" b="1" i="1">
                <a:latin typeface="Tahoma" panose="020B0604030504040204" pitchFamily="34" charset="0"/>
              </a:endParaRPr>
            </a:p>
          </p:txBody>
        </p:sp>
        <p:sp>
          <p:nvSpPr>
            <p:cNvPr id="70679" name="Line 43">
              <a:extLst>
                <a:ext uri="{FF2B5EF4-FFF2-40B4-BE49-F238E27FC236}">
                  <a16:creationId xmlns:a16="http://schemas.microsoft.com/office/drawing/2014/main" id="{F3C01EBD-890C-E49B-BD1E-34EF9849E16E}"/>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0" name="Line 44">
              <a:extLst>
                <a:ext uri="{FF2B5EF4-FFF2-40B4-BE49-F238E27FC236}">
                  <a16:creationId xmlns:a16="http://schemas.microsoft.com/office/drawing/2014/main" id="{ED4A977C-8D88-CA79-183A-8331C7D0B70E}"/>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1" name="Line 45">
              <a:extLst>
                <a:ext uri="{FF2B5EF4-FFF2-40B4-BE49-F238E27FC236}">
                  <a16:creationId xmlns:a16="http://schemas.microsoft.com/office/drawing/2014/main" id="{2497F10A-02F4-2074-15DA-F694093AE3DD}"/>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2" name="Line 46">
              <a:extLst>
                <a:ext uri="{FF2B5EF4-FFF2-40B4-BE49-F238E27FC236}">
                  <a16:creationId xmlns:a16="http://schemas.microsoft.com/office/drawing/2014/main" id="{93FA08A7-4330-D6F7-2E82-F1F142EF3F33}"/>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3" name="Line 47">
              <a:extLst>
                <a:ext uri="{FF2B5EF4-FFF2-40B4-BE49-F238E27FC236}">
                  <a16:creationId xmlns:a16="http://schemas.microsoft.com/office/drawing/2014/main" id="{087D2780-4604-7B8C-EF35-3D4156E98F96}"/>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4" name="Line 48">
              <a:extLst>
                <a:ext uri="{FF2B5EF4-FFF2-40B4-BE49-F238E27FC236}">
                  <a16:creationId xmlns:a16="http://schemas.microsoft.com/office/drawing/2014/main" id="{0970FFA3-7BC7-D94F-DF0A-DF268AB2F8CF}"/>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5" name="Line 49">
              <a:extLst>
                <a:ext uri="{FF2B5EF4-FFF2-40B4-BE49-F238E27FC236}">
                  <a16:creationId xmlns:a16="http://schemas.microsoft.com/office/drawing/2014/main" id="{978DFD9E-ADCE-9DF2-A40D-7595BDC3A970}"/>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6" name="Line 50">
              <a:extLst>
                <a:ext uri="{FF2B5EF4-FFF2-40B4-BE49-F238E27FC236}">
                  <a16:creationId xmlns:a16="http://schemas.microsoft.com/office/drawing/2014/main" id="{FEB7A305-0F90-2CE0-1485-0077F1BFE0FB}"/>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7" name="Line 51">
              <a:extLst>
                <a:ext uri="{FF2B5EF4-FFF2-40B4-BE49-F238E27FC236}">
                  <a16:creationId xmlns:a16="http://schemas.microsoft.com/office/drawing/2014/main" id="{7EF8CFF1-E6D2-170D-C1C6-7A648FC24FDA}"/>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8" name="Line 52">
              <a:extLst>
                <a:ext uri="{FF2B5EF4-FFF2-40B4-BE49-F238E27FC236}">
                  <a16:creationId xmlns:a16="http://schemas.microsoft.com/office/drawing/2014/main" id="{DC9EE8BB-BA2E-5B23-372A-6896D25168E1}"/>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9" name="Line 53">
              <a:extLst>
                <a:ext uri="{FF2B5EF4-FFF2-40B4-BE49-F238E27FC236}">
                  <a16:creationId xmlns:a16="http://schemas.microsoft.com/office/drawing/2014/main" id="{ADBD7292-3203-AE74-3DC9-81BB7DBD0FD3}"/>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70690" name="Group 54">
              <a:extLst>
                <a:ext uri="{FF2B5EF4-FFF2-40B4-BE49-F238E27FC236}">
                  <a16:creationId xmlns:a16="http://schemas.microsoft.com/office/drawing/2014/main" id="{3FCC960F-14B3-9582-C7F4-EBB0BA9F022D}"/>
                </a:ext>
              </a:extLst>
            </p:cNvPr>
            <p:cNvGrpSpPr>
              <a:grpSpLocks/>
            </p:cNvGrpSpPr>
            <p:nvPr/>
          </p:nvGrpSpPr>
          <p:grpSpPr bwMode="auto">
            <a:xfrm>
              <a:off x="3120" y="3168"/>
              <a:ext cx="336" cy="240"/>
              <a:chOff x="2640" y="1776"/>
              <a:chExt cx="336" cy="240"/>
            </a:xfrm>
          </p:grpSpPr>
          <p:sp>
            <p:nvSpPr>
              <p:cNvPr id="70697" name="Oval 55">
                <a:extLst>
                  <a:ext uri="{FF2B5EF4-FFF2-40B4-BE49-F238E27FC236}">
                    <a16:creationId xmlns:a16="http://schemas.microsoft.com/office/drawing/2014/main" id="{52D11C55-95BB-AE31-FF91-C14422D472C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698" name="Text Box 56">
                <a:extLst>
                  <a:ext uri="{FF2B5EF4-FFF2-40B4-BE49-F238E27FC236}">
                    <a16:creationId xmlns:a16="http://schemas.microsoft.com/office/drawing/2014/main" id="{8EC1706C-9ED2-C584-4922-2DFC8EF807B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M</a:t>
                </a:r>
                <a:endParaRPr lang="en-GB" altLang="en-US" sz="1800">
                  <a:latin typeface="Tahoma" panose="020B0604030504040204" pitchFamily="34" charset="0"/>
                </a:endParaRPr>
              </a:p>
            </p:txBody>
          </p:sp>
        </p:grpSp>
        <p:grpSp>
          <p:nvGrpSpPr>
            <p:cNvPr id="70691" name="Group 57">
              <a:extLst>
                <a:ext uri="{FF2B5EF4-FFF2-40B4-BE49-F238E27FC236}">
                  <a16:creationId xmlns:a16="http://schemas.microsoft.com/office/drawing/2014/main" id="{EA12A43C-8597-4589-B1BB-9BE417F8F6EF}"/>
                </a:ext>
              </a:extLst>
            </p:cNvPr>
            <p:cNvGrpSpPr>
              <a:grpSpLocks/>
            </p:cNvGrpSpPr>
            <p:nvPr/>
          </p:nvGrpSpPr>
          <p:grpSpPr bwMode="auto">
            <a:xfrm>
              <a:off x="3840" y="3120"/>
              <a:ext cx="336" cy="240"/>
              <a:chOff x="2640" y="1776"/>
              <a:chExt cx="336" cy="240"/>
            </a:xfrm>
          </p:grpSpPr>
          <p:sp>
            <p:nvSpPr>
              <p:cNvPr id="70695" name="Oval 58">
                <a:extLst>
                  <a:ext uri="{FF2B5EF4-FFF2-40B4-BE49-F238E27FC236}">
                    <a16:creationId xmlns:a16="http://schemas.microsoft.com/office/drawing/2014/main" id="{5BC9E241-B535-44E4-28E6-6D9D86BB552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0696" name="Text Box 59">
                <a:extLst>
                  <a:ext uri="{FF2B5EF4-FFF2-40B4-BE49-F238E27FC236}">
                    <a16:creationId xmlns:a16="http://schemas.microsoft.com/office/drawing/2014/main" id="{1D436B10-49D4-DE44-CE6D-360557E81BD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N</a:t>
                </a:r>
                <a:endParaRPr lang="en-GB" altLang="en-US" sz="1800">
                  <a:latin typeface="Tahoma" panose="020B0604030504040204" pitchFamily="34" charset="0"/>
                </a:endParaRPr>
              </a:p>
            </p:txBody>
          </p:sp>
        </p:grpSp>
        <p:sp>
          <p:nvSpPr>
            <p:cNvPr id="70692" name="Line 60">
              <a:extLst>
                <a:ext uri="{FF2B5EF4-FFF2-40B4-BE49-F238E27FC236}">
                  <a16:creationId xmlns:a16="http://schemas.microsoft.com/office/drawing/2014/main" id="{348C46BF-432C-BD0F-22EF-1C4698E0633A}"/>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93" name="Line 61">
              <a:extLst>
                <a:ext uri="{FF2B5EF4-FFF2-40B4-BE49-F238E27FC236}">
                  <a16:creationId xmlns:a16="http://schemas.microsoft.com/office/drawing/2014/main" id="{2754536E-F0ED-D6C2-B82F-A2FFB149B78C}"/>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94" name="Line 62">
              <a:extLst>
                <a:ext uri="{FF2B5EF4-FFF2-40B4-BE49-F238E27FC236}">
                  <a16:creationId xmlns:a16="http://schemas.microsoft.com/office/drawing/2014/main" id="{FC33B008-EA3F-ABAF-47E8-3BBF4D897392}"/>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70662" name="Text Box 63">
            <a:extLst>
              <a:ext uri="{FF2B5EF4-FFF2-40B4-BE49-F238E27FC236}">
                <a16:creationId xmlns:a16="http://schemas.microsoft.com/office/drawing/2014/main" id="{D0BEDD52-5A21-901D-6103-C80CB92A6712}"/>
              </a:ext>
            </a:extLst>
          </p:cNvPr>
          <p:cNvSpPr txBox="1">
            <a:spLocks noChangeArrowheads="1"/>
          </p:cNvSpPr>
          <p:nvPr/>
        </p:nvSpPr>
        <p:spPr bwMode="auto">
          <a:xfrm>
            <a:off x="1371600" y="28956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Arial" panose="020B0604020202020204" pitchFamily="34" charset="0"/>
              </a:rPr>
              <a:t>Limit = 0</a:t>
            </a:r>
            <a:endParaRPr lang="en-GB" altLang="en-US" sz="1800">
              <a:latin typeface="Arial" panose="020B0604020202020204" pitchFamily="34" charset="0"/>
            </a:endParaRPr>
          </a:p>
        </p:txBody>
      </p:sp>
      <p:sp>
        <p:nvSpPr>
          <p:cNvPr id="70663" name="Text Box 64">
            <a:extLst>
              <a:ext uri="{FF2B5EF4-FFF2-40B4-BE49-F238E27FC236}">
                <a16:creationId xmlns:a16="http://schemas.microsoft.com/office/drawing/2014/main" id="{D088DFC3-4C13-990D-41E8-563D2A229D9A}"/>
              </a:ext>
            </a:extLst>
          </p:cNvPr>
          <p:cNvSpPr txBox="1">
            <a:spLocks noChangeArrowheads="1"/>
          </p:cNvSpPr>
          <p:nvPr/>
        </p:nvSpPr>
        <p:spPr bwMode="auto">
          <a:xfrm>
            <a:off x="1371600" y="3519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Arial" panose="020B0604020202020204" pitchFamily="34" charset="0"/>
              </a:rPr>
              <a:t>Limit = 1</a:t>
            </a:r>
            <a:endParaRPr lang="en-GB" altLang="en-US" sz="1800">
              <a:latin typeface="Arial" panose="020B0604020202020204" pitchFamily="34" charset="0"/>
            </a:endParaRPr>
          </a:p>
        </p:txBody>
      </p:sp>
      <p:sp>
        <p:nvSpPr>
          <p:cNvPr id="70664" name="Text Box 65">
            <a:extLst>
              <a:ext uri="{FF2B5EF4-FFF2-40B4-BE49-F238E27FC236}">
                <a16:creationId xmlns:a16="http://schemas.microsoft.com/office/drawing/2014/main" id="{D51C009A-CC76-AE23-D523-6982C5025A9B}"/>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4E4C52D3-82CD-E63B-1133-161A212DB10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5">
            <a:extLst>
              <a:ext uri="{FF2B5EF4-FFF2-40B4-BE49-F238E27FC236}">
                <a16:creationId xmlns:a16="http://schemas.microsoft.com/office/drawing/2014/main" id="{CEB39A66-1A27-6E88-F0B4-04B7E7F6A71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332124B-23F7-4854-BACB-55D9F813E1B5}" type="slidenum">
              <a:rPr lang="en-GB" altLang="en-US" sz="1400">
                <a:solidFill>
                  <a:srgbClr val="FFFFFF"/>
                </a:solidFill>
                <a:latin typeface="Franklin Gothic Book" panose="020B0503020102020204" pitchFamily="34" charset="0"/>
              </a:rPr>
              <a:pPr>
                <a:spcBef>
                  <a:spcPct val="0"/>
                </a:spcBef>
                <a:buClrTx/>
                <a:buSzTx/>
                <a:buFontTx/>
                <a:buNone/>
              </a:pPr>
              <a:t>67</a:t>
            </a:fld>
            <a:endParaRPr lang="en-GB" altLang="en-US" sz="1400">
              <a:solidFill>
                <a:srgbClr val="FFFFFF"/>
              </a:solidFill>
              <a:latin typeface="Franklin Gothic Book" panose="020B0503020102020204" pitchFamily="34" charset="0"/>
            </a:endParaRPr>
          </a:p>
        </p:txBody>
      </p:sp>
      <p:sp>
        <p:nvSpPr>
          <p:cNvPr id="71682" name="Rectangle 2">
            <a:extLst>
              <a:ext uri="{FF2B5EF4-FFF2-40B4-BE49-F238E27FC236}">
                <a16:creationId xmlns:a16="http://schemas.microsoft.com/office/drawing/2014/main" id="{DB28F2BE-DCF8-15B8-C1FF-EE961FD94DE4}"/>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1684" name="Rectangle 3">
            <a:extLst>
              <a:ext uri="{FF2B5EF4-FFF2-40B4-BE49-F238E27FC236}">
                <a16:creationId xmlns:a16="http://schemas.microsoft.com/office/drawing/2014/main" id="{9808DDEE-7157-6946-D94C-50FEE7D4B778}"/>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a:t>
            </a:r>
          </a:p>
        </p:txBody>
      </p:sp>
      <p:grpSp>
        <p:nvGrpSpPr>
          <p:cNvPr id="71685" name="Group 4">
            <a:extLst>
              <a:ext uri="{FF2B5EF4-FFF2-40B4-BE49-F238E27FC236}">
                <a16:creationId xmlns:a16="http://schemas.microsoft.com/office/drawing/2014/main" id="{5097ABC4-6E66-9B95-793E-8EB9133F5E76}"/>
              </a:ext>
            </a:extLst>
          </p:cNvPr>
          <p:cNvGrpSpPr>
            <a:grpSpLocks/>
          </p:cNvGrpSpPr>
          <p:nvPr/>
        </p:nvGrpSpPr>
        <p:grpSpPr bwMode="auto">
          <a:xfrm>
            <a:off x="4572000" y="2895600"/>
            <a:ext cx="533400" cy="381000"/>
            <a:chOff x="2640" y="1776"/>
            <a:chExt cx="336" cy="240"/>
          </a:xfrm>
        </p:grpSpPr>
        <p:sp>
          <p:nvSpPr>
            <p:cNvPr id="71703" name="Oval 5">
              <a:extLst>
                <a:ext uri="{FF2B5EF4-FFF2-40B4-BE49-F238E27FC236}">
                  <a16:creationId xmlns:a16="http://schemas.microsoft.com/office/drawing/2014/main" id="{62C49541-F6D7-6EF8-8DE5-947A92DF50BA}"/>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1704" name="Text Box 6">
              <a:extLst>
                <a:ext uri="{FF2B5EF4-FFF2-40B4-BE49-F238E27FC236}">
                  <a16:creationId xmlns:a16="http://schemas.microsoft.com/office/drawing/2014/main" id="{DCC44BC0-696E-73CD-E418-96EDA9B88B3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1686" name="Group 7">
            <a:extLst>
              <a:ext uri="{FF2B5EF4-FFF2-40B4-BE49-F238E27FC236}">
                <a16:creationId xmlns:a16="http://schemas.microsoft.com/office/drawing/2014/main" id="{C1A8149C-8729-CCF1-8AD8-831CF43515D9}"/>
              </a:ext>
            </a:extLst>
          </p:cNvPr>
          <p:cNvGrpSpPr>
            <a:grpSpLocks/>
          </p:cNvGrpSpPr>
          <p:nvPr/>
        </p:nvGrpSpPr>
        <p:grpSpPr bwMode="auto">
          <a:xfrm>
            <a:off x="2819400" y="3581400"/>
            <a:ext cx="533400" cy="381000"/>
            <a:chOff x="2640" y="1776"/>
            <a:chExt cx="336" cy="240"/>
          </a:xfrm>
        </p:grpSpPr>
        <p:sp>
          <p:nvSpPr>
            <p:cNvPr id="71701" name="Oval 8">
              <a:extLst>
                <a:ext uri="{FF2B5EF4-FFF2-40B4-BE49-F238E27FC236}">
                  <a16:creationId xmlns:a16="http://schemas.microsoft.com/office/drawing/2014/main" id="{834DDF47-091B-51D5-2E53-31EA347F0CF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1702" name="Text Box 9">
              <a:extLst>
                <a:ext uri="{FF2B5EF4-FFF2-40B4-BE49-F238E27FC236}">
                  <a16:creationId xmlns:a16="http://schemas.microsoft.com/office/drawing/2014/main" id="{1229F44D-B1FF-66AC-0E2E-0B5A169E13C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1687" name="Group 10">
            <a:extLst>
              <a:ext uri="{FF2B5EF4-FFF2-40B4-BE49-F238E27FC236}">
                <a16:creationId xmlns:a16="http://schemas.microsoft.com/office/drawing/2014/main" id="{A0DA57B7-F021-CBD8-5612-45EDD4BC13F1}"/>
              </a:ext>
            </a:extLst>
          </p:cNvPr>
          <p:cNvGrpSpPr>
            <a:grpSpLocks/>
          </p:cNvGrpSpPr>
          <p:nvPr/>
        </p:nvGrpSpPr>
        <p:grpSpPr bwMode="auto">
          <a:xfrm>
            <a:off x="4114800" y="3581400"/>
            <a:ext cx="533400" cy="381000"/>
            <a:chOff x="2640" y="1776"/>
            <a:chExt cx="336" cy="240"/>
          </a:xfrm>
        </p:grpSpPr>
        <p:sp>
          <p:nvSpPr>
            <p:cNvPr id="71699" name="Oval 11">
              <a:extLst>
                <a:ext uri="{FF2B5EF4-FFF2-40B4-BE49-F238E27FC236}">
                  <a16:creationId xmlns:a16="http://schemas.microsoft.com/office/drawing/2014/main" id="{7EE2DE75-568B-DC89-74F3-B81B1EB8ECA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1700" name="Text Box 12">
              <a:extLst>
                <a:ext uri="{FF2B5EF4-FFF2-40B4-BE49-F238E27FC236}">
                  <a16:creationId xmlns:a16="http://schemas.microsoft.com/office/drawing/2014/main" id="{13D2ECAB-E795-7CE0-BD43-34DF4D6F306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1688" name="Group 13">
            <a:extLst>
              <a:ext uri="{FF2B5EF4-FFF2-40B4-BE49-F238E27FC236}">
                <a16:creationId xmlns:a16="http://schemas.microsoft.com/office/drawing/2014/main" id="{73FDFCA3-9948-5772-3674-79C6E3DF00DA}"/>
              </a:ext>
            </a:extLst>
          </p:cNvPr>
          <p:cNvGrpSpPr>
            <a:grpSpLocks/>
          </p:cNvGrpSpPr>
          <p:nvPr/>
        </p:nvGrpSpPr>
        <p:grpSpPr bwMode="auto">
          <a:xfrm>
            <a:off x="7010400" y="3581400"/>
            <a:ext cx="533400" cy="381000"/>
            <a:chOff x="2640" y="1776"/>
            <a:chExt cx="336" cy="240"/>
          </a:xfrm>
        </p:grpSpPr>
        <p:sp>
          <p:nvSpPr>
            <p:cNvPr id="71697" name="Oval 14">
              <a:extLst>
                <a:ext uri="{FF2B5EF4-FFF2-40B4-BE49-F238E27FC236}">
                  <a16:creationId xmlns:a16="http://schemas.microsoft.com/office/drawing/2014/main" id="{4330A816-8AF2-0924-4784-85CDF9C06C0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1698" name="Text Box 15">
              <a:extLst>
                <a:ext uri="{FF2B5EF4-FFF2-40B4-BE49-F238E27FC236}">
                  <a16:creationId xmlns:a16="http://schemas.microsoft.com/office/drawing/2014/main" id="{51095FFE-53FE-B2B6-5880-AB8CDE70C64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1689" name="Group 16">
            <a:extLst>
              <a:ext uri="{FF2B5EF4-FFF2-40B4-BE49-F238E27FC236}">
                <a16:creationId xmlns:a16="http://schemas.microsoft.com/office/drawing/2014/main" id="{67099E30-57A7-B9B5-458C-9C5C688D7107}"/>
              </a:ext>
            </a:extLst>
          </p:cNvPr>
          <p:cNvGrpSpPr>
            <a:grpSpLocks/>
          </p:cNvGrpSpPr>
          <p:nvPr/>
        </p:nvGrpSpPr>
        <p:grpSpPr bwMode="auto">
          <a:xfrm>
            <a:off x="5410200" y="3581400"/>
            <a:ext cx="533400" cy="381000"/>
            <a:chOff x="2640" y="1776"/>
            <a:chExt cx="336" cy="240"/>
          </a:xfrm>
        </p:grpSpPr>
        <p:sp>
          <p:nvSpPr>
            <p:cNvPr id="71695" name="Oval 17">
              <a:extLst>
                <a:ext uri="{FF2B5EF4-FFF2-40B4-BE49-F238E27FC236}">
                  <a16:creationId xmlns:a16="http://schemas.microsoft.com/office/drawing/2014/main" id="{4CABC166-5A91-6458-CE14-1D01C0A9FCE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1696" name="Text Box 18">
              <a:extLst>
                <a:ext uri="{FF2B5EF4-FFF2-40B4-BE49-F238E27FC236}">
                  <a16:creationId xmlns:a16="http://schemas.microsoft.com/office/drawing/2014/main" id="{B408CA2B-FD6B-6B59-D525-86C4EAB8D35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sp>
        <p:nvSpPr>
          <p:cNvPr id="71690" name="Line 19">
            <a:extLst>
              <a:ext uri="{FF2B5EF4-FFF2-40B4-BE49-F238E27FC236}">
                <a16:creationId xmlns:a16="http://schemas.microsoft.com/office/drawing/2014/main" id="{5F743E26-4F02-1589-373D-4EBBA10DE9E6}"/>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1" name="Line 20">
            <a:extLst>
              <a:ext uri="{FF2B5EF4-FFF2-40B4-BE49-F238E27FC236}">
                <a16:creationId xmlns:a16="http://schemas.microsoft.com/office/drawing/2014/main" id="{50ED5ECE-D789-61C2-7092-064EBBE1C0D9}"/>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2" name="Line 21">
            <a:extLst>
              <a:ext uri="{FF2B5EF4-FFF2-40B4-BE49-F238E27FC236}">
                <a16:creationId xmlns:a16="http://schemas.microsoft.com/office/drawing/2014/main" id="{D1D66901-A595-FE51-E504-54D0997C55F8}"/>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3" name="Line 22">
            <a:extLst>
              <a:ext uri="{FF2B5EF4-FFF2-40B4-BE49-F238E27FC236}">
                <a16:creationId xmlns:a16="http://schemas.microsoft.com/office/drawing/2014/main" id="{DE072D5E-B95B-615F-FFBA-67BB3A1976E0}"/>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4" name="Text Box 23">
            <a:extLst>
              <a:ext uri="{FF2B5EF4-FFF2-40B4-BE49-F238E27FC236}">
                <a16:creationId xmlns:a16="http://schemas.microsoft.com/office/drawing/2014/main" id="{26FE4A4F-7323-382D-61E0-CC674AE2E6F0}"/>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43AF73E4-C230-5F4F-5EC8-C0DF4FAA8502}"/>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5">
            <a:extLst>
              <a:ext uri="{FF2B5EF4-FFF2-40B4-BE49-F238E27FC236}">
                <a16:creationId xmlns:a16="http://schemas.microsoft.com/office/drawing/2014/main" id="{4279F958-E4A5-1951-303E-9AC8A789F80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01D71D8-46E1-419B-B53B-6257CC59C831}" type="slidenum">
              <a:rPr lang="en-GB" altLang="en-US" sz="1400">
                <a:solidFill>
                  <a:srgbClr val="FFFFFF"/>
                </a:solidFill>
                <a:latin typeface="Franklin Gothic Book" panose="020B0503020102020204" pitchFamily="34" charset="0"/>
              </a:rPr>
              <a:pPr>
                <a:spcBef>
                  <a:spcPct val="0"/>
                </a:spcBef>
                <a:buClrTx/>
                <a:buSzTx/>
                <a:buFontTx/>
                <a:buNone/>
              </a:pPr>
              <a:t>68</a:t>
            </a:fld>
            <a:endParaRPr lang="en-GB" altLang="en-US" sz="1400">
              <a:solidFill>
                <a:srgbClr val="FFFFFF"/>
              </a:solidFill>
              <a:latin typeface="Franklin Gothic Book" panose="020B0503020102020204" pitchFamily="34" charset="0"/>
            </a:endParaRPr>
          </a:p>
        </p:txBody>
      </p:sp>
      <p:sp>
        <p:nvSpPr>
          <p:cNvPr id="72706" name="Rectangle 2">
            <a:extLst>
              <a:ext uri="{FF2B5EF4-FFF2-40B4-BE49-F238E27FC236}">
                <a16:creationId xmlns:a16="http://schemas.microsoft.com/office/drawing/2014/main" id="{89EEBF75-8109-74D9-1DEB-343D579775B4}"/>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2708" name="Rectangle 3">
            <a:extLst>
              <a:ext uri="{FF2B5EF4-FFF2-40B4-BE49-F238E27FC236}">
                <a16:creationId xmlns:a16="http://schemas.microsoft.com/office/drawing/2014/main" id="{20212492-CFD4-9DAC-75E5-A047B0B9AC38}"/>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a:t>
            </a:r>
          </a:p>
        </p:txBody>
      </p:sp>
      <p:grpSp>
        <p:nvGrpSpPr>
          <p:cNvPr id="72709" name="Group 4">
            <a:extLst>
              <a:ext uri="{FF2B5EF4-FFF2-40B4-BE49-F238E27FC236}">
                <a16:creationId xmlns:a16="http://schemas.microsoft.com/office/drawing/2014/main" id="{45215441-D491-8106-4EB5-C3D1F325998B}"/>
              </a:ext>
            </a:extLst>
          </p:cNvPr>
          <p:cNvGrpSpPr>
            <a:grpSpLocks/>
          </p:cNvGrpSpPr>
          <p:nvPr/>
        </p:nvGrpSpPr>
        <p:grpSpPr bwMode="auto">
          <a:xfrm>
            <a:off x="2133600" y="2895600"/>
            <a:ext cx="5410200" cy="1752600"/>
            <a:chOff x="1344" y="1824"/>
            <a:chExt cx="3408" cy="1104"/>
          </a:xfrm>
        </p:grpSpPr>
        <p:grpSp>
          <p:nvGrpSpPr>
            <p:cNvPr id="72711" name="Group 5">
              <a:extLst>
                <a:ext uri="{FF2B5EF4-FFF2-40B4-BE49-F238E27FC236}">
                  <a16:creationId xmlns:a16="http://schemas.microsoft.com/office/drawing/2014/main" id="{2BCD9E52-A14C-CA66-68D9-373FFE8D5845}"/>
                </a:ext>
              </a:extLst>
            </p:cNvPr>
            <p:cNvGrpSpPr>
              <a:grpSpLocks/>
            </p:cNvGrpSpPr>
            <p:nvPr/>
          </p:nvGrpSpPr>
          <p:grpSpPr bwMode="auto">
            <a:xfrm>
              <a:off x="2880" y="1824"/>
              <a:ext cx="336" cy="240"/>
              <a:chOff x="2640" y="1776"/>
              <a:chExt cx="336" cy="240"/>
            </a:xfrm>
          </p:grpSpPr>
          <p:sp>
            <p:nvSpPr>
              <p:cNvPr id="72736" name="Oval 6">
                <a:extLst>
                  <a:ext uri="{FF2B5EF4-FFF2-40B4-BE49-F238E27FC236}">
                    <a16:creationId xmlns:a16="http://schemas.microsoft.com/office/drawing/2014/main" id="{26C365AA-B632-7A07-0DB7-95E97F18075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2737" name="Text Box 7">
                <a:extLst>
                  <a:ext uri="{FF2B5EF4-FFF2-40B4-BE49-F238E27FC236}">
                    <a16:creationId xmlns:a16="http://schemas.microsoft.com/office/drawing/2014/main" id="{563ED503-AF10-530D-04D6-1F5E6C43B36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2712" name="Group 8">
              <a:extLst>
                <a:ext uri="{FF2B5EF4-FFF2-40B4-BE49-F238E27FC236}">
                  <a16:creationId xmlns:a16="http://schemas.microsoft.com/office/drawing/2014/main" id="{CCB4B324-B4AB-E804-0CFE-A18BA5E7B156}"/>
                </a:ext>
              </a:extLst>
            </p:cNvPr>
            <p:cNvGrpSpPr>
              <a:grpSpLocks/>
            </p:cNvGrpSpPr>
            <p:nvPr/>
          </p:nvGrpSpPr>
          <p:grpSpPr bwMode="auto">
            <a:xfrm>
              <a:off x="1776" y="2256"/>
              <a:ext cx="336" cy="240"/>
              <a:chOff x="2640" y="1776"/>
              <a:chExt cx="336" cy="240"/>
            </a:xfrm>
          </p:grpSpPr>
          <p:sp>
            <p:nvSpPr>
              <p:cNvPr id="72734" name="Oval 9">
                <a:extLst>
                  <a:ext uri="{FF2B5EF4-FFF2-40B4-BE49-F238E27FC236}">
                    <a16:creationId xmlns:a16="http://schemas.microsoft.com/office/drawing/2014/main" id="{DCAF442A-4F29-F6C1-DE31-ED525A8A4B06}"/>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2735" name="Text Box 10">
                <a:extLst>
                  <a:ext uri="{FF2B5EF4-FFF2-40B4-BE49-F238E27FC236}">
                    <a16:creationId xmlns:a16="http://schemas.microsoft.com/office/drawing/2014/main" id="{F217F7D1-1A9F-32EC-C969-CEDC684C423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2713" name="Group 11">
              <a:extLst>
                <a:ext uri="{FF2B5EF4-FFF2-40B4-BE49-F238E27FC236}">
                  <a16:creationId xmlns:a16="http://schemas.microsoft.com/office/drawing/2014/main" id="{2A548A2B-BE85-4876-F254-3EB681580569}"/>
                </a:ext>
              </a:extLst>
            </p:cNvPr>
            <p:cNvGrpSpPr>
              <a:grpSpLocks/>
            </p:cNvGrpSpPr>
            <p:nvPr/>
          </p:nvGrpSpPr>
          <p:grpSpPr bwMode="auto">
            <a:xfrm>
              <a:off x="2592" y="2256"/>
              <a:ext cx="336" cy="240"/>
              <a:chOff x="2640" y="1776"/>
              <a:chExt cx="336" cy="240"/>
            </a:xfrm>
          </p:grpSpPr>
          <p:sp>
            <p:nvSpPr>
              <p:cNvPr id="72732" name="Oval 12">
                <a:extLst>
                  <a:ext uri="{FF2B5EF4-FFF2-40B4-BE49-F238E27FC236}">
                    <a16:creationId xmlns:a16="http://schemas.microsoft.com/office/drawing/2014/main" id="{EF0D6241-BDFD-8023-0AA1-89D57FF8C20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2733" name="Text Box 13">
                <a:extLst>
                  <a:ext uri="{FF2B5EF4-FFF2-40B4-BE49-F238E27FC236}">
                    <a16:creationId xmlns:a16="http://schemas.microsoft.com/office/drawing/2014/main" id="{3BFF5F3F-1288-3509-98C6-AFB10ABB5F4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2714" name="Group 14">
              <a:extLst>
                <a:ext uri="{FF2B5EF4-FFF2-40B4-BE49-F238E27FC236}">
                  <a16:creationId xmlns:a16="http://schemas.microsoft.com/office/drawing/2014/main" id="{2E94532F-44FA-2795-38DE-BAA58ECC0A74}"/>
                </a:ext>
              </a:extLst>
            </p:cNvPr>
            <p:cNvGrpSpPr>
              <a:grpSpLocks/>
            </p:cNvGrpSpPr>
            <p:nvPr/>
          </p:nvGrpSpPr>
          <p:grpSpPr bwMode="auto">
            <a:xfrm>
              <a:off x="4416" y="2256"/>
              <a:ext cx="336" cy="240"/>
              <a:chOff x="2640" y="1776"/>
              <a:chExt cx="336" cy="240"/>
            </a:xfrm>
          </p:grpSpPr>
          <p:sp>
            <p:nvSpPr>
              <p:cNvPr id="72730" name="Oval 15">
                <a:extLst>
                  <a:ext uri="{FF2B5EF4-FFF2-40B4-BE49-F238E27FC236}">
                    <a16:creationId xmlns:a16="http://schemas.microsoft.com/office/drawing/2014/main" id="{B2DCADE7-DB34-5491-7106-9FF7C899F20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2731" name="Text Box 16">
                <a:extLst>
                  <a:ext uri="{FF2B5EF4-FFF2-40B4-BE49-F238E27FC236}">
                    <a16:creationId xmlns:a16="http://schemas.microsoft.com/office/drawing/2014/main" id="{0522163D-AF79-146E-B3E8-4DA17C94608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2715" name="Group 17">
              <a:extLst>
                <a:ext uri="{FF2B5EF4-FFF2-40B4-BE49-F238E27FC236}">
                  <a16:creationId xmlns:a16="http://schemas.microsoft.com/office/drawing/2014/main" id="{CF4ACC15-51A6-AE3F-769D-494BE3A827BD}"/>
                </a:ext>
              </a:extLst>
            </p:cNvPr>
            <p:cNvGrpSpPr>
              <a:grpSpLocks/>
            </p:cNvGrpSpPr>
            <p:nvPr/>
          </p:nvGrpSpPr>
          <p:grpSpPr bwMode="auto">
            <a:xfrm>
              <a:off x="3408" y="2256"/>
              <a:ext cx="336" cy="240"/>
              <a:chOff x="2640" y="1776"/>
              <a:chExt cx="336" cy="240"/>
            </a:xfrm>
          </p:grpSpPr>
          <p:sp>
            <p:nvSpPr>
              <p:cNvPr id="72728" name="Oval 18">
                <a:extLst>
                  <a:ext uri="{FF2B5EF4-FFF2-40B4-BE49-F238E27FC236}">
                    <a16:creationId xmlns:a16="http://schemas.microsoft.com/office/drawing/2014/main" id="{BE2CF6A0-B689-D5A5-A4A4-B9C4B56C9A3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2729" name="Text Box 19">
                <a:extLst>
                  <a:ext uri="{FF2B5EF4-FFF2-40B4-BE49-F238E27FC236}">
                    <a16:creationId xmlns:a16="http://schemas.microsoft.com/office/drawing/2014/main" id="{1D5B5C92-E776-63F2-6CAB-4A74BD0C8D8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2716" name="Group 20">
              <a:extLst>
                <a:ext uri="{FF2B5EF4-FFF2-40B4-BE49-F238E27FC236}">
                  <a16:creationId xmlns:a16="http://schemas.microsoft.com/office/drawing/2014/main" id="{47E4B67A-9299-64A3-4D1D-A5ED53AA70E1}"/>
                </a:ext>
              </a:extLst>
            </p:cNvPr>
            <p:cNvGrpSpPr>
              <a:grpSpLocks/>
            </p:cNvGrpSpPr>
            <p:nvPr/>
          </p:nvGrpSpPr>
          <p:grpSpPr bwMode="auto">
            <a:xfrm>
              <a:off x="1344" y="2688"/>
              <a:ext cx="336" cy="240"/>
              <a:chOff x="2640" y="1776"/>
              <a:chExt cx="336" cy="240"/>
            </a:xfrm>
          </p:grpSpPr>
          <p:sp>
            <p:nvSpPr>
              <p:cNvPr id="72726" name="Oval 21">
                <a:extLst>
                  <a:ext uri="{FF2B5EF4-FFF2-40B4-BE49-F238E27FC236}">
                    <a16:creationId xmlns:a16="http://schemas.microsoft.com/office/drawing/2014/main" id="{675E3BA1-C92C-8A55-6ED4-343A0235291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2727" name="Text Box 22">
                <a:extLst>
                  <a:ext uri="{FF2B5EF4-FFF2-40B4-BE49-F238E27FC236}">
                    <a16:creationId xmlns:a16="http://schemas.microsoft.com/office/drawing/2014/main" id="{9819E3C4-8696-D8E4-CA5F-E03A7F053C9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2717" name="Group 23">
              <a:extLst>
                <a:ext uri="{FF2B5EF4-FFF2-40B4-BE49-F238E27FC236}">
                  <a16:creationId xmlns:a16="http://schemas.microsoft.com/office/drawing/2014/main" id="{D179AB9C-7CC3-099D-711C-B4EF3AFBB0FB}"/>
                </a:ext>
              </a:extLst>
            </p:cNvPr>
            <p:cNvGrpSpPr>
              <a:grpSpLocks/>
            </p:cNvGrpSpPr>
            <p:nvPr/>
          </p:nvGrpSpPr>
          <p:grpSpPr bwMode="auto">
            <a:xfrm>
              <a:off x="2112" y="2688"/>
              <a:ext cx="336" cy="240"/>
              <a:chOff x="2640" y="1776"/>
              <a:chExt cx="336" cy="240"/>
            </a:xfrm>
          </p:grpSpPr>
          <p:sp>
            <p:nvSpPr>
              <p:cNvPr id="72724" name="Oval 24">
                <a:extLst>
                  <a:ext uri="{FF2B5EF4-FFF2-40B4-BE49-F238E27FC236}">
                    <a16:creationId xmlns:a16="http://schemas.microsoft.com/office/drawing/2014/main" id="{57843F9E-156B-287C-3ECD-55AA4FC19D7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2725" name="Text Box 25">
                <a:extLst>
                  <a:ext uri="{FF2B5EF4-FFF2-40B4-BE49-F238E27FC236}">
                    <a16:creationId xmlns:a16="http://schemas.microsoft.com/office/drawing/2014/main" id="{4291A619-AAF3-9444-F8CC-D85C5DAD575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sp>
          <p:nvSpPr>
            <p:cNvPr id="72718" name="Line 26">
              <a:extLst>
                <a:ext uri="{FF2B5EF4-FFF2-40B4-BE49-F238E27FC236}">
                  <a16:creationId xmlns:a16="http://schemas.microsoft.com/office/drawing/2014/main" id="{5C384A50-6CCC-1C36-EAA1-74BD3980791A}"/>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19" name="Line 27">
              <a:extLst>
                <a:ext uri="{FF2B5EF4-FFF2-40B4-BE49-F238E27FC236}">
                  <a16:creationId xmlns:a16="http://schemas.microsoft.com/office/drawing/2014/main" id="{8A0441BC-CBB1-7382-8360-68F4A1707DB1}"/>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0" name="Line 28">
              <a:extLst>
                <a:ext uri="{FF2B5EF4-FFF2-40B4-BE49-F238E27FC236}">
                  <a16:creationId xmlns:a16="http://schemas.microsoft.com/office/drawing/2014/main" id="{99A6F2DE-FD90-C162-F82E-028F144E3919}"/>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1" name="Line 29">
              <a:extLst>
                <a:ext uri="{FF2B5EF4-FFF2-40B4-BE49-F238E27FC236}">
                  <a16:creationId xmlns:a16="http://schemas.microsoft.com/office/drawing/2014/main" id="{7276080C-AE82-F747-2893-B7661915FABE}"/>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2" name="Line 30">
              <a:extLst>
                <a:ext uri="{FF2B5EF4-FFF2-40B4-BE49-F238E27FC236}">
                  <a16:creationId xmlns:a16="http://schemas.microsoft.com/office/drawing/2014/main" id="{98419091-C116-9278-9DCA-BBA3F75AF075}"/>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23" name="Line 31">
              <a:extLst>
                <a:ext uri="{FF2B5EF4-FFF2-40B4-BE49-F238E27FC236}">
                  <a16:creationId xmlns:a16="http://schemas.microsoft.com/office/drawing/2014/main" id="{2E985EAF-C6E7-A177-5B2E-9E8A84C70CA0}"/>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72710" name="Text Box 32">
            <a:extLst>
              <a:ext uri="{FF2B5EF4-FFF2-40B4-BE49-F238E27FC236}">
                <a16:creationId xmlns:a16="http://schemas.microsoft.com/office/drawing/2014/main" id="{E885AF05-CF1C-80DC-C003-773F27EB304B}"/>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CD339620-9436-CF4B-BC21-DF2BF6CD2C0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5">
            <a:extLst>
              <a:ext uri="{FF2B5EF4-FFF2-40B4-BE49-F238E27FC236}">
                <a16:creationId xmlns:a16="http://schemas.microsoft.com/office/drawing/2014/main" id="{B5DADA22-4296-3DB5-C132-2EDBCA94534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C53A1CF-FEB1-4578-86C7-0BE1C4A06DF1}" type="slidenum">
              <a:rPr lang="en-GB" altLang="en-US" sz="1400">
                <a:solidFill>
                  <a:srgbClr val="FFFFFF"/>
                </a:solidFill>
                <a:latin typeface="Franklin Gothic Book" panose="020B0503020102020204" pitchFamily="34" charset="0"/>
              </a:rPr>
              <a:pPr>
                <a:spcBef>
                  <a:spcPct val="0"/>
                </a:spcBef>
                <a:buClrTx/>
                <a:buSzTx/>
                <a:buFontTx/>
                <a:buNone/>
              </a:pPr>
              <a:t>69</a:t>
            </a:fld>
            <a:endParaRPr lang="en-GB" altLang="en-US" sz="1400">
              <a:solidFill>
                <a:srgbClr val="FFFFFF"/>
              </a:solidFill>
              <a:latin typeface="Franklin Gothic Book" panose="020B0503020102020204" pitchFamily="34" charset="0"/>
            </a:endParaRPr>
          </a:p>
        </p:txBody>
      </p:sp>
      <p:sp>
        <p:nvSpPr>
          <p:cNvPr id="73730" name="Rectangle 2">
            <a:extLst>
              <a:ext uri="{FF2B5EF4-FFF2-40B4-BE49-F238E27FC236}">
                <a16:creationId xmlns:a16="http://schemas.microsoft.com/office/drawing/2014/main" id="{94E33A9D-28EE-1CB5-51F0-0F2869E1A3F3}"/>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3732" name="Rectangle 3">
            <a:extLst>
              <a:ext uri="{FF2B5EF4-FFF2-40B4-BE49-F238E27FC236}">
                <a16:creationId xmlns:a16="http://schemas.microsoft.com/office/drawing/2014/main" id="{092E5BFE-6C85-27F0-1CAC-4DB15FC92091}"/>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p:txBody>
      </p:sp>
      <p:grpSp>
        <p:nvGrpSpPr>
          <p:cNvPr id="73733" name="Group 4">
            <a:extLst>
              <a:ext uri="{FF2B5EF4-FFF2-40B4-BE49-F238E27FC236}">
                <a16:creationId xmlns:a16="http://schemas.microsoft.com/office/drawing/2014/main" id="{9FE5352C-C74F-FAB1-5D7B-F48EF7A7570D}"/>
              </a:ext>
            </a:extLst>
          </p:cNvPr>
          <p:cNvGrpSpPr>
            <a:grpSpLocks/>
          </p:cNvGrpSpPr>
          <p:nvPr/>
        </p:nvGrpSpPr>
        <p:grpSpPr bwMode="auto">
          <a:xfrm>
            <a:off x="838200" y="2895600"/>
            <a:ext cx="6705600" cy="1752600"/>
            <a:chOff x="528" y="1824"/>
            <a:chExt cx="4224" cy="1104"/>
          </a:xfrm>
        </p:grpSpPr>
        <p:grpSp>
          <p:nvGrpSpPr>
            <p:cNvPr id="73734" name="Group 5">
              <a:extLst>
                <a:ext uri="{FF2B5EF4-FFF2-40B4-BE49-F238E27FC236}">
                  <a16:creationId xmlns:a16="http://schemas.microsoft.com/office/drawing/2014/main" id="{A0C9E308-8096-B868-AE90-872D6D841671}"/>
                </a:ext>
              </a:extLst>
            </p:cNvPr>
            <p:cNvGrpSpPr>
              <a:grpSpLocks/>
            </p:cNvGrpSpPr>
            <p:nvPr/>
          </p:nvGrpSpPr>
          <p:grpSpPr bwMode="auto">
            <a:xfrm>
              <a:off x="2880" y="1824"/>
              <a:ext cx="336" cy="240"/>
              <a:chOff x="2640" y="1776"/>
              <a:chExt cx="336" cy="240"/>
            </a:xfrm>
          </p:grpSpPr>
          <p:sp>
            <p:nvSpPr>
              <p:cNvPr id="73760" name="Oval 6">
                <a:extLst>
                  <a:ext uri="{FF2B5EF4-FFF2-40B4-BE49-F238E27FC236}">
                    <a16:creationId xmlns:a16="http://schemas.microsoft.com/office/drawing/2014/main" id="{4994292A-1EA2-BFB1-7582-2D1A2B5E55A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3761" name="Text Box 7">
                <a:extLst>
                  <a:ext uri="{FF2B5EF4-FFF2-40B4-BE49-F238E27FC236}">
                    <a16:creationId xmlns:a16="http://schemas.microsoft.com/office/drawing/2014/main" id="{40422581-BACE-34C0-AFF1-7FC2892DF46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3735" name="Group 8">
              <a:extLst>
                <a:ext uri="{FF2B5EF4-FFF2-40B4-BE49-F238E27FC236}">
                  <a16:creationId xmlns:a16="http://schemas.microsoft.com/office/drawing/2014/main" id="{95A7BCD6-E28C-8947-664D-C67EDA8135F6}"/>
                </a:ext>
              </a:extLst>
            </p:cNvPr>
            <p:cNvGrpSpPr>
              <a:grpSpLocks/>
            </p:cNvGrpSpPr>
            <p:nvPr/>
          </p:nvGrpSpPr>
          <p:grpSpPr bwMode="auto">
            <a:xfrm>
              <a:off x="1776" y="2256"/>
              <a:ext cx="336" cy="240"/>
              <a:chOff x="2640" y="1776"/>
              <a:chExt cx="336" cy="240"/>
            </a:xfrm>
          </p:grpSpPr>
          <p:sp>
            <p:nvSpPr>
              <p:cNvPr id="73758" name="Oval 9">
                <a:extLst>
                  <a:ext uri="{FF2B5EF4-FFF2-40B4-BE49-F238E27FC236}">
                    <a16:creationId xmlns:a16="http://schemas.microsoft.com/office/drawing/2014/main" id="{181BEFAF-36FC-22E5-CA90-FBA0E0C9AA6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3759" name="Text Box 10">
                <a:extLst>
                  <a:ext uri="{FF2B5EF4-FFF2-40B4-BE49-F238E27FC236}">
                    <a16:creationId xmlns:a16="http://schemas.microsoft.com/office/drawing/2014/main" id="{44E316E3-C7B2-1089-C9C2-EBF5E687193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3736" name="Group 11">
              <a:extLst>
                <a:ext uri="{FF2B5EF4-FFF2-40B4-BE49-F238E27FC236}">
                  <a16:creationId xmlns:a16="http://schemas.microsoft.com/office/drawing/2014/main" id="{610935A9-C2B2-7CD8-82E2-338E050C725F}"/>
                </a:ext>
              </a:extLst>
            </p:cNvPr>
            <p:cNvGrpSpPr>
              <a:grpSpLocks/>
            </p:cNvGrpSpPr>
            <p:nvPr/>
          </p:nvGrpSpPr>
          <p:grpSpPr bwMode="auto">
            <a:xfrm>
              <a:off x="2592" y="2256"/>
              <a:ext cx="336" cy="240"/>
              <a:chOff x="2640" y="1776"/>
              <a:chExt cx="336" cy="240"/>
            </a:xfrm>
          </p:grpSpPr>
          <p:sp>
            <p:nvSpPr>
              <p:cNvPr id="73756" name="Oval 12">
                <a:extLst>
                  <a:ext uri="{FF2B5EF4-FFF2-40B4-BE49-F238E27FC236}">
                    <a16:creationId xmlns:a16="http://schemas.microsoft.com/office/drawing/2014/main" id="{73816298-7258-504B-4DF3-84EB9B3EC78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3757" name="Text Box 13">
                <a:extLst>
                  <a:ext uri="{FF2B5EF4-FFF2-40B4-BE49-F238E27FC236}">
                    <a16:creationId xmlns:a16="http://schemas.microsoft.com/office/drawing/2014/main" id="{06353170-833C-A1F1-B205-ED81F96E0B7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3737" name="Group 14">
              <a:extLst>
                <a:ext uri="{FF2B5EF4-FFF2-40B4-BE49-F238E27FC236}">
                  <a16:creationId xmlns:a16="http://schemas.microsoft.com/office/drawing/2014/main" id="{3EFB8D63-75FD-812C-CE32-A70F232FFC72}"/>
                </a:ext>
              </a:extLst>
            </p:cNvPr>
            <p:cNvGrpSpPr>
              <a:grpSpLocks/>
            </p:cNvGrpSpPr>
            <p:nvPr/>
          </p:nvGrpSpPr>
          <p:grpSpPr bwMode="auto">
            <a:xfrm>
              <a:off x="4416" y="2256"/>
              <a:ext cx="336" cy="240"/>
              <a:chOff x="2640" y="1776"/>
              <a:chExt cx="336" cy="240"/>
            </a:xfrm>
          </p:grpSpPr>
          <p:sp>
            <p:nvSpPr>
              <p:cNvPr id="73754" name="Oval 15">
                <a:extLst>
                  <a:ext uri="{FF2B5EF4-FFF2-40B4-BE49-F238E27FC236}">
                    <a16:creationId xmlns:a16="http://schemas.microsoft.com/office/drawing/2014/main" id="{62FA743B-05FD-1F87-1FA8-FEE9B256AD5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3755" name="Text Box 16">
                <a:extLst>
                  <a:ext uri="{FF2B5EF4-FFF2-40B4-BE49-F238E27FC236}">
                    <a16:creationId xmlns:a16="http://schemas.microsoft.com/office/drawing/2014/main" id="{1A3153EA-A7C6-9C02-D677-3078876F933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3738" name="Group 17">
              <a:extLst>
                <a:ext uri="{FF2B5EF4-FFF2-40B4-BE49-F238E27FC236}">
                  <a16:creationId xmlns:a16="http://schemas.microsoft.com/office/drawing/2014/main" id="{E247266C-0CF9-3E52-55ED-3A4967018CD7}"/>
                </a:ext>
              </a:extLst>
            </p:cNvPr>
            <p:cNvGrpSpPr>
              <a:grpSpLocks/>
            </p:cNvGrpSpPr>
            <p:nvPr/>
          </p:nvGrpSpPr>
          <p:grpSpPr bwMode="auto">
            <a:xfrm>
              <a:off x="3408" y="2256"/>
              <a:ext cx="336" cy="240"/>
              <a:chOff x="2640" y="1776"/>
              <a:chExt cx="336" cy="240"/>
            </a:xfrm>
          </p:grpSpPr>
          <p:sp>
            <p:nvSpPr>
              <p:cNvPr id="73752" name="Oval 18">
                <a:extLst>
                  <a:ext uri="{FF2B5EF4-FFF2-40B4-BE49-F238E27FC236}">
                    <a16:creationId xmlns:a16="http://schemas.microsoft.com/office/drawing/2014/main" id="{EF223899-7948-260F-E625-FDAF45A49BD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3753" name="Text Box 19">
                <a:extLst>
                  <a:ext uri="{FF2B5EF4-FFF2-40B4-BE49-F238E27FC236}">
                    <a16:creationId xmlns:a16="http://schemas.microsoft.com/office/drawing/2014/main" id="{E244906E-8791-2975-7DD0-FFA5B481215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3739" name="Group 20">
              <a:extLst>
                <a:ext uri="{FF2B5EF4-FFF2-40B4-BE49-F238E27FC236}">
                  <a16:creationId xmlns:a16="http://schemas.microsoft.com/office/drawing/2014/main" id="{FFF21536-3CB7-7D07-75B1-FDA5231422F9}"/>
                </a:ext>
              </a:extLst>
            </p:cNvPr>
            <p:cNvGrpSpPr>
              <a:grpSpLocks/>
            </p:cNvGrpSpPr>
            <p:nvPr/>
          </p:nvGrpSpPr>
          <p:grpSpPr bwMode="auto">
            <a:xfrm>
              <a:off x="1344" y="2688"/>
              <a:ext cx="336" cy="240"/>
              <a:chOff x="2640" y="1776"/>
              <a:chExt cx="336" cy="240"/>
            </a:xfrm>
          </p:grpSpPr>
          <p:sp>
            <p:nvSpPr>
              <p:cNvPr id="73750" name="Oval 21">
                <a:extLst>
                  <a:ext uri="{FF2B5EF4-FFF2-40B4-BE49-F238E27FC236}">
                    <a16:creationId xmlns:a16="http://schemas.microsoft.com/office/drawing/2014/main" id="{2C6BF99C-EB02-434A-32DC-307835182780}"/>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3751" name="Text Box 22">
                <a:extLst>
                  <a:ext uri="{FF2B5EF4-FFF2-40B4-BE49-F238E27FC236}">
                    <a16:creationId xmlns:a16="http://schemas.microsoft.com/office/drawing/2014/main" id="{BADF9D43-4A0B-449B-8D3D-6E31D23D661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3740" name="Group 23">
              <a:extLst>
                <a:ext uri="{FF2B5EF4-FFF2-40B4-BE49-F238E27FC236}">
                  <a16:creationId xmlns:a16="http://schemas.microsoft.com/office/drawing/2014/main" id="{04F3B02F-52B8-2F94-C072-38309E81C3EF}"/>
                </a:ext>
              </a:extLst>
            </p:cNvPr>
            <p:cNvGrpSpPr>
              <a:grpSpLocks/>
            </p:cNvGrpSpPr>
            <p:nvPr/>
          </p:nvGrpSpPr>
          <p:grpSpPr bwMode="auto">
            <a:xfrm>
              <a:off x="2112" y="2688"/>
              <a:ext cx="336" cy="240"/>
              <a:chOff x="2640" y="1776"/>
              <a:chExt cx="336" cy="240"/>
            </a:xfrm>
          </p:grpSpPr>
          <p:sp>
            <p:nvSpPr>
              <p:cNvPr id="73748" name="Oval 24">
                <a:extLst>
                  <a:ext uri="{FF2B5EF4-FFF2-40B4-BE49-F238E27FC236}">
                    <a16:creationId xmlns:a16="http://schemas.microsoft.com/office/drawing/2014/main" id="{4D178469-3EA5-2E3A-4B5E-E9626AC4D54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3749" name="Text Box 25">
                <a:extLst>
                  <a:ext uri="{FF2B5EF4-FFF2-40B4-BE49-F238E27FC236}">
                    <a16:creationId xmlns:a16="http://schemas.microsoft.com/office/drawing/2014/main" id="{23137498-8231-B0EA-5AE4-7BC37A361C7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sp>
          <p:nvSpPr>
            <p:cNvPr id="73741" name="Line 26">
              <a:extLst>
                <a:ext uri="{FF2B5EF4-FFF2-40B4-BE49-F238E27FC236}">
                  <a16:creationId xmlns:a16="http://schemas.microsoft.com/office/drawing/2014/main" id="{72D8B2F5-C02C-7A4B-568F-CF318334E49B}"/>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2" name="Line 27">
              <a:extLst>
                <a:ext uri="{FF2B5EF4-FFF2-40B4-BE49-F238E27FC236}">
                  <a16:creationId xmlns:a16="http://schemas.microsoft.com/office/drawing/2014/main" id="{2191EDCD-BC5F-32E3-2E36-1FC8EC038258}"/>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3" name="Line 28">
              <a:extLst>
                <a:ext uri="{FF2B5EF4-FFF2-40B4-BE49-F238E27FC236}">
                  <a16:creationId xmlns:a16="http://schemas.microsoft.com/office/drawing/2014/main" id="{71162683-6EA0-6EC4-90F3-A5C48D913F90}"/>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4" name="Line 29">
              <a:extLst>
                <a:ext uri="{FF2B5EF4-FFF2-40B4-BE49-F238E27FC236}">
                  <a16:creationId xmlns:a16="http://schemas.microsoft.com/office/drawing/2014/main" id="{9940918C-65F1-8D88-EC4A-53BB9BF37CAA}"/>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5" name="Line 30">
              <a:extLst>
                <a:ext uri="{FF2B5EF4-FFF2-40B4-BE49-F238E27FC236}">
                  <a16:creationId xmlns:a16="http://schemas.microsoft.com/office/drawing/2014/main" id="{794E4B33-CD46-4C63-0DA9-5D98BF7C5AF5}"/>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6" name="Line 31">
              <a:extLst>
                <a:ext uri="{FF2B5EF4-FFF2-40B4-BE49-F238E27FC236}">
                  <a16:creationId xmlns:a16="http://schemas.microsoft.com/office/drawing/2014/main" id="{A5840DEC-7A87-459A-D7BE-BE9993F540A7}"/>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3747" name="Text Box 32">
              <a:extLst>
                <a:ext uri="{FF2B5EF4-FFF2-40B4-BE49-F238E27FC236}">
                  <a16:creationId xmlns:a16="http://schemas.microsoft.com/office/drawing/2014/main" id="{7DA7BE22-38AF-D4D1-43D3-87175B4FAE11}"/>
                </a:ext>
              </a:extLst>
            </p:cNvPr>
            <p:cNvSpPr txBox="1">
              <a:spLocks noChangeArrowheads="1"/>
            </p:cNvSpPr>
            <p:nvPr/>
          </p:nvSpPr>
          <p:spPr bwMode="auto">
            <a:xfrm>
              <a:off x="528" y="2697"/>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grpSp>
      <p:sp>
        <p:nvSpPr>
          <p:cNvPr id="2" name="TextBox 1">
            <a:extLst>
              <a:ext uri="{FF2B5EF4-FFF2-40B4-BE49-F238E27FC236}">
                <a16:creationId xmlns:a16="http://schemas.microsoft.com/office/drawing/2014/main" id="{E3CF4955-9412-32DA-98E7-1852253EC9E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Slide Number Placeholder 5">
            <a:extLst>
              <a:ext uri="{FF2B5EF4-FFF2-40B4-BE49-F238E27FC236}">
                <a16:creationId xmlns:a16="http://schemas.microsoft.com/office/drawing/2014/main" id="{7AE8DEA3-1395-A671-C783-A15FC92DAE2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D0334E7-1B11-442E-98C6-BB09163C223A}" type="slidenum">
              <a:rPr lang="en-GB" altLang="en-US" sz="1400">
                <a:solidFill>
                  <a:srgbClr val="FFFFFF"/>
                </a:solidFill>
                <a:latin typeface="Franklin Gothic Book" panose="020B0503020102020204" pitchFamily="34" charset="0"/>
              </a:rPr>
              <a:pPr>
                <a:spcBef>
                  <a:spcPct val="0"/>
                </a:spcBef>
                <a:buClrTx/>
                <a:buSzTx/>
                <a:buFontTx/>
                <a:buNone/>
              </a:pPr>
              <a:t>70</a:t>
            </a:fld>
            <a:endParaRPr lang="en-GB" altLang="en-US" sz="1400">
              <a:solidFill>
                <a:srgbClr val="FFFFFF"/>
              </a:solidFill>
              <a:latin typeface="Franklin Gothic Book" panose="020B0503020102020204" pitchFamily="34" charset="0"/>
            </a:endParaRPr>
          </a:p>
        </p:txBody>
      </p:sp>
      <p:sp>
        <p:nvSpPr>
          <p:cNvPr id="74754" name="Rectangle 2">
            <a:extLst>
              <a:ext uri="{FF2B5EF4-FFF2-40B4-BE49-F238E27FC236}">
                <a16:creationId xmlns:a16="http://schemas.microsoft.com/office/drawing/2014/main" id="{2FB08323-CC6E-FE7D-760E-355D7D004038}"/>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4756" name="Rectangle 3">
            <a:extLst>
              <a:ext uri="{FF2B5EF4-FFF2-40B4-BE49-F238E27FC236}">
                <a16:creationId xmlns:a16="http://schemas.microsoft.com/office/drawing/2014/main" id="{7850D8EE-CF19-E5E6-AE01-F3C64AE50C63}"/>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p:txBody>
      </p:sp>
      <p:grpSp>
        <p:nvGrpSpPr>
          <p:cNvPr id="74757" name="Group 4">
            <a:extLst>
              <a:ext uri="{FF2B5EF4-FFF2-40B4-BE49-F238E27FC236}">
                <a16:creationId xmlns:a16="http://schemas.microsoft.com/office/drawing/2014/main" id="{E5693575-945C-F4F9-BDFE-19A7E72BDD30}"/>
              </a:ext>
            </a:extLst>
          </p:cNvPr>
          <p:cNvGrpSpPr>
            <a:grpSpLocks/>
          </p:cNvGrpSpPr>
          <p:nvPr/>
        </p:nvGrpSpPr>
        <p:grpSpPr bwMode="auto">
          <a:xfrm>
            <a:off x="4572000" y="2895600"/>
            <a:ext cx="533400" cy="381000"/>
            <a:chOff x="2640" y="1776"/>
            <a:chExt cx="336" cy="240"/>
          </a:xfrm>
        </p:grpSpPr>
        <p:sp>
          <p:nvSpPr>
            <p:cNvPr id="74783" name="Oval 5">
              <a:extLst>
                <a:ext uri="{FF2B5EF4-FFF2-40B4-BE49-F238E27FC236}">
                  <a16:creationId xmlns:a16="http://schemas.microsoft.com/office/drawing/2014/main" id="{7AAA3115-155D-15EA-C382-C75790CC1B0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4784" name="Text Box 6">
              <a:extLst>
                <a:ext uri="{FF2B5EF4-FFF2-40B4-BE49-F238E27FC236}">
                  <a16:creationId xmlns:a16="http://schemas.microsoft.com/office/drawing/2014/main" id="{AF2B5BC4-DC8F-B26D-23C6-61618CEAB91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4758" name="Group 7">
            <a:extLst>
              <a:ext uri="{FF2B5EF4-FFF2-40B4-BE49-F238E27FC236}">
                <a16:creationId xmlns:a16="http://schemas.microsoft.com/office/drawing/2014/main" id="{9CF92AE4-7F35-8199-A672-5886C07C7552}"/>
              </a:ext>
            </a:extLst>
          </p:cNvPr>
          <p:cNvGrpSpPr>
            <a:grpSpLocks/>
          </p:cNvGrpSpPr>
          <p:nvPr/>
        </p:nvGrpSpPr>
        <p:grpSpPr bwMode="auto">
          <a:xfrm>
            <a:off x="2819400" y="3581400"/>
            <a:ext cx="533400" cy="381000"/>
            <a:chOff x="2640" y="1776"/>
            <a:chExt cx="336" cy="240"/>
          </a:xfrm>
        </p:grpSpPr>
        <p:sp>
          <p:nvSpPr>
            <p:cNvPr id="74781" name="Oval 8">
              <a:extLst>
                <a:ext uri="{FF2B5EF4-FFF2-40B4-BE49-F238E27FC236}">
                  <a16:creationId xmlns:a16="http://schemas.microsoft.com/office/drawing/2014/main" id="{D47105F8-F3FD-CE72-AFCF-397D7223D31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4782" name="Text Box 9">
              <a:extLst>
                <a:ext uri="{FF2B5EF4-FFF2-40B4-BE49-F238E27FC236}">
                  <a16:creationId xmlns:a16="http://schemas.microsoft.com/office/drawing/2014/main" id="{54387166-8AC5-6162-C6B5-F62F87A00C6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4759" name="Group 10">
            <a:extLst>
              <a:ext uri="{FF2B5EF4-FFF2-40B4-BE49-F238E27FC236}">
                <a16:creationId xmlns:a16="http://schemas.microsoft.com/office/drawing/2014/main" id="{40601A6E-8BBE-6B5E-27CC-84A2C496823D}"/>
              </a:ext>
            </a:extLst>
          </p:cNvPr>
          <p:cNvGrpSpPr>
            <a:grpSpLocks/>
          </p:cNvGrpSpPr>
          <p:nvPr/>
        </p:nvGrpSpPr>
        <p:grpSpPr bwMode="auto">
          <a:xfrm>
            <a:off x="4114800" y="3581400"/>
            <a:ext cx="533400" cy="381000"/>
            <a:chOff x="2640" y="1776"/>
            <a:chExt cx="336" cy="240"/>
          </a:xfrm>
        </p:grpSpPr>
        <p:sp>
          <p:nvSpPr>
            <p:cNvPr id="74779" name="Oval 11">
              <a:extLst>
                <a:ext uri="{FF2B5EF4-FFF2-40B4-BE49-F238E27FC236}">
                  <a16:creationId xmlns:a16="http://schemas.microsoft.com/office/drawing/2014/main" id="{B8909581-71BB-D82B-891C-1CCFE9BE160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4780" name="Text Box 12">
              <a:extLst>
                <a:ext uri="{FF2B5EF4-FFF2-40B4-BE49-F238E27FC236}">
                  <a16:creationId xmlns:a16="http://schemas.microsoft.com/office/drawing/2014/main" id="{885BA7F5-A0A0-9E11-F35B-D54C37ACC4C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4760" name="Group 13">
            <a:extLst>
              <a:ext uri="{FF2B5EF4-FFF2-40B4-BE49-F238E27FC236}">
                <a16:creationId xmlns:a16="http://schemas.microsoft.com/office/drawing/2014/main" id="{FD569FB5-17A2-5D7A-8B82-893798F2BCB7}"/>
              </a:ext>
            </a:extLst>
          </p:cNvPr>
          <p:cNvGrpSpPr>
            <a:grpSpLocks/>
          </p:cNvGrpSpPr>
          <p:nvPr/>
        </p:nvGrpSpPr>
        <p:grpSpPr bwMode="auto">
          <a:xfrm>
            <a:off x="7010400" y="3581400"/>
            <a:ext cx="533400" cy="381000"/>
            <a:chOff x="2640" y="1776"/>
            <a:chExt cx="336" cy="240"/>
          </a:xfrm>
        </p:grpSpPr>
        <p:sp>
          <p:nvSpPr>
            <p:cNvPr id="74777" name="Oval 14">
              <a:extLst>
                <a:ext uri="{FF2B5EF4-FFF2-40B4-BE49-F238E27FC236}">
                  <a16:creationId xmlns:a16="http://schemas.microsoft.com/office/drawing/2014/main" id="{6DAA5C73-EFA0-C592-D93A-940F357871F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4778" name="Text Box 15">
              <a:extLst>
                <a:ext uri="{FF2B5EF4-FFF2-40B4-BE49-F238E27FC236}">
                  <a16:creationId xmlns:a16="http://schemas.microsoft.com/office/drawing/2014/main" id="{DE25BC4C-537B-59D2-7900-E222E15B879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4761" name="Group 16">
            <a:extLst>
              <a:ext uri="{FF2B5EF4-FFF2-40B4-BE49-F238E27FC236}">
                <a16:creationId xmlns:a16="http://schemas.microsoft.com/office/drawing/2014/main" id="{417BE81E-E9BF-C8EB-8895-BB9B6B649813}"/>
              </a:ext>
            </a:extLst>
          </p:cNvPr>
          <p:cNvGrpSpPr>
            <a:grpSpLocks/>
          </p:cNvGrpSpPr>
          <p:nvPr/>
        </p:nvGrpSpPr>
        <p:grpSpPr bwMode="auto">
          <a:xfrm>
            <a:off x="5410200" y="3581400"/>
            <a:ext cx="533400" cy="381000"/>
            <a:chOff x="2640" y="1776"/>
            <a:chExt cx="336" cy="240"/>
          </a:xfrm>
        </p:grpSpPr>
        <p:sp>
          <p:nvSpPr>
            <p:cNvPr id="74775" name="Oval 17">
              <a:extLst>
                <a:ext uri="{FF2B5EF4-FFF2-40B4-BE49-F238E27FC236}">
                  <a16:creationId xmlns:a16="http://schemas.microsoft.com/office/drawing/2014/main" id="{4AA5364D-98B7-F222-BEC3-7E13F303E23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4776" name="Text Box 18">
              <a:extLst>
                <a:ext uri="{FF2B5EF4-FFF2-40B4-BE49-F238E27FC236}">
                  <a16:creationId xmlns:a16="http://schemas.microsoft.com/office/drawing/2014/main" id="{D4DF2FBC-D382-1C22-7041-5F6F120C895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4762" name="Group 19">
            <a:extLst>
              <a:ext uri="{FF2B5EF4-FFF2-40B4-BE49-F238E27FC236}">
                <a16:creationId xmlns:a16="http://schemas.microsoft.com/office/drawing/2014/main" id="{273F73A5-5F93-F51D-4677-ECA9485AC4E9}"/>
              </a:ext>
            </a:extLst>
          </p:cNvPr>
          <p:cNvGrpSpPr>
            <a:grpSpLocks/>
          </p:cNvGrpSpPr>
          <p:nvPr/>
        </p:nvGrpSpPr>
        <p:grpSpPr bwMode="auto">
          <a:xfrm>
            <a:off x="2133600" y="4267200"/>
            <a:ext cx="533400" cy="381000"/>
            <a:chOff x="2640" y="1776"/>
            <a:chExt cx="336" cy="240"/>
          </a:xfrm>
        </p:grpSpPr>
        <p:sp>
          <p:nvSpPr>
            <p:cNvPr id="74773" name="Oval 20">
              <a:extLst>
                <a:ext uri="{FF2B5EF4-FFF2-40B4-BE49-F238E27FC236}">
                  <a16:creationId xmlns:a16="http://schemas.microsoft.com/office/drawing/2014/main" id="{271CD2B4-CEE9-198C-4B49-7F5E919A4CB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4774" name="Text Box 21">
              <a:extLst>
                <a:ext uri="{FF2B5EF4-FFF2-40B4-BE49-F238E27FC236}">
                  <a16:creationId xmlns:a16="http://schemas.microsoft.com/office/drawing/2014/main" id="{1D3359AF-F324-F97A-8646-6E36BB183BC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4763" name="Group 22">
            <a:extLst>
              <a:ext uri="{FF2B5EF4-FFF2-40B4-BE49-F238E27FC236}">
                <a16:creationId xmlns:a16="http://schemas.microsoft.com/office/drawing/2014/main" id="{806A7A23-6F26-DFAE-08BD-493B1A21526B}"/>
              </a:ext>
            </a:extLst>
          </p:cNvPr>
          <p:cNvGrpSpPr>
            <a:grpSpLocks/>
          </p:cNvGrpSpPr>
          <p:nvPr/>
        </p:nvGrpSpPr>
        <p:grpSpPr bwMode="auto">
          <a:xfrm>
            <a:off x="3352800" y="4267200"/>
            <a:ext cx="533400" cy="381000"/>
            <a:chOff x="2640" y="1776"/>
            <a:chExt cx="336" cy="240"/>
          </a:xfrm>
        </p:grpSpPr>
        <p:sp>
          <p:nvSpPr>
            <p:cNvPr id="74771" name="Oval 23">
              <a:extLst>
                <a:ext uri="{FF2B5EF4-FFF2-40B4-BE49-F238E27FC236}">
                  <a16:creationId xmlns:a16="http://schemas.microsoft.com/office/drawing/2014/main" id="{780CB5D4-3328-DEA7-1954-6578F8E56760}"/>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4772" name="Text Box 24">
              <a:extLst>
                <a:ext uri="{FF2B5EF4-FFF2-40B4-BE49-F238E27FC236}">
                  <a16:creationId xmlns:a16="http://schemas.microsoft.com/office/drawing/2014/main" id="{0DF5E377-499E-F537-2F68-D162C060AB9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sp>
        <p:nvSpPr>
          <p:cNvPr id="74764" name="Line 25">
            <a:extLst>
              <a:ext uri="{FF2B5EF4-FFF2-40B4-BE49-F238E27FC236}">
                <a16:creationId xmlns:a16="http://schemas.microsoft.com/office/drawing/2014/main" id="{2A95FD1E-B867-1018-89C1-E6CC024EFA53}"/>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65" name="Line 26">
            <a:extLst>
              <a:ext uri="{FF2B5EF4-FFF2-40B4-BE49-F238E27FC236}">
                <a16:creationId xmlns:a16="http://schemas.microsoft.com/office/drawing/2014/main" id="{F5F85741-A75D-20CB-2589-7EB09BF6B2BF}"/>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66" name="Line 27">
            <a:extLst>
              <a:ext uri="{FF2B5EF4-FFF2-40B4-BE49-F238E27FC236}">
                <a16:creationId xmlns:a16="http://schemas.microsoft.com/office/drawing/2014/main" id="{B264CF24-BB1F-1615-8185-04FC8D17AFDA}"/>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67" name="Line 28">
            <a:extLst>
              <a:ext uri="{FF2B5EF4-FFF2-40B4-BE49-F238E27FC236}">
                <a16:creationId xmlns:a16="http://schemas.microsoft.com/office/drawing/2014/main" id="{20D36804-8A67-7281-7307-59EEBD5C583A}"/>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68" name="Line 29">
            <a:extLst>
              <a:ext uri="{FF2B5EF4-FFF2-40B4-BE49-F238E27FC236}">
                <a16:creationId xmlns:a16="http://schemas.microsoft.com/office/drawing/2014/main" id="{45A4FF34-A356-247A-36EB-5F75012C8BF9}"/>
              </a:ext>
            </a:extLst>
          </p:cNvPr>
          <p:cNvSpPr>
            <a:spLocks noChangeShapeType="1"/>
          </p:cNvSpPr>
          <p:nvPr/>
        </p:nvSpPr>
        <p:spPr bwMode="auto">
          <a:xfrm flipH="1">
            <a:off x="2438400" y="39624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69" name="Line 30">
            <a:extLst>
              <a:ext uri="{FF2B5EF4-FFF2-40B4-BE49-F238E27FC236}">
                <a16:creationId xmlns:a16="http://schemas.microsoft.com/office/drawing/2014/main" id="{F9247D46-F20E-AF39-AC78-B0E55FEF23E8}"/>
              </a:ext>
            </a:extLst>
          </p:cNvPr>
          <p:cNvSpPr>
            <a:spLocks noChangeShapeType="1"/>
          </p:cNvSpPr>
          <p:nvPr/>
        </p:nvSpPr>
        <p:spPr bwMode="auto">
          <a:xfrm>
            <a:off x="3048000" y="3962400"/>
            <a:ext cx="533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70" name="Text Box 31">
            <a:extLst>
              <a:ext uri="{FF2B5EF4-FFF2-40B4-BE49-F238E27FC236}">
                <a16:creationId xmlns:a16="http://schemas.microsoft.com/office/drawing/2014/main" id="{94029281-B2AF-E26B-5C6C-593850BE144B}"/>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0B11FF48-F9DB-EA78-D722-7821124F6CD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5">
            <a:extLst>
              <a:ext uri="{FF2B5EF4-FFF2-40B4-BE49-F238E27FC236}">
                <a16:creationId xmlns:a16="http://schemas.microsoft.com/office/drawing/2014/main" id="{FC2DD773-E751-BED3-A644-6904FF6F83C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7F271AE-663F-4E93-BBF6-A168F7E9542F}" type="slidenum">
              <a:rPr lang="en-GB" altLang="en-US" sz="1400">
                <a:solidFill>
                  <a:srgbClr val="FFFFFF"/>
                </a:solidFill>
                <a:latin typeface="Franklin Gothic Book" panose="020B0503020102020204" pitchFamily="34" charset="0"/>
              </a:rPr>
              <a:pPr>
                <a:spcBef>
                  <a:spcPct val="0"/>
                </a:spcBef>
                <a:buClrTx/>
                <a:buSzTx/>
                <a:buFontTx/>
                <a:buNone/>
              </a:pPr>
              <a:t>71</a:t>
            </a:fld>
            <a:endParaRPr lang="en-GB" altLang="en-US" sz="1400">
              <a:solidFill>
                <a:srgbClr val="FFFFFF"/>
              </a:solidFill>
              <a:latin typeface="Franklin Gothic Book" panose="020B0503020102020204" pitchFamily="34" charset="0"/>
            </a:endParaRPr>
          </a:p>
        </p:txBody>
      </p:sp>
      <p:sp>
        <p:nvSpPr>
          <p:cNvPr id="75778" name="Rectangle 2">
            <a:extLst>
              <a:ext uri="{FF2B5EF4-FFF2-40B4-BE49-F238E27FC236}">
                <a16:creationId xmlns:a16="http://schemas.microsoft.com/office/drawing/2014/main" id="{9405174F-96F5-7318-D12E-D6F0FBD8F4AD}"/>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5780" name="Rectangle 3">
            <a:extLst>
              <a:ext uri="{FF2B5EF4-FFF2-40B4-BE49-F238E27FC236}">
                <a16:creationId xmlns:a16="http://schemas.microsoft.com/office/drawing/2014/main" id="{5D6D2CB0-F1F6-8BC4-D8D0-0307D8DCA2CD}"/>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C,</a:t>
            </a:r>
          </a:p>
        </p:txBody>
      </p:sp>
      <p:grpSp>
        <p:nvGrpSpPr>
          <p:cNvPr id="75781" name="Group 4">
            <a:extLst>
              <a:ext uri="{FF2B5EF4-FFF2-40B4-BE49-F238E27FC236}">
                <a16:creationId xmlns:a16="http://schemas.microsoft.com/office/drawing/2014/main" id="{EDAD0DF2-9FBB-AD18-3F53-CF9AB55DD66C}"/>
              </a:ext>
            </a:extLst>
          </p:cNvPr>
          <p:cNvGrpSpPr>
            <a:grpSpLocks/>
          </p:cNvGrpSpPr>
          <p:nvPr/>
        </p:nvGrpSpPr>
        <p:grpSpPr bwMode="auto">
          <a:xfrm>
            <a:off x="838200" y="2895600"/>
            <a:ext cx="6705600" cy="1752600"/>
            <a:chOff x="528" y="1824"/>
            <a:chExt cx="4224" cy="1104"/>
          </a:xfrm>
        </p:grpSpPr>
        <p:grpSp>
          <p:nvGrpSpPr>
            <p:cNvPr id="75782" name="Group 5">
              <a:extLst>
                <a:ext uri="{FF2B5EF4-FFF2-40B4-BE49-F238E27FC236}">
                  <a16:creationId xmlns:a16="http://schemas.microsoft.com/office/drawing/2014/main" id="{277075FC-B2DB-08A8-949D-8FF416CED629}"/>
                </a:ext>
              </a:extLst>
            </p:cNvPr>
            <p:cNvGrpSpPr>
              <a:grpSpLocks/>
            </p:cNvGrpSpPr>
            <p:nvPr/>
          </p:nvGrpSpPr>
          <p:grpSpPr bwMode="auto">
            <a:xfrm>
              <a:off x="2880" y="1824"/>
              <a:ext cx="336" cy="240"/>
              <a:chOff x="2640" y="1776"/>
              <a:chExt cx="336" cy="240"/>
            </a:xfrm>
          </p:grpSpPr>
          <p:sp>
            <p:nvSpPr>
              <p:cNvPr id="75812" name="Oval 6">
                <a:extLst>
                  <a:ext uri="{FF2B5EF4-FFF2-40B4-BE49-F238E27FC236}">
                    <a16:creationId xmlns:a16="http://schemas.microsoft.com/office/drawing/2014/main" id="{8BCCAF69-D78B-4FCD-8596-79EB50021AE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813" name="Text Box 7">
                <a:extLst>
                  <a:ext uri="{FF2B5EF4-FFF2-40B4-BE49-F238E27FC236}">
                    <a16:creationId xmlns:a16="http://schemas.microsoft.com/office/drawing/2014/main" id="{91710AD0-1FB0-3ED9-7392-A9C056D28DF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5783" name="Group 8">
              <a:extLst>
                <a:ext uri="{FF2B5EF4-FFF2-40B4-BE49-F238E27FC236}">
                  <a16:creationId xmlns:a16="http://schemas.microsoft.com/office/drawing/2014/main" id="{4099B0A0-BF76-0C9C-0626-2980C89B1C31}"/>
                </a:ext>
              </a:extLst>
            </p:cNvPr>
            <p:cNvGrpSpPr>
              <a:grpSpLocks/>
            </p:cNvGrpSpPr>
            <p:nvPr/>
          </p:nvGrpSpPr>
          <p:grpSpPr bwMode="auto">
            <a:xfrm>
              <a:off x="1776" y="2256"/>
              <a:ext cx="336" cy="240"/>
              <a:chOff x="2640" y="1776"/>
              <a:chExt cx="336" cy="240"/>
            </a:xfrm>
          </p:grpSpPr>
          <p:sp>
            <p:nvSpPr>
              <p:cNvPr id="75810" name="Oval 9">
                <a:extLst>
                  <a:ext uri="{FF2B5EF4-FFF2-40B4-BE49-F238E27FC236}">
                    <a16:creationId xmlns:a16="http://schemas.microsoft.com/office/drawing/2014/main" id="{0ED6F9B9-2FCB-D52B-3DA1-BBD2221053A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811" name="Text Box 10">
                <a:extLst>
                  <a:ext uri="{FF2B5EF4-FFF2-40B4-BE49-F238E27FC236}">
                    <a16:creationId xmlns:a16="http://schemas.microsoft.com/office/drawing/2014/main" id="{CBA30018-E911-41B8-4866-02909572B85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5784" name="Group 11">
              <a:extLst>
                <a:ext uri="{FF2B5EF4-FFF2-40B4-BE49-F238E27FC236}">
                  <a16:creationId xmlns:a16="http://schemas.microsoft.com/office/drawing/2014/main" id="{0098CF27-D117-A0A3-9BC4-40F8B452454D}"/>
                </a:ext>
              </a:extLst>
            </p:cNvPr>
            <p:cNvGrpSpPr>
              <a:grpSpLocks/>
            </p:cNvGrpSpPr>
            <p:nvPr/>
          </p:nvGrpSpPr>
          <p:grpSpPr bwMode="auto">
            <a:xfrm>
              <a:off x="2592" y="2256"/>
              <a:ext cx="336" cy="240"/>
              <a:chOff x="2640" y="1776"/>
              <a:chExt cx="336" cy="240"/>
            </a:xfrm>
          </p:grpSpPr>
          <p:sp>
            <p:nvSpPr>
              <p:cNvPr id="75808" name="Oval 12">
                <a:extLst>
                  <a:ext uri="{FF2B5EF4-FFF2-40B4-BE49-F238E27FC236}">
                    <a16:creationId xmlns:a16="http://schemas.microsoft.com/office/drawing/2014/main" id="{BA0E64C4-FAF8-7C53-6E1A-6FD341C7996E}"/>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809" name="Text Box 13">
                <a:extLst>
                  <a:ext uri="{FF2B5EF4-FFF2-40B4-BE49-F238E27FC236}">
                    <a16:creationId xmlns:a16="http://schemas.microsoft.com/office/drawing/2014/main" id="{DA2AD3D6-9AC8-CD06-65CF-FDE624F789B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5785" name="Group 14">
              <a:extLst>
                <a:ext uri="{FF2B5EF4-FFF2-40B4-BE49-F238E27FC236}">
                  <a16:creationId xmlns:a16="http://schemas.microsoft.com/office/drawing/2014/main" id="{81D03FDC-CBD4-D724-D652-BB45E7996B23}"/>
                </a:ext>
              </a:extLst>
            </p:cNvPr>
            <p:cNvGrpSpPr>
              <a:grpSpLocks/>
            </p:cNvGrpSpPr>
            <p:nvPr/>
          </p:nvGrpSpPr>
          <p:grpSpPr bwMode="auto">
            <a:xfrm>
              <a:off x="4416" y="2256"/>
              <a:ext cx="336" cy="240"/>
              <a:chOff x="2640" y="1776"/>
              <a:chExt cx="336" cy="240"/>
            </a:xfrm>
          </p:grpSpPr>
          <p:sp>
            <p:nvSpPr>
              <p:cNvPr id="75806" name="Oval 15">
                <a:extLst>
                  <a:ext uri="{FF2B5EF4-FFF2-40B4-BE49-F238E27FC236}">
                    <a16:creationId xmlns:a16="http://schemas.microsoft.com/office/drawing/2014/main" id="{0A060241-0DCD-5979-83E4-2E0C660F353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807" name="Text Box 16">
                <a:extLst>
                  <a:ext uri="{FF2B5EF4-FFF2-40B4-BE49-F238E27FC236}">
                    <a16:creationId xmlns:a16="http://schemas.microsoft.com/office/drawing/2014/main" id="{F3042989-42BF-EDA6-881B-9F7C762F189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5786" name="Group 17">
              <a:extLst>
                <a:ext uri="{FF2B5EF4-FFF2-40B4-BE49-F238E27FC236}">
                  <a16:creationId xmlns:a16="http://schemas.microsoft.com/office/drawing/2014/main" id="{8684B98F-417D-3072-B45E-0EE611358BD2}"/>
                </a:ext>
              </a:extLst>
            </p:cNvPr>
            <p:cNvGrpSpPr>
              <a:grpSpLocks/>
            </p:cNvGrpSpPr>
            <p:nvPr/>
          </p:nvGrpSpPr>
          <p:grpSpPr bwMode="auto">
            <a:xfrm>
              <a:off x="3408" y="2256"/>
              <a:ext cx="336" cy="240"/>
              <a:chOff x="2640" y="1776"/>
              <a:chExt cx="336" cy="240"/>
            </a:xfrm>
          </p:grpSpPr>
          <p:sp>
            <p:nvSpPr>
              <p:cNvPr id="75804" name="Oval 18">
                <a:extLst>
                  <a:ext uri="{FF2B5EF4-FFF2-40B4-BE49-F238E27FC236}">
                    <a16:creationId xmlns:a16="http://schemas.microsoft.com/office/drawing/2014/main" id="{4F3F74B0-DEFD-6C32-9DAE-CA53875E021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805" name="Text Box 19">
                <a:extLst>
                  <a:ext uri="{FF2B5EF4-FFF2-40B4-BE49-F238E27FC236}">
                    <a16:creationId xmlns:a16="http://schemas.microsoft.com/office/drawing/2014/main" id="{9189E295-9DB5-132D-DED6-5D1741062E1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5787" name="Group 20">
              <a:extLst>
                <a:ext uri="{FF2B5EF4-FFF2-40B4-BE49-F238E27FC236}">
                  <a16:creationId xmlns:a16="http://schemas.microsoft.com/office/drawing/2014/main" id="{473250EB-8BCA-A5D3-B8E7-AF12BD3E8AAE}"/>
                </a:ext>
              </a:extLst>
            </p:cNvPr>
            <p:cNvGrpSpPr>
              <a:grpSpLocks/>
            </p:cNvGrpSpPr>
            <p:nvPr/>
          </p:nvGrpSpPr>
          <p:grpSpPr bwMode="auto">
            <a:xfrm>
              <a:off x="1344" y="2688"/>
              <a:ext cx="336" cy="240"/>
              <a:chOff x="2640" y="1776"/>
              <a:chExt cx="336" cy="240"/>
            </a:xfrm>
          </p:grpSpPr>
          <p:sp>
            <p:nvSpPr>
              <p:cNvPr id="75802" name="Oval 21">
                <a:extLst>
                  <a:ext uri="{FF2B5EF4-FFF2-40B4-BE49-F238E27FC236}">
                    <a16:creationId xmlns:a16="http://schemas.microsoft.com/office/drawing/2014/main" id="{A6619512-5D58-0F46-A963-50352DA195D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803" name="Text Box 22">
                <a:extLst>
                  <a:ext uri="{FF2B5EF4-FFF2-40B4-BE49-F238E27FC236}">
                    <a16:creationId xmlns:a16="http://schemas.microsoft.com/office/drawing/2014/main" id="{3E5DFE3A-7D8D-11EA-C9B6-87A8F720EAF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5788" name="Group 23">
              <a:extLst>
                <a:ext uri="{FF2B5EF4-FFF2-40B4-BE49-F238E27FC236}">
                  <a16:creationId xmlns:a16="http://schemas.microsoft.com/office/drawing/2014/main" id="{1BD36ACD-037E-7A66-E043-07E69050D7EC}"/>
                </a:ext>
              </a:extLst>
            </p:cNvPr>
            <p:cNvGrpSpPr>
              <a:grpSpLocks/>
            </p:cNvGrpSpPr>
            <p:nvPr/>
          </p:nvGrpSpPr>
          <p:grpSpPr bwMode="auto">
            <a:xfrm>
              <a:off x="2112" y="2688"/>
              <a:ext cx="336" cy="240"/>
              <a:chOff x="2640" y="1776"/>
              <a:chExt cx="336" cy="240"/>
            </a:xfrm>
          </p:grpSpPr>
          <p:sp>
            <p:nvSpPr>
              <p:cNvPr id="75800" name="Oval 24">
                <a:extLst>
                  <a:ext uri="{FF2B5EF4-FFF2-40B4-BE49-F238E27FC236}">
                    <a16:creationId xmlns:a16="http://schemas.microsoft.com/office/drawing/2014/main" id="{25E421F2-5BE2-0CE5-E359-1D4D20FEBE0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801" name="Text Box 25">
                <a:extLst>
                  <a:ext uri="{FF2B5EF4-FFF2-40B4-BE49-F238E27FC236}">
                    <a16:creationId xmlns:a16="http://schemas.microsoft.com/office/drawing/2014/main" id="{E5FB1F36-FC75-8F5C-36D9-0FB19BE1BFB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75789" name="Group 26">
              <a:extLst>
                <a:ext uri="{FF2B5EF4-FFF2-40B4-BE49-F238E27FC236}">
                  <a16:creationId xmlns:a16="http://schemas.microsoft.com/office/drawing/2014/main" id="{B8BA1686-73DD-F73F-8A58-81CD19D4586D}"/>
                </a:ext>
              </a:extLst>
            </p:cNvPr>
            <p:cNvGrpSpPr>
              <a:grpSpLocks/>
            </p:cNvGrpSpPr>
            <p:nvPr/>
          </p:nvGrpSpPr>
          <p:grpSpPr bwMode="auto">
            <a:xfrm>
              <a:off x="2832" y="2688"/>
              <a:ext cx="336" cy="240"/>
              <a:chOff x="2640" y="1776"/>
              <a:chExt cx="336" cy="240"/>
            </a:xfrm>
          </p:grpSpPr>
          <p:sp>
            <p:nvSpPr>
              <p:cNvPr id="75798" name="Oval 27">
                <a:extLst>
                  <a:ext uri="{FF2B5EF4-FFF2-40B4-BE49-F238E27FC236}">
                    <a16:creationId xmlns:a16="http://schemas.microsoft.com/office/drawing/2014/main" id="{4B7615D5-CEAC-A958-6435-F7A9BCF426B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5799" name="Text Box 28">
                <a:extLst>
                  <a:ext uri="{FF2B5EF4-FFF2-40B4-BE49-F238E27FC236}">
                    <a16:creationId xmlns:a16="http://schemas.microsoft.com/office/drawing/2014/main" id="{902C556D-175C-1DE3-34B2-34A0B637357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sp>
          <p:nvSpPr>
            <p:cNvPr id="75790" name="Line 29">
              <a:extLst>
                <a:ext uri="{FF2B5EF4-FFF2-40B4-BE49-F238E27FC236}">
                  <a16:creationId xmlns:a16="http://schemas.microsoft.com/office/drawing/2014/main" id="{1B6B73E7-1545-740C-FF48-61A2BF05C26A}"/>
                </a:ext>
              </a:extLst>
            </p:cNvPr>
            <p:cNvSpPr>
              <a:spLocks noChangeShapeType="1"/>
            </p:cNvSpPr>
            <p:nvPr/>
          </p:nvSpPr>
          <p:spPr bwMode="auto">
            <a:xfrm flipH="1">
              <a:off x="2016" y="2064"/>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91" name="Line 30">
              <a:extLst>
                <a:ext uri="{FF2B5EF4-FFF2-40B4-BE49-F238E27FC236}">
                  <a16:creationId xmlns:a16="http://schemas.microsoft.com/office/drawing/2014/main" id="{19693846-3AD1-CB7B-DA14-F70DC95DC26A}"/>
                </a:ext>
              </a:extLst>
            </p:cNvPr>
            <p:cNvSpPr>
              <a:spLocks noChangeShapeType="1"/>
            </p:cNvSpPr>
            <p:nvPr/>
          </p:nvSpPr>
          <p:spPr bwMode="auto">
            <a:xfrm flipH="1">
              <a:off x="2832" y="2064"/>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92" name="Line 31">
              <a:extLst>
                <a:ext uri="{FF2B5EF4-FFF2-40B4-BE49-F238E27FC236}">
                  <a16:creationId xmlns:a16="http://schemas.microsoft.com/office/drawing/2014/main" id="{8525E7FD-C8F7-8815-84A3-2540A8D03794}"/>
                </a:ext>
              </a:extLst>
            </p:cNvPr>
            <p:cNvSpPr>
              <a:spLocks noChangeShapeType="1"/>
            </p:cNvSpPr>
            <p:nvPr/>
          </p:nvSpPr>
          <p:spPr bwMode="auto">
            <a:xfrm>
              <a:off x="3024" y="2064"/>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93" name="Line 32">
              <a:extLst>
                <a:ext uri="{FF2B5EF4-FFF2-40B4-BE49-F238E27FC236}">
                  <a16:creationId xmlns:a16="http://schemas.microsoft.com/office/drawing/2014/main" id="{8D7A36C4-803A-29F6-A768-1B8CCC9434CF}"/>
                </a:ext>
              </a:extLst>
            </p:cNvPr>
            <p:cNvSpPr>
              <a:spLocks noChangeShapeType="1"/>
            </p:cNvSpPr>
            <p:nvPr/>
          </p:nvSpPr>
          <p:spPr bwMode="auto">
            <a:xfrm>
              <a:off x="3024" y="2064"/>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94" name="Line 33">
              <a:extLst>
                <a:ext uri="{FF2B5EF4-FFF2-40B4-BE49-F238E27FC236}">
                  <a16:creationId xmlns:a16="http://schemas.microsoft.com/office/drawing/2014/main" id="{7A541619-69A0-4C9F-53A9-87599CE2A417}"/>
                </a:ext>
              </a:extLst>
            </p:cNvPr>
            <p:cNvSpPr>
              <a:spLocks noChangeShapeType="1"/>
            </p:cNvSpPr>
            <p:nvPr/>
          </p:nvSpPr>
          <p:spPr bwMode="auto">
            <a:xfrm flipH="1">
              <a:off x="1536" y="2496"/>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95" name="Line 34">
              <a:extLst>
                <a:ext uri="{FF2B5EF4-FFF2-40B4-BE49-F238E27FC236}">
                  <a16:creationId xmlns:a16="http://schemas.microsoft.com/office/drawing/2014/main" id="{E942BE8F-3C7A-4B72-D846-791162CF8697}"/>
                </a:ext>
              </a:extLst>
            </p:cNvPr>
            <p:cNvSpPr>
              <a:spLocks noChangeShapeType="1"/>
            </p:cNvSpPr>
            <p:nvPr/>
          </p:nvSpPr>
          <p:spPr bwMode="auto">
            <a:xfrm>
              <a:off x="1920" y="2496"/>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96" name="Line 35">
              <a:extLst>
                <a:ext uri="{FF2B5EF4-FFF2-40B4-BE49-F238E27FC236}">
                  <a16:creationId xmlns:a16="http://schemas.microsoft.com/office/drawing/2014/main" id="{97CF4569-CC28-4F2D-A478-9B7347E58E5F}"/>
                </a:ext>
              </a:extLst>
            </p:cNvPr>
            <p:cNvSpPr>
              <a:spLocks noChangeShapeType="1"/>
            </p:cNvSpPr>
            <p:nvPr/>
          </p:nvSpPr>
          <p:spPr bwMode="auto">
            <a:xfrm>
              <a:off x="2832" y="249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5797" name="Text Box 36">
              <a:extLst>
                <a:ext uri="{FF2B5EF4-FFF2-40B4-BE49-F238E27FC236}">
                  <a16:creationId xmlns:a16="http://schemas.microsoft.com/office/drawing/2014/main" id="{F905087E-8B32-ED53-F707-8AD09D33598C}"/>
                </a:ext>
              </a:extLst>
            </p:cNvPr>
            <p:cNvSpPr txBox="1">
              <a:spLocks noChangeArrowheads="1"/>
            </p:cNvSpPr>
            <p:nvPr/>
          </p:nvSpPr>
          <p:spPr bwMode="auto">
            <a:xfrm>
              <a:off x="528" y="2697"/>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grpSp>
      <p:sp>
        <p:nvSpPr>
          <p:cNvPr id="2" name="TextBox 1">
            <a:extLst>
              <a:ext uri="{FF2B5EF4-FFF2-40B4-BE49-F238E27FC236}">
                <a16:creationId xmlns:a16="http://schemas.microsoft.com/office/drawing/2014/main" id="{76005EA1-E979-D9DB-C6B5-B9A6EBB1391A}"/>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Slide Number Placeholder 5">
            <a:extLst>
              <a:ext uri="{FF2B5EF4-FFF2-40B4-BE49-F238E27FC236}">
                <a16:creationId xmlns:a16="http://schemas.microsoft.com/office/drawing/2014/main" id="{1C9AA2DC-115E-1A96-53D7-C9DEC46DD9C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7078124-19F6-4B88-BDDE-67FBA18F3149}" type="slidenum">
              <a:rPr lang="en-GB" altLang="en-US" sz="1400">
                <a:solidFill>
                  <a:srgbClr val="FFFFFF"/>
                </a:solidFill>
                <a:latin typeface="Franklin Gothic Book" panose="020B0503020102020204" pitchFamily="34" charset="0"/>
              </a:rPr>
              <a:pPr>
                <a:spcBef>
                  <a:spcPct val="0"/>
                </a:spcBef>
                <a:buClrTx/>
                <a:buSzTx/>
                <a:buFontTx/>
                <a:buNone/>
              </a:pPr>
              <a:t>72</a:t>
            </a:fld>
            <a:endParaRPr lang="en-GB" altLang="en-US" sz="1400">
              <a:solidFill>
                <a:srgbClr val="FFFFFF"/>
              </a:solidFill>
              <a:latin typeface="Franklin Gothic Book" panose="020B0503020102020204" pitchFamily="34" charset="0"/>
            </a:endParaRPr>
          </a:p>
        </p:txBody>
      </p:sp>
      <p:sp>
        <p:nvSpPr>
          <p:cNvPr id="76802" name="Rectangle 2">
            <a:extLst>
              <a:ext uri="{FF2B5EF4-FFF2-40B4-BE49-F238E27FC236}">
                <a16:creationId xmlns:a16="http://schemas.microsoft.com/office/drawing/2014/main" id="{3F4D85F5-D57D-DF93-6B79-A1A230E9D1E4}"/>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6804" name="Rectangle 3">
            <a:extLst>
              <a:ext uri="{FF2B5EF4-FFF2-40B4-BE49-F238E27FC236}">
                <a16:creationId xmlns:a16="http://schemas.microsoft.com/office/drawing/2014/main" id="{92745410-F584-1AEB-B2E5-E44C2A9356CE}"/>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C,H,</a:t>
            </a:r>
          </a:p>
        </p:txBody>
      </p:sp>
      <p:grpSp>
        <p:nvGrpSpPr>
          <p:cNvPr id="76805" name="Group 4">
            <a:extLst>
              <a:ext uri="{FF2B5EF4-FFF2-40B4-BE49-F238E27FC236}">
                <a16:creationId xmlns:a16="http://schemas.microsoft.com/office/drawing/2014/main" id="{7010C9F2-F779-47BB-8CE5-6801E2DB8FDD}"/>
              </a:ext>
            </a:extLst>
          </p:cNvPr>
          <p:cNvGrpSpPr>
            <a:grpSpLocks/>
          </p:cNvGrpSpPr>
          <p:nvPr/>
        </p:nvGrpSpPr>
        <p:grpSpPr bwMode="auto">
          <a:xfrm>
            <a:off x="4572000" y="2895600"/>
            <a:ext cx="533400" cy="381000"/>
            <a:chOff x="2640" y="1776"/>
            <a:chExt cx="336" cy="240"/>
          </a:xfrm>
        </p:grpSpPr>
        <p:sp>
          <p:nvSpPr>
            <p:cNvPr id="76835" name="Oval 5">
              <a:extLst>
                <a:ext uri="{FF2B5EF4-FFF2-40B4-BE49-F238E27FC236}">
                  <a16:creationId xmlns:a16="http://schemas.microsoft.com/office/drawing/2014/main" id="{5C74E227-663F-F02F-AC05-5D5770457F6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36" name="Text Box 6">
              <a:extLst>
                <a:ext uri="{FF2B5EF4-FFF2-40B4-BE49-F238E27FC236}">
                  <a16:creationId xmlns:a16="http://schemas.microsoft.com/office/drawing/2014/main" id="{DE4BC4F5-6BE8-F205-78AF-50D53E267B0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6806" name="Group 7">
            <a:extLst>
              <a:ext uri="{FF2B5EF4-FFF2-40B4-BE49-F238E27FC236}">
                <a16:creationId xmlns:a16="http://schemas.microsoft.com/office/drawing/2014/main" id="{ECE1350D-771A-9D28-EA99-6B3960A70336}"/>
              </a:ext>
            </a:extLst>
          </p:cNvPr>
          <p:cNvGrpSpPr>
            <a:grpSpLocks/>
          </p:cNvGrpSpPr>
          <p:nvPr/>
        </p:nvGrpSpPr>
        <p:grpSpPr bwMode="auto">
          <a:xfrm>
            <a:off x="2819400" y="3581400"/>
            <a:ext cx="533400" cy="381000"/>
            <a:chOff x="2640" y="1776"/>
            <a:chExt cx="336" cy="240"/>
          </a:xfrm>
        </p:grpSpPr>
        <p:sp>
          <p:nvSpPr>
            <p:cNvPr id="76833" name="Oval 8">
              <a:extLst>
                <a:ext uri="{FF2B5EF4-FFF2-40B4-BE49-F238E27FC236}">
                  <a16:creationId xmlns:a16="http://schemas.microsoft.com/office/drawing/2014/main" id="{C5B23DAE-7AC8-215B-EBC4-86574B92F24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34" name="Text Box 9">
              <a:extLst>
                <a:ext uri="{FF2B5EF4-FFF2-40B4-BE49-F238E27FC236}">
                  <a16:creationId xmlns:a16="http://schemas.microsoft.com/office/drawing/2014/main" id="{EC394D6C-63EC-D1E8-AB15-F9B4EA4B96A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6807" name="Group 10">
            <a:extLst>
              <a:ext uri="{FF2B5EF4-FFF2-40B4-BE49-F238E27FC236}">
                <a16:creationId xmlns:a16="http://schemas.microsoft.com/office/drawing/2014/main" id="{22822FA7-D34B-B177-34B7-16E7E66C83AF}"/>
              </a:ext>
            </a:extLst>
          </p:cNvPr>
          <p:cNvGrpSpPr>
            <a:grpSpLocks/>
          </p:cNvGrpSpPr>
          <p:nvPr/>
        </p:nvGrpSpPr>
        <p:grpSpPr bwMode="auto">
          <a:xfrm>
            <a:off x="4114800" y="3581400"/>
            <a:ext cx="533400" cy="381000"/>
            <a:chOff x="2640" y="1776"/>
            <a:chExt cx="336" cy="240"/>
          </a:xfrm>
        </p:grpSpPr>
        <p:sp>
          <p:nvSpPr>
            <p:cNvPr id="76831" name="Oval 11">
              <a:extLst>
                <a:ext uri="{FF2B5EF4-FFF2-40B4-BE49-F238E27FC236}">
                  <a16:creationId xmlns:a16="http://schemas.microsoft.com/office/drawing/2014/main" id="{947BE8EC-4133-BC05-AF8B-D47C577062D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32" name="Text Box 12">
              <a:extLst>
                <a:ext uri="{FF2B5EF4-FFF2-40B4-BE49-F238E27FC236}">
                  <a16:creationId xmlns:a16="http://schemas.microsoft.com/office/drawing/2014/main" id="{F7EF6ABE-4E1D-36F7-A1F0-9054F86A3B5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6808" name="Group 13">
            <a:extLst>
              <a:ext uri="{FF2B5EF4-FFF2-40B4-BE49-F238E27FC236}">
                <a16:creationId xmlns:a16="http://schemas.microsoft.com/office/drawing/2014/main" id="{D3D509F6-7B0C-9EF9-2A0F-6A9C28CD6654}"/>
              </a:ext>
            </a:extLst>
          </p:cNvPr>
          <p:cNvGrpSpPr>
            <a:grpSpLocks/>
          </p:cNvGrpSpPr>
          <p:nvPr/>
        </p:nvGrpSpPr>
        <p:grpSpPr bwMode="auto">
          <a:xfrm>
            <a:off x="7010400" y="3581400"/>
            <a:ext cx="533400" cy="381000"/>
            <a:chOff x="2640" y="1776"/>
            <a:chExt cx="336" cy="240"/>
          </a:xfrm>
        </p:grpSpPr>
        <p:sp>
          <p:nvSpPr>
            <p:cNvPr id="76829" name="Oval 14">
              <a:extLst>
                <a:ext uri="{FF2B5EF4-FFF2-40B4-BE49-F238E27FC236}">
                  <a16:creationId xmlns:a16="http://schemas.microsoft.com/office/drawing/2014/main" id="{722A384B-0710-8EA1-9790-D6E8698F3AD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30" name="Text Box 15">
              <a:extLst>
                <a:ext uri="{FF2B5EF4-FFF2-40B4-BE49-F238E27FC236}">
                  <a16:creationId xmlns:a16="http://schemas.microsoft.com/office/drawing/2014/main" id="{A9D54B38-DEAA-D759-3932-16E3BAAFDAB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6809" name="Group 16">
            <a:extLst>
              <a:ext uri="{FF2B5EF4-FFF2-40B4-BE49-F238E27FC236}">
                <a16:creationId xmlns:a16="http://schemas.microsoft.com/office/drawing/2014/main" id="{7A09689C-1E03-D477-639D-35B46BF28DE7}"/>
              </a:ext>
            </a:extLst>
          </p:cNvPr>
          <p:cNvGrpSpPr>
            <a:grpSpLocks/>
          </p:cNvGrpSpPr>
          <p:nvPr/>
        </p:nvGrpSpPr>
        <p:grpSpPr bwMode="auto">
          <a:xfrm>
            <a:off x="5410200" y="3581400"/>
            <a:ext cx="533400" cy="381000"/>
            <a:chOff x="2640" y="1776"/>
            <a:chExt cx="336" cy="240"/>
          </a:xfrm>
        </p:grpSpPr>
        <p:sp>
          <p:nvSpPr>
            <p:cNvPr id="76827" name="Oval 17">
              <a:extLst>
                <a:ext uri="{FF2B5EF4-FFF2-40B4-BE49-F238E27FC236}">
                  <a16:creationId xmlns:a16="http://schemas.microsoft.com/office/drawing/2014/main" id="{6300FA71-6663-94DA-6188-F5068F69D9B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28" name="Text Box 18">
              <a:extLst>
                <a:ext uri="{FF2B5EF4-FFF2-40B4-BE49-F238E27FC236}">
                  <a16:creationId xmlns:a16="http://schemas.microsoft.com/office/drawing/2014/main" id="{1E3999F7-5D1B-6C66-FEFA-700E8A43265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6810" name="Group 19">
            <a:extLst>
              <a:ext uri="{FF2B5EF4-FFF2-40B4-BE49-F238E27FC236}">
                <a16:creationId xmlns:a16="http://schemas.microsoft.com/office/drawing/2014/main" id="{3FD5617D-B5C9-61B5-EC4A-1E5AD9B78B2D}"/>
              </a:ext>
            </a:extLst>
          </p:cNvPr>
          <p:cNvGrpSpPr>
            <a:grpSpLocks/>
          </p:cNvGrpSpPr>
          <p:nvPr/>
        </p:nvGrpSpPr>
        <p:grpSpPr bwMode="auto">
          <a:xfrm>
            <a:off x="2133600" y="4267200"/>
            <a:ext cx="533400" cy="381000"/>
            <a:chOff x="2640" y="1776"/>
            <a:chExt cx="336" cy="240"/>
          </a:xfrm>
        </p:grpSpPr>
        <p:sp>
          <p:nvSpPr>
            <p:cNvPr id="76825" name="Oval 20">
              <a:extLst>
                <a:ext uri="{FF2B5EF4-FFF2-40B4-BE49-F238E27FC236}">
                  <a16:creationId xmlns:a16="http://schemas.microsoft.com/office/drawing/2014/main" id="{5C2B72A1-F036-EAA2-ADF6-CFF0DE6A3C5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26" name="Text Box 21">
              <a:extLst>
                <a:ext uri="{FF2B5EF4-FFF2-40B4-BE49-F238E27FC236}">
                  <a16:creationId xmlns:a16="http://schemas.microsoft.com/office/drawing/2014/main" id="{85DD0FBD-8B1C-EAAB-49F7-96D633FCAC0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6811" name="Group 22">
            <a:extLst>
              <a:ext uri="{FF2B5EF4-FFF2-40B4-BE49-F238E27FC236}">
                <a16:creationId xmlns:a16="http://schemas.microsoft.com/office/drawing/2014/main" id="{EAA991ED-5855-0962-A95E-4CDF6D5808EE}"/>
              </a:ext>
            </a:extLst>
          </p:cNvPr>
          <p:cNvGrpSpPr>
            <a:grpSpLocks/>
          </p:cNvGrpSpPr>
          <p:nvPr/>
        </p:nvGrpSpPr>
        <p:grpSpPr bwMode="auto">
          <a:xfrm>
            <a:off x="3352800" y="4267200"/>
            <a:ext cx="533400" cy="381000"/>
            <a:chOff x="2640" y="1776"/>
            <a:chExt cx="336" cy="240"/>
          </a:xfrm>
        </p:grpSpPr>
        <p:sp>
          <p:nvSpPr>
            <p:cNvPr id="76823" name="Oval 23">
              <a:extLst>
                <a:ext uri="{FF2B5EF4-FFF2-40B4-BE49-F238E27FC236}">
                  <a16:creationId xmlns:a16="http://schemas.microsoft.com/office/drawing/2014/main" id="{CAD17CD4-CF24-2E7C-F095-6BD22A65D07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24" name="Text Box 24">
              <a:extLst>
                <a:ext uri="{FF2B5EF4-FFF2-40B4-BE49-F238E27FC236}">
                  <a16:creationId xmlns:a16="http://schemas.microsoft.com/office/drawing/2014/main" id="{3C3AA28F-0ECD-01B1-C52E-F320DBBAFBC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76812" name="Group 25">
            <a:extLst>
              <a:ext uri="{FF2B5EF4-FFF2-40B4-BE49-F238E27FC236}">
                <a16:creationId xmlns:a16="http://schemas.microsoft.com/office/drawing/2014/main" id="{7A1AD125-176D-B2CE-8C12-6D441D9DE5EA}"/>
              </a:ext>
            </a:extLst>
          </p:cNvPr>
          <p:cNvGrpSpPr>
            <a:grpSpLocks/>
          </p:cNvGrpSpPr>
          <p:nvPr/>
        </p:nvGrpSpPr>
        <p:grpSpPr bwMode="auto">
          <a:xfrm>
            <a:off x="4495800" y="4267200"/>
            <a:ext cx="533400" cy="381000"/>
            <a:chOff x="2640" y="1776"/>
            <a:chExt cx="336" cy="240"/>
          </a:xfrm>
        </p:grpSpPr>
        <p:sp>
          <p:nvSpPr>
            <p:cNvPr id="76821" name="Oval 26">
              <a:extLst>
                <a:ext uri="{FF2B5EF4-FFF2-40B4-BE49-F238E27FC236}">
                  <a16:creationId xmlns:a16="http://schemas.microsoft.com/office/drawing/2014/main" id="{70FE50E7-7A23-7492-8223-B802CCA53356}"/>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6822" name="Text Box 27">
              <a:extLst>
                <a:ext uri="{FF2B5EF4-FFF2-40B4-BE49-F238E27FC236}">
                  <a16:creationId xmlns:a16="http://schemas.microsoft.com/office/drawing/2014/main" id="{36864D0F-52FA-BFF6-F972-E34BFDF728F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sp>
        <p:nvSpPr>
          <p:cNvPr id="76813" name="Line 28">
            <a:extLst>
              <a:ext uri="{FF2B5EF4-FFF2-40B4-BE49-F238E27FC236}">
                <a16:creationId xmlns:a16="http://schemas.microsoft.com/office/drawing/2014/main" id="{E06902EB-A3D1-3FF1-6788-7F8F7391E8F4}"/>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814" name="Line 29">
            <a:extLst>
              <a:ext uri="{FF2B5EF4-FFF2-40B4-BE49-F238E27FC236}">
                <a16:creationId xmlns:a16="http://schemas.microsoft.com/office/drawing/2014/main" id="{60549D8A-A6A0-D41E-AD0D-02161153FEE8}"/>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815" name="Line 30">
            <a:extLst>
              <a:ext uri="{FF2B5EF4-FFF2-40B4-BE49-F238E27FC236}">
                <a16:creationId xmlns:a16="http://schemas.microsoft.com/office/drawing/2014/main" id="{E2D6A2E0-1601-0A0B-AB05-BE3FE0639269}"/>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816" name="Line 31">
            <a:extLst>
              <a:ext uri="{FF2B5EF4-FFF2-40B4-BE49-F238E27FC236}">
                <a16:creationId xmlns:a16="http://schemas.microsoft.com/office/drawing/2014/main" id="{678709FF-6881-CF30-0039-8D93137D5B70}"/>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817" name="Line 32">
            <a:extLst>
              <a:ext uri="{FF2B5EF4-FFF2-40B4-BE49-F238E27FC236}">
                <a16:creationId xmlns:a16="http://schemas.microsoft.com/office/drawing/2014/main" id="{23977049-8B6E-1E24-FBB8-8DC678B0F2DD}"/>
              </a:ext>
            </a:extLst>
          </p:cNvPr>
          <p:cNvSpPr>
            <a:spLocks noChangeShapeType="1"/>
          </p:cNvSpPr>
          <p:nvPr/>
        </p:nvSpPr>
        <p:spPr bwMode="auto">
          <a:xfrm flipH="1">
            <a:off x="2438400" y="39624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818" name="Line 33">
            <a:extLst>
              <a:ext uri="{FF2B5EF4-FFF2-40B4-BE49-F238E27FC236}">
                <a16:creationId xmlns:a16="http://schemas.microsoft.com/office/drawing/2014/main" id="{C3A9191D-EC32-BC36-9C48-E629F15CCF20}"/>
              </a:ext>
            </a:extLst>
          </p:cNvPr>
          <p:cNvSpPr>
            <a:spLocks noChangeShapeType="1"/>
          </p:cNvSpPr>
          <p:nvPr/>
        </p:nvSpPr>
        <p:spPr bwMode="auto">
          <a:xfrm>
            <a:off x="3048000" y="3962400"/>
            <a:ext cx="533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819" name="Line 34">
            <a:extLst>
              <a:ext uri="{FF2B5EF4-FFF2-40B4-BE49-F238E27FC236}">
                <a16:creationId xmlns:a16="http://schemas.microsoft.com/office/drawing/2014/main" id="{F373CAA3-9A78-3FDD-809C-AE927E4F2A19}"/>
              </a:ext>
            </a:extLst>
          </p:cNvPr>
          <p:cNvSpPr>
            <a:spLocks noChangeShapeType="1"/>
          </p:cNvSpPr>
          <p:nvPr/>
        </p:nvSpPr>
        <p:spPr bwMode="auto">
          <a:xfrm>
            <a:off x="4495800" y="3962400"/>
            <a:ext cx="152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6820" name="Text Box 35">
            <a:extLst>
              <a:ext uri="{FF2B5EF4-FFF2-40B4-BE49-F238E27FC236}">
                <a16:creationId xmlns:a16="http://schemas.microsoft.com/office/drawing/2014/main" id="{3DCD83F3-8D24-0CE3-356D-7D09551AA77D}"/>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7000BCE4-323D-5E2B-9D33-F8084C8CA7F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Slide Number Placeholder 5">
            <a:extLst>
              <a:ext uri="{FF2B5EF4-FFF2-40B4-BE49-F238E27FC236}">
                <a16:creationId xmlns:a16="http://schemas.microsoft.com/office/drawing/2014/main" id="{CA5AE92D-992A-5EE4-008F-ED7260E0EE0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9F8EF48-5AC6-4961-9D85-B15F309D54B2}" type="slidenum">
              <a:rPr lang="en-GB" altLang="en-US" sz="1400">
                <a:solidFill>
                  <a:srgbClr val="FFFFFF"/>
                </a:solidFill>
                <a:latin typeface="Franklin Gothic Book" panose="020B0503020102020204" pitchFamily="34" charset="0"/>
              </a:rPr>
              <a:pPr>
                <a:spcBef>
                  <a:spcPct val="0"/>
                </a:spcBef>
                <a:buClrTx/>
                <a:buSzTx/>
                <a:buFontTx/>
                <a:buNone/>
              </a:pPr>
              <a:t>73</a:t>
            </a:fld>
            <a:endParaRPr lang="en-GB" altLang="en-US" sz="1400">
              <a:solidFill>
                <a:srgbClr val="FFFFFF"/>
              </a:solidFill>
              <a:latin typeface="Franklin Gothic Book" panose="020B0503020102020204" pitchFamily="34" charset="0"/>
            </a:endParaRPr>
          </a:p>
        </p:txBody>
      </p:sp>
      <p:sp>
        <p:nvSpPr>
          <p:cNvPr id="77826" name="Rectangle 2">
            <a:extLst>
              <a:ext uri="{FF2B5EF4-FFF2-40B4-BE49-F238E27FC236}">
                <a16:creationId xmlns:a16="http://schemas.microsoft.com/office/drawing/2014/main" id="{10D3508B-5FC4-FE22-F512-611022003F29}"/>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7828" name="Rectangle 3">
            <a:extLst>
              <a:ext uri="{FF2B5EF4-FFF2-40B4-BE49-F238E27FC236}">
                <a16:creationId xmlns:a16="http://schemas.microsoft.com/office/drawing/2014/main" id="{726DE9B3-3C7F-E6C0-75D4-6C28C9ACA5D1}"/>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C,H,</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D,</a:t>
            </a:r>
          </a:p>
        </p:txBody>
      </p:sp>
      <p:grpSp>
        <p:nvGrpSpPr>
          <p:cNvPr id="77829" name="Group 4">
            <a:extLst>
              <a:ext uri="{FF2B5EF4-FFF2-40B4-BE49-F238E27FC236}">
                <a16:creationId xmlns:a16="http://schemas.microsoft.com/office/drawing/2014/main" id="{7A067DDA-B1B0-9A63-4C4D-4EE60F781AEF}"/>
              </a:ext>
            </a:extLst>
          </p:cNvPr>
          <p:cNvGrpSpPr>
            <a:grpSpLocks/>
          </p:cNvGrpSpPr>
          <p:nvPr/>
        </p:nvGrpSpPr>
        <p:grpSpPr bwMode="auto">
          <a:xfrm>
            <a:off x="4572000" y="2895600"/>
            <a:ext cx="533400" cy="381000"/>
            <a:chOff x="2640" y="1776"/>
            <a:chExt cx="336" cy="240"/>
          </a:xfrm>
        </p:grpSpPr>
        <p:sp>
          <p:nvSpPr>
            <p:cNvPr id="77867" name="Oval 5">
              <a:extLst>
                <a:ext uri="{FF2B5EF4-FFF2-40B4-BE49-F238E27FC236}">
                  <a16:creationId xmlns:a16="http://schemas.microsoft.com/office/drawing/2014/main" id="{256C0FBA-7284-03DE-5E64-7B10EA4FFED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68" name="Text Box 6">
              <a:extLst>
                <a:ext uri="{FF2B5EF4-FFF2-40B4-BE49-F238E27FC236}">
                  <a16:creationId xmlns:a16="http://schemas.microsoft.com/office/drawing/2014/main" id="{50F25E00-C70F-243E-4B2D-8C5EAFC0237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7830" name="Group 7">
            <a:extLst>
              <a:ext uri="{FF2B5EF4-FFF2-40B4-BE49-F238E27FC236}">
                <a16:creationId xmlns:a16="http://schemas.microsoft.com/office/drawing/2014/main" id="{A02FF79B-A902-B84E-CE60-B6C5DC1717C3}"/>
              </a:ext>
            </a:extLst>
          </p:cNvPr>
          <p:cNvGrpSpPr>
            <a:grpSpLocks/>
          </p:cNvGrpSpPr>
          <p:nvPr/>
        </p:nvGrpSpPr>
        <p:grpSpPr bwMode="auto">
          <a:xfrm>
            <a:off x="2819400" y="3581400"/>
            <a:ext cx="533400" cy="381000"/>
            <a:chOff x="2640" y="1776"/>
            <a:chExt cx="336" cy="240"/>
          </a:xfrm>
        </p:grpSpPr>
        <p:sp>
          <p:nvSpPr>
            <p:cNvPr id="77865" name="Oval 8">
              <a:extLst>
                <a:ext uri="{FF2B5EF4-FFF2-40B4-BE49-F238E27FC236}">
                  <a16:creationId xmlns:a16="http://schemas.microsoft.com/office/drawing/2014/main" id="{3FB5912F-2475-5CDD-C72C-F481DE07A34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66" name="Text Box 9">
              <a:extLst>
                <a:ext uri="{FF2B5EF4-FFF2-40B4-BE49-F238E27FC236}">
                  <a16:creationId xmlns:a16="http://schemas.microsoft.com/office/drawing/2014/main" id="{DB45DA56-D69F-4509-0CF8-5A21D8D0394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7831" name="Group 10">
            <a:extLst>
              <a:ext uri="{FF2B5EF4-FFF2-40B4-BE49-F238E27FC236}">
                <a16:creationId xmlns:a16="http://schemas.microsoft.com/office/drawing/2014/main" id="{CB00D911-CDD8-1E1A-0D73-5BC7A5A7FA3B}"/>
              </a:ext>
            </a:extLst>
          </p:cNvPr>
          <p:cNvGrpSpPr>
            <a:grpSpLocks/>
          </p:cNvGrpSpPr>
          <p:nvPr/>
        </p:nvGrpSpPr>
        <p:grpSpPr bwMode="auto">
          <a:xfrm>
            <a:off x="4114800" y="3581400"/>
            <a:ext cx="533400" cy="381000"/>
            <a:chOff x="2640" y="1776"/>
            <a:chExt cx="336" cy="240"/>
          </a:xfrm>
        </p:grpSpPr>
        <p:sp>
          <p:nvSpPr>
            <p:cNvPr id="77863" name="Oval 11">
              <a:extLst>
                <a:ext uri="{FF2B5EF4-FFF2-40B4-BE49-F238E27FC236}">
                  <a16:creationId xmlns:a16="http://schemas.microsoft.com/office/drawing/2014/main" id="{3DC2A03E-8CE0-BD56-7A49-BD53BFC7369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64" name="Text Box 12">
              <a:extLst>
                <a:ext uri="{FF2B5EF4-FFF2-40B4-BE49-F238E27FC236}">
                  <a16:creationId xmlns:a16="http://schemas.microsoft.com/office/drawing/2014/main" id="{FEA4E5D5-D28E-6D94-AB5C-71A5FF34E9D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7832" name="Group 13">
            <a:extLst>
              <a:ext uri="{FF2B5EF4-FFF2-40B4-BE49-F238E27FC236}">
                <a16:creationId xmlns:a16="http://schemas.microsoft.com/office/drawing/2014/main" id="{642214C5-8859-3C39-EC2E-8E97185A9235}"/>
              </a:ext>
            </a:extLst>
          </p:cNvPr>
          <p:cNvGrpSpPr>
            <a:grpSpLocks/>
          </p:cNvGrpSpPr>
          <p:nvPr/>
        </p:nvGrpSpPr>
        <p:grpSpPr bwMode="auto">
          <a:xfrm>
            <a:off x="7010400" y="3581400"/>
            <a:ext cx="533400" cy="381000"/>
            <a:chOff x="2640" y="1776"/>
            <a:chExt cx="336" cy="240"/>
          </a:xfrm>
        </p:grpSpPr>
        <p:sp>
          <p:nvSpPr>
            <p:cNvPr id="77861" name="Oval 14">
              <a:extLst>
                <a:ext uri="{FF2B5EF4-FFF2-40B4-BE49-F238E27FC236}">
                  <a16:creationId xmlns:a16="http://schemas.microsoft.com/office/drawing/2014/main" id="{DEE3A985-23E2-0F44-E197-CDE1DE6E4E6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62" name="Text Box 15">
              <a:extLst>
                <a:ext uri="{FF2B5EF4-FFF2-40B4-BE49-F238E27FC236}">
                  <a16:creationId xmlns:a16="http://schemas.microsoft.com/office/drawing/2014/main" id="{52FD90CC-B262-77FF-27CB-9527A01FC36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7833" name="Group 16">
            <a:extLst>
              <a:ext uri="{FF2B5EF4-FFF2-40B4-BE49-F238E27FC236}">
                <a16:creationId xmlns:a16="http://schemas.microsoft.com/office/drawing/2014/main" id="{523BC663-914B-43FF-A8CE-672505C9FB61}"/>
              </a:ext>
            </a:extLst>
          </p:cNvPr>
          <p:cNvGrpSpPr>
            <a:grpSpLocks/>
          </p:cNvGrpSpPr>
          <p:nvPr/>
        </p:nvGrpSpPr>
        <p:grpSpPr bwMode="auto">
          <a:xfrm>
            <a:off x="5410200" y="3581400"/>
            <a:ext cx="533400" cy="381000"/>
            <a:chOff x="2640" y="1776"/>
            <a:chExt cx="336" cy="240"/>
          </a:xfrm>
        </p:grpSpPr>
        <p:sp>
          <p:nvSpPr>
            <p:cNvPr id="77859" name="Oval 17">
              <a:extLst>
                <a:ext uri="{FF2B5EF4-FFF2-40B4-BE49-F238E27FC236}">
                  <a16:creationId xmlns:a16="http://schemas.microsoft.com/office/drawing/2014/main" id="{DA009EC0-844D-5363-1089-0DD69F00A94A}"/>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60" name="Text Box 18">
              <a:extLst>
                <a:ext uri="{FF2B5EF4-FFF2-40B4-BE49-F238E27FC236}">
                  <a16:creationId xmlns:a16="http://schemas.microsoft.com/office/drawing/2014/main" id="{F222432E-8724-276A-5CA7-BB206028978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7834" name="Group 19">
            <a:extLst>
              <a:ext uri="{FF2B5EF4-FFF2-40B4-BE49-F238E27FC236}">
                <a16:creationId xmlns:a16="http://schemas.microsoft.com/office/drawing/2014/main" id="{A31217B4-BC1C-B8FA-9DC9-1FFBC2ED3346}"/>
              </a:ext>
            </a:extLst>
          </p:cNvPr>
          <p:cNvGrpSpPr>
            <a:grpSpLocks/>
          </p:cNvGrpSpPr>
          <p:nvPr/>
        </p:nvGrpSpPr>
        <p:grpSpPr bwMode="auto">
          <a:xfrm>
            <a:off x="2133600" y="4267200"/>
            <a:ext cx="533400" cy="381000"/>
            <a:chOff x="2640" y="1776"/>
            <a:chExt cx="336" cy="240"/>
          </a:xfrm>
        </p:grpSpPr>
        <p:sp>
          <p:nvSpPr>
            <p:cNvPr id="77857" name="Oval 20">
              <a:extLst>
                <a:ext uri="{FF2B5EF4-FFF2-40B4-BE49-F238E27FC236}">
                  <a16:creationId xmlns:a16="http://schemas.microsoft.com/office/drawing/2014/main" id="{630A85B5-185F-0400-36D9-B15E3BA0229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58" name="Text Box 21">
              <a:extLst>
                <a:ext uri="{FF2B5EF4-FFF2-40B4-BE49-F238E27FC236}">
                  <a16:creationId xmlns:a16="http://schemas.microsoft.com/office/drawing/2014/main" id="{B223F3CE-A5E8-30F1-5B54-808E4A9A739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7835" name="Group 22">
            <a:extLst>
              <a:ext uri="{FF2B5EF4-FFF2-40B4-BE49-F238E27FC236}">
                <a16:creationId xmlns:a16="http://schemas.microsoft.com/office/drawing/2014/main" id="{831EA0BB-E45A-6962-7525-497FE63F3544}"/>
              </a:ext>
            </a:extLst>
          </p:cNvPr>
          <p:cNvGrpSpPr>
            <a:grpSpLocks/>
          </p:cNvGrpSpPr>
          <p:nvPr/>
        </p:nvGrpSpPr>
        <p:grpSpPr bwMode="auto">
          <a:xfrm>
            <a:off x="3352800" y="4267200"/>
            <a:ext cx="533400" cy="381000"/>
            <a:chOff x="2640" y="1776"/>
            <a:chExt cx="336" cy="240"/>
          </a:xfrm>
        </p:grpSpPr>
        <p:sp>
          <p:nvSpPr>
            <p:cNvPr id="77855" name="Oval 23">
              <a:extLst>
                <a:ext uri="{FF2B5EF4-FFF2-40B4-BE49-F238E27FC236}">
                  <a16:creationId xmlns:a16="http://schemas.microsoft.com/office/drawing/2014/main" id="{388D1C44-C9ED-10B4-33F7-F136569AB21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56" name="Text Box 24">
              <a:extLst>
                <a:ext uri="{FF2B5EF4-FFF2-40B4-BE49-F238E27FC236}">
                  <a16:creationId xmlns:a16="http://schemas.microsoft.com/office/drawing/2014/main" id="{F073E4E4-2C8C-E9A5-1F91-EF94A06ACB8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77836" name="Group 25">
            <a:extLst>
              <a:ext uri="{FF2B5EF4-FFF2-40B4-BE49-F238E27FC236}">
                <a16:creationId xmlns:a16="http://schemas.microsoft.com/office/drawing/2014/main" id="{0E8C274E-44E2-807E-CB41-7D5B276BB12C}"/>
              </a:ext>
            </a:extLst>
          </p:cNvPr>
          <p:cNvGrpSpPr>
            <a:grpSpLocks/>
          </p:cNvGrpSpPr>
          <p:nvPr/>
        </p:nvGrpSpPr>
        <p:grpSpPr bwMode="auto">
          <a:xfrm>
            <a:off x="4495800" y="4267200"/>
            <a:ext cx="533400" cy="381000"/>
            <a:chOff x="2640" y="1776"/>
            <a:chExt cx="336" cy="240"/>
          </a:xfrm>
        </p:grpSpPr>
        <p:sp>
          <p:nvSpPr>
            <p:cNvPr id="77853" name="Oval 26">
              <a:extLst>
                <a:ext uri="{FF2B5EF4-FFF2-40B4-BE49-F238E27FC236}">
                  <a16:creationId xmlns:a16="http://schemas.microsoft.com/office/drawing/2014/main" id="{A32B6EBC-6436-60E5-DEF7-6098EA5DC46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54" name="Text Box 27">
              <a:extLst>
                <a:ext uri="{FF2B5EF4-FFF2-40B4-BE49-F238E27FC236}">
                  <a16:creationId xmlns:a16="http://schemas.microsoft.com/office/drawing/2014/main" id="{5726F14C-5D97-B08E-9C56-6659C8FD9E1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77837" name="Group 28">
            <a:extLst>
              <a:ext uri="{FF2B5EF4-FFF2-40B4-BE49-F238E27FC236}">
                <a16:creationId xmlns:a16="http://schemas.microsoft.com/office/drawing/2014/main" id="{258F9057-8A00-6EA7-FB8C-E4A5DFEF68A5}"/>
              </a:ext>
            </a:extLst>
          </p:cNvPr>
          <p:cNvGrpSpPr>
            <a:grpSpLocks/>
          </p:cNvGrpSpPr>
          <p:nvPr/>
        </p:nvGrpSpPr>
        <p:grpSpPr bwMode="auto">
          <a:xfrm>
            <a:off x="5257800" y="4267200"/>
            <a:ext cx="533400" cy="381000"/>
            <a:chOff x="2640" y="1776"/>
            <a:chExt cx="336" cy="240"/>
          </a:xfrm>
        </p:grpSpPr>
        <p:sp>
          <p:nvSpPr>
            <p:cNvPr id="77851" name="Oval 29">
              <a:extLst>
                <a:ext uri="{FF2B5EF4-FFF2-40B4-BE49-F238E27FC236}">
                  <a16:creationId xmlns:a16="http://schemas.microsoft.com/office/drawing/2014/main" id="{DA2B98AC-6F8A-7CAD-B0F0-52BA80A30AE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52" name="Text Box 30">
              <a:extLst>
                <a:ext uri="{FF2B5EF4-FFF2-40B4-BE49-F238E27FC236}">
                  <a16:creationId xmlns:a16="http://schemas.microsoft.com/office/drawing/2014/main" id="{26160AB0-F410-DF8D-E355-CE3DF3A2960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77838" name="Group 31">
            <a:extLst>
              <a:ext uri="{FF2B5EF4-FFF2-40B4-BE49-F238E27FC236}">
                <a16:creationId xmlns:a16="http://schemas.microsoft.com/office/drawing/2014/main" id="{CA9B7DC2-B3FC-B244-D152-52836834D27A}"/>
              </a:ext>
            </a:extLst>
          </p:cNvPr>
          <p:cNvGrpSpPr>
            <a:grpSpLocks/>
          </p:cNvGrpSpPr>
          <p:nvPr/>
        </p:nvGrpSpPr>
        <p:grpSpPr bwMode="auto">
          <a:xfrm>
            <a:off x="6248400" y="4267200"/>
            <a:ext cx="533400" cy="381000"/>
            <a:chOff x="2640" y="1776"/>
            <a:chExt cx="336" cy="240"/>
          </a:xfrm>
        </p:grpSpPr>
        <p:sp>
          <p:nvSpPr>
            <p:cNvPr id="77849" name="Oval 32">
              <a:extLst>
                <a:ext uri="{FF2B5EF4-FFF2-40B4-BE49-F238E27FC236}">
                  <a16:creationId xmlns:a16="http://schemas.microsoft.com/office/drawing/2014/main" id="{FB3D84CA-D2E1-C4EC-B5A6-0C132CD924D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7850" name="Text Box 33">
              <a:extLst>
                <a:ext uri="{FF2B5EF4-FFF2-40B4-BE49-F238E27FC236}">
                  <a16:creationId xmlns:a16="http://schemas.microsoft.com/office/drawing/2014/main" id="{D03962F3-60BF-E6D5-BA20-D5D6E824F8A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sp>
        <p:nvSpPr>
          <p:cNvPr id="77839" name="Line 34">
            <a:extLst>
              <a:ext uri="{FF2B5EF4-FFF2-40B4-BE49-F238E27FC236}">
                <a16:creationId xmlns:a16="http://schemas.microsoft.com/office/drawing/2014/main" id="{06FA0101-2851-81F1-803B-879535D033DD}"/>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0" name="Line 35">
            <a:extLst>
              <a:ext uri="{FF2B5EF4-FFF2-40B4-BE49-F238E27FC236}">
                <a16:creationId xmlns:a16="http://schemas.microsoft.com/office/drawing/2014/main" id="{F1F1EA6D-FE10-4424-6802-DF3C5C43E656}"/>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1" name="Line 36">
            <a:extLst>
              <a:ext uri="{FF2B5EF4-FFF2-40B4-BE49-F238E27FC236}">
                <a16:creationId xmlns:a16="http://schemas.microsoft.com/office/drawing/2014/main" id="{4035F7BF-4DC6-2A08-C6F1-9200CC07F1CA}"/>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2" name="Line 37">
            <a:extLst>
              <a:ext uri="{FF2B5EF4-FFF2-40B4-BE49-F238E27FC236}">
                <a16:creationId xmlns:a16="http://schemas.microsoft.com/office/drawing/2014/main" id="{9350213A-A655-A597-F821-B4C3B1169788}"/>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3" name="Line 38">
            <a:extLst>
              <a:ext uri="{FF2B5EF4-FFF2-40B4-BE49-F238E27FC236}">
                <a16:creationId xmlns:a16="http://schemas.microsoft.com/office/drawing/2014/main" id="{2C595623-B9B1-DE33-AFBA-91B574344DDE}"/>
              </a:ext>
            </a:extLst>
          </p:cNvPr>
          <p:cNvSpPr>
            <a:spLocks noChangeShapeType="1"/>
          </p:cNvSpPr>
          <p:nvPr/>
        </p:nvSpPr>
        <p:spPr bwMode="auto">
          <a:xfrm flipH="1">
            <a:off x="2438400" y="39624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4" name="Line 39">
            <a:extLst>
              <a:ext uri="{FF2B5EF4-FFF2-40B4-BE49-F238E27FC236}">
                <a16:creationId xmlns:a16="http://schemas.microsoft.com/office/drawing/2014/main" id="{ADCF3EB0-27EA-20DE-5200-3389DF41B18A}"/>
              </a:ext>
            </a:extLst>
          </p:cNvPr>
          <p:cNvSpPr>
            <a:spLocks noChangeShapeType="1"/>
          </p:cNvSpPr>
          <p:nvPr/>
        </p:nvSpPr>
        <p:spPr bwMode="auto">
          <a:xfrm>
            <a:off x="3048000" y="3962400"/>
            <a:ext cx="533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5" name="Line 40">
            <a:extLst>
              <a:ext uri="{FF2B5EF4-FFF2-40B4-BE49-F238E27FC236}">
                <a16:creationId xmlns:a16="http://schemas.microsoft.com/office/drawing/2014/main" id="{0C63CF18-8B54-2703-AD73-9888373620E9}"/>
              </a:ext>
            </a:extLst>
          </p:cNvPr>
          <p:cNvSpPr>
            <a:spLocks noChangeShapeType="1"/>
          </p:cNvSpPr>
          <p:nvPr/>
        </p:nvSpPr>
        <p:spPr bwMode="auto">
          <a:xfrm>
            <a:off x="4495800" y="3962400"/>
            <a:ext cx="152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6" name="Line 41">
            <a:extLst>
              <a:ext uri="{FF2B5EF4-FFF2-40B4-BE49-F238E27FC236}">
                <a16:creationId xmlns:a16="http://schemas.microsoft.com/office/drawing/2014/main" id="{D694D268-1E05-D5F7-9FC8-1F4B3C91B8B0}"/>
              </a:ext>
            </a:extLst>
          </p:cNvPr>
          <p:cNvSpPr>
            <a:spLocks noChangeShapeType="1"/>
          </p:cNvSpPr>
          <p:nvPr/>
        </p:nvSpPr>
        <p:spPr bwMode="auto">
          <a:xfrm flipH="1">
            <a:off x="5486400" y="3962400"/>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7" name="Line 42">
            <a:extLst>
              <a:ext uri="{FF2B5EF4-FFF2-40B4-BE49-F238E27FC236}">
                <a16:creationId xmlns:a16="http://schemas.microsoft.com/office/drawing/2014/main" id="{2E2E85CB-798B-E431-C8B0-F65B990F241B}"/>
              </a:ext>
            </a:extLst>
          </p:cNvPr>
          <p:cNvSpPr>
            <a:spLocks noChangeShapeType="1"/>
          </p:cNvSpPr>
          <p:nvPr/>
        </p:nvSpPr>
        <p:spPr bwMode="auto">
          <a:xfrm>
            <a:off x="5715000" y="3962400"/>
            <a:ext cx="685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7848" name="Text Box 43">
            <a:extLst>
              <a:ext uri="{FF2B5EF4-FFF2-40B4-BE49-F238E27FC236}">
                <a16:creationId xmlns:a16="http://schemas.microsoft.com/office/drawing/2014/main" id="{E31A0F68-2FBA-1175-6797-CF43DAF9EA1D}"/>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82C83E35-1DF8-4FC5-9C7A-6CD98845CAA4}"/>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Slide Number Placeholder 5">
            <a:extLst>
              <a:ext uri="{FF2B5EF4-FFF2-40B4-BE49-F238E27FC236}">
                <a16:creationId xmlns:a16="http://schemas.microsoft.com/office/drawing/2014/main" id="{C0641F08-675C-2B3B-5F46-195D8BD95AE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2DCB5D0-A5D2-4407-B819-63F00807EA3E}" type="slidenum">
              <a:rPr lang="en-GB" altLang="en-US" sz="1400">
                <a:solidFill>
                  <a:srgbClr val="FFFFFF"/>
                </a:solidFill>
                <a:latin typeface="Franklin Gothic Book" panose="020B0503020102020204" pitchFamily="34" charset="0"/>
              </a:rPr>
              <a:pPr>
                <a:spcBef>
                  <a:spcPct val="0"/>
                </a:spcBef>
                <a:buClrTx/>
                <a:buSzTx/>
                <a:buFontTx/>
                <a:buNone/>
              </a:pPr>
              <a:t>74</a:t>
            </a:fld>
            <a:endParaRPr lang="en-GB" altLang="en-US" sz="1400">
              <a:solidFill>
                <a:srgbClr val="FFFFFF"/>
              </a:solidFill>
              <a:latin typeface="Franklin Gothic Book" panose="020B0503020102020204" pitchFamily="34" charset="0"/>
            </a:endParaRPr>
          </a:p>
        </p:txBody>
      </p:sp>
      <p:sp>
        <p:nvSpPr>
          <p:cNvPr id="78850" name="Rectangle 2">
            <a:extLst>
              <a:ext uri="{FF2B5EF4-FFF2-40B4-BE49-F238E27FC236}">
                <a16:creationId xmlns:a16="http://schemas.microsoft.com/office/drawing/2014/main" id="{BD51722B-A517-93B6-B470-C61175763F76}"/>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8852" name="Rectangle 3">
            <a:extLst>
              <a:ext uri="{FF2B5EF4-FFF2-40B4-BE49-F238E27FC236}">
                <a16:creationId xmlns:a16="http://schemas.microsoft.com/office/drawing/2014/main" id="{154C85A1-D0C2-E739-9970-51D91022516C}"/>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C,H,</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D,I</a:t>
            </a:r>
          </a:p>
          <a:p>
            <a:pPr eaLnBrk="1" hangingPunct="1">
              <a:spcBef>
                <a:spcPct val="20000"/>
              </a:spcBef>
              <a:buClr>
                <a:schemeClr val="folHlink"/>
              </a:buClr>
              <a:buSzPct val="60000"/>
              <a:buFont typeface="Wingdings" panose="05000000000000000000" pitchFamily="2" charset="2"/>
              <a:buChar char="n"/>
            </a:pPr>
            <a:endParaRPr lang="en-US" altLang="en-US" sz="2000">
              <a:latin typeface="Tahoma" panose="020B0604030504040204" pitchFamily="34" charset="0"/>
            </a:endParaRPr>
          </a:p>
        </p:txBody>
      </p:sp>
      <p:grpSp>
        <p:nvGrpSpPr>
          <p:cNvPr id="78853" name="Group 4">
            <a:extLst>
              <a:ext uri="{FF2B5EF4-FFF2-40B4-BE49-F238E27FC236}">
                <a16:creationId xmlns:a16="http://schemas.microsoft.com/office/drawing/2014/main" id="{B223315F-5CA4-4849-ABBC-EF9A6BBBBED6}"/>
              </a:ext>
            </a:extLst>
          </p:cNvPr>
          <p:cNvGrpSpPr>
            <a:grpSpLocks/>
          </p:cNvGrpSpPr>
          <p:nvPr/>
        </p:nvGrpSpPr>
        <p:grpSpPr bwMode="auto">
          <a:xfrm>
            <a:off x="4572000" y="2895600"/>
            <a:ext cx="533400" cy="381000"/>
            <a:chOff x="2640" y="1776"/>
            <a:chExt cx="336" cy="240"/>
          </a:xfrm>
        </p:grpSpPr>
        <p:sp>
          <p:nvSpPr>
            <p:cNvPr id="78891" name="Oval 5">
              <a:extLst>
                <a:ext uri="{FF2B5EF4-FFF2-40B4-BE49-F238E27FC236}">
                  <a16:creationId xmlns:a16="http://schemas.microsoft.com/office/drawing/2014/main" id="{7579C5FC-B717-CE92-84C9-62AA30CFD02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92" name="Text Box 6">
              <a:extLst>
                <a:ext uri="{FF2B5EF4-FFF2-40B4-BE49-F238E27FC236}">
                  <a16:creationId xmlns:a16="http://schemas.microsoft.com/office/drawing/2014/main" id="{E9286D86-D791-6412-E273-0E90195119E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8854" name="Group 7">
            <a:extLst>
              <a:ext uri="{FF2B5EF4-FFF2-40B4-BE49-F238E27FC236}">
                <a16:creationId xmlns:a16="http://schemas.microsoft.com/office/drawing/2014/main" id="{312718A8-650A-3894-7AD3-577A6434CE84}"/>
              </a:ext>
            </a:extLst>
          </p:cNvPr>
          <p:cNvGrpSpPr>
            <a:grpSpLocks/>
          </p:cNvGrpSpPr>
          <p:nvPr/>
        </p:nvGrpSpPr>
        <p:grpSpPr bwMode="auto">
          <a:xfrm>
            <a:off x="2819400" y="3581400"/>
            <a:ext cx="533400" cy="381000"/>
            <a:chOff x="2640" y="1776"/>
            <a:chExt cx="336" cy="240"/>
          </a:xfrm>
        </p:grpSpPr>
        <p:sp>
          <p:nvSpPr>
            <p:cNvPr id="78889" name="Oval 8">
              <a:extLst>
                <a:ext uri="{FF2B5EF4-FFF2-40B4-BE49-F238E27FC236}">
                  <a16:creationId xmlns:a16="http://schemas.microsoft.com/office/drawing/2014/main" id="{DE3DCBE0-0B96-2A2B-56C4-4D51BC4E7EC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90" name="Text Box 9">
              <a:extLst>
                <a:ext uri="{FF2B5EF4-FFF2-40B4-BE49-F238E27FC236}">
                  <a16:creationId xmlns:a16="http://schemas.microsoft.com/office/drawing/2014/main" id="{1FEE7B0B-B72D-8DD2-525D-C8FF5F27B44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8855" name="Group 10">
            <a:extLst>
              <a:ext uri="{FF2B5EF4-FFF2-40B4-BE49-F238E27FC236}">
                <a16:creationId xmlns:a16="http://schemas.microsoft.com/office/drawing/2014/main" id="{F95C9DC7-B751-1046-03D2-B1DEAA6A31C0}"/>
              </a:ext>
            </a:extLst>
          </p:cNvPr>
          <p:cNvGrpSpPr>
            <a:grpSpLocks/>
          </p:cNvGrpSpPr>
          <p:nvPr/>
        </p:nvGrpSpPr>
        <p:grpSpPr bwMode="auto">
          <a:xfrm>
            <a:off x="4114800" y="3581400"/>
            <a:ext cx="533400" cy="381000"/>
            <a:chOff x="2640" y="1776"/>
            <a:chExt cx="336" cy="240"/>
          </a:xfrm>
        </p:grpSpPr>
        <p:sp>
          <p:nvSpPr>
            <p:cNvPr id="78887" name="Oval 11">
              <a:extLst>
                <a:ext uri="{FF2B5EF4-FFF2-40B4-BE49-F238E27FC236}">
                  <a16:creationId xmlns:a16="http://schemas.microsoft.com/office/drawing/2014/main" id="{AA1B7C5F-1D3E-4FCF-B66D-F9B942396F9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88" name="Text Box 12">
              <a:extLst>
                <a:ext uri="{FF2B5EF4-FFF2-40B4-BE49-F238E27FC236}">
                  <a16:creationId xmlns:a16="http://schemas.microsoft.com/office/drawing/2014/main" id="{CE6D5F1C-C68C-EB67-8E6C-540238BD360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8856" name="Group 13">
            <a:extLst>
              <a:ext uri="{FF2B5EF4-FFF2-40B4-BE49-F238E27FC236}">
                <a16:creationId xmlns:a16="http://schemas.microsoft.com/office/drawing/2014/main" id="{AB528B88-3CF5-39C4-3322-FE60EBD6D407}"/>
              </a:ext>
            </a:extLst>
          </p:cNvPr>
          <p:cNvGrpSpPr>
            <a:grpSpLocks/>
          </p:cNvGrpSpPr>
          <p:nvPr/>
        </p:nvGrpSpPr>
        <p:grpSpPr bwMode="auto">
          <a:xfrm>
            <a:off x="7010400" y="3581400"/>
            <a:ext cx="533400" cy="381000"/>
            <a:chOff x="2640" y="1776"/>
            <a:chExt cx="336" cy="240"/>
          </a:xfrm>
        </p:grpSpPr>
        <p:sp>
          <p:nvSpPr>
            <p:cNvPr id="78885" name="Oval 14">
              <a:extLst>
                <a:ext uri="{FF2B5EF4-FFF2-40B4-BE49-F238E27FC236}">
                  <a16:creationId xmlns:a16="http://schemas.microsoft.com/office/drawing/2014/main" id="{9D20A0CC-B5A0-DFEE-F84B-FAE36D5D151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86" name="Text Box 15">
              <a:extLst>
                <a:ext uri="{FF2B5EF4-FFF2-40B4-BE49-F238E27FC236}">
                  <a16:creationId xmlns:a16="http://schemas.microsoft.com/office/drawing/2014/main" id="{690A82AD-4445-0651-A51E-68527F3E384C}"/>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8857" name="Group 16">
            <a:extLst>
              <a:ext uri="{FF2B5EF4-FFF2-40B4-BE49-F238E27FC236}">
                <a16:creationId xmlns:a16="http://schemas.microsoft.com/office/drawing/2014/main" id="{27E8326F-C22E-8183-2004-A25E73B67685}"/>
              </a:ext>
            </a:extLst>
          </p:cNvPr>
          <p:cNvGrpSpPr>
            <a:grpSpLocks/>
          </p:cNvGrpSpPr>
          <p:nvPr/>
        </p:nvGrpSpPr>
        <p:grpSpPr bwMode="auto">
          <a:xfrm>
            <a:off x="5410200" y="3581400"/>
            <a:ext cx="533400" cy="381000"/>
            <a:chOff x="2640" y="1776"/>
            <a:chExt cx="336" cy="240"/>
          </a:xfrm>
        </p:grpSpPr>
        <p:sp>
          <p:nvSpPr>
            <p:cNvPr id="78883" name="Oval 17">
              <a:extLst>
                <a:ext uri="{FF2B5EF4-FFF2-40B4-BE49-F238E27FC236}">
                  <a16:creationId xmlns:a16="http://schemas.microsoft.com/office/drawing/2014/main" id="{AAE6E966-329F-A829-10B8-3036507B538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84" name="Text Box 18">
              <a:extLst>
                <a:ext uri="{FF2B5EF4-FFF2-40B4-BE49-F238E27FC236}">
                  <a16:creationId xmlns:a16="http://schemas.microsoft.com/office/drawing/2014/main" id="{D0B91A5B-052F-FEB5-C19D-7D28A3F7CA3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8858" name="Group 19">
            <a:extLst>
              <a:ext uri="{FF2B5EF4-FFF2-40B4-BE49-F238E27FC236}">
                <a16:creationId xmlns:a16="http://schemas.microsoft.com/office/drawing/2014/main" id="{5F0AFE9E-FE8B-CDE6-698B-B1F20EA5ADC9}"/>
              </a:ext>
            </a:extLst>
          </p:cNvPr>
          <p:cNvGrpSpPr>
            <a:grpSpLocks/>
          </p:cNvGrpSpPr>
          <p:nvPr/>
        </p:nvGrpSpPr>
        <p:grpSpPr bwMode="auto">
          <a:xfrm>
            <a:off x="2133600" y="4267200"/>
            <a:ext cx="533400" cy="381000"/>
            <a:chOff x="2640" y="1776"/>
            <a:chExt cx="336" cy="240"/>
          </a:xfrm>
        </p:grpSpPr>
        <p:sp>
          <p:nvSpPr>
            <p:cNvPr id="78881" name="Oval 20">
              <a:extLst>
                <a:ext uri="{FF2B5EF4-FFF2-40B4-BE49-F238E27FC236}">
                  <a16:creationId xmlns:a16="http://schemas.microsoft.com/office/drawing/2014/main" id="{8B7676A8-6874-C6C4-CCF8-FED402C6C67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82" name="Text Box 21">
              <a:extLst>
                <a:ext uri="{FF2B5EF4-FFF2-40B4-BE49-F238E27FC236}">
                  <a16:creationId xmlns:a16="http://schemas.microsoft.com/office/drawing/2014/main" id="{9CB62354-7AF8-1AD9-C4F3-BBF6E758935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8859" name="Group 22">
            <a:extLst>
              <a:ext uri="{FF2B5EF4-FFF2-40B4-BE49-F238E27FC236}">
                <a16:creationId xmlns:a16="http://schemas.microsoft.com/office/drawing/2014/main" id="{513F8C3B-7A1B-0AD7-4BCC-D0102EF230A4}"/>
              </a:ext>
            </a:extLst>
          </p:cNvPr>
          <p:cNvGrpSpPr>
            <a:grpSpLocks/>
          </p:cNvGrpSpPr>
          <p:nvPr/>
        </p:nvGrpSpPr>
        <p:grpSpPr bwMode="auto">
          <a:xfrm>
            <a:off x="3352800" y="4267200"/>
            <a:ext cx="533400" cy="381000"/>
            <a:chOff x="2640" y="1776"/>
            <a:chExt cx="336" cy="240"/>
          </a:xfrm>
        </p:grpSpPr>
        <p:sp>
          <p:nvSpPr>
            <p:cNvPr id="78879" name="Oval 23">
              <a:extLst>
                <a:ext uri="{FF2B5EF4-FFF2-40B4-BE49-F238E27FC236}">
                  <a16:creationId xmlns:a16="http://schemas.microsoft.com/office/drawing/2014/main" id="{89E1CC58-C889-9BAE-F0E1-1EBF2609951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80" name="Text Box 24">
              <a:extLst>
                <a:ext uri="{FF2B5EF4-FFF2-40B4-BE49-F238E27FC236}">
                  <a16:creationId xmlns:a16="http://schemas.microsoft.com/office/drawing/2014/main" id="{C71670BC-F408-F24E-4B92-B8FA8DEF10D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78860" name="Group 25">
            <a:extLst>
              <a:ext uri="{FF2B5EF4-FFF2-40B4-BE49-F238E27FC236}">
                <a16:creationId xmlns:a16="http://schemas.microsoft.com/office/drawing/2014/main" id="{E11AB02E-4254-4FFE-E553-2853BAE4EFBE}"/>
              </a:ext>
            </a:extLst>
          </p:cNvPr>
          <p:cNvGrpSpPr>
            <a:grpSpLocks/>
          </p:cNvGrpSpPr>
          <p:nvPr/>
        </p:nvGrpSpPr>
        <p:grpSpPr bwMode="auto">
          <a:xfrm>
            <a:off x="4495800" y="4267200"/>
            <a:ext cx="533400" cy="381000"/>
            <a:chOff x="2640" y="1776"/>
            <a:chExt cx="336" cy="240"/>
          </a:xfrm>
        </p:grpSpPr>
        <p:sp>
          <p:nvSpPr>
            <p:cNvPr id="78877" name="Oval 26">
              <a:extLst>
                <a:ext uri="{FF2B5EF4-FFF2-40B4-BE49-F238E27FC236}">
                  <a16:creationId xmlns:a16="http://schemas.microsoft.com/office/drawing/2014/main" id="{C08E121B-CF72-99C0-6E64-2C88CDEC11F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78" name="Text Box 27">
              <a:extLst>
                <a:ext uri="{FF2B5EF4-FFF2-40B4-BE49-F238E27FC236}">
                  <a16:creationId xmlns:a16="http://schemas.microsoft.com/office/drawing/2014/main" id="{8D20B1FD-3453-DE2E-90A7-B0159A4121C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78861" name="Group 28">
            <a:extLst>
              <a:ext uri="{FF2B5EF4-FFF2-40B4-BE49-F238E27FC236}">
                <a16:creationId xmlns:a16="http://schemas.microsoft.com/office/drawing/2014/main" id="{416AEE5F-1E4B-D70F-726D-B9F56585DCA5}"/>
              </a:ext>
            </a:extLst>
          </p:cNvPr>
          <p:cNvGrpSpPr>
            <a:grpSpLocks/>
          </p:cNvGrpSpPr>
          <p:nvPr/>
        </p:nvGrpSpPr>
        <p:grpSpPr bwMode="auto">
          <a:xfrm>
            <a:off x="5257800" y="4267200"/>
            <a:ext cx="533400" cy="381000"/>
            <a:chOff x="2640" y="1776"/>
            <a:chExt cx="336" cy="240"/>
          </a:xfrm>
        </p:grpSpPr>
        <p:sp>
          <p:nvSpPr>
            <p:cNvPr id="78875" name="Oval 29">
              <a:extLst>
                <a:ext uri="{FF2B5EF4-FFF2-40B4-BE49-F238E27FC236}">
                  <a16:creationId xmlns:a16="http://schemas.microsoft.com/office/drawing/2014/main" id="{76A8A8E3-5044-1605-E753-CD54D94FEA12}"/>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76" name="Text Box 30">
              <a:extLst>
                <a:ext uri="{FF2B5EF4-FFF2-40B4-BE49-F238E27FC236}">
                  <a16:creationId xmlns:a16="http://schemas.microsoft.com/office/drawing/2014/main" id="{E52996EE-791D-8260-0540-31FB975373E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78862" name="Group 31">
            <a:extLst>
              <a:ext uri="{FF2B5EF4-FFF2-40B4-BE49-F238E27FC236}">
                <a16:creationId xmlns:a16="http://schemas.microsoft.com/office/drawing/2014/main" id="{8ED56DE3-2B58-34CB-3C8A-545ECBA80D65}"/>
              </a:ext>
            </a:extLst>
          </p:cNvPr>
          <p:cNvGrpSpPr>
            <a:grpSpLocks/>
          </p:cNvGrpSpPr>
          <p:nvPr/>
        </p:nvGrpSpPr>
        <p:grpSpPr bwMode="auto">
          <a:xfrm>
            <a:off x="6248400" y="4267200"/>
            <a:ext cx="533400" cy="381000"/>
            <a:chOff x="2640" y="1776"/>
            <a:chExt cx="336" cy="240"/>
          </a:xfrm>
        </p:grpSpPr>
        <p:sp>
          <p:nvSpPr>
            <p:cNvPr id="78873" name="Oval 32">
              <a:extLst>
                <a:ext uri="{FF2B5EF4-FFF2-40B4-BE49-F238E27FC236}">
                  <a16:creationId xmlns:a16="http://schemas.microsoft.com/office/drawing/2014/main" id="{61C2286F-B76A-643B-833D-53D967F8CA7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8874" name="Text Box 33">
              <a:extLst>
                <a:ext uri="{FF2B5EF4-FFF2-40B4-BE49-F238E27FC236}">
                  <a16:creationId xmlns:a16="http://schemas.microsoft.com/office/drawing/2014/main" id="{D8FF7DDC-0C19-1416-98E2-09A4728B090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sp>
        <p:nvSpPr>
          <p:cNvPr id="78863" name="Line 34">
            <a:extLst>
              <a:ext uri="{FF2B5EF4-FFF2-40B4-BE49-F238E27FC236}">
                <a16:creationId xmlns:a16="http://schemas.microsoft.com/office/drawing/2014/main" id="{A0A82325-DAC6-DC62-D949-42E59F875150}"/>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64" name="Line 35">
            <a:extLst>
              <a:ext uri="{FF2B5EF4-FFF2-40B4-BE49-F238E27FC236}">
                <a16:creationId xmlns:a16="http://schemas.microsoft.com/office/drawing/2014/main" id="{02366150-831E-1690-4673-2BDDC86CF5D9}"/>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65" name="Line 36">
            <a:extLst>
              <a:ext uri="{FF2B5EF4-FFF2-40B4-BE49-F238E27FC236}">
                <a16:creationId xmlns:a16="http://schemas.microsoft.com/office/drawing/2014/main" id="{8EF14FD4-64E9-EE39-A108-729FE308949C}"/>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66" name="Line 37">
            <a:extLst>
              <a:ext uri="{FF2B5EF4-FFF2-40B4-BE49-F238E27FC236}">
                <a16:creationId xmlns:a16="http://schemas.microsoft.com/office/drawing/2014/main" id="{61EFD797-BD47-58A3-8DD2-1123D31C600E}"/>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67" name="Line 38">
            <a:extLst>
              <a:ext uri="{FF2B5EF4-FFF2-40B4-BE49-F238E27FC236}">
                <a16:creationId xmlns:a16="http://schemas.microsoft.com/office/drawing/2014/main" id="{23EEE491-9B32-4AB9-E43C-C90DEA0A5936}"/>
              </a:ext>
            </a:extLst>
          </p:cNvPr>
          <p:cNvSpPr>
            <a:spLocks noChangeShapeType="1"/>
          </p:cNvSpPr>
          <p:nvPr/>
        </p:nvSpPr>
        <p:spPr bwMode="auto">
          <a:xfrm flipH="1">
            <a:off x="2438400" y="39624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68" name="Line 39">
            <a:extLst>
              <a:ext uri="{FF2B5EF4-FFF2-40B4-BE49-F238E27FC236}">
                <a16:creationId xmlns:a16="http://schemas.microsoft.com/office/drawing/2014/main" id="{024A511E-BF15-CEE6-F88B-60571137D8F5}"/>
              </a:ext>
            </a:extLst>
          </p:cNvPr>
          <p:cNvSpPr>
            <a:spLocks noChangeShapeType="1"/>
          </p:cNvSpPr>
          <p:nvPr/>
        </p:nvSpPr>
        <p:spPr bwMode="auto">
          <a:xfrm>
            <a:off x="3048000" y="3962400"/>
            <a:ext cx="533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69" name="Line 40">
            <a:extLst>
              <a:ext uri="{FF2B5EF4-FFF2-40B4-BE49-F238E27FC236}">
                <a16:creationId xmlns:a16="http://schemas.microsoft.com/office/drawing/2014/main" id="{009EDAE8-534D-BDCD-E9C4-B16C31833A56}"/>
              </a:ext>
            </a:extLst>
          </p:cNvPr>
          <p:cNvSpPr>
            <a:spLocks noChangeShapeType="1"/>
          </p:cNvSpPr>
          <p:nvPr/>
        </p:nvSpPr>
        <p:spPr bwMode="auto">
          <a:xfrm>
            <a:off x="4495800" y="3962400"/>
            <a:ext cx="152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70" name="Line 41">
            <a:extLst>
              <a:ext uri="{FF2B5EF4-FFF2-40B4-BE49-F238E27FC236}">
                <a16:creationId xmlns:a16="http://schemas.microsoft.com/office/drawing/2014/main" id="{FAA52F6B-D30D-3BCD-D16E-974D17934EDE}"/>
              </a:ext>
            </a:extLst>
          </p:cNvPr>
          <p:cNvSpPr>
            <a:spLocks noChangeShapeType="1"/>
          </p:cNvSpPr>
          <p:nvPr/>
        </p:nvSpPr>
        <p:spPr bwMode="auto">
          <a:xfrm flipH="1">
            <a:off x="5486400" y="3962400"/>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71" name="Line 42">
            <a:extLst>
              <a:ext uri="{FF2B5EF4-FFF2-40B4-BE49-F238E27FC236}">
                <a16:creationId xmlns:a16="http://schemas.microsoft.com/office/drawing/2014/main" id="{E40464D3-B7D9-0E64-3D11-FA358B0F8721}"/>
              </a:ext>
            </a:extLst>
          </p:cNvPr>
          <p:cNvSpPr>
            <a:spLocks noChangeShapeType="1"/>
          </p:cNvSpPr>
          <p:nvPr/>
        </p:nvSpPr>
        <p:spPr bwMode="auto">
          <a:xfrm>
            <a:off x="5715000" y="3962400"/>
            <a:ext cx="685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72" name="Text Box 43">
            <a:extLst>
              <a:ext uri="{FF2B5EF4-FFF2-40B4-BE49-F238E27FC236}">
                <a16:creationId xmlns:a16="http://schemas.microsoft.com/office/drawing/2014/main" id="{E412B8F1-F2A4-7648-0F83-B7777042073E}"/>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802114D4-6891-34F6-5F3A-06B58F0E9E3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Slide Number Placeholder 5">
            <a:extLst>
              <a:ext uri="{FF2B5EF4-FFF2-40B4-BE49-F238E27FC236}">
                <a16:creationId xmlns:a16="http://schemas.microsoft.com/office/drawing/2014/main" id="{886C747D-58E1-64A2-96B2-9DCCBC6E81B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CBFDB87-6F37-497F-B752-FC900D1A0060}" type="slidenum">
              <a:rPr lang="en-GB" altLang="en-US" sz="1400">
                <a:solidFill>
                  <a:srgbClr val="FFFFFF"/>
                </a:solidFill>
                <a:latin typeface="Franklin Gothic Book" panose="020B0503020102020204" pitchFamily="34" charset="0"/>
              </a:rPr>
              <a:pPr>
                <a:spcBef>
                  <a:spcPct val="0"/>
                </a:spcBef>
                <a:buClrTx/>
                <a:buSzTx/>
                <a:buFontTx/>
                <a:buNone/>
              </a:pPr>
              <a:t>75</a:t>
            </a:fld>
            <a:endParaRPr lang="en-GB" altLang="en-US" sz="1400">
              <a:solidFill>
                <a:srgbClr val="FFFFFF"/>
              </a:solidFill>
              <a:latin typeface="Franklin Gothic Book" panose="020B0503020102020204" pitchFamily="34" charset="0"/>
            </a:endParaRPr>
          </a:p>
        </p:txBody>
      </p:sp>
      <p:sp>
        <p:nvSpPr>
          <p:cNvPr id="79874" name="Rectangle 2">
            <a:extLst>
              <a:ext uri="{FF2B5EF4-FFF2-40B4-BE49-F238E27FC236}">
                <a16:creationId xmlns:a16="http://schemas.microsoft.com/office/drawing/2014/main" id="{68765D6C-FA5D-3164-C841-9BCA1F6598B4}"/>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79876" name="Rectangle 3">
            <a:extLst>
              <a:ext uri="{FF2B5EF4-FFF2-40B4-BE49-F238E27FC236}">
                <a16:creationId xmlns:a16="http://schemas.microsoft.com/office/drawing/2014/main" id="{4F1AC96E-587B-AD6B-3058-29FFD57D1F05}"/>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C,H,</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D,I</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J,</a:t>
            </a:r>
          </a:p>
        </p:txBody>
      </p:sp>
      <p:grpSp>
        <p:nvGrpSpPr>
          <p:cNvPr id="79877" name="Group 4">
            <a:extLst>
              <a:ext uri="{FF2B5EF4-FFF2-40B4-BE49-F238E27FC236}">
                <a16:creationId xmlns:a16="http://schemas.microsoft.com/office/drawing/2014/main" id="{D51A5AD5-1623-F790-DE61-FBC470A8E825}"/>
              </a:ext>
            </a:extLst>
          </p:cNvPr>
          <p:cNvGrpSpPr>
            <a:grpSpLocks/>
          </p:cNvGrpSpPr>
          <p:nvPr/>
        </p:nvGrpSpPr>
        <p:grpSpPr bwMode="auto">
          <a:xfrm>
            <a:off x="4572000" y="2895600"/>
            <a:ext cx="533400" cy="381000"/>
            <a:chOff x="2640" y="1776"/>
            <a:chExt cx="336" cy="240"/>
          </a:xfrm>
        </p:grpSpPr>
        <p:sp>
          <p:nvSpPr>
            <p:cNvPr id="79915" name="Oval 5">
              <a:extLst>
                <a:ext uri="{FF2B5EF4-FFF2-40B4-BE49-F238E27FC236}">
                  <a16:creationId xmlns:a16="http://schemas.microsoft.com/office/drawing/2014/main" id="{0DE6675F-EB4D-97B0-0DD1-8EB2C118291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16" name="Text Box 6">
              <a:extLst>
                <a:ext uri="{FF2B5EF4-FFF2-40B4-BE49-F238E27FC236}">
                  <a16:creationId xmlns:a16="http://schemas.microsoft.com/office/drawing/2014/main" id="{5DBAD1F1-FF5A-CDD7-F7F8-6184663EEE2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79878" name="Group 7">
            <a:extLst>
              <a:ext uri="{FF2B5EF4-FFF2-40B4-BE49-F238E27FC236}">
                <a16:creationId xmlns:a16="http://schemas.microsoft.com/office/drawing/2014/main" id="{7349C59F-D32C-2BF8-49D6-52B471022221}"/>
              </a:ext>
            </a:extLst>
          </p:cNvPr>
          <p:cNvGrpSpPr>
            <a:grpSpLocks/>
          </p:cNvGrpSpPr>
          <p:nvPr/>
        </p:nvGrpSpPr>
        <p:grpSpPr bwMode="auto">
          <a:xfrm>
            <a:off x="2819400" y="3581400"/>
            <a:ext cx="533400" cy="381000"/>
            <a:chOff x="2640" y="1776"/>
            <a:chExt cx="336" cy="240"/>
          </a:xfrm>
        </p:grpSpPr>
        <p:sp>
          <p:nvSpPr>
            <p:cNvPr id="79913" name="Oval 8">
              <a:extLst>
                <a:ext uri="{FF2B5EF4-FFF2-40B4-BE49-F238E27FC236}">
                  <a16:creationId xmlns:a16="http://schemas.microsoft.com/office/drawing/2014/main" id="{8F588353-A089-2F3A-8367-B77E168DFFE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14" name="Text Box 9">
              <a:extLst>
                <a:ext uri="{FF2B5EF4-FFF2-40B4-BE49-F238E27FC236}">
                  <a16:creationId xmlns:a16="http://schemas.microsoft.com/office/drawing/2014/main" id="{940644C4-E40A-5AD1-A324-447EB9651AF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79879" name="Group 10">
            <a:extLst>
              <a:ext uri="{FF2B5EF4-FFF2-40B4-BE49-F238E27FC236}">
                <a16:creationId xmlns:a16="http://schemas.microsoft.com/office/drawing/2014/main" id="{039E299F-5668-7AFC-0664-F359A649351D}"/>
              </a:ext>
            </a:extLst>
          </p:cNvPr>
          <p:cNvGrpSpPr>
            <a:grpSpLocks/>
          </p:cNvGrpSpPr>
          <p:nvPr/>
        </p:nvGrpSpPr>
        <p:grpSpPr bwMode="auto">
          <a:xfrm>
            <a:off x="4114800" y="3581400"/>
            <a:ext cx="533400" cy="381000"/>
            <a:chOff x="2640" y="1776"/>
            <a:chExt cx="336" cy="240"/>
          </a:xfrm>
        </p:grpSpPr>
        <p:sp>
          <p:nvSpPr>
            <p:cNvPr id="79911" name="Oval 11">
              <a:extLst>
                <a:ext uri="{FF2B5EF4-FFF2-40B4-BE49-F238E27FC236}">
                  <a16:creationId xmlns:a16="http://schemas.microsoft.com/office/drawing/2014/main" id="{944DB844-9043-F69F-F8F2-8C3879DFC3D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12" name="Text Box 12">
              <a:extLst>
                <a:ext uri="{FF2B5EF4-FFF2-40B4-BE49-F238E27FC236}">
                  <a16:creationId xmlns:a16="http://schemas.microsoft.com/office/drawing/2014/main" id="{9880D865-48CE-6715-5DB1-CCC709A5E48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79880" name="Group 13">
            <a:extLst>
              <a:ext uri="{FF2B5EF4-FFF2-40B4-BE49-F238E27FC236}">
                <a16:creationId xmlns:a16="http://schemas.microsoft.com/office/drawing/2014/main" id="{AA0E892D-A0F5-36DB-CC0C-0E202D0FF5D9}"/>
              </a:ext>
            </a:extLst>
          </p:cNvPr>
          <p:cNvGrpSpPr>
            <a:grpSpLocks/>
          </p:cNvGrpSpPr>
          <p:nvPr/>
        </p:nvGrpSpPr>
        <p:grpSpPr bwMode="auto">
          <a:xfrm>
            <a:off x="7010400" y="3581400"/>
            <a:ext cx="533400" cy="381000"/>
            <a:chOff x="2640" y="1776"/>
            <a:chExt cx="336" cy="240"/>
          </a:xfrm>
        </p:grpSpPr>
        <p:sp>
          <p:nvSpPr>
            <p:cNvPr id="79909" name="Oval 14">
              <a:extLst>
                <a:ext uri="{FF2B5EF4-FFF2-40B4-BE49-F238E27FC236}">
                  <a16:creationId xmlns:a16="http://schemas.microsoft.com/office/drawing/2014/main" id="{57BAD421-44F5-3BB1-65F9-6EDBFE49957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10" name="Text Box 15">
              <a:extLst>
                <a:ext uri="{FF2B5EF4-FFF2-40B4-BE49-F238E27FC236}">
                  <a16:creationId xmlns:a16="http://schemas.microsoft.com/office/drawing/2014/main" id="{413CF535-6C3A-0B90-D206-29B63F701B8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79881" name="Group 16">
            <a:extLst>
              <a:ext uri="{FF2B5EF4-FFF2-40B4-BE49-F238E27FC236}">
                <a16:creationId xmlns:a16="http://schemas.microsoft.com/office/drawing/2014/main" id="{751F18BD-6DEB-FBD9-7FB6-63C18E101471}"/>
              </a:ext>
            </a:extLst>
          </p:cNvPr>
          <p:cNvGrpSpPr>
            <a:grpSpLocks/>
          </p:cNvGrpSpPr>
          <p:nvPr/>
        </p:nvGrpSpPr>
        <p:grpSpPr bwMode="auto">
          <a:xfrm>
            <a:off x="5410200" y="3581400"/>
            <a:ext cx="533400" cy="381000"/>
            <a:chOff x="2640" y="1776"/>
            <a:chExt cx="336" cy="240"/>
          </a:xfrm>
        </p:grpSpPr>
        <p:sp>
          <p:nvSpPr>
            <p:cNvPr id="79907" name="Oval 17">
              <a:extLst>
                <a:ext uri="{FF2B5EF4-FFF2-40B4-BE49-F238E27FC236}">
                  <a16:creationId xmlns:a16="http://schemas.microsoft.com/office/drawing/2014/main" id="{15489848-176B-4813-BFCE-D0E5A302086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08" name="Text Box 18">
              <a:extLst>
                <a:ext uri="{FF2B5EF4-FFF2-40B4-BE49-F238E27FC236}">
                  <a16:creationId xmlns:a16="http://schemas.microsoft.com/office/drawing/2014/main" id="{E12FEAAB-0901-19DF-85E6-A11521FD70F9}"/>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79882" name="Group 19">
            <a:extLst>
              <a:ext uri="{FF2B5EF4-FFF2-40B4-BE49-F238E27FC236}">
                <a16:creationId xmlns:a16="http://schemas.microsoft.com/office/drawing/2014/main" id="{6A162E33-A30B-F900-5905-F94B9792E089}"/>
              </a:ext>
            </a:extLst>
          </p:cNvPr>
          <p:cNvGrpSpPr>
            <a:grpSpLocks/>
          </p:cNvGrpSpPr>
          <p:nvPr/>
        </p:nvGrpSpPr>
        <p:grpSpPr bwMode="auto">
          <a:xfrm>
            <a:off x="2133600" y="4267200"/>
            <a:ext cx="533400" cy="381000"/>
            <a:chOff x="2640" y="1776"/>
            <a:chExt cx="336" cy="240"/>
          </a:xfrm>
        </p:grpSpPr>
        <p:sp>
          <p:nvSpPr>
            <p:cNvPr id="79905" name="Oval 20">
              <a:extLst>
                <a:ext uri="{FF2B5EF4-FFF2-40B4-BE49-F238E27FC236}">
                  <a16:creationId xmlns:a16="http://schemas.microsoft.com/office/drawing/2014/main" id="{DCB9FE17-89D8-BF4D-821A-BF77CE10DB32}"/>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06" name="Text Box 21">
              <a:extLst>
                <a:ext uri="{FF2B5EF4-FFF2-40B4-BE49-F238E27FC236}">
                  <a16:creationId xmlns:a16="http://schemas.microsoft.com/office/drawing/2014/main" id="{27C779DC-3611-5740-8257-36FBF507F48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79883" name="Group 22">
            <a:extLst>
              <a:ext uri="{FF2B5EF4-FFF2-40B4-BE49-F238E27FC236}">
                <a16:creationId xmlns:a16="http://schemas.microsoft.com/office/drawing/2014/main" id="{2A762696-C957-AF06-FBF4-8B589F35F18E}"/>
              </a:ext>
            </a:extLst>
          </p:cNvPr>
          <p:cNvGrpSpPr>
            <a:grpSpLocks/>
          </p:cNvGrpSpPr>
          <p:nvPr/>
        </p:nvGrpSpPr>
        <p:grpSpPr bwMode="auto">
          <a:xfrm>
            <a:off x="3352800" y="4267200"/>
            <a:ext cx="533400" cy="381000"/>
            <a:chOff x="2640" y="1776"/>
            <a:chExt cx="336" cy="240"/>
          </a:xfrm>
        </p:grpSpPr>
        <p:sp>
          <p:nvSpPr>
            <p:cNvPr id="79903" name="Oval 23">
              <a:extLst>
                <a:ext uri="{FF2B5EF4-FFF2-40B4-BE49-F238E27FC236}">
                  <a16:creationId xmlns:a16="http://schemas.microsoft.com/office/drawing/2014/main" id="{518C24CA-9DF3-2E89-9E46-E2E148F8E69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04" name="Text Box 24">
              <a:extLst>
                <a:ext uri="{FF2B5EF4-FFF2-40B4-BE49-F238E27FC236}">
                  <a16:creationId xmlns:a16="http://schemas.microsoft.com/office/drawing/2014/main" id="{70A7F2A8-B1A1-A240-466C-B1A22D88936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79884" name="Group 25">
            <a:extLst>
              <a:ext uri="{FF2B5EF4-FFF2-40B4-BE49-F238E27FC236}">
                <a16:creationId xmlns:a16="http://schemas.microsoft.com/office/drawing/2014/main" id="{651DC1C0-705B-7061-2E92-E0A37E7B0888}"/>
              </a:ext>
            </a:extLst>
          </p:cNvPr>
          <p:cNvGrpSpPr>
            <a:grpSpLocks/>
          </p:cNvGrpSpPr>
          <p:nvPr/>
        </p:nvGrpSpPr>
        <p:grpSpPr bwMode="auto">
          <a:xfrm>
            <a:off x="4495800" y="4267200"/>
            <a:ext cx="533400" cy="381000"/>
            <a:chOff x="2640" y="1776"/>
            <a:chExt cx="336" cy="240"/>
          </a:xfrm>
        </p:grpSpPr>
        <p:sp>
          <p:nvSpPr>
            <p:cNvPr id="79901" name="Oval 26">
              <a:extLst>
                <a:ext uri="{FF2B5EF4-FFF2-40B4-BE49-F238E27FC236}">
                  <a16:creationId xmlns:a16="http://schemas.microsoft.com/office/drawing/2014/main" id="{59490325-3621-5857-A5A4-523D730FEC3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02" name="Text Box 27">
              <a:extLst>
                <a:ext uri="{FF2B5EF4-FFF2-40B4-BE49-F238E27FC236}">
                  <a16:creationId xmlns:a16="http://schemas.microsoft.com/office/drawing/2014/main" id="{FE35A955-CCB4-7B6A-26B6-0C63860D797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79885" name="Group 28">
            <a:extLst>
              <a:ext uri="{FF2B5EF4-FFF2-40B4-BE49-F238E27FC236}">
                <a16:creationId xmlns:a16="http://schemas.microsoft.com/office/drawing/2014/main" id="{6EA2424D-68BA-81D3-D7B2-2685361F119E}"/>
              </a:ext>
            </a:extLst>
          </p:cNvPr>
          <p:cNvGrpSpPr>
            <a:grpSpLocks/>
          </p:cNvGrpSpPr>
          <p:nvPr/>
        </p:nvGrpSpPr>
        <p:grpSpPr bwMode="auto">
          <a:xfrm>
            <a:off x="5257800" y="4267200"/>
            <a:ext cx="533400" cy="381000"/>
            <a:chOff x="2640" y="1776"/>
            <a:chExt cx="336" cy="240"/>
          </a:xfrm>
        </p:grpSpPr>
        <p:sp>
          <p:nvSpPr>
            <p:cNvPr id="79899" name="Oval 29">
              <a:extLst>
                <a:ext uri="{FF2B5EF4-FFF2-40B4-BE49-F238E27FC236}">
                  <a16:creationId xmlns:a16="http://schemas.microsoft.com/office/drawing/2014/main" id="{3D0EF599-32A1-E0B5-2C47-9C2A763758A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900" name="Text Box 30">
              <a:extLst>
                <a:ext uri="{FF2B5EF4-FFF2-40B4-BE49-F238E27FC236}">
                  <a16:creationId xmlns:a16="http://schemas.microsoft.com/office/drawing/2014/main" id="{ED3443BA-BCB8-63D3-B0E9-8BC1D8F9601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79886" name="Group 31">
            <a:extLst>
              <a:ext uri="{FF2B5EF4-FFF2-40B4-BE49-F238E27FC236}">
                <a16:creationId xmlns:a16="http://schemas.microsoft.com/office/drawing/2014/main" id="{DF0B5747-6197-C88A-CCAE-D3D7DDE2B77F}"/>
              </a:ext>
            </a:extLst>
          </p:cNvPr>
          <p:cNvGrpSpPr>
            <a:grpSpLocks/>
          </p:cNvGrpSpPr>
          <p:nvPr/>
        </p:nvGrpSpPr>
        <p:grpSpPr bwMode="auto">
          <a:xfrm>
            <a:off x="6248400" y="4267200"/>
            <a:ext cx="533400" cy="381000"/>
            <a:chOff x="2640" y="1776"/>
            <a:chExt cx="336" cy="240"/>
          </a:xfrm>
        </p:grpSpPr>
        <p:sp>
          <p:nvSpPr>
            <p:cNvPr id="79897" name="Oval 32">
              <a:extLst>
                <a:ext uri="{FF2B5EF4-FFF2-40B4-BE49-F238E27FC236}">
                  <a16:creationId xmlns:a16="http://schemas.microsoft.com/office/drawing/2014/main" id="{82396604-C8D9-EA2F-51AA-62301B2AE360}"/>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79898" name="Text Box 33">
              <a:extLst>
                <a:ext uri="{FF2B5EF4-FFF2-40B4-BE49-F238E27FC236}">
                  <a16:creationId xmlns:a16="http://schemas.microsoft.com/office/drawing/2014/main" id="{A7770D88-FED1-0BF6-D146-80F24BCAD70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sp>
        <p:nvSpPr>
          <p:cNvPr id="79887" name="Line 34">
            <a:extLst>
              <a:ext uri="{FF2B5EF4-FFF2-40B4-BE49-F238E27FC236}">
                <a16:creationId xmlns:a16="http://schemas.microsoft.com/office/drawing/2014/main" id="{5D98DA26-A436-E388-2158-0FEABD1C4E09}"/>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88" name="Line 35">
            <a:extLst>
              <a:ext uri="{FF2B5EF4-FFF2-40B4-BE49-F238E27FC236}">
                <a16:creationId xmlns:a16="http://schemas.microsoft.com/office/drawing/2014/main" id="{1AE46DDC-C48E-A955-0009-09F9B3655D9D}"/>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89" name="Line 36">
            <a:extLst>
              <a:ext uri="{FF2B5EF4-FFF2-40B4-BE49-F238E27FC236}">
                <a16:creationId xmlns:a16="http://schemas.microsoft.com/office/drawing/2014/main" id="{41636BB1-5A02-58FD-C5F2-CEA0C859F487}"/>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90" name="Line 37">
            <a:extLst>
              <a:ext uri="{FF2B5EF4-FFF2-40B4-BE49-F238E27FC236}">
                <a16:creationId xmlns:a16="http://schemas.microsoft.com/office/drawing/2014/main" id="{DCAD6146-C7E8-AF01-B2BB-04E53A1841B6}"/>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91" name="Line 38">
            <a:extLst>
              <a:ext uri="{FF2B5EF4-FFF2-40B4-BE49-F238E27FC236}">
                <a16:creationId xmlns:a16="http://schemas.microsoft.com/office/drawing/2014/main" id="{73EA29EC-2DE6-CC9D-3070-7854C8567215}"/>
              </a:ext>
            </a:extLst>
          </p:cNvPr>
          <p:cNvSpPr>
            <a:spLocks noChangeShapeType="1"/>
          </p:cNvSpPr>
          <p:nvPr/>
        </p:nvSpPr>
        <p:spPr bwMode="auto">
          <a:xfrm flipH="1">
            <a:off x="2438400" y="39624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92" name="Line 39">
            <a:extLst>
              <a:ext uri="{FF2B5EF4-FFF2-40B4-BE49-F238E27FC236}">
                <a16:creationId xmlns:a16="http://schemas.microsoft.com/office/drawing/2014/main" id="{100CA66C-710E-92F0-40B1-A9FA64C33F68}"/>
              </a:ext>
            </a:extLst>
          </p:cNvPr>
          <p:cNvSpPr>
            <a:spLocks noChangeShapeType="1"/>
          </p:cNvSpPr>
          <p:nvPr/>
        </p:nvSpPr>
        <p:spPr bwMode="auto">
          <a:xfrm>
            <a:off x="3048000" y="3962400"/>
            <a:ext cx="533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93" name="Line 40">
            <a:extLst>
              <a:ext uri="{FF2B5EF4-FFF2-40B4-BE49-F238E27FC236}">
                <a16:creationId xmlns:a16="http://schemas.microsoft.com/office/drawing/2014/main" id="{B9627C1F-8CA3-1D78-EF2F-064A3855FF2B}"/>
              </a:ext>
            </a:extLst>
          </p:cNvPr>
          <p:cNvSpPr>
            <a:spLocks noChangeShapeType="1"/>
          </p:cNvSpPr>
          <p:nvPr/>
        </p:nvSpPr>
        <p:spPr bwMode="auto">
          <a:xfrm>
            <a:off x="4495800" y="3962400"/>
            <a:ext cx="152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94" name="Line 41">
            <a:extLst>
              <a:ext uri="{FF2B5EF4-FFF2-40B4-BE49-F238E27FC236}">
                <a16:creationId xmlns:a16="http://schemas.microsoft.com/office/drawing/2014/main" id="{D87E8242-1EB3-85CF-9E35-7B560DCC9DD5}"/>
              </a:ext>
            </a:extLst>
          </p:cNvPr>
          <p:cNvSpPr>
            <a:spLocks noChangeShapeType="1"/>
          </p:cNvSpPr>
          <p:nvPr/>
        </p:nvSpPr>
        <p:spPr bwMode="auto">
          <a:xfrm flipH="1">
            <a:off x="5486400" y="3962400"/>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95" name="Line 42">
            <a:extLst>
              <a:ext uri="{FF2B5EF4-FFF2-40B4-BE49-F238E27FC236}">
                <a16:creationId xmlns:a16="http://schemas.microsoft.com/office/drawing/2014/main" id="{033FCA81-1D46-FCCF-817C-42B8A9FAA87B}"/>
              </a:ext>
            </a:extLst>
          </p:cNvPr>
          <p:cNvSpPr>
            <a:spLocks noChangeShapeType="1"/>
          </p:cNvSpPr>
          <p:nvPr/>
        </p:nvSpPr>
        <p:spPr bwMode="auto">
          <a:xfrm>
            <a:off x="5715000" y="3962400"/>
            <a:ext cx="685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9896" name="Text Box 43">
            <a:extLst>
              <a:ext uri="{FF2B5EF4-FFF2-40B4-BE49-F238E27FC236}">
                <a16:creationId xmlns:a16="http://schemas.microsoft.com/office/drawing/2014/main" id="{9693AFFA-05EB-4976-2ADB-0646379BD488}"/>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C079CB12-FEF4-09FD-41A8-94776B2C5DA8}"/>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Slide Number Placeholder 5">
            <a:extLst>
              <a:ext uri="{FF2B5EF4-FFF2-40B4-BE49-F238E27FC236}">
                <a16:creationId xmlns:a16="http://schemas.microsoft.com/office/drawing/2014/main" id="{D8F5A4B6-3E0D-4EA8-5615-B30F4381361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99B8B6E-0771-4C2C-A43A-1EFDE1E63D84}" type="slidenum">
              <a:rPr lang="en-GB" altLang="en-US" sz="1400">
                <a:solidFill>
                  <a:srgbClr val="FFFFFF"/>
                </a:solidFill>
                <a:latin typeface="Franklin Gothic Book" panose="020B0503020102020204" pitchFamily="34" charset="0"/>
              </a:rPr>
              <a:pPr>
                <a:spcBef>
                  <a:spcPct val="0"/>
                </a:spcBef>
                <a:buClrTx/>
                <a:buSzTx/>
                <a:buFontTx/>
                <a:buNone/>
              </a:pPr>
              <a:t>76</a:t>
            </a:fld>
            <a:endParaRPr lang="en-GB" altLang="en-US" sz="1400">
              <a:solidFill>
                <a:srgbClr val="FFFFFF"/>
              </a:solidFill>
              <a:latin typeface="Franklin Gothic Book" panose="020B0503020102020204" pitchFamily="34" charset="0"/>
            </a:endParaRPr>
          </a:p>
        </p:txBody>
      </p:sp>
      <p:sp>
        <p:nvSpPr>
          <p:cNvPr id="80898" name="Rectangle 2">
            <a:extLst>
              <a:ext uri="{FF2B5EF4-FFF2-40B4-BE49-F238E27FC236}">
                <a16:creationId xmlns:a16="http://schemas.microsoft.com/office/drawing/2014/main" id="{71B75CCC-F1F8-42D5-EFE7-4873CE54E446}"/>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80900" name="Rectangle 3">
            <a:extLst>
              <a:ext uri="{FF2B5EF4-FFF2-40B4-BE49-F238E27FC236}">
                <a16:creationId xmlns:a16="http://schemas.microsoft.com/office/drawing/2014/main" id="{3A41B5C8-5524-B44D-7410-055EEB098FA3}"/>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C,H,</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D,I</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J,</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E</a:t>
            </a:r>
          </a:p>
        </p:txBody>
      </p:sp>
      <p:grpSp>
        <p:nvGrpSpPr>
          <p:cNvPr id="80901" name="Group 4">
            <a:extLst>
              <a:ext uri="{FF2B5EF4-FFF2-40B4-BE49-F238E27FC236}">
                <a16:creationId xmlns:a16="http://schemas.microsoft.com/office/drawing/2014/main" id="{A16A07F5-27DC-1E80-A913-26F6BD52F928}"/>
              </a:ext>
            </a:extLst>
          </p:cNvPr>
          <p:cNvGrpSpPr>
            <a:grpSpLocks/>
          </p:cNvGrpSpPr>
          <p:nvPr/>
        </p:nvGrpSpPr>
        <p:grpSpPr bwMode="auto">
          <a:xfrm>
            <a:off x="4572000" y="2895600"/>
            <a:ext cx="533400" cy="381000"/>
            <a:chOff x="2640" y="1776"/>
            <a:chExt cx="336" cy="240"/>
          </a:xfrm>
        </p:grpSpPr>
        <p:sp>
          <p:nvSpPr>
            <p:cNvPr id="80939" name="Oval 5">
              <a:extLst>
                <a:ext uri="{FF2B5EF4-FFF2-40B4-BE49-F238E27FC236}">
                  <a16:creationId xmlns:a16="http://schemas.microsoft.com/office/drawing/2014/main" id="{6C1D91B1-9927-67AD-B4CF-7CB433B878E1}"/>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40" name="Text Box 6">
              <a:extLst>
                <a:ext uri="{FF2B5EF4-FFF2-40B4-BE49-F238E27FC236}">
                  <a16:creationId xmlns:a16="http://schemas.microsoft.com/office/drawing/2014/main" id="{1A3B4304-207F-4DAD-3DEA-A1F9F107BDB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80902" name="Group 7">
            <a:extLst>
              <a:ext uri="{FF2B5EF4-FFF2-40B4-BE49-F238E27FC236}">
                <a16:creationId xmlns:a16="http://schemas.microsoft.com/office/drawing/2014/main" id="{1ABAAFFB-E376-41A7-4648-B89C622075F2}"/>
              </a:ext>
            </a:extLst>
          </p:cNvPr>
          <p:cNvGrpSpPr>
            <a:grpSpLocks/>
          </p:cNvGrpSpPr>
          <p:nvPr/>
        </p:nvGrpSpPr>
        <p:grpSpPr bwMode="auto">
          <a:xfrm>
            <a:off x="2819400" y="3581400"/>
            <a:ext cx="533400" cy="381000"/>
            <a:chOff x="2640" y="1776"/>
            <a:chExt cx="336" cy="240"/>
          </a:xfrm>
        </p:grpSpPr>
        <p:sp>
          <p:nvSpPr>
            <p:cNvPr id="80937" name="Oval 8">
              <a:extLst>
                <a:ext uri="{FF2B5EF4-FFF2-40B4-BE49-F238E27FC236}">
                  <a16:creationId xmlns:a16="http://schemas.microsoft.com/office/drawing/2014/main" id="{0B46C5FF-CD6D-B793-95DA-0F194082859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38" name="Text Box 9">
              <a:extLst>
                <a:ext uri="{FF2B5EF4-FFF2-40B4-BE49-F238E27FC236}">
                  <a16:creationId xmlns:a16="http://schemas.microsoft.com/office/drawing/2014/main" id="{CD5FBE1C-E4EB-A256-EAAF-0270317EB64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80903" name="Group 10">
            <a:extLst>
              <a:ext uri="{FF2B5EF4-FFF2-40B4-BE49-F238E27FC236}">
                <a16:creationId xmlns:a16="http://schemas.microsoft.com/office/drawing/2014/main" id="{2F161752-639D-712D-26C1-89234C9D199A}"/>
              </a:ext>
            </a:extLst>
          </p:cNvPr>
          <p:cNvGrpSpPr>
            <a:grpSpLocks/>
          </p:cNvGrpSpPr>
          <p:nvPr/>
        </p:nvGrpSpPr>
        <p:grpSpPr bwMode="auto">
          <a:xfrm>
            <a:off x="4114800" y="3581400"/>
            <a:ext cx="533400" cy="381000"/>
            <a:chOff x="2640" y="1776"/>
            <a:chExt cx="336" cy="240"/>
          </a:xfrm>
        </p:grpSpPr>
        <p:sp>
          <p:nvSpPr>
            <p:cNvPr id="80935" name="Oval 11">
              <a:extLst>
                <a:ext uri="{FF2B5EF4-FFF2-40B4-BE49-F238E27FC236}">
                  <a16:creationId xmlns:a16="http://schemas.microsoft.com/office/drawing/2014/main" id="{5FFC247D-E551-17EA-DE76-6475EBAC7CE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36" name="Text Box 12">
              <a:extLst>
                <a:ext uri="{FF2B5EF4-FFF2-40B4-BE49-F238E27FC236}">
                  <a16:creationId xmlns:a16="http://schemas.microsoft.com/office/drawing/2014/main" id="{D71993D6-9539-CD42-3B9E-876A7C93DDC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80904" name="Group 13">
            <a:extLst>
              <a:ext uri="{FF2B5EF4-FFF2-40B4-BE49-F238E27FC236}">
                <a16:creationId xmlns:a16="http://schemas.microsoft.com/office/drawing/2014/main" id="{FDDB5384-CC7B-8FC1-7EC8-260199E07618}"/>
              </a:ext>
            </a:extLst>
          </p:cNvPr>
          <p:cNvGrpSpPr>
            <a:grpSpLocks/>
          </p:cNvGrpSpPr>
          <p:nvPr/>
        </p:nvGrpSpPr>
        <p:grpSpPr bwMode="auto">
          <a:xfrm>
            <a:off x="7010400" y="3581400"/>
            <a:ext cx="533400" cy="381000"/>
            <a:chOff x="2640" y="1776"/>
            <a:chExt cx="336" cy="240"/>
          </a:xfrm>
        </p:grpSpPr>
        <p:sp>
          <p:nvSpPr>
            <p:cNvPr id="80933" name="Oval 14">
              <a:extLst>
                <a:ext uri="{FF2B5EF4-FFF2-40B4-BE49-F238E27FC236}">
                  <a16:creationId xmlns:a16="http://schemas.microsoft.com/office/drawing/2014/main" id="{D5D564F3-B142-E694-604F-1FD5DD197582}"/>
                </a:ext>
              </a:extLst>
            </p:cNvPr>
            <p:cNvSpPr>
              <a:spLocks noChangeArrowheads="1"/>
            </p:cNvSpPr>
            <p:nvPr/>
          </p:nvSpPr>
          <p:spPr bwMode="auto">
            <a:xfrm>
              <a:off x="2640" y="1776"/>
              <a:ext cx="336" cy="240"/>
            </a:xfrm>
            <a:prstGeom prst="ellipse">
              <a:avLst/>
            </a:prstGeom>
            <a:solidFill>
              <a:srgbClr val="FF0000"/>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34" name="Text Box 15">
              <a:extLst>
                <a:ext uri="{FF2B5EF4-FFF2-40B4-BE49-F238E27FC236}">
                  <a16:creationId xmlns:a16="http://schemas.microsoft.com/office/drawing/2014/main" id="{AFC349FC-4AA7-8892-DE2F-026CDD410F1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80905" name="Group 16">
            <a:extLst>
              <a:ext uri="{FF2B5EF4-FFF2-40B4-BE49-F238E27FC236}">
                <a16:creationId xmlns:a16="http://schemas.microsoft.com/office/drawing/2014/main" id="{C1C3C0DC-9920-4E7F-9208-549D88A0C10E}"/>
              </a:ext>
            </a:extLst>
          </p:cNvPr>
          <p:cNvGrpSpPr>
            <a:grpSpLocks/>
          </p:cNvGrpSpPr>
          <p:nvPr/>
        </p:nvGrpSpPr>
        <p:grpSpPr bwMode="auto">
          <a:xfrm>
            <a:off x="5410200" y="3581400"/>
            <a:ext cx="533400" cy="381000"/>
            <a:chOff x="2640" y="1776"/>
            <a:chExt cx="336" cy="240"/>
          </a:xfrm>
        </p:grpSpPr>
        <p:sp>
          <p:nvSpPr>
            <p:cNvPr id="80931" name="Oval 17">
              <a:extLst>
                <a:ext uri="{FF2B5EF4-FFF2-40B4-BE49-F238E27FC236}">
                  <a16:creationId xmlns:a16="http://schemas.microsoft.com/office/drawing/2014/main" id="{058F2353-9F94-E25C-CCDF-058C42F8E8A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32" name="Text Box 18">
              <a:extLst>
                <a:ext uri="{FF2B5EF4-FFF2-40B4-BE49-F238E27FC236}">
                  <a16:creationId xmlns:a16="http://schemas.microsoft.com/office/drawing/2014/main" id="{929C35B3-32F4-81A4-214C-B7ADA7800AB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80906" name="Group 19">
            <a:extLst>
              <a:ext uri="{FF2B5EF4-FFF2-40B4-BE49-F238E27FC236}">
                <a16:creationId xmlns:a16="http://schemas.microsoft.com/office/drawing/2014/main" id="{F76B4EE6-08DA-53DE-2024-D1F65A412932}"/>
              </a:ext>
            </a:extLst>
          </p:cNvPr>
          <p:cNvGrpSpPr>
            <a:grpSpLocks/>
          </p:cNvGrpSpPr>
          <p:nvPr/>
        </p:nvGrpSpPr>
        <p:grpSpPr bwMode="auto">
          <a:xfrm>
            <a:off x="2133600" y="4267200"/>
            <a:ext cx="533400" cy="381000"/>
            <a:chOff x="2640" y="1776"/>
            <a:chExt cx="336" cy="240"/>
          </a:xfrm>
        </p:grpSpPr>
        <p:sp>
          <p:nvSpPr>
            <p:cNvPr id="80929" name="Oval 20">
              <a:extLst>
                <a:ext uri="{FF2B5EF4-FFF2-40B4-BE49-F238E27FC236}">
                  <a16:creationId xmlns:a16="http://schemas.microsoft.com/office/drawing/2014/main" id="{0E0FBA24-0293-15F8-7B85-961827A52DC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30" name="Text Box 21">
              <a:extLst>
                <a:ext uri="{FF2B5EF4-FFF2-40B4-BE49-F238E27FC236}">
                  <a16:creationId xmlns:a16="http://schemas.microsoft.com/office/drawing/2014/main" id="{FD51295D-297F-42FA-4A51-4AC698D6C55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80907" name="Group 22">
            <a:extLst>
              <a:ext uri="{FF2B5EF4-FFF2-40B4-BE49-F238E27FC236}">
                <a16:creationId xmlns:a16="http://schemas.microsoft.com/office/drawing/2014/main" id="{EE80281F-DA5F-C82C-30D8-34DE5B0E8D1F}"/>
              </a:ext>
            </a:extLst>
          </p:cNvPr>
          <p:cNvGrpSpPr>
            <a:grpSpLocks/>
          </p:cNvGrpSpPr>
          <p:nvPr/>
        </p:nvGrpSpPr>
        <p:grpSpPr bwMode="auto">
          <a:xfrm>
            <a:off x="3352800" y="4267200"/>
            <a:ext cx="533400" cy="381000"/>
            <a:chOff x="2640" y="1776"/>
            <a:chExt cx="336" cy="240"/>
          </a:xfrm>
        </p:grpSpPr>
        <p:sp>
          <p:nvSpPr>
            <p:cNvPr id="80927" name="Oval 23">
              <a:extLst>
                <a:ext uri="{FF2B5EF4-FFF2-40B4-BE49-F238E27FC236}">
                  <a16:creationId xmlns:a16="http://schemas.microsoft.com/office/drawing/2014/main" id="{8A910F8E-42AC-21C0-057F-93E3D66C1340}"/>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28" name="Text Box 24">
              <a:extLst>
                <a:ext uri="{FF2B5EF4-FFF2-40B4-BE49-F238E27FC236}">
                  <a16:creationId xmlns:a16="http://schemas.microsoft.com/office/drawing/2014/main" id="{0A474C4C-20E0-7C7A-14FF-39D8AC601522}"/>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80908" name="Group 25">
            <a:extLst>
              <a:ext uri="{FF2B5EF4-FFF2-40B4-BE49-F238E27FC236}">
                <a16:creationId xmlns:a16="http://schemas.microsoft.com/office/drawing/2014/main" id="{C4624731-EA0F-7563-DD73-64B4DA2B5FB9}"/>
              </a:ext>
            </a:extLst>
          </p:cNvPr>
          <p:cNvGrpSpPr>
            <a:grpSpLocks/>
          </p:cNvGrpSpPr>
          <p:nvPr/>
        </p:nvGrpSpPr>
        <p:grpSpPr bwMode="auto">
          <a:xfrm>
            <a:off x="4495800" y="4267200"/>
            <a:ext cx="533400" cy="381000"/>
            <a:chOff x="2640" y="1776"/>
            <a:chExt cx="336" cy="240"/>
          </a:xfrm>
        </p:grpSpPr>
        <p:sp>
          <p:nvSpPr>
            <p:cNvPr id="80925" name="Oval 26">
              <a:extLst>
                <a:ext uri="{FF2B5EF4-FFF2-40B4-BE49-F238E27FC236}">
                  <a16:creationId xmlns:a16="http://schemas.microsoft.com/office/drawing/2014/main" id="{2CD40D59-8D34-1157-10EF-BA0CF88AA41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26" name="Text Box 27">
              <a:extLst>
                <a:ext uri="{FF2B5EF4-FFF2-40B4-BE49-F238E27FC236}">
                  <a16:creationId xmlns:a16="http://schemas.microsoft.com/office/drawing/2014/main" id="{A772B34E-DE8E-E48B-D6CC-5C5E10D4523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80909" name="Group 28">
            <a:extLst>
              <a:ext uri="{FF2B5EF4-FFF2-40B4-BE49-F238E27FC236}">
                <a16:creationId xmlns:a16="http://schemas.microsoft.com/office/drawing/2014/main" id="{75929EC1-B4C5-C748-FFB7-ED1879906926}"/>
              </a:ext>
            </a:extLst>
          </p:cNvPr>
          <p:cNvGrpSpPr>
            <a:grpSpLocks/>
          </p:cNvGrpSpPr>
          <p:nvPr/>
        </p:nvGrpSpPr>
        <p:grpSpPr bwMode="auto">
          <a:xfrm>
            <a:off x="5257800" y="4267200"/>
            <a:ext cx="533400" cy="381000"/>
            <a:chOff x="2640" y="1776"/>
            <a:chExt cx="336" cy="240"/>
          </a:xfrm>
        </p:grpSpPr>
        <p:sp>
          <p:nvSpPr>
            <p:cNvPr id="80923" name="Oval 29">
              <a:extLst>
                <a:ext uri="{FF2B5EF4-FFF2-40B4-BE49-F238E27FC236}">
                  <a16:creationId xmlns:a16="http://schemas.microsoft.com/office/drawing/2014/main" id="{27704ACA-33CD-1E16-9526-BC3435EB33F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24" name="Text Box 30">
              <a:extLst>
                <a:ext uri="{FF2B5EF4-FFF2-40B4-BE49-F238E27FC236}">
                  <a16:creationId xmlns:a16="http://schemas.microsoft.com/office/drawing/2014/main" id="{3D61A94B-12F3-A3E7-DA7B-41B4BC21FB3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80910" name="Group 31">
            <a:extLst>
              <a:ext uri="{FF2B5EF4-FFF2-40B4-BE49-F238E27FC236}">
                <a16:creationId xmlns:a16="http://schemas.microsoft.com/office/drawing/2014/main" id="{55430AE8-1B7D-E121-BE20-67891F38B30F}"/>
              </a:ext>
            </a:extLst>
          </p:cNvPr>
          <p:cNvGrpSpPr>
            <a:grpSpLocks/>
          </p:cNvGrpSpPr>
          <p:nvPr/>
        </p:nvGrpSpPr>
        <p:grpSpPr bwMode="auto">
          <a:xfrm>
            <a:off x="6248400" y="4267200"/>
            <a:ext cx="533400" cy="381000"/>
            <a:chOff x="2640" y="1776"/>
            <a:chExt cx="336" cy="240"/>
          </a:xfrm>
        </p:grpSpPr>
        <p:sp>
          <p:nvSpPr>
            <p:cNvPr id="80921" name="Oval 32">
              <a:extLst>
                <a:ext uri="{FF2B5EF4-FFF2-40B4-BE49-F238E27FC236}">
                  <a16:creationId xmlns:a16="http://schemas.microsoft.com/office/drawing/2014/main" id="{8F322599-817F-662D-5C4D-97102D43B3A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0922" name="Text Box 33">
              <a:extLst>
                <a:ext uri="{FF2B5EF4-FFF2-40B4-BE49-F238E27FC236}">
                  <a16:creationId xmlns:a16="http://schemas.microsoft.com/office/drawing/2014/main" id="{27D02969-D1AC-3C05-F641-9AC7ABD4BE8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sp>
        <p:nvSpPr>
          <p:cNvPr id="80911" name="Line 34">
            <a:extLst>
              <a:ext uri="{FF2B5EF4-FFF2-40B4-BE49-F238E27FC236}">
                <a16:creationId xmlns:a16="http://schemas.microsoft.com/office/drawing/2014/main" id="{5D50F215-C62E-7E7C-A507-87CFA4369FE5}"/>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2" name="Line 35">
            <a:extLst>
              <a:ext uri="{FF2B5EF4-FFF2-40B4-BE49-F238E27FC236}">
                <a16:creationId xmlns:a16="http://schemas.microsoft.com/office/drawing/2014/main" id="{A6F59C36-6ADC-8D63-C7D0-88DEB766DC61}"/>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3" name="Line 36">
            <a:extLst>
              <a:ext uri="{FF2B5EF4-FFF2-40B4-BE49-F238E27FC236}">
                <a16:creationId xmlns:a16="http://schemas.microsoft.com/office/drawing/2014/main" id="{6C97A94A-E14F-E962-AF7D-82C93AF78DC7}"/>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4" name="Line 37">
            <a:extLst>
              <a:ext uri="{FF2B5EF4-FFF2-40B4-BE49-F238E27FC236}">
                <a16:creationId xmlns:a16="http://schemas.microsoft.com/office/drawing/2014/main" id="{3F4599B0-4AFC-8735-1A74-7DD625672ED5}"/>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5" name="Line 38">
            <a:extLst>
              <a:ext uri="{FF2B5EF4-FFF2-40B4-BE49-F238E27FC236}">
                <a16:creationId xmlns:a16="http://schemas.microsoft.com/office/drawing/2014/main" id="{9E76B45A-CE63-2E33-4DE3-6C78ACE4D19B}"/>
              </a:ext>
            </a:extLst>
          </p:cNvPr>
          <p:cNvSpPr>
            <a:spLocks noChangeShapeType="1"/>
          </p:cNvSpPr>
          <p:nvPr/>
        </p:nvSpPr>
        <p:spPr bwMode="auto">
          <a:xfrm flipH="1">
            <a:off x="2438400" y="39624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6" name="Line 39">
            <a:extLst>
              <a:ext uri="{FF2B5EF4-FFF2-40B4-BE49-F238E27FC236}">
                <a16:creationId xmlns:a16="http://schemas.microsoft.com/office/drawing/2014/main" id="{37EAC79A-7BF2-8DC8-DF99-8175EFC26169}"/>
              </a:ext>
            </a:extLst>
          </p:cNvPr>
          <p:cNvSpPr>
            <a:spLocks noChangeShapeType="1"/>
          </p:cNvSpPr>
          <p:nvPr/>
        </p:nvSpPr>
        <p:spPr bwMode="auto">
          <a:xfrm>
            <a:off x="3048000" y="3962400"/>
            <a:ext cx="533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7" name="Line 40">
            <a:extLst>
              <a:ext uri="{FF2B5EF4-FFF2-40B4-BE49-F238E27FC236}">
                <a16:creationId xmlns:a16="http://schemas.microsoft.com/office/drawing/2014/main" id="{996BE4B1-C943-2353-45D1-78738261D240}"/>
              </a:ext>
            </a:extLst>
          </p:cNvPr>
          <p:cNvSpPr>
            <a:spLocks noChangeShapeType="1"/>
          </p:cNvSpPr>
          <p:nvPr/>
        </p:nvSpPr>
        <p:spPr bwMode="auto">
          <a:xfrm>
            <a:off x="4495800" y="3962400"/>
            <a:ext cx="152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8" name="Line 41">
            <a:extLst>
              <a:ext uri="{FF2B5EF4-FFF2-40B4-BE49-F238E27FC236}">
                <a16:creationId xmlns:a16="http://schemas.microsoft.com/office/drawing/2014/main" id="{1244661D-C1BC-DE0B-7B25-2210360EEE9F}"/>
              </a:ext>
            </a:extLst>
          </p:cNvPr>
          <p:cNvSpPr>
            <a:spLocks noChangeShapeType="1"/>
          </p:cNvSpPr>
          <p:nvPr/>
        </p:nvSpPr>
        <p:spPr bwMode="auto">
          <a:xfrm flipH="1">
            <a:off x="5486400" y="3962400"/>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19" name="Line 42">
            <a:extLst>
              <a:ext uri="{FF2B5EF4-FFF2-40B4-BE49-F238E27FC236}">
                <a16:creationId xmlns:a16="http://schemas.microsoft.com/office/drawing/2014/main" id="{78BE9433-B76E-B367-AB53-2D6525A72CC2}"/>
              </a:ext>
            </a:extLst>
          </p:cNvPr>
          <p:cNvSpPr>
            <a:spLocks noChangeShapeType="1"/>
          </p:cNvSpPr>
          <p:nvPr/>
        </p:nvSpPr>
        <p:spPr bwMode="auto">
          <a:xfrm>
            <a:off x="5715000" y="3962400"/>
            <a:ext cx="685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20" name="Text Box 43">
            <a:extLst>
              <a:ext uri="{FF2B5EF4-FFF2-40B4-BE49-F238E27FC236}">
                <a16:creationId xmlns:a16="http://schemas.microsoft.com/office/drawing/2014/main" id="{4C891F0E-D687-1481-7EB4-DF3911362C20}"/>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84F8878B-942A-B772-352D-731757EAD2E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Slide Number Placeholder 5">
            <a:extLst>
              <a:ext uri="{FF2B5EF4-FFF2-40B4-BE49-F238E27FC236}">
                <a16:creationId xmlns:a16="http://schemas.microsoft.com/office/drawing/2014/main" id="{D9589DDB-38CF-F8D5-70EF-30C7314B1B0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CC305B6-A840-4748-A70F-160902301BC1}" type="slidenum">
              <a:rPr lang="en-GB" altLang="en-US" sz="1400">
                <a:solidFill>
                  <a:srgbClr val="FFFFFF"/>
                </a:solidFill>
                <a:latin typeface="Franklin Gothic Book" panose="020B0503020102020204" pitchFamily="34" charset="0"/>
              </a:rPr>
              <a:pPr>
                <a:spcBef>
                  <a:spcPct val="0"/>
                </a:spcBef>
                <a:buClrTx/>
                <a:buSzTx/>
                <a:buFontTx/>
                <a:buNone/>
              </a:pPr>
              <a:t>77</a:t>
            </a:fld>
            <a:endParaRPr lang="en-GB" altLang="en-US" sz="1400">
              <a:solidFill>
                <a:srgbClr val="FFFFFF"/>
              </a:solidFill>
              <a:latin typeface="Franklin Gothic Book" panose="020B0503020102020204" pitchFamily="34" charset="0"/>
            </a:endParaRPr>
          </a:p>
        </p:txBody>
      </p:sp>
      <p:sp>
        <p:nvSpPr>
          <p:cNvPr id="81922" name="Rectangle 2">
            <a:extLst>
              <a:ext uri="{FF2B5EF4-FFF2-40B4-BE49-F238E27FC236}">
                <a16:creationId xmlns:a16="http://schemas.microsoft.com/office/drawing/2014/main" id="{C852A93C-00F3-2FC7-B22B-873C640D3D6B}"/>
              </a:ext>
            </a:extLst>
          </p:cNvPr>
          <p:cNvSpPr>
            <a:spLocks noGrp="1"/>
          </p:cNvSpPr>
          <p:nvPr>
            <p:ph type="title" idx="4294967295"/>
          </p:nvPr>
        </p:nvSpPr>
        <p:spPr>
          <a:xfrm>
            <a:off x="1371600" y="533400"/>
            <a:ext cx="7772400" cy="1143000"/>
          </a:xfrm>
          <a:noFill/>
        </p:spPr>
        <p:txBody>
          <a:bodyPr/>
          <a:lstStyle/>
          <a:p>
            <a:pPr eaLnBrk="1" hangingPunct="1"/>
            <a:r>
              <a:rPr lang="en-US" altLang="en-US"/>
              <a:t>Depth-Limited Search (DLS)</a:t>
            </a:r>
          </a:p>
        </p:txBody>
      </p:sp>
      <p:sp>
        <p:nvSpPr>
          <p:cNvPr id="81924" name="Rectangle 3">
            <a:extLst>
              <a:ext uri="{FF2B5EF4-FFF2-40B4-BE49-F238E27FC236}">
                <a16:creationId xmlns:a16="http://schemas.microsoft.com/office/drawing/2014/main" id="{D9C24DAD-E992-CD6B-255B-89B79AB51137}"/>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A,B,F,</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G,</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C,H,</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D,I</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J,</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E, </a:t>
            </a:r>
            <a:r>
              <a:rPr lang="en-US" altLang="en-US" sz="2000">
                <a:solidFill>
                  <a:srgbClr val="FF0000"/>
                </a:solidFill>
                <a:latin typeface="Tahoma" panose="020B0604030504040204" pitchFamily="34" charset="0"/>
              </a:rPr>
              <a:t>Failure</a:t>
            </a:r>
          </a:p>
        </p:txBody>
      </p:sp>
      <p:grpSp>
        <p:nvGrpSpPr>
          <p:cNvPr id="81925" name="Group 4">
            <a:extLst>
              <a:ext uri="{FF2B5EF4-FFF2-40B4-BE49-F238E27FC236}">
                <a16:creationId xmlns:a16="http://schemas.microsoft.com/office/drawing/2014/main" id="{3EDB25B9-CC77-0039-EE47-D4587B642662}"/>
              </a:ext>
            </a:extLst>
          </p:cNvPr>
          <p:cNvGrpSpPr>
            <a:grpSpLocks/>
          </p:cNvGrpSpPr>
          <p:nvPr/>
        </p:nvGrpSpPr>
        <p:grpSpPr bwMode="auto">
          <a:xfrm>
            <a:off x="4572000" y="2895600"/>
            <a:ext cx="533400" cy="381000"/>
            <a:chOff x="2640" y="1776"/>
            <a:chExt cx="336" cy="240"/>
          </a:xfrm>
        </p:grpSpPr>
        <p:sp>
          <p:nvSpPr>
            <p:cNvPr id="81963" name="Oval 5">
              <a:extLst>
                <a:ext uri="{FF2B5EF4-FFF2-40B4-BE49-F238E27FC236}">
                  <a16:creationId xmlns:a16="http://schemas.microsoft.com/office/drawing/2014/main" id="{C09C2A2F-37EF-B4CC-37D5-E9B0B40A409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64" name="Text Box 6">
              <a:extLst>
                <a:ext uri="{FF2B5EF4-FFF2-40B4-BE49-F238E27FC236}">
                  <a16:creationId xmlns:a16="http://schemas.microsoft.com/office/drawing/2014/main" id="{7617BDB5-FC71-09B0-65ED-2CDF392A879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81926" name="Group 7">
            <a:extLst>
              <a:ext uri="{FF2B5EF4-FFF2-40B4-BE49-F238E27FC236}">
                <a16:creationId xmlns:a16="http://schemas.microsoft.com/office/drawing/2014/main" id="{9BA6270E-5401-7FF5-BA24-2A59BC66EC0E}"/>
              </a:ext>
            </a:extLst>
          </p:cNvPr>
          <p:cNvGrpSpPr>
            <a:grpSpLocks/>
          </p:cNvGrpSpPr>
          <p:nvPr/>
        </p:nvGrpSpPr>
        <p:grpSpPr bwMode="auto">
          <a:xfrm>
            <a:off x="2819400" y="3581400"/>
            <a:ext cx="533400" cy="381000"/>
            <a:chOff x="2640" y="1776"/>
            <a:chExt cx="336" cy="240"/>
          </a:xfrm>
        </p:grpSpPr>
        <p:sp>
          <p:nvSpPr>
            <p:cNvPr id="81961" name="Oval 8">
              <a:extLst>
                <a:ext uri="{FF2B5EF4-FFF2-40B4-BE49-F238E27FC236}">
                  <a16:creationId xmlns:a16="http://schemas.microsoft.com/office/drawing/2014/main" id="{D4EAC4FD-8E01-B7DB-230E-A7E750426C6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62" name="Text Box 9">
              <a:extLst>
                <a:ext uri="{FF2B5EF4-FFF2-40B4-BE49-F238E27FC236}">
                  <a16:creationId xmlns:a16="http://schemas.microsoft.com/office/drawing/2014/main" id="{FD4D888A-3058-ACCE-6361-5CAB49E9F7D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81927" name="Group 10">
            <a:extLst>
              <a:ext uri="{FF2B5EF4-FFF2-40B4-BE49-F238E27FC236}">
                <a16:creationId xmlns:a16="http://schemas.microsoft.com/office/drawing/2014/main" id="{FC9BB854-77C7-979E-78CE-6609ED178B66}"/>
              </a:ext>
            </a:extLst>
          </p:cNvPr>
          <p:cNvGrpSpPr>
            <a:grpSpLocks/>
          </p:cNvGrpSpPr>
          <p:nvPr/>
        </p:nvGrpSpPr>
        <p:grpSpPr bwMode="auto">
          <a:xfrm>
            <a:off x="4114800" y="3581400"/>
            <a:ext cx="533400" cy="381000"/>
            <a:chOff x="2640" y="1776"/>
            <a:chExt cx="336" cy="240"/>
          </a:xfrm>
        </p:grpSpPr>
        <p:sp>
          <p:nvSpPr>
            <p:cNvPr id="81959" name="Oval 11">
              <a:extLst>
                <a:ext uri="{FF2B5EF4-FFF2-40B4-BE49-F238E27FC236}">
                  <a16:creationId xmlns:a16="http://schemas.microsoft.com/office/drawing/2014/main" id="{98EA2D79-89C2-59FE-807E-13E2E545D4F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60" name="Text Box 12">
              <a:extLst>
                <a:ext uri="{FF2B5EF4-FFF2-40B4-BE49-F238E27FC236}">
                  <a16:creationId xmlns:a16="http://schemas.microsoft.com/office/drawing/2014/main" id="{7B2ACBE7-4E8D-3531-A74E-713B47EC587F}"/>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81928" name="Group 13">
            <a:extLst>
              <a:ext uri="{FF2B5EF4-FFF2-40B4-BE49-F238E27FC236}">
                <a16:creationId xmlns:a16="http://schemas.microsoft.com/office/drawing/2014/main" id="{5FD950F4-A002-5A63-8D37-F4C2917FCA18}"/>
              </a:ext>
            </a:extLst>
          </p:cNvPr>
          <p:cNvGrpSpPr>
            <a:grpSpLocks/>
          </p:cNvGrpSpPr>
          <p:nvPr/>
        </p:nvGrpSpPr>
        <p:grpSpPr bwMode="auto">
          <a:xfrm>
            <a:off x="7010400" y="3581400"/>
            <a:ext cx="533400" cy="381000"/>
            <a:chOff x="2640" y="1776"/>
            <a:chExt cx="336" cy="240"/>
          </a:xfrm>
        </p:grpSpPr>
        <p:sp>
          <p:nvSpPr>
            <p:cNvPr id="81957" name="Oval 14">
              <a:extLst>
                <a:ext uri="{FF2B5EF4-FFF2-40B4-BE49-F238E27FC236}">
                  <a16:creationId xmlns:a16="http://schemas.microsoft.com/office/drawing/2014/main" id="{D1B94DF6-8611-7923-C4F2-8C2CB14AD8E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58" name="Text Box 15">
              <a:extLst>
                <a:ext uri="{FF2B5EF4-FFF2-40B4-BE49-F238E27FC236}">
                  <a16:creationId xmlns:a16="http://schemas.microsoft.com/office/drawing/2014/main" id="{818B3977-3422-7913-5C23-8B3E42423BFE}"/>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81929" name="Group 16">
            <a:extLst>
              <a:ext uri="{FF2B5EF4-FFF2-40B4-BE49-F238E27FC236}">
                <a16:creationId xmlns:a16="http://schemas.microsoft.com/office/drawing/2014/main" id="{25F29726-0678-C81A-DC9E-2AAFE2B1D3ED}"/>
              </a:ext>
            </a:extLst>
          </p:cNvPr>
          <p:cNvGrpSpPr>
            <a:grpSpLocks/>
          </p:cNvGrpSpPr>
          <p:nvPr/>
        </p:nvGrpSpPr>
        <p:grpSpPr bwMode="auto">
          <a:xfrm>
            <a:off x="5410200" y="3581400"/>
            <a:ext cx="533400" cy="381000"/>
            <a:chOff x="2640" y="1776"/>
            <a:chExt cx="336" cy="240"/>
          </a:xfrm>
        </p:grpSpPr>
        <p:sp>
          <p:nvSpPr>
            <p:cNvPr id="81955" name="Oval 17">
              <a:extLst>
                <a:ext uri="{FF2B5EF4-FFF2-40B4-BE49-F238E27FC236}">
                  <a16:creationId xmlns:a16="http://schemas.microsoft.com/office/drawing/2014/main" id="{256C43AA-D905-20EA-4DE2-9A4241929569}"/>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56" name="Text Box 18">
              <a:extLst>
                <a:ext uri="{FF2B5EF4-FFF2-40B4-BE49-F238E27FC236}">
                  <a16:creationId xmlns:a16="http://schemas.microsoft.com/office/drawing/2014/main" id="{065E1BC9-50B5-E209-F9B7-8B4F8294529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81930" name="Group 19">
            <a:extLst>
              <a:ext uri="{FF2B5EF4-FFF2-40B4-BE49-F238E27FC236}">
                <a16:creationId xmlns:a16="http://schemas.microsoft.com/office/drawing/2014/main" id="{3BB552D9-559F-A57B-FC28-F2D10526C075}"/>
              </a:ext>
            </a:extLst>
          </p:cNvPr>
          <p:cNvGrpSpPr>
            <a:grpSpLocks/>
          </p:cNvGrpSpPr>
          <p:nvPr/>
        </p:nvGrpSpPr>
        <p:grpSpPr bwMode="auto">
          <a:xfrm>
            <a:off x="2133600" y="4267200"/>
            <a:ext cx="533400" cy="381000"/>
            <a:chOff x="2640" y="1776"/>
            <a:chExt cx="336" cy="240"/>
          </a:xfrm>
        </p:grpSpPr>
        <p:sp>
          <p:nvSpPr>
            <p:cNvPr id="81953" name="Oval 20">
              <a:extLst>
                <a:ext uri="{FF2B5EF4-FFF2-40B4-BE49-F238E27FC236}">
                  <a16:creationId xmlns:a16="http://schemas.microsoft.com/office/drawing/2014/main" id="{3ADF55AF-E16D-C240-02F6-551514980DC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54" name="Text Box 21">
              <a:extLst>
                <a:ext uri="{FF2B5EF4-FFF2-40B4-BE49-F238E27FC236}">
                  <a16:creationId xmlns:a16="http://schemas.microsoft.com/office/drawing/2014/main" id="{9F819556-3A5A-2F35-546F-85744845CAF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81931" name="Group 22">
            <a:extLst>
              <a:ext uri="{FF2B5EF4-FFF2-40B4-BE49-F238E27FC236}">
                <a16:creationId xmlns:a16="http://schemas.microsoft.com/office/drawing/2014/main" id="{3B08BD2F-D314-9E3A-8C73-8F00FB35F9F1}"/>
              </a:ext>
            </a:extLst>
          </p:cNvPr>
          <p:cNvGrpSpPr>
            <a:grpSpLocks/>
          </p:cNvGrpSpPr>
          <p:nvPr/>
        </p:nvGrpSpPr>
        <p:grpSpPr bwMode="auto">
          <a:xfrm>
            <a:off x="3352800" y="4267200"/>
            <a:ext cx="533400" cy="381000"/>
            <a:chOff x="2640" y="1776"/>
            <a:chExt cx="336" cy="240"/>
          </a:xfrm>
        </p:grpSpPr>
        <p:sp>
          <p:nvSpPr>
            <p:cNvPr id="81951" name="Oval 23">
              <a:extLst>
                <a:ext uri="{FF2B5EF4-FFF2-40B4-BE49-F238E27FC236}">
                  <a16:creationId xmlns:a16="http://schemas.microsoft.com/office/drawing/2014/main" id="{90078F68-0070-CE58-9E76-63B6697521F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52" name="Text Box 24">
              <a:extLst>
                <a:ext uri="{FF2B5EF4-FFF2-40B4-BE49-F238E27FC236}">
                  <a16:creationId xmlns:a16="http://schemas.microsoft.com/office/drawing/2014/main" id="{08DBF910-F800-3FA6-D299-F61300C3A3E6}"/>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81932" name="Group 25">
            <a:extLst>
              <a:ext uri="{FF2B5EF4-FFF2-40B4-BE49-F238E27FC236}">
                <a16:creationId xmlns:a16="http://schemas.microsoft.com/office/drawing/2014/main" id="{9B7C004B-2CD9-29C2-7BA2-512D450EA189}"/>
              </a:ext>
            </a:extLst>
          </p:cNvPr>
          <p:cNvGrpSpPr>
            <a:grpSpLocks/>
          </p:cNvGrpSpPr>
          <p:nvPr/>
        </p:nvGrpSpPr>
        <p:grpSpPr bwMode="auto">
          <a:xfrm>
            <a:off x="4495800" y="4267200"/>
            <a:ext cx="533400" cy="381000"/>
            <a:chOff x="2640" y="1776"/>
            <a:chExt cx="336" cy="240"/>
          </a:xfrm>
        </p:grpSpPr>
        <p:sp>
          <p:nvSpPr>
            <p:cNvPr id="81949" name="Oval 26">
              <a:extLst>
                <a:ext uri="{FF2B5EF4-FFF2-40B4-BE49-F238E27FC236}">
                  <a16:creationId xmlns:a16="http://schemas.microsoft.com/office/drawing/2014/main" id="{2FB9269E-55B0-33A8-BFA0-8A492A23843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50" name="Text Box 27">
              <a:extLst>
                <a:ext uri="{FF2B5EF4-FFF2-40B4-BE49-F238E27FC236}">
                  <a16:creationId xmlns:a16="http://schemas.microsoft.com/office/drawing/2014/main" id="{D01C1494-0A0B-347A-9E57-4E184519C011}"/>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81933" name="Group 28">
            <a:extLst>
              <a:ext uri="{FF2B5EF4-FFF2-40B4-BE49-F238E27FC236}">
                <a16:creationId xmlns:a16="http://schemas.microsoft.com/office/drawing/2014/main" id="{F5797466-11F3-B34B-50F6-5F78550E06C7}"/>
              </a:ext>
            </a:extLst>
          </p:cNvPr>
          <p:cNvGrpSpPr>
            <a:grpSpLocks/>
          </p:cNvGrpSpPr>
          <p:nvPr/>
        </p:nvGrpSpPr>
        <p:grpSpPr bwMode="auto">
          <a:xfrm>
            <a:off x="5257800" y="4267200"/>
            <a:ext cx="533400" cy="381000"/>
            <a:chOff x="2640" y="1776"/>
            <a:chExt cx="336" cy="240"/>
          </a:xfrm>
        </p:grpSpPr>
        <p:sp>
          <p:nvSpPr>
            <p:cNvPr id="81947" name="Oval 29">
              <a:extLst>
                <a:ext uri="{FF2B5EF4-FFF2-40B4-BE49-F238E27FC236}">
                  <a16:creationId xmlns:a16="http://schemas.microsoft.com/office/drawing/2014/main" id="{7D82C712-0CF1-E14C-5C30-85CB9C1AF966}"/>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48" name="Text Box 30">
              <a:extLst>
                <a:ext uri="{FF2B5EF4-FFF2-40B4-BE49-F238E27FC236}">
                  <a16:creationId xmlns:a16="http://schemas.microsoft.com/office/drawing/2014/main" id="{25CAFD36-6F7D-831A-E5F6-01E6EF286D9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81934" name="Group 31">
            <a:extLst>
              <a:ext uri="{FF2B5EF4-FFF2-40B4-BE49-F238E27FC236}">
                <a16:creationId xmlns:a16="http://schemas.microsoft.com/office/drawing/2014/main" id="{BF45F277-48B5-F82C-0E96-6B0105A5967C}"/>
              </a:ext>
            </a:extLst>
          </p:cNvPr>
          <p:cNvGrpSpPr>
            <a:grpSpLocks/>
          </p:cNvGrpSpPr>
          <p:nvPr/>
        </p:nvGrpSpPr>
        <p:grpSpPr bwMode="auto">
          <a:xfrm>
            <a:off x="6248400" y="4267200"/>
            <a:ext cx="533400" cy="381000"/>
            <a:chOff x="2640" y="1776"/>
            <a:chExt cx="336" cy="240"/>
          </a:xfrm>
        </p:grpSpPr>
        <p:sp>
          <p:nvSpPr>
            <p:cNvPr id="81945" name="Oval 32">
              <a:extLst>
                <a:ext uri="{FF2B5EF4-FFF2-40B4-BE49-F238E27FC236}">
                  <a16:creationId xmlns:a16="http://schemas.microsoft.com/office/drawing/2014/main" id="{C8098EC6-806B-0A6D-9787-E9F3771D20B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1946" name="Text Box 33">
              <a:extLst>
                <a:ext uri="{FF2B5EF4-FFF2-40B4-BE49-F238E27FC236}">
                  <a16:creationId xmlns:a16="http://schemas.microsoft.com/office/drawing/2014/main" id="{8E2F2733-FC0F-A0D8-56EB-2FBAA6208E4B}"/>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sp>
        <p:nvSpPr>
          <p:cNvPr id="81935" name="Line 34">
            <a:extLst>
              <a:ext uri="{FF2B5EF4-FFF2-40B4-BE49-F238E27FC236}">
                <a16:creationId xmlns:a16="http://schemas.microsoft.com/office/drawing/2014/main" id="{7415D32F-18A0-5164-B04C-EC3269BE41F9}"/>
              </a:ext>
            </a:extLst>
          </p:cNvPr>
          <p:cNvSpPr>
            <a:spLocks noChangeShapeType="1"/>
          </p:cNvSpPr>
          <p:nvPr/>
        </p:nvSpPr>
        <p:spPr bwMode="auto">
          <a:xfrm flipH="1">
            <a:off x="3200400" y="32766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36" name="Line 35">
            <a:extLst>
              <a:ext uri="{FF2B5EF4-FFF2-40B4-BE49-F238E27FC236}">
                <a16:creationId xmlns:a16="http://schemas.microsoft.com/office/drawing/2014/main" id="{B25BFA56-993B-5A19-FE2D-4D7CB5C875B6}"/>
              </a:ext>
            </a:extLst>
          </p:cNvPr>
          <p:cNvSpPr>
            <a:spLocks noChangeShapeType="1"/>
          </p:cNvSpPr>
          <p:nvPr/>
        </p:nvSpPr>
        <p:spPr bwMode="auto">
          <a:xfrm flipH="1">
            <a:off x="4495800" y="32766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37" name="Line 36">
            <a:extLst>
              <a:ext uri="{FF2B5EF4-FFF2-40B4-BE49-F238E27FC236}">
                <a16:creationId xmlns:a16="http://schemas.microsoft.com/office/drawing/2014/main" id="{4A9B5338-DB45-99F6-FDB2-63C47E7C3003}"/>
              </a:ext>
            </a:extLst>
          </p:cNvPr>
          <p:cNvSpPr>
            <a:spLocks noChangeShapeType="1"/>
          </p:cNvSpPr>
          <p:nvPr/>
        </p:nvSpPr>
        <p:spPr bwMode="auto">
          <a:xfrm>
            <a:off x="4800600" y="3276600"/>
            <a:ext cx="762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38" name="Line 37">
            <a:extLst>
              <a:ext uri="{FF2B5EF4-FFF2-40B4-BE49-F238E27FC236}">
                <a16:creationId xmlns:a16="http://schemas.microsoft.com/office/drawing/2014/main" id="{8547288F-A25A-7EF6-724E-F941720029D9}"/>
              </a:ext>
            </a:extLst>
          </p:cNvPr>
          <p:cNvSpPr>
            <a:spLocks noChangeShapeType="1"/>
          </p:cNvSpPr>
          <p:nvPr/>
        </p:nvSpPr>
        <p:spPr bwMode="auto">
          <a:xfrm>
            <a:off x="4800600" y="3276600"/>
            <a:ext cx="2438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39" name="Line 38">
            <a:extLst>
              <a:ext uri="{FF2B5EF4-FFF2-40B4-BE49-F238E27FC236}">
                <a16:creationId xmlns:a16="http://schemas.microsoft.com/office/drawing/2014/main" id="{E84C77D4-E825-BAF1-5571-4B40F4F3713D}"/>
              </a:ext>
            </a:extLst>
          </p:cNvPr>
          <p:cNvSpPr>
            <a:spLocks noChangeShapeType="1"/>
          </p:cNvSpPr>
          <p:nvPr/>
        </p:nvSpPr>
        <p:spPr bwMode="auto">
          <a:xfrm flipH="1">
            <a:off x="2438400" y="39624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40" name="Line 39">
            <a:extLst>
              <a:ext uri="{FF2B5EF4-FFF2-40B4-BE49-F238E27FC236}">
                <a16:creationId xmlns:a16="http://schemas.microsoft.com/office/drawing/2014/main" id="{2C1EDB37-426F-8A46-BA67-96DBA6FB7573}"/>
              </a:ext>
            </a:extLst>
          </p:cNvPr>
          <p:cNvSpPr>
            <a:spLocks noChangeShapeType="1"/>
          </p:cNvSpPr>
          <p:nvPr/>
        </p:nvSpPr>
        <p:spPr bwMode="auto">
          <a:xfrm>
            <a:off x="3048000" y="3962400"/>
            <a:ext cx="533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41" name="Line 40">
            <a:extLst>
              <a:ext uri="{FF2B5EF4-FFF2-40B4-BE49-F238E27FC236}">
                <a16:creationId xmlns:a16="http://schemas.microsoft.com/office/drawing/2014/main" id="{324D47CF-0241-EA59-1D67-7CC639CA3164}"/>
              </a:ext>
            </a:extLst>
          </p:cNvPr>
          <p:cNvSpPr>
            <a:spLocks noChangeShapeType="1"/>
          </p:cNvSpPr>
          <p:nvPr/>
        </p:nvSpPr>
        <p:spPr bwMode="auto">
          <a:xfrm>
            <a:off x="4495800" y="3962400"/>
            <a:ext cx="152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42" name="Line 41">
            <a:extLst>
              <a:ext uri="{FF2B5EF4-FFF2-40B4-BE49-F238E27FC236}">
                <a16:creationId xmlns:a16="http://schemas.microsoft.com/office/drawing/2014/main" id="{DC15316E-54EA-D113-49AE-68E6E11DE057}"/>
              </a:ext>
            </a:extLst>
          </p:cNvPr>
          <p:cNvSpPr>
            <a:spLocks noChangeShapeType="1"/>
          </p:cNvSpPr>
          <p:nvPr/>
        </p:nvSpPr>
        <p:spPr bwMode="auto">
          <a:xfrm flipH="1">
            <a:off x="5486400" y="3962400"/>
            <a:ext cx="228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43" name="Line 42">
            <a:extLst>
              <a:ext uri="{FF2B5EF4-FFF2-40B4-BE49-F238E27FC236}">
                <a16:creationId xmlns:a16="http://schemas.microsoft.com/office/drawing/2014/main" id="{0FA3150B-E390-3A25-54F0-840CBD796E2C}"/>
              </a:ext>
            </a:extLst>
          </p:cNvPr>
          <p:cNvSpPr>
            <a:spLocks noChangeShapeType="1"/>
          </p:cNvSpPr>
          <p:nvPr/>
        </p:nvSpPr>
        <p:spPr bwMode="auto">
          <a:xfrm>
            <a:off x="5715000" y="3962400"/>
            <a:ext cx="685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44" name="Text Box 43">
            <a:extLst>
              <a:ext uri="{FF2B5EF4-FFF2-40B4-BE49-F238E27FC236}">
                <a16:creationId xmlns:a16="http://schemas.microsoft.com/office/drawing/2014/main" id="{43F55412-C56F-144D-4B6C-33662744E5A6}"/>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2" name="TextBox 1">
            <a:extLst>
              <a:ext uri="{FF2B5EF4-FFF2-40B4-BE49-F238E27FC236}">
                <a16:creationId xmlns:a16="http://schemas.microsoft.com/office/drawing/2014/main" id="{296EEAA4-D678-40DD-D378-5000C88A9D4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407861C-81CF-43CC-B6BA-31536DF0B5F9}"/>
                  </a:ext>
                </a:extLst>
              </p14:cNvPr>
              <p14:cNvContentPartPr/>
              <p14:nvPr/>
            </p14:nvContentPartPr>
            <p14:xfrm>
              <a:off x="5094441" y="2612358"/>
              <a:ext cx="243360" cy="299160"/>
            </p14:xfrm>
          </p:contentPart>
        </mc:Choice>
        <mc:Fallback>
          <p:pic>
            <p:nvPicPr>
              <p:cNvPr id="3" name="Ink 2">
                <a:extLst>
                  <a:ext uri="{FF2B5EF4-FFF2-40B4-BE49-F238E27FC236}">
                    <a16:creationId xmlns:a16="http://schemas.microsoft.com/office/drawing/2014/main" id="{A407861C-81CF-43CC-B6BA-31536DF0B5F9}"/>
                  </a:ext>
                </a:extLst>
              </p:cNvPr>
              <p:cNvPicPr/>
              <p:nvPr/>
            </p:nvPicPr>
            <p:blipFill>
              <a:blip r:embed="rId3"/>
              <a:stretch>
                <a:fillRect/>
              </a:stretch>
            </p:blipFill>
            <p:spPr>
              <a:xfrm>
                <a:off x="5085441" y="2603358"/>
                <a:ext cx="261000" cy="316800"/>
              </a:xfrm>
              <a:prstGeom prst="rect">
                <a:avLst/>
              </a:prstGeom>
            </p:spPr>
          </p:pic>
        </mc:Fallback>
      </mc:AlternateContent>
      <p:grpSp>
        <p:nvGrpSpPr>
          <p:cNvPr id="30" name="Group 29">
            <a:extLst>
              <a:ext uri="{FF2B5EF4-FFF2-40B4-BE49-F238E27FC236}">
                <a16:creationId xmlns:a16="http://schemas.microsoft.com/office/drawing/2014/main" id="{C58A5041-D343-487C-B161-264E0488EFAD}"/>
              </a:ext>
            </a:extLst>
          </p:cNvPr>
          <p:cNvGrpSpPr/>
          <p:nvPr/>
        </p:nvGrpSpPr>
        <p:grpSpPr>
          <a:xfrm>
            <a:off x="5541921" y="2211318"/>
            <a:ext cx="690480" cy="441000"/>
            <a:chOff x="5541921" y="2211318"/>
            <a:chExt cx="690480" cy="441000"/>
          </a:xfrm>
        </p:grpSpPr>
        <mc:AlternateContent xmlns:mc="http://schemas.openxmlformats.org/markup-compatibility/2006">
          <mc:Choice xmlns:p14="http://schemas.microsoft.com/office/powerpoint/2010/main" Requires="p14">
            <p:contentPart p14:bwMode="auto" r:id="rId4">
              <p14:nvContentPartPr>
                <p14:cNvPr id="17" name="Ink 16">
                  <a:extLst>
                    <a:ext uri="{FF2B5EF4-FFF2-40B4-BE49-F238E27FC236}">
                      <a16:creationId xmlns:a16="http://schemas.microsoft.com/office/drawing/2014/main" id="{E64B5A8D-D5FD-4C43-89A4-38598738D423}"/>
                    </a:ext>
                  </a:extLst>
                </p14:cNvPr>
                <p14:cNvContentPartPr/>
                <p14:nvPr/>
              </p14:nvContentPartPr>
              <p14:xfrm>
                <a:off x="5541921" y="2211318"/>
                <a:ext cx="188640" cy="441000"/>
              </p14:xfrm>
            </p:contentPart>
          </mc:Choice>
          <mc:Fallback>
            <p:pic>
              <p:nvPicPr>
                <p:cNvPr id="17" name="Ink 16">
                  <a:extLst>
                    <a:ext uri="{FF2B5EF4-FFF2-40B4-BE49-F238E27FC236}">
                      <a16:creationId xmlns:a16="http://schemas.microsoft.com/office/drawing/2014/main" id="{E64B5A8D-D5FD-4C43-89A4-38598738D423}"/>
                    </a:ext>
                  </a:extLst>
                </p:cNvPr>
                <p:cNvPicPr/>
                <p:nvPr/>
              </p:nvPicPr>
              <p:blipFill>
                <a:blip r:embed="rId5"/>
                <a:stretch>
                  <a:fillRect/>
                </a:stretch>
              </p:blipFill>
              <p:spPr>
                <a:xfrm>
                  <a:off x="5532921" y="2202318"/>
                  <a:ext cx="206280" cy="458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8" name="Ink 17">
                  <a:extLst>
                    <a:ext uri="{FF2B5EF4-FFF2-40B4-BE49-F238E27FC236}">
                      <a16:creationId xmlns:a16="http://schemas.microsoft.com/office/drawing/2014/main" id="{970A54B8-A818-40EA-8B84-6508B464D433}"/>
                    </a:ext>
                  </a:extLst>
                </p14:cNvPr>
                <p14:cNvContentPartPr/>
                <p14:nvPr/>
              </p14:nvContentPartPr>
              <p14:xfrm>
                <a:off x="5784921" y="2481678"/>
                <a:ext cx="37800" cy="121320"/>
              </p14:xfrm>
            </p:contentPart>
          </mc:Choice>
          <mc:Fallback>
            <p:pic>
              <p:nvPicPr>
                <p:cNvPr id="18" name="Ink 17">
                  <a:extLst>
                    <a:ext uri="{FF2B5EF4-FFF2-40B4-BE49-F238E27FC236}">
                      <a16:creationId xmlns:a16="http://schemas.microsoft.com/office/drawing/2014/main" id="{970A54B8-A818-40EA-8B84-6508B464D433}"/>
                    </a:ext>
                  </a:extLst>
                </p:cNvPr>
                <p:cNvPicPr/>
                <p:nvPr/>
              </p:nvPicPr>
              <p:blipFill>
                <a:blip r:embed="rId7"/>
                <a:stretch>
                  <a:fillRect/>
                </a:stretch>
              </p:blipFill>
              <p:spPr>
                <a:xfrm>
                  <a:off x="5776281" y="2473038"/>
                  <a:ext cx="554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9" name="Ink 18">
                  <a:extLst>
                    <a:ext uri="{FF2B5EF4-FFF2-40B4-BE49-F238E27FC236}">
                      <a16:creationId xmlns:a16="http://schemas.microsoft.com/office/drawing/2014/main" id="{3930F905-608C-4AFB-B93A-597403AAFA32}"/>
                    </a:ext>
                  </a:extLst>
                </p14:cNvPr>
                <p14:cNvContentPartPr/>
                <p14:nvPr/>
              </p14:nvContentPartPr>
              <p14:xfrm>
                <a:off x="5775561" y="2322918"/>
                <a:ext cx="360" cy="9720"/>
              </p14:xfrm>
            </p:contentPart>
          </mc:Choice>
          <mc:Fallback>
            <p:pic>
              <p:nvPicPr>
                <p:cNvPr id="19" name="Ink 18">
                  <a:extLst>
                    <a:ext uri="{FF2B5EF4-FFF2-40B4-BE49-F238E27FC236}">
                      <a16:creationId xmlns:a16="http://schemas.microsoft.com/office/drawing/2014/main" id="{3930F905-608C-4AFB-B93A-597403AAFA32}"/>
                    </a:ext>
                  </a:extLst>
                </p:cNvPr>
                <p:cNvPicPr/>
                <p:nvPr/>
              </p:nvPicPr>
              <p:blipFill>
                <a:blip r:embed="rId9"/>
                <a:stretch>
                  <a:fillRect/>
                </a:stretch>
              </p:blipFill>
              <p:spPr>
                <a:xfrm>
                  <a:off x="5766561" y="2314278"/>
                  <a:ext cx="180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0" name="Ink 19">
                  <a:extLst>
                    <a:ext uri="{FF2B5EF4-FFF2-40B4-BE49-F238E27FC236}">
                      <a16:creationId xmlns:a16="http://schemas.microsoft.com/office/drawing/2014/main" id="{AF498E20-1A13-4967-AB23-40B13C2A3E1F}"/>
                    </a:ext>
                  </a:extLst>
                </p14:cNvPr>
                <p14:cNvContentPartPr/>
                <p14:nvPr/>
              </p14:nvContentPartPr>
              <p14:xfrm>
                <a:off x="5915601" y="2351718"/>
                <a:ext cx="224280" cy="187560"/>
              </p14:xfrm>
            </p:contentPart>
          </mc:Choice>
          <mc:Fallback>
            <p:pic>
              <p:nvPicPr>
                <p:cNvPr id="20" name="Ink 19">
                  <a:extLst>
                    <a:ext uri="{FF2B5EF4-FFF2-40B4-BE49-F238E27FC236}">
                      <a16:creationId xmlns:a16="http://schemas.microsoft.com/office/drawing/2014/main" id="{AF498E20-1A13-4967-AB23-40B13C2A3E1F}"/>
                    </a:ext>
                  </a:extLst>
                </p:cNvPr>
                <p:cNvPicPr/>
                <p:nvPr/>
              </p:nvPicPr>
              <p:blipFill>
                <a:blip r:embed="rId11"/>
                <a:stretch>
                  <a:fillRect/>
                </a:stretch>
              </p:blipFill>
              <p:spPr>
                <a:xfrm>
                  <a:off x="5906601" y="2343078"/>
                  <a:ext cx="24192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1" name="Ink 20">
                  <a:extLst>
                    <a:ext uri="{FF2B5EF4-FFF2-40B4-BE49-F238E27FC236}">
                      <a16:creationId xmlns:a16="http://schemas.microsoft.com/office/drawing/2014/main" id="{FD68DCB9-1AD4-44DA-93EC-DE96DA65B68D}"/>
                    </a:ext>
                  </a:extLst>
                </p14:cNvPr>
                <p14:cNvContentPartPr/>
                <p14:nvPr/>
              </p14:nvContentPartPr>
              <p14:xfrm>
                <a:off x="6223401" y="2341638"/>
                <a:ext cx="9000" cy="122400"/>
              </p14:xfrm>
            </p:contentPart>
          </mc:Choice>
          <mc:Fallback>
            <p:pic>
              <p:nvPicPr>
                <p:cNvPr id="21" name="Ink 20">
                  <a:extLst>
                    <a:ext uri="{FF2B5EF4-FFF2-40B4-BE49-F238E27FC236}">
                      <a16:creationId xmlns:a16="http://schemas.microsoft.com/office/drawing/2014/main" id="{FD68DCB9-1AD4-44DA-93EC-DE96DA65B68D}"/>
                    </a:ext>
                  </a:extLst>
                </p:cNvPr>
                <p:cNvPicPr/>
                <p:nvPr/>
              </p:nvPicPr>
              <p:blipFill>
                <a:blip r:embed="rId13"/>
                <a:stretch>
                  <a:fillRect/>
                </a:stretch>
              </p:blipFill>
              <p:spPr>
                <a:xfrm>
                  <a:off x="6214401" y="2332998"/>
                  <a:ext cx="2664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2" name="Ink 21">
                  <a:extLst>
                    <a:ext uri="{FF2B5EF4-FFF2-40B4-BE49-F238E27FC236}">
                      <a16:creationId xmlns:a16="http://schemas.microsoft.com/office/drawing/2014/main" id="{B2437A0F-8E32-469E-9CDF-CCDFB4E0772C}"/>
                    </a:ext>
                  </a:extLst>
                </p14:cNvPr>
                <p14:cNvContentPartPr/>
                <p14:nvPr/>
              </p14:nvContentPartPr>
              <p14:xfrm>
                <a:off x="6178761" y="2230038"/>
                <a:ext cx="7560" cy="8280"/>
              </p14:xfrm>
            </p:contentPart>
          </mc:Choice>
          <mc:Fallback>
            <p:pic>
              <p:nvPicPr>
                <p:cNvPr id="22" name="Ink 21">
                  <a:extLst>
                    <a:ext uri="{FF2B5EF4-FFF2-40B4-BE49-F238E27FC236}">
                      <a16:creationId xmlns:a16="http://schemas.microsoft.com/office/drawing/2014/main" id="{B2437A0F-8E32-469E-9CDF-CCDFB4E0772C}"/>
                    </a:ext>
                  </a:extLst>
                </p:cNvPr>
                <p:cNvPicPr/>
                <p:nvPr/>
              </p:nvPicPr>
              <p:blipFill>
                <a:blip r:embed="rId15"/>
                <a:stretch>
                  <a:fillRect/>
                </a:stretch>
              </p:blipFill>
              <p:spPr>
                <a:xfrm>
                  <a:off x="6169761" y="2221038"/>
                  <a:ext cx="25200" cy="25920"/>
                </a:xfrm>
                <a:prstGeom prst="rect">
                  <a:avLst/>
                </a:prstGeom>
              </p:spPr>
            </p:pic>
          </mc:Fallback>
        </mc:AlternateContent>
      </p:grpSp>
      <p:grpSp>
        <p:nvGrpSpPr>
          <p:cNvPr id="29" name="Group 28">
            <a:extLst>
              <a:ext uri="{FF2B5EF4-FFF2-40B4-BE49-F238E27FC236}">
                <a16:creationId xmlns:a16="http://schemas.microsoft.com/office/drawing/2014/main" id="{9479EAB1-11CC-423F-B4D0-78FBBBEF6375}"/>
              </a:ext>
            </a:extLst>
          </p:cNvPr>
          <p:cNvGrpSpPr/>
          <p:nvPr/>
        </p:nvGrpSpPr>
        <p:grpSpPr>
          <a:xfrm>
            <a:off x="6415281" y="1968678"/>
            <a:ext cx="171360" cy="487800"/>
            <a:chOff x="6415281" y="1968678"/>
            <a:chExt cx="171360" cy="487800"/>
          </a:xfrm>
        </p:grpSpPr>
        <mc:AlternateContent xmlns:mc="http://schemas.openxmlformats.org/markup-compatibility/2006">
          <mc:Choice xmlns:p14="http://schemas.microsoft.com/office/powerpoint/2010/main" Requires="p14">
            <p:contentPart p14:bwMode="auto" r:id="rId16">
              <p14:nvContentPartPr>
                <p14:cNvPr id="23" name="Ink 22">
                  <a:extLst>
                    <a:ext uri="{FF2B5EF4-FFF2-40B4-BE49-F238E27FC236}">
                      <a16:creationId xmlns:a16="http://schemas.microsoft.com/office/drawing/2014/main" id="{7E74154D-839B-4907-9B04-79514AE64FE4}"/>
                    </a:ext>
                  </a:extLst>
                </p14:cNvPr>
                <p14:cNvContentPartPr/>
                <p14:nvPr/>
              </p14:nvContentPartPr>
              <p14:xfrm>
                <a:off x="6419601" y="1968678"/>
                <a:ext cx="167040" cy="487800"/>
              </p14:xfrm>
            </p:contentPart>
          </mc:Choice>
          <mc:Fallback>
            <p:pic>
              <p:nvPicPr>
                <p:cNvPr id="23" name="Ink 22">
                  <a:extLst>
                    <a:ext uri="{FF2B5EF4-FFF2-40B4-BE49-F238E27FC236}">
                      <a16:creationId xmlns:a16="http://schemas.microsoft.com/office/drawing/2014/main" id="{7E74154D-839B-4907-9B04-79514AE64FE4}"/>
                    </a:ext>
                  </a:extLst>
                </p:cNvPr>
                <p:cNvPicPr/>
                <p:nvPr/>
              </p:nvPicPr>
              <p:blipFill>
                <a:blip r:embed="rId17"/>
                <a:stretch>
                  <a:fillRect/>
                </a:stretch>
              </p:blipFill>
              <p:spPr>
                <a:xfrm>
                  <a:off x="6410601" y="1959678"/>
                  <a:ext cx="184680" cy="505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4" name="Ink 23">
                  <a:extLst>
                    <a:ext uri="{FF2B5EF4-FFF2-40B4-BE49-F238E27FC236}">
                      <a16:creationId xmlns:a16="http://schemas.microsoft.com/office/drawing/2014/main" id="{E16BC42B-9192-4450-9FF6-2312BFBF804D}"/>
                    </a:ext>
                  </a:extLst>
                </p14:cNvPr>
                <p14:cNvContentPartPr/>
                <p14:nvPr/>
              </p14:nvContentPartPr>
              <p14:xfrm>
                <a:off x="6415281" y="2211318"/>
                <a:ext cx="163440" cy="72000"/>
              </p14:xfrm>
            </p:contentPart>
          </mc:Choice>
          <mc:Fallback>
            <p:pic>
              <p:nvPicPr>
                <p:cNvPr id="24" name="Ink 23">
                  <a:extLst>
                    <a:ext uri="{FF2B5EF4-FFF2-40B4-BE49-F238E27FC236}">
                      <a16:creationId xmlns:a16="http://schemas.microsoft.com/office/drawing/2014/main" id="{E16BC42B-9192-4450-9FF6-2312BFBF804D}"/>
                    </a:ext>
                  </a:extLst>
                </p:cNvPr>
                <p:cNvPicPr/>
                <p:nvPr/>
              </p:nvPicPr>
              <p:blipFill>
                <a:blip r:embed="rId19"/>
                <a:stretch>
                  <a:fillRect/>
                </a:stretch>
              </p:blipFill>
              <p:spPr>
                <a:xfrm>
                  <a:off x="6406281" y="2202318"/>
                  <a:ext cx="181080" cy="89640"/>
                </a:xfrm>
                <a:prstGeom prst="rect">
                  <a:avLst/>
                </a:prstGeom>
              </p:spPr>
            </p:pic>
          </mc:Fallback>
        </mc:AlternateContent>
      </p:grpSp>
      <p:grpSp>
        <p:nvGrpSpPr>
          <p:cNvPr id="28" name="Group 27">
            <a:extLst>
              <a:ext uri="{FF2B5EF4-FFF2-40B4-BE49-F238E27FC236}">
                <a16:creationId xmlns:a16="http://schemas.microsoft.com/office/drawing/2014/main" id="{EFDDEAA3-77E3-430D-ABEA-B6C1E6A20CF7}"/>
              </a:ext>
            </a:extLst>
          </p:cNvPr>
          <p:cNvGrpSpPr/>
          <p:nvPr/>
        </p:nvGrpSpPr>
        <p:grpSpPr>
          <a:xfrm>
            <a:off x="6783201" y="2015118"/>
            <a:ext cx="339480" cy="327240"/>
            <a:chOff x="6783201" y="2015118"/>
            <a:chExt cx="339480" cy="327240"/>
          </a:xfrm>
        </p:grpSpPr>
        <mc:AlternateContent xmlns:mc="http://schemas.openxmlformats.org/markup-compatibility/2006">
          <mc:Choice xmlns:p14="http://schemas.microsoft.com/office/powerpoint/2010/main" Requires="p14">
            <p:contentPart p14:bwMode="auto" r:id="rId20">
              <p14:nvContentPartPr>
                <p14:cNvPr id="25" name="Ink 24">
                  <a:extLst>
                    <a:ext uri="{FF2B5EF4-FFF2-40B4-BE49-F238E27FC236}">
                      <a16:creationId xmlns:a16="http://schemas.microsoft.com/office/drawing/2014/main" id="{E422A945-15D4-4242-A720-C5C6DF189659}"/>
                    </a:ext>
                  </a:extLst>
                </p14:cNvPr>
                <p14:cNvContentPartPr/>
                <p14:nvPr/>
              </p14:nvContentPartPr>
              <p14:xfrm>
                <a:off x="6783201" y="2240478"/>
                <a:ext cx="75240" cy="45720"/>
              </p14:xfrm>
            </p:contentPart>
          </mc:Choice>
          <mc:Fallback>
            <p:pic>
              <p:nvPicPr>
                <p:cNvPr id="25" name="Ink 24">
                  <a:extLst>
                    <a:ext uri="{FF2B5EF4-FFF2-40B4-BE49-F238E27FC236}">
                      <a16:creationId xmlns:a16="http://schemas.microsoft.com/office/drawing/2014/main" id="{E422A945-15D4-4242-A720-C5C6DF189659}"/>
                    </a:ext>
                  </a:extLst>
                </p:cNvPr>
                <p:cNvPicPr/>
                <p:nvPr/>
              </p:nvPicPr>
              <p:blipFill>
                <a:blip r:embed="rId21"/>
                <a:stretch>
                  <a:fillRect/>
                </a:stretch>
              </p:blipFill>
              <p:spPr>
                <a:xfrm>
                  <a:off x="6774561" y="2231838"/>
                  <a:ext cx="9288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6" name="Ink 25">
                  <a:extLst>
                    <a:ext uri="{FF2B5EF4-FFF2-40B4-BE49-F238E27FC236}">
                      <a16:creationId xmlns:a16="http://schemas.microsoft.com/office/drawing/2014/main" id="{52599795-AAF8-432F-91E4-AD5EC31DE350}"/>
                    </a:ext>
                  </a:extLst>
                </p14:cNvPr>
                <p14:cNvContentPartPr/>
                <p14:nvPr/>
              </p14:nvContentPartPr>
              <p14:xfrm>
                <a:off x="6867081" y="2289078"/>
                <a:ext cx="74520" cy="53280"/>
              </p14:xfrm>
            </p:contentPart>
          </mc:Choice>
          <mc:Fallback>
            <p:pic>
              <p:nvPicPr>
                <p:cNvPr id="26" name="Ink 25">
                  <a:extLst>
                    <a:ext uri="{FF2B5EF4-FFF2-40B4-BE49-F238E27FC236}">
                      <a16:creationId xmlns:a16="http://schemas.microsoft.com/office/drawing/2014/main" id="{52599795-AAF8-432F-91E4-AD5EC31DE350}"/>
                    </a:ext>
                  </a:extLst>
                </p:cNvPr>
                <p:cNvPicPr/>
                <p:nvPr/>
              </p:nvPicPr>
              <p:blipFill>
                <a:blip r:embed="rId23"/>
                <a:stretch>
                  <a:fillRect/>
                </a:stretch>
              </p:blipFill>
              <p:spPr>
                <a:xfrm>
                  <a:off x="6858441" y="2280078"/>
                  <a:ext cx="9216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7" name="Ink 26">
                  <a:extLst>
                    <a:ext uri="{FF2B5EF4-FFF2-40B4-BE49-F238E27FC236}">
                      <a16:creationId xmlns:a16="http://schemas.microsoft.com/office/drawing/2014/main" id="{58B9D3D1-0306-44B8-BEBF-2C57A192EB5A}"/>
                    </a:ext>
                  </a:extLst>
                </p14:cNvPr>
                <p14:cNvContentPartPr/>
                <p14:nvPr/>
              </p14:nvContentPartPr>
              <p14:xfrm>
                <a:off x="7035201" y="2015118"/>
                <a:ext cx="87480" cy="215280"/>
              </p14:xfrm>
            </p:contentPart>
          </mc:Choice>
          <mc:Fallback>
            <p:pic>
              <p:nvPicPr>
                <p:cNvPr id="27" name="Ink 26">
                  <a:extLst>
                    <a:ext uri="{FF2B5EF4-FFF2-40B4-BE49-F238E27FC236}">
                      <a16:creationId xmlns:a16="http://schemas.microsoft.com/office/drawing/2014/main" id="{58B9D3D1-0306-44B8-BEBF-2C57A192EB5A}"/>
                    </a:ext>
                  </a:extLst>
                </p:cNvPr>
                <p:cNvPicPr/>
                <p:nvPr/>
              </p:nvPicPr>
              <p:blipFill>
                <a:blip r:embed="rId25"/>
                <a:stretch>
                  <a:fillRect/>
                </a:stretch>
              </p:blipFill>
              <p:spPr>
                <a:xfrm>
                  <a:off x="7026201" y="2006478"/>
                  <a:ext cx="105120" cy="232920"/>
                </a:xfrm>
                <a:prstGeom prst="rect">
                  <a:avLst/>
                </a:prstGeom>
              </p:spPr>
            </p:pic>
          </mc:Fallback>
        </mc:AlternateContent>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3">
            <a:extLst>
              <a:ext uri="{FF2B5EF4-FFF2-40B4-BE49-F238E27FC236}">
                <a16:creationId xmlns:a16="http://schemas.microsoft.com/office/drawing/2014/main" id="{D66C0D51-7EBB-A817-6D51-B88A36C4BB5F}"/>
              </a:ext>
            </a:extLst>
          </p:cNvPr>
          <p:cNvSpPr>
            <a:spLocks noChangeArrowheads="1"/>
          </p:cNvSpPr>
          <p:nvPr/>
        </p:nvSpPr>
        <p:spPr bwMode="auto">
          <a:xfrm>
            <a:off x="914400" y="1752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DLS algorithm returns </a:t>
            </a:r>
            <a:r>
              <a:rPr lang="en-US" altLang="en-US" sz="2000">
                <a:solidFill>
                  <a:srgbClr val="FF0000"/>
                </a:solidFill>
                <a:latin typeface="Tahoma" panose="020B0604030504040204" pitchFamily="34" charset="0"/>
              </a:rPr>
              <a:t>Failure (no solution)</a:t>
            </a:r>
          </a:p>
          <a:p>
            <a:pPr eaLnBrk="1" hangingPunct="1">
              <a:spcBef>
                <a:spcPct val="20000"/>
              </a:spcBef>
              <a:buClr>
                <a:schemeClr val="folHlink"/>
              </a:buClr>
              <a:buSzPct val="60000"/>
              <a:buFont typeface="Wingdings" panose="05000000000000000000" pitchFamily="2" charset="2"/>
              <a:buChar char="n"/>
            </a:pPr>
            <a:r>
              <a:rPr lang="en-US" altLang="en-US" sz="2000">
                <a:latin typeface="Tahoma" panose="020B0604030504040204" pitchFamily="34" charset="0"/>
              </a:rPr>
              <a:t>The reason is that the goal is beyond the limit (Limit =2): the goal depth is (d=4)</a:t>
            </a:r>
          </a:p>
        </p:txBody>
      </p:sp>
      <p:grpSp>
        <p:nvGrpSpPr>
          <p:cNvPr id="82949" name="Group 4">
            <a:extLst>
              <a:ext uri="{FF2B5EF4-FFF2-40B4-BE49-F238E27FC236}">
                <a16:creationId xmlns:a16="http://schemas.microsoft.com/office/drawing/2014/main" id="{F901A86F-C01F-AAAE-CC3F-E2B5D8CBD5CE}"/>
              </a:ext>
            </a:extLst>
          </p:cNvPr>
          <p:cNvGrpSpPr>
            <a:grpSpLocks/>
          </p:cNvGrpSpPr>
          <p:nvPr/>
        </p:nvGrpSpPr>
        <p:grpSpPr bwMode="auto">
          <a:xfrm>
            <a:off x="2133600" y="2895600"/>
            <a:ext cx="5410200" cy="3429000"/>
            <a:chOff x="1104" y="1776"/>
            <a:chExt cx="3408" cy="2160"/>
          </a:xfrm>
        </p:grpSpPr>
        <p:grpSp>
          <p:nvGrpSpPr>
            <p:cNvPr id="82952" name="Group 5">
              <a:extLst>
                <a:ext uri="{FF2B5EF4-FFF2-40B4-BE49-F238E27FC236}">
                  <a16:creationId xmlns:a16="http://schemas.microsoft.com/office/drawing/2014/main" id="{D9C2C298-9A36-4017-F2BD-6B10B9D13EE3}"/>
                </a:ext>
              </a:extLst>
            </p:cNvPr>
            <p:cNvGrpSpPr>
              <a:grpSpLocks/>
            </p:cNvGrpSpPr>
            <p:nvPr/>
          </p:nvGrpSpPr>
          <p:grpSpPr bwMode="auto">
            <a:xfrm>
              <a:off x="2640" y="1776"/>
              <a:ext cx="336" cy="240"/>
              <a:chOff x="2640" y="1776"/>
              <a:chExt cx="336" cy="240"/>
            </a:xfrm>
          </p:grpSpPr>
          <p:sp>
            <p:nvSpPr>
              <p:cNvPr id="83008" name="Oval 6">
                <a:extLst>
                  <a:ext uri="{FF2B5EF4-FFF2-40B4-BE49-F238E27FC236}">
                    <a16:creationId xmlns:a16="http://schemas.microsoft.com/office/drawing/2014/main" id="{6BAB6DC8-F6A0-D3AA-3E7F-2341C57479C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009" name="Text Box 7">
                <a:extLst>
                  <a:ext uri="{FF2B5EF4-FFF2-40B4-BE49-F238E27FC236}">
                    <a16:creationId xmlns:a16="http://schemas.microsoft.com/office/drawing/2014/main" id="{3A1E5599-8365-AD81-E94B-CAD175415E8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A</a:t>
                </a:r>
                <a:endParaRPr lang="en-GB" altLang="en-US" sz="1800">
                  <a:latin typeface="Tahoma" panose="020B0604030504040204" pitchFamily="34" charset="0"/>
                </a:endParaRPr>
              </a:p>
            </p:txBody>
          </p:sp>
        </p:grpSp>
        <p:grpSp>
          <p:nvGrpSpPr>
            <p:cNvPr id="82953" name="Group 8">
              <a:extLst>
                <a:ext uri="{FF2B5EF4-FFF2-40B4-BE49-F238E27FC236}">
                  <a16:creationId xmlns:a16="http://schemas.microsoft.com/office/drawing/2014/main" id="{33663632-2418-8DA9-D0FA-1F48E8C68D43}"/>
                </a:ext>
              </a:extLst>
            </p:cNvPr>
            <p:cNvGrpSpPr>
              <a:grpSpLocks/>
            </p:cNvGrpSpPr>
            <p:nvPr/>
          </p:nvGrpSpPr>
          <p:grpSpPr bwMode="auto">
            <a:xfrm>
              <a:off x="1536" y="2208"/>
              <a:ext cx="336" cy="240"/>
              <a:chOff x="2640" y="1776"/>
              <a:chExt cx="336" cy="240"/>
            </a:xfrm>
          </p:grpSpPr>
          <p:sp>
            <p:nvSpPr>
              <p:cNvPr id="83006" name="Oval 9">
                <a:extLst>
                  <a:ext uri="{FF2B5EF4-FFF2-40B4-BE49-F238E27FC236}">
                    <a16:creationId xmlns:a16="http://schemas.microsoft.com/office/drawing/2014/main" id="{2E972B4F-8298-974C-AD67-5FF8B6BE2DCA}"/>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007" name="Text Box 10">
                <a:extLst>
                  <a:ext uri="{FF2B5EF4-FFF2-40B4-BE49-F238E27FC236}">
                    <a16:creationId xmlns:a16="http://schemas.microsoft.com/office/drawing/2014/main" id="{82931573-6A81-06BB-379F-9F05CF0CFD9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B</a:t>
                </a:r>
                <a:endParaRPr lang="en-GB" altLang="en-US" sz="1800">
                  <a:latin typeface="Tahoma" panose="020B0604030504040204" pitchFamily="34" charset="0"/>
                </a:endParaRPr>
              </a:p>
            </p:txBody>
          </p:sp>
        </p:grpSp>
        <p:grpSp>
          <p:nvGrpSpPr>
            <p:cNvPr id="82954" name="Group 11">
              <a:extLst>
                <a:ext uri="{FF2B5EF4-FFF2-40B4-BE49-F238E27FC236}">
                  <a16:creationId xmlns:a16="http://schemas.microsoft.com/office/drawing/2014/main" id="{51D55047-99A3-31DB-BBE3-D8F67A6B8ABE}"/>
                </a:ext>
              </a:extLst>
            </p:cNvPr>
            <p:cNvGrpSpPr>
              <a:grpSpLocks/>
            </p:cNvGrpSpPr>
            <p:nvPr/>
          </p:nvGrpSpPr>
          <p:grpSpPr bwMode="auto">
            <a:xfrm>
              <a:off x="2352" y="2208"/>
              <a:ext cx="336" cy="240"/>
              <a:chOff x="2640" y="1776"/>
              <a:chExt cx="336" cy="240"/>
            </a:xfrm>
          </p:grpSpPr>
          <p:sp>
            <p:nvSpPr>
              <p:cNvPr id="83004" name="Oval 12">
                <a:extLst>
                  <a:ext uri="{FF2B5EF4-FFF2-40B4-BE49-F238E27FC236}">
                    <a16:creationId xmlns:a16="http://schemas.microsoft.com/office/drawing/2014/main" id="{ACACED0E-A452-7C1A-FF07-1770C30171C4}"/>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005" name="Text Box 13">
                <a:extLst>
                  <a:ext uri="{FF2B5EF4-FFF2-40B4-BE49-F238E27FC236}">
                    <a16:creationId xmlns:a16="http://schemas.microsoft.com/office/drawing/2014/main" id="{26B7E07E-E1F1-2B49-089F-28F192A10DC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C</a:t>
                </a:r>
                <a:endParaRPr lang="en-GB" altLang="en-US" sz="1800">
                  <a:latin typeface="Tahoma" panose="020B0604030504040204" pitchFamily="34" charset="0"/>
                </a:endParaRPr>
              </a:p>
            </p:txBody>
          </p:sp>
        </p:grpSp>
        <p:grpSp>
          <p:nvGrpSpPr>
            <p:cNvPr id="82955" name="Group 14">
              <a:extLst>
                <a:ext uri="{FF2B5EF4-FFF2-40B4-BE49-F238E27FC236}">
                  <a16:creationId xmlns:a16="http://schemas.microsoft.com/office/drawing/2014/main" id="{C7C70749-47E7-5DA4-556D-E5CBDEAFAE68}"/>
                </a:ext>
              </a:extLst>
            </p:cNvPr>
            <p:cNvGrpSpPr>
              <a:grpSpLocks/>
            </p:cNvGrpSpPr>
            <p:nvPr/>
          </p:nvGrpSpPr>
          <p:grpSpPr bwMode="auto">
            <a:xfrm>
              <a:off x="4176" y="2208"/>
              <a:ext cx="336" cy="240"/>
              <a:chOff x="2640" y="1776"/>
              <a:chExt cx="336" cy="240"/>
            </a:xfrm>
          </p:grpSpPr>
          <p:sp>
            <p:nvSpPr>
              <p:cNvPr id="83002" name="Oval 15">
                <a:extLst>
                  <a:ext uri="{FF2B5EF4-FFF2-40B4-BE49-F238E27FC236}">
                    <a16:creationId xmlns:a16="http://schemas.microsoft.com/office/drawing/2014/main" id="{9243C82F-75B1-3092-687F-F26D2A68D98E}"/>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003" name="Text Box 16">
                <a:extLst>
                  <a:ext uri="{FF2B5EF4-FFF2-40B4-BE49-F238E27FC236}">
                    <a16:creationId xmlns:a16="http://schemas.microsoft.com/office/drawing/2014/main" id="{A97DEAFF-0ED7-9E5D-E509-13A9878A94E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E</a:t>
                </a:r>
                <a:endParaRPr lang="en-GB" altLang="en-US" sz="1800">
                  <a:latin typeface="Tahoma" panose="020B0604030504040204" pitchFamily="34" charset="0"/>
                </a:endParaRPr>
              </a:p>
            </p:txBody>
          </p:sp>
        </p:grpSp>
        <p:grpSp>
          <p:nvGrpSpPr>
            <p:cNvPr id="82956" name="Group 17">
              <a:extLst>
                <a:ext uri="{FF2B5EF4-FFF2-40B4-BE49-F238E27FC236}">
                  <a16:creationId xmlns:a16="http://schemas.microsoft.com/office/drawing/2014/main" id="{101592E5-BEBF-934D-F82E-9E56793C9352}"/>
                </a:ext>
              </a:extLst>
            </p:cNvPr>
            <p:cNvGrpSpPr>
              <a:grpSpLocks/>
            </p:cNvGrpSpPr>
            <p:nvPr/>
          </p:nvGrpSpPr>
          <p:grpSpPr bwMode="auto">
            <a:xfrm>
              <a:off x="3168" y="2208"/>
              <a:ext cx="336" cy="240"/>
              <a:chOff x="2640" y="1776"/>
              <a:chExt cx="336" cy="240"/>
            </a:xfrm>
          </p:grpSpPr>
          <p:sp>
            <p:nvSpPr>
              <p:cNvPr id="83000" name="Oval 18">
                <a:extLst>
                  <a:ext uri="{FF2B5EF4-FFF2-40B4-BE49-F238E27FC236}">
                    <a16:creationId xmlns:a16="http://schemas.microsoft.com/office/drawing/2014/main" id="{9A2DE307-0983-8DDB-7811-158D7217D24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3001" name="Text Box 19">
                <a:extLst>
                  <a:ext uri="{FF2B5EF4-FFF2-40B4-BE49-F238E27FC236}">
                    <a16:creationId xmlns:a16="http://schemas.microsoft.com/office/drawing/2014/main" id="{5B8932CA-9037-EAEA-92D1-6F1AB930778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D</a:t>
                </a:r>
                <a:endParaRPr lang="en-GB" altLang="en-US" sz="1800">
                  <a:latin typeface="Tahoma" panose="020B0604030504040204" pitchFamily="34" charset="0"/>
                </a:endParaRPr>
              </a:p>
            </p:txBody>
          </p:sp>
        </p:grpSp>
        <p:grpSp>
          <p:nvGrpSpPr>
            <p:cNvPr id="82957" name="Group 20">
              <a:extLst>
                <a:ext uri="{FF2B5EF4-FFF2-40B4-BE49-F238E27FC236}">
                  <a16:creationId xmlns:a16="http://schemas.microsoft.com/office/drawing/2014/main" id="{382E7DE5-C845-C9A4-9156-81334F2E1F50}"/>
                </a:ext>
              </a:extLst>
            </p:cNvPr>
            <p:cNvGrpSpPr>
              <a:grpSpLocks/>
            </p:cNvGrpSpPr>
            <p:nvPr/>
          </p:nvGrpSpPr>
          <p:grpSpPr bwMode="auto">
            <a:xfrm>
              <a:off x="1104" y="2640"/>
              <a:ext cx="336" cy="240"/>
              <a:chOff x="2640" y="1776"/>
              <a:chExt cx="336" cy="240"/>
            </a:xfrm>
          </p:grpSpPr>
          <p:sp>
            <p:nvSpPr>
              <p:cNvPr id="82998" name="Oval 21">
                <a:extLst>
                  <a:ext uri="{FF2B5EF4-FFF2-40B4-BE49-F238E27FC236}">
                    <a16:creationId xmlns:a16="http://schemas.microsoft.com/office/drawing/2014/main" id="{0FD51E9A-1F1A-71D3-5896-03E02AB32025}"/>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99" name="Text Box 22">
                <a:extLst>
                  <a:ext uri="{FF2B5EF4-FFF2-40B4-BE49-F238E27FC236}">
                    <a16:creationId xmlns:a16="http://schemas.microsoft.com/office/drawing/2014/main" id="{F0C276F5-35C8-7C6E-2704-EFB8C14FD3D3}"/>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F</a:t>
                </a:r>
                <a:endParaRPr lang="en-GB" altLang="en-US" sz="1800">
                  <a:latin typeface="Tahoma" panose="020B0604030504040204" pitchFamily="34" charset="0"/>
                </a:endParaRPr>
              </a:p>
            </p:txBody>
          </p:sp>
        </p:grpSp>
        <p:grpSp>
          <p:nvGrpSpPr>
            <p:cNvPr id="82958" name="Group 23">
              <a:extLst>
                <a:ext uri="{FF2B5EF4-FFF2-40B4-BE49-F238E27FC236}">
                  <a16:creationId xmlns:a16="http://schemas.microsoft.com/office/drawing/2014/main" id="{1E1B0422-5608-1FDB-E0E8-EDE33EFFBF4B}"/>
                </a:ext>
              </a:extLst>
            </p:cNvPr>
            <p:cNvGrpSpPr>
              <a:grpSpLocks/>
            </p:cNvGrpSpPr>
            <p:nvPr/>
          </p:nvGrpSpPr>
          <p:grpSpPr bwMode="auto">
            <a:xfrm>
              <a:off x="1872" y="2640"/>
              <a:ext cx="336" cy="240"/>
              <a:chOff x="2640" y="1776"/>
              <a:chExt cx="336" cy="240"/>
            </a:xfrm>
          </p:grpSpPr>
          <p:sp>
            <p:nvSpPr>
              <p:cNvPr id="82996" name="Oval 24">
                <a:extLst>
                  <a:ext uri="{FF2B5EF4-FFF2-40B4-BE49-F238E27FC236}">
                    <a16:creationId xmlns:a16="http://schemas.microsoft.com/office/drawing/2014/main" id="{F1130DA9-620F-E429-EF8C-E9BFD08290DF}"/>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97" name="Text Box 25">
                <a:extLst>
                  <a:ext uri="{FF2B5EF4-FFF2-40B4-BE49-F238E27FC236}">
                    <a16:creationId xmlns:a16="http://schemas.microsoft.com/office/drawing/2014/main" id="{A05BA2B0-1980-EBA2-30C9-96EA3799AE18}"/>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G</a:t>
                </a:r>
                <a:endParaRPr lang="en-GB" altLang="en-US" sz="1800">
                  <a:latin typeface="Tahoma" panose="020B0604030504040204" pitchFamily="34" charset="0"/>
                </a:endParaRPr>
              </a:p>
            </p:txBody>
          </p:sp>
        </p:grpSp>
        <p:grpSp>
          <p:nvGrpSpPr>
            <p:cNvPr id="82959" name="Group 26">
              <a:extLst>
                <a:ext uri="{FF2B5EF4-FFF2-40B4-BE49-F238E27FC236}">
                  <a16:creationId xmlns:a16="http://schemas.microsoft.com/office/drawing/2014/main" id="{2FCC3DA4-9B1E-2E76-D3F1-C4BBF2076101}"/>
                </a:ext>
              </a:extLst>
            </p:cNvPr>
            <p:cNvGrpSpPr>
              <a:grpSpLocks/>
            </p:cNvGrpSpPr>
            <p:nvPr/>
          </p:nvGrpSpPr>
          <p:grpSpPr bwMode="auto">
            <a:xfrm>
              <a:off x="2592" y="2640"/>
              <a:ext cx="336" cy="240"/>
              <a:chOff x="2640" y="1776"/>
              <a:chExt cx="336" cy="240"/>
            </a:xfrm>
          </p:grpSpPr>
          <p:sp>
            <p:nvSpPr>
              <p:cNvPr id="82994" name="Oval 27">
                <a:extLst>
                  <a:ext uri="{FF2B5EF4-FFF2-40B4-BE49-F238E27FC236}">
                    <a16:creationId xmlns:a16="http://schemas.microsoft.com/office/drawing/2014/main" id="{39BB33CF-0107-EA8F-0E50-2835E3210D6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95" name="Text Box 28">
                <a:extLst>
                  <a:ext uri="{FF2B5EF4-FFF2-40B4-BE49-F238E27FC236}">
                    <a16:creationId xmlns:a16="http://schemas.microsoft.com/office/drawing/2014/main" id="{6298C348-2932-59AD-435B-5ABF3B238305}"/>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H</a:t>
                </a:r>
                <a:endParaRPr lang="en-GB" altLang="en-US" sz="1800">
                  <a:latin typeface="Tahoma" panose="020B0604030504040204" pitchFamily="34" charset="0"/>
                </a:endParaRPr>
              </a:p>
            </p:txBody>
          </p:sp>
        </p:grpSp>
        <p:grpSp>
          <p:nvGrpSpPr>
            <p:cNvPr id="82960" name="Group 29">
              <a:extLst>
                <a:ext uri="{FF2B5EF4-FFF2-40B4-BE49-F238E27FC236}">
                  <a16:creationId xmlns:a16="http://schemas.microsoft.com/office/drawing/2014/main" id="{2A846F58-150F-1312-00F9-1D7EFA7470C4}"/>
                </a:ext>
              </a:extLst>
            </p:cNvPr>
            <p:cNvGrpSpPr>
              <a:grpSpLocks/>
            </p:cNvGrpSpPr>
            <p:nvPr/>
          </p:nvGrpSpPr>
          <p:grpSpPr bwMode="auto">
            <a:xfrm>
              <a:off x="3072" y="2640"/>
              <a:ext cx="336" cy="240"/>
              <a:chOff x="2640" y="1776"/>
              <a:chExt cx="336" cy="240"/>
            </a:xfrm>
          </p:grpSpPr>
          <p:sp>
            <p:nvSpPr>
              <p:cNvPr id="82992" name="Oval 30">
                <a:extLst>
                  <a:ext uri="{FF2B5EF4-FFF2-40B4-BE49-F238E27FC236}">
                    <a16:creationId xmlns:a16="http://schemas.microsoft.com/office/drawing/2014/main" id="{18840969-ACC8-D259-B781-C53EF16D1DAD}"/>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93" name="Text Box 31">
                <a:extLst>
                  <a:ext uri="{FF2B5EF4-FFF2-40B4-BE49-F238E27FC236}">
                    <a16:creationId xmlns:a16="http://schemas.microsoft.com/office/drawing/2014/main" id="{11177F23-3B60-89BA-DA4C-E8F1B3BB895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I</a:t>
                </a:r>
                <a:endParaRPr lang="en-GB" altLang="en-US" sz="1800">
                  <a:latin typeface="Tahoma" panose="020B0604030504040204" pitchFamily="34" charset="0"/>
                </a:endParaRPr>
              </a:p>
            </p:txBody>
          </p:sp>
        </p:grpSp>
        <p:grpSp>
          <p:nvGrpSpPr>
            <p:cNvPr id="82961" name="Group 32">
              <a:extLst>
                <a:ext uri="{FF2B5EF4-FFF2-40B4-BE49-F238E27FC236}">
                  <a16:creationId xmlns:a16="http://schemas.microsoft.com/office/drawing/2014/main" id="{77752893-9571-DCE7-AA00-FBC15778883D}"/>
                </a:ext>
              </a:extLst>
            </p:cNvPr>
            <p:cNvGrpSpPr>
              <a:grpSpLocks/>
            </p:cNvGrpSpPr>
            <p:nvPr/>
          </p:nvGrpSpPr>
          <p:grpSpPr bwMode="auto">
            <a:xfrm>
              <a:off x="3696" y="2640"/>
              <a:ext cx="336" cy="240"/>
              <a:chOff x="2640" y="1776"/>
              <a:chExt cx="336" cy="240"/>
            </a:xfrm>
          </p:grpSpPr>
          <p:sp>
            <p:nvSpPr>
              <p:cNvPr id="82990" name="Oval 33">
                <a:extLst>
                  <a:ext uri="{FF2B5EF4-FFF2-40B4-BE49-F238E27FC236}">
                    <a16:creationId xmlns:a16="http://schemas.microsoft.com/office/drawing/2014/main" id="{BCEDA3B8-C3D3-F015-A981-0DAE1DAF5A3C}"/>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91" name="Text Box 34">
                <a:extLst>
                  <a:ext uri="{FF2B5EF4-FFF2-40B4-BE49-F238E27FC236}">
                    <a16:creationId xmlns:a16="http://schemas.microsoft.com/office/drawing/2014/main" id="{98691D24-52C2-D1FC-2652-FB53421EA67A}"/>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J</a:t>
                </a:r>
                <a:endParaRPr lang="en-GB" altLang="en-US" sz="1800">
                  <a:latin typeface="Tahoma" panose="020B0604030504040204" pitchFamily="34" charset="0"/>
                </a:endParaRPr>
              </a:p>
            </p:txBody>
          </p:sp>
        </p:grpSp>
        <p:grpSp>
          <p:nvGrpSpPr>
            <p:cNvPr id="82962" name="Group 35">
              <a:extLst>
                <a:ext uri="{FF2B5EF4-FFF2-40B4-BE49-F238E27FC236}">
                  <a16:creationId xmlns:a16="http://schemas.microsoft.com/office/drawing/2014/main" id="{3C265A86-5D27-D7DD-C9A0-4B528F9749FB}"/>
                </a:ext>
              </a:extLst>
            </p:cNvPr>
            <p:cNvGrpSpPr>
              <a:grpSpLocks/>
            </p:cNvGrpSpPr>
            <p:nvPr/>
          </p:nvGrpSpPr>
          <p:grpSpPr bwMode="auto">
            <a:xfrm>
              <a:off x="1536" y="3168"/>
              <a:ext cx="336" cy="240"/>
              <a:chOff x="2640" y="1776"/>
              <a:chExt cx="336" cy="240"/>
            </a:xfrm>
          </p:grpSpPr>
          <p:sp>
            <p:nvSpPr>
              <p:cNvPr id="82988" name="Oval 36">
                <a:extLst>
                  <a:ext uri="{FF2B5EF4-FFF2-40B4-BE49-F238E27FC236}">
                    <a16:creationId xmlns:a16="http://schemas.microsoft.com/office/drawing/2014/main" id="{E103B787-982B-BDEE-2F1C-D67D76D05247}"/>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89" name="Text Box 37">
                <a:extLst>
                  <a:ext uri="{FF2B5EF4-FFF2-40B4-BE49-F238E27FC236}">
                    <a16:creationId xmlns:a16="http://schemas.microsoft.com/office/drawing/2014/main" id="{6758615F-679E-0538-8088-425C48095D27}"/>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K</a:t>
                </a:r>
                <a:endParaRPr lang="en-GB" altLang="en-US" sz="1800">
                  <a:latin typeface="Tahoma" panose="020B0604030504040204" pitchFamily="34" charset="0"/>
                </a:endParaRPr>
              </a:p>
            </p:txBody>
          </p:sp>
        </p:grpSp>
        <p:grpSp>
          <p:nvGrpSpPr>
            <p:cNvPr id="82963" name="Group 38">
              <a:extLst>
                <a:ext uri="{FF2B5EF4-FFF2-40B4-BE49-F238E27FC236}">
                  <a16:creationId xmlns:a16="http://schemas.microsoft.com/office/drawing/2014/main" id="{4A917805-CFC1-6A84-A3A9-D618C2460D32}"/>
                </a:ext>
              </a:extLst>
            </p:cNvPr>
            <p:cNvGrpSpPr>
              <a:grpSpLocks/>
            </p:cNvGrpSpPr>
            <p:nvPr/>
          </p:nvGrpSpPr>
          <p:grpSpPr bwMode="auto">
            <a:xfrm>
              <a:off x="2160" y="3168"/>
              <a:ext cx="336" cy="240"/>
              <a:chOff x="2640" y="1776"/>
              <a:chExt cx="336" cy="240"/>
            </a:xfrm>
          </p:grpSpPr>
          <p:sp>
            <p:nvSpPr>
              <p:cNvPr id="82986" name="Oval 39">
                <a:extLst>
                  <a:ext uri="{FF2B5EF4-FFF2-40B4-BE49-F238E27FC236}">
                    <a16:creationId xmlns:a16="http://schemas.microsoft.com/office/drawing/2014/main" id="{9D77585A-7AFD-3FED-1561-7182FD668D53}"/>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87" name="Text Box 40">
                <a:extLst>
                  <a:ext uri="{FF2B5EF4-FFF2-40B4-BE49-F238E27FC236}">
                    <a16:creationId xmlns:a16="http://schemas.microsoft.com/office/drawing/2014/main" id="{E6E4F330-E00C-47F0-4016-A3402CFF8360}"/>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L</a:t>
                </a:r>
                <a:endParaRPr lang="en-GB" altLang="en-US" sz="1800">
                  <a:latin typeface="Tahoma" panose="020B0604030504040204" pitchFamily="34" charset="0"/>
                </a:endParaRPr>
              </a:p>
            </p:txBody>
          </p:sp>
        </p:grpSp>
        <p:sp>
          <p:nvSpPr>
            <p:cNvPr id="82964" name="Oval 41">
              <a:extLst>
                <a:ext uri="{FF2B5EF4-FFF2-40B4-BE49-F238E27FC236}">
                  <a16:creationId xmlns:a16="http://schemas.microsoft.com/office/drawing/2014/main" id="{5A3D77B2-C37A-7680-161C-EE94082CF097}"/>
                </a:ext>
              </a:extLst>
            </p:cNvPr>
            <p:cNvSpPr>
              <a:spLocks noChangeArrowheads="1"/>
            </p:cNvSpPr>
            <p:nvPr/>
          </p:nvSpPr>
          <p:spPr bwMode="auto">
            <a:xfrm>
              <a:off x="2160" y="3696"/>
              <a:ext cx="336" cy="240"/>
            </a:xfrm>
            <a:prstGeom prst="ellipse">
              <a:avLst/>
            </a:prstGeom>
            <a:solidFill>
              <a:schemeClr val="folHlink"/>
            </a:solidFill>
            <a:ln w="38100" cmpd="dbl">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65" name="Text Box 42">
              <a:extLst>
                <a:ext uri="{FF2B5EF4-FFF2-40B4-BE49-F238E27FC236}">
                  <a16:creationId xmlns:a16="http://schemas.microsoft.com/office/drawing/2014/main" id="{084F9A93-A2A8-A197-CA4F-6711726B049A}"/>
                </a:ext>
              </a:extLst>
            </p:cNvPr>
            <p:cNvSpPr txBox="1">
              <a:spLocks noChangeArrowheads="1"/>
            </p:cNvSpPr>
            <p:nvPr/>
          </p:nvSpPr>
          <p:spPr bwMode="auto">
            <a:xfrm>
              <a:off x="2256" y="36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cmpd="dbl">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i="1">
                  <a:latin typeface="Tahoma" panose="020B0604030504040204" pitchFamily="34" charset="0"/>
                </a:rPr>
                <a:t>O</a:t>
              </a:r>
              <a:endParaRPr lang="en-GB" altLang="en-US" sz="1800" b="1" i="1">
                <a:latin typeface="Tahoma" panose="020B0604030504040204" pitchFamily="34" charset="0"/>
              </a:endParaRPr>
            </a:p>
          </p:txBody>
        </p:sp>
        <p:sp>
          <p:nvSpPr>
            <p:cNvPr id="82966" name="Line 43">
              <a:extLst>
                <a:ext uri="{FF2B5EF4-FFF2-40B4-BE49-F238E27FC236}">
                  <a16:creationId xmlns:a16="http://schemas.microsoft.com/office/drawing/2014/main" id="{BF8C335E-42F2-BFDF-3676-251C2E1098D5}"/>
                </a:ext>
              </a:extLst>
            </p:cNvPr>
            <p:cNvSpPr>
              <a:spLocks noChangeShapeType="1"/>
            </p:cNvSpPr>
            <p:nvPr/>
          </p:nvSpPr>
          <p:spPr bwMode="auto">
            <a:xfrm flipH="1">
              <a:off x="1776" y="2016"/>
              <a:ext cx="100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67" name="Line 44">
              <a:extLst>
                <a:ext uri="{FF2B5EF4-FFF2-40B4-BE49-F238E27FC236}">
                  <a16:creationId xmlns:a16="http://schemas.microsoft.com/office/drawing/2014/main" id="{D4FDCC92-050A-CEC6-B838-0BEB140EA73B}"/>
                </a:ext>
              </a:extLst>
            </p:cNvPr>
            <p:cNvSpPr>
              <a:spLocks noChangeShapeType="1"/>
            </p:cNvSpPr>
            <p:nvPr/>
          </p:nvSpPr>
          <p:spPr bwMode="auto">
            <a:xfrm flipH="1">
              <a:off x="2592" y="2016"/>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68" name="Line 45">
              <a:extLst>
                <a:ext uri="{FF2B5EF4-FFF2-40B4-BE49-F238E27FC236}">
                  <a16:creationId xmlns:a16="http://schemas.microsoft.com/office/drawing/2014/main" id="{96CC7869-0585-C0D8-A66F-2796BEE1CFBC}"/>
                </a:ext>
              </a:extLst>
            </p:cNvPr>
            <p:cNvSpPr>
              <a:spLocks noChangeShapeType="1"/>
            </p:cNvSpPr>
            <p:nvPr/>
          </p:nvSpPr>
          <p:spPr bwMode="auto">
            <a:xfrm>
              <a:off x="2784" y="2016"/>
              <a:ext cx="48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69" name="Line 46">
              <a:extLst>
                <a:ext uri="{FF2B5EF4-FFF2-40B4-BE49-F238E27FC236}">
                  <a16:creationId xmlns:a16="http://schemas.microsoft.com/office/drawing/2014/main" id="{08134067-5B8D-60A0-FBB7-09AC9D99F468}"/>
                </a:ext>
              </a:extLst>
            </p:cNvPr>
            <p:cNvSpPr>
              <a:spLocks noChangeShapeType="1"/>
            </p:cNvSpPr>
            <p:nvPr/>
          </p:nvSpPr>
          <p:spPr bwMode="auto">
            <a:xfrm>
              <a:off x="2784" y="2016"/>
              <a:ext cx="15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70" name="Line 47">
              <a:extLst>
                <a:ext uri="{FF2B5EF4-FFF2-40B4-BE49-F238E27FC236}">
                  <a16:creationId xmlns:a16="http://schemas.microsoft.com/office/drawing/2014/main" id="{BA5AB064-44F4-175E-D467-DB54ADFFD007}"/>
                </a:ext>
              </a:extLst>
            </p:cNvPr>
            <p:cNvSpPr>
              <a:spLocks noChangeShapeType="1"/>
            </p:cNvSpPr>
            <p:nvPr/>
          </p:nvSpPr>
          <p:spPr bwMode="auto">
            <a:xfrm flipH="1">
              <a:off x="1296" y="2448"/>
              <a:ext cx="38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71" name="Line 48">
              <a:extLst>
                <a:ext uri="{FF2B5EF4-FFF2-40B4-BE49-F238E27FC236}">
                  <a16:creationId xmlns:a16="http://schemas.microsoft.com/office/drawing/2014/main" id="{42D4EA8C-C3B9-D409-F408-A34B40C44641}"/>
                </a:ext>
              </a:extLst>
            </p:cNvPr>
            <p:cNvSpPr>
              <a:spLocks noChangeShapeType="1"/>
            </p:cNvSpPr>
            <p:nvPr/>
          </p:nvSpPr>
          <p:spPr bwMode="auto">
            <a:xfrm>
              <a:off x="1680" y="2448"/>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72" name="Line 49">
              <a:extLst>
                <a:ext uri="{FF2B5EF4-FFF2-40B4-BE49-F238E27FC236}">
                  <a16:creationId xmlns:a16="http://schemas.microsoft.com/office/drawing/2014/main" id="{27960846-EF0A-4551-4C74-375BFAC491F7}"/>
                </a:ext>
              </a:extLst>
            </p:cNvPr>
            <p:cNvSpPr>
              <a:spLocks noChangeShapeType="1"/>
            </p:cNvSpPr>
            <p:nvPr/>
          </p:nvSpPr>
          <p:spPr bwMode="auto">
            <a:xfrm>
              <a:off x="2592" y="2448"/>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73" name="Line 50">
              <a:extLst>
                <a:ext uri="{FF2B5EF4-FFF2-40B4-BE49-F238E27FC236}">
                  <a16:creationId xmlns:a16="http://schemas.microsoft.com/office/drawing/2014/main" id="{E9D30AB1-C8F3-9783-7CD5-017B6782E671}"/>
                </a:ext>
              </a:extLst>
            </p:cNvPr>
            <p:cNvSpPr>
              <a:spLocks noChangeShapeType="1"/>
            </p:cNvSpPr>
            <p:nvPr/>
          </p:nvSpPr>
          <p:spPr bwMode="auto">
            <a:xfrm flipH="1">
              <a:off x="3216" y="2448"/>
              <a:ext cx="14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74" name="Line 51">
              <a:extLst>
                <a:ext uri="{FF2B5EF4-FFF2-40B4-BE49-F238E27FC236}">
                  <a16:creationId xmlns:a16="http://schemas.microsoft.com/office/drawing/2014/main" id="{AB501B88-962C-53F4-AE99-2D54137B1978}"/>
                </a:ext>
              </a:extLst>
            </p:cNvPr>
            <p:cNvSpPr>
              <a:spLocks noChangeShapeType="1"/>
            </p:cNvSpPr>
            <p:nvPr/>
          </p:nvSpPr>
          <p:spPr bwMode="auto">
            <a:xfrm>
              <a:off x="3360" y="2448"/>
              <a:ext cx="43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75" name="Line 52">
              <a:extLst>
                <a:ext uri="{FF2B5EF4-FFF2-40B4-BE49-F238E27FC236}">
                  <a16:creationId xmlns:a16="http://schemas.microsoft.com/office/drawing/2014/main" id="{64B6CA47-27FB-7C0E-7BA1-304E1D2FA5CB}"/>
                </a:ext>
              </a:extLst>
            </p:cNvPr>
            <p:cNvSpPr>
              <a:spLocks noChangeShapeType="1"/>
            </p:cNvSpPr>
            <p:nvPr/>
          </p:nvSpPr>
          <p:spPr bwMode="auto">
            <a:xfrm flipH="1">
              <a:off x="1728" y="2880"/>
              <a:ext cx="336"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76" name="Line 53">
              <a:extLst>
                <a:ext uri="{FF2B5EF4-FFF2-40B4-BE49-F238E27FC236}">
                  <a16:creationId xmlns:a16="http://schemas.microsoft.com/office/drawing/2014/main" id="{DB6EC356-13EF-918E-5255-6C54BC5637C9}"/>
                </a:ext>
              </a:extLst>
            </p:cNvPr>
            <p:cNvSpPr>
              <a:spLocks noChangeShapeType="1"/>
            </p:cNvSpPr>
            <p:nvPr/>
          </p:nvSpPr>
          <p:spPr bwMode="auto">
            <a:xfrm>
              <a:off x="2064" y="2880"/>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82977" name="Group 54">
              <a:extLst>
                <a:ext uri="{FF2B5EF4-FFF2-40B4-BE49-F238E27FC236}">
                  <a16:creationId xmlns:a16="http://schemas.microsoft.com/office/drawing/2014/main" id="{F4580128-38A4-ACE3-2465-EFE4C25235F8}"/>
                </a:ext>
              </a:extLst>
            </p:cNvPr>
            <p:cNvGrpSpPr>
              <a:grpSpLocks/>
            </p:cNvGrpSpPr>
            <p:nvPr/>
          </p:nvGrpSpPr>
          <p:grpSpPr bwMode="auto">
            <a:xfrm>
              <a:off x="3120" y="3168"/>
              <a:ext cx="336" cy="240"/>
              <a:chOff x="2640" y="1776"/>
              <a:chExt cx="336" cy="240"/>
            </a:xfrm>
          </p:grpSpPr>
          <p:sp>
            <p:nvSpPr>
              <p:cNvPr id="82984" name="Oval 55">
                <a:extLst>
                  <a:ext uri="{FF2B5EF4-FFF2-40B4-BE49-F238E27FC236}">
                    <a16:creationId xmlns:a16="http://schemas.microsoft.com/office/drawing/2014/main" id="{7C31E4F4-F04E-55DF-13B5-D237DAB3B6BB}"/>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85" name="Text Box 56">
                <a:extLst>
                  <a:ext uri="{FF2B5EF4-FFF2-40B4-BE49-F238E27FC236}">
                    <a16:creationId xmlns:a16="http://schemas.microsoft.com/office/drawing/2014/main" id="{A8DDCE65-034A-EA9A-ECAD-850AAE11F324}"/>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M</a:t>
                </a:r>
                <a:endParaRPr lang="en-GB" altLang="en-US" sz="1800">
                  <a:latin typeface="Tahoma" panose="020B0604030504040204" pitchFamily="34" charset="0"/>
                </a:endParaRPr>
              </a:p>
            </p:txBody>
          </p:sp>
        </p:grpSp>
        <p:grpSp>
          <p:nvGrpSpPr>
            <p:cNvPr id="82978" name="Group 57">
              <a:extLst>
                <a:ext uri="{FF2B5EF4-FFF2-40B4-BE49-F238E27FC236}">
                  <a16:creationId xmlns:a16="http://schemas.microsoft.com/office/drawing/2014/main" id="{050E574A-A936-E8D1-F58E-748140FCFEFD}"/>
                </a:ext>
              </a:extLst>
            </p:cNvPr>
            <p:cNvGrpSpPr>
              <a:grpSpLocks/>
            </p:cNvGrpSpPr>
            <p:nvPr/>
          </p:nvGrpSpPr>
          <p:grpSpPr bwMode="auto">
            <a:xfrm>
              <a:off x="3840" y="3120"/>
              <a:ext cx="336" cy="240"/>
              <a:chOff x="2640" y="1776"/>
              <a:chExt cx="336" cy="240"/>
            </a:xfrm>
          </p:grpSpPr>
          <p:sp>
            <p:nvSpPr>
              <p:cNvPr id="82982" name="Oval 58">
                <a:extLst>
                  <a:ext uri="{FF2B5EF4-FFF2-40B4-BE49-F238E27FC236}">
                    <a16:creationId xmlns:a16="http://schemas.microsoft.com/office/drawing/2014/main" id="{F593DCF8-1A41-2AF1-5382-B1C06F8BFFB8}"/>
                  </a:ext>
                </a:extLst>
              </p:cNvPr>
              <p:cNvSpPr>
                <a:spLocks noChangeArrowheads="1"/>
              </p:cNvSpPr>
              <p:nvPr/>
            </p:nvSpPr>
            <p:spPr bwMode="auto">
              <a:xfrm>
                <a:off x="2640" y="1776"/>
                <a:ext cx="336" cy="24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82983" name="Text Box 59">
                <a:extLst>
                  <a:ext uri="{FF2B5EF4-FFF2-40B4-BE49-F238E27FC236}">
                    <a16:creationId xmlns:a16="http://schemas.microsoft.com/office/drawing/2014/main" id="{E31A6E9D-824F-5E60-95BC-5672C86A884D}"/>
                  </a:ext>
                </a:extLst>
              </p:cNvPr>
              <p:cNvSpPr txBox="1">
                <a:spLocks noChangeArrowheads="1"/>
              </p:cNvSpPr>
              <p:nvPr/>
            </p:nvSpPr>
            <p:spPr bwMode="auto">
              <a:xfrm>
                <a:off x="2736"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a:latin typeface="Tahoma" panose="020B0604030504040204" pitchFamily="34" charset="0"/>
                  </a:rPr>
                  <a:t>N</a:t>
                </a:r>
                <a:endParaRPr lang="en-GB" altLang="en-US" sz="1800">
                  <a:latin typeface="Tahoma" panose="020B0604030504040204" pitchFamily="34" charset="0"/>
                </a:endParaRPr>
              </a:p>
            </p:txBody>
          </p:sp>
        </p:grpSp>
        <p:sp>
          <p:nvSpPr>
            <p:cNvPr id="82979" name="Line 60">
              <a:extLst>
                <a:ext uri="{FF2B5EF4-FFF2-40B4-BE49-F238E27FC236}">
                  <a16:creationId xmlns:a16="http://schemas.microsoft.com/office/drawing/2014/main" id="{79DBAE37-D0B9-1A13-DB7B-DBD65D0AB18B}"/>
                </a:ext>
              </a:extLst>
            </p:cNvPr>
            <p:cNvSpPr>
              <a:spLocks noChangeShapeType="1"/>
            </p:cNvSpPr>
            <p:nvPr/>
          </p:nvSpPr>
          <p:spPr bwMode="auto">
            <a:xfrm>
              <a:off x="3264" y="2880"/>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80" name="Line 61">
              <a:extLst>
                <a:ext uri="{FF2B5EF4-FFF2-40B4-BE49-F238E27FC236}">
                  <a16:creationId xmlns:a16="http://schemas.microsoft.com/office/drawing/2014/main" id="{ABC729B2-6CFF-00E3-8B16-8337CB89A78E}"/>
                </a:ext>
              </a:extLst>
            </p:cNvPr>
            <p:cNvSpPr>
              <a:spLocks noChangeShapeType="1"/>
            </p:cNvSpPr>
            <p:nvPr/>
          </p:nvSpPr>
          <p:spPr bwMode="auto">
            <a:xfrm>
              <a:off x="3936" y="2880"/>
              <a:ext cx="48"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81" name="Line 62">
              <a:extLst>
                <a:ext uri="{FF2B5EF4-FFF2-40B4-BE49-F238E27FC236}">
                  <a16:creationId xmlns:a16="http://schemas.microsoft.com/office/drawing/2014/main" id="{CD00895D-3A28-9E59-CDFB-23044A56840A}"/>
                </a:ext>
              </a:extLst>
            </p:cNvPr>
            <p:cNvSpPr>
              <a:spLocks noChangeShapeType="1"/>
            </p:cNvSpPr>
            <p:nvPr/>
          </p:nvSpPr>
          <p:spPr bwMode="auto">
            <a:xfrm flipH="1">
              <a:off x="2304" y="3408"/>
              <a:ext cx="4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82950" name="Text Box 63">
            <a:extLst>
              <a:ext uri="{FF2B5EF4-FFF2-40B4-BE49-F238E27FC236}">
                <a16:creationId xmlns:a16="http://schemas.microsoft.com/office/drawing/2014/main" id="{D4BC3D98-6D66-0B47-3BB1-FF6B7958C346}"/>
              </a:ext>
            </a:extLst>
          </p:cNvPr>
          <p:cNvSpPr txBox="1">
            <a:spLocks noChangeArrowheads="1"/>
          </p:cNvSpPr>
          <p:nvPr/>
        </p:nvSpPr>
        <p:spPr bwMode="auto">
          <a:xfrm>
            <a:off x="838200" y="428148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1800" b="1">
                <a:latin typeface="Arial" panose="020B0604020202020204" pitchFamily="34" charset="0"/>
              </a:rPr>
              <a:t>Limit = 2</a:t>
            </a:r>
            <a:endParaRPr lang="en-GB" altLang="en-US" sz="1800" b="1">
              <a:latin typeface="Arial" panose="020B0604020202020204" pitchFamily="34" charset="0"/>
            </a:endParaRPr>
          </a:p>
        </p:txBody>
      </p:sp>
      <p:sp>
        <p:nvSpPr>
          <p:cNvPr id="82951" name="Line 64">
            <a:extLst>
              <a:ext uri="{FF2B5EF4-FFF2-40B4-BE49-F238E27FC236}">
                <a16:creationId xmlns:a16="http://schemas.microsoft.com/office/drawing/2014/main" id="{982931BD-D603-C5FB-7363-6289036A85C0}"/>
              </a:ext>
            </a:extLst>
          </p:cNvPr>
          <p:cNvSpPr>
            <a:spLocks noChangeShapeType="1"/>
          </p:cNvSpPr>
          <p:nvPr/>
        </p:nvSpPr>
        <p:spPr bwMode="auto">
          <a:xfrm>
            <a:off x="1676400" y="4724400"/>
            <a:ext cx="6477000"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 name="TextBox 1">
            <a:extLst>
              <a:ext uri="{FF2B5EF4-FFF2-40B4-BE49-F238E27FC236}">
                <a16:creationId xmlns:a16="http://schemas.microsoft.com/office/drawing/2014/main" id="{DA4BFB65-7B58-378A-D943-43C842E4F08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19EB19-0AC1-0355-AA53-117A998FC2C1}"/>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p:sp>
        <p:nvSpPr>
          <p:cNvPr id="3" name="TextBox 2">
            <a:extLst>
              <a:ext uri="{FF2B5EF4-FFF2-40B4-BE49-F238E27FC236}">
                <a16:creationId xmlns:a16="http://schemas.microsoft.com/office/drawing/2014/main" id="{89E37D66-F322-EBD2-16D1-EB6FEB647F56}"/>
              </a:ext>
            </a:extLst>
          </p:cNvPr>
          <p:cNvSpPr txBox="1"/>
          <p:nvPr/>
        </p:nvSpPr>
        <p:spPr>
          <a:xfrm>
            <a:off x="452966" y="2308074"/>
            <a:ext cx="8238067" cy="3139321"/>
          </a:xfrm>
          <a:prstGeom prst="rect">
            <a:avLst/>
          </a:prstGeom>
          <a:noFill/>
        </p:spPr>
        <p:txBody>
          <a:bodyPr wrap="square" lIns="0" tIns="0" rIns="0" bIns="0" rtlCol="0" anchor="ctr">
            <a:spAutoFit/>
          </a:bodyPr>
          <a:lstStyle/>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It is simply DFS with a depth bound.</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Searching is not permitted beyond the depth bound.</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Works well if we know what the depth of the solution is.</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Termination is guaranteed.</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If the solution is beneath the depth bound, the search cannot find the goal (hence this search algorithm is incomplete).</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Otherwise use Iterative deepening search (IDS).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3">
            <a:extLst>
              <a:ext uri="{FF2B5EF4-FFF2-40B4-BE49-F238E27FC236}">
                <a16:creationId xmlns:a16="http://schemas.microsoft.com/office/drawing/2014/main" id="{54CD8E52-EA78-29F0-C678-AC797C9A5ADF}"/>
              </a:ext>
            </a:extLst>
          </p:cNvPr>
          <p:cNvSpPr>
            <a:spLocks noChangeArrowheads="1"/>
          </p:cNvSpPr>
          <p:nvPr/>
        </p:nvSpPr>
        <p:spPr bwMode="auto">
          <a:xfrm>
            <a:off x="685800" y="20574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None/>
            </a:pPr>
            <a:endParaRPr lang="en-US" altLang="en-US" sz="2400">
              <a:latin typeface="Tahoma" panose="020B0604030504040204" pitchFamily="34" charset="0"/>
            </a:endParaRPr>
          </a:p>
        </p:txBody>
      </p:sp>
      <p:sp>
        <p:nvSpPr>
          <p:cNvPr id="2" name="TextBox 1">
            <a:extLst>
              <a:ext uri="{FF2B5EF4-FFF2-40B4-BE49-F238E27FC236}">
                <a16:creationId xmlns:a16="http://schemas.microsoft.com/office/drawing/2014/main" id="{C81F4B9F-A6A4-5BFA-A09C-C4C48EE51FF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Depth Limited Search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D53EFC-5754-D04A-08C9-210C75C8471A}"/>
                  </a:ext>
                </a:extLst>
              </p:cNvPr>
              <p:cNvSpPr txBox="1"/>
              <p:nvPr/>
            </p:nvSpPr>
            <p:spPr>
              <a:xfrm>
                <a:off x="452966" y="2382442"/>
                <a:ext cx="8238067" cy="3083280"/>
              </a:xfrm>
              <a:prstGeom prst="rect">
                <a:avLst/>
              </a:prstGeom>
              <a:noFill/>
            </p:spPr>
            <p:txBody>
              <a:bodyPr wrap="square" lIns="0" tIns="0" rIns="0" bIns="0" rtlCol="0" anchor="ctr">
                <a:spAutoFit/>
              </a:bodyPr>
              <a:lstStyle/>
              <a:p>
                <a:pPr>
                  <a:spcAft>
                    <a:spcPts val="1200"/>
                  </a:spcAft>
                  <a:buClr>
                    <a:schemeClr val="accent1"/>
                  </a:buClr>
                </a:pPr>
                <a:r>
                  <a:rPr lang="en-US" sz="2000" dirty="0">
                    <a:latin typeface="+mj-lt"/>
                    <a:ea typeface="CMU Serif" panose="02000603000000000000" pitchFamily="2" charset="0"/>
                    <a:cs typeface="CMU Serif" panose="02000603000000000000" pitchFamily="2" charset="0"/>
                  </a:rPr>
                  <a:t>Main idea: Expand node at the deepest level, but limit depth to L.</a:t>
                </a:r>
              </a:p>
              <a:p>
                <a:pPr>
                  <a:spcAft>
                    <a:spcPts val="1200"/>
                  </a:spcAft>
                  <a:buClr>
                    <a:schemeClr val="accent1"/>
                  </a:buClr>
                </a:pPr>
                <a:r>
                  <a:rPr lang="en-US" sz="2000" dirty="0">
                    <a:latin typeface="+mj-lt"/>
                    <a:ea typeface="CMU Serif" panose="02000603000000000000" pitchFamily="2" charset="0"/>
                    <a:cs typeface="CMU Serif" panose="02000603000000000000" pitchFamily="2" charset="0"/>
                  </a:rPr>
                  <a:t>Implementation: </a:t>
                </a:r>
              </a:p>
              <a:p>
                <a:pPr>
                  <a:spcAft>
                    <a:spcPts val="1200"/>
                  </a:spcAft>
                  <a:buClr>
                    <a:schemeClr val="accent1"/>
                  </a:buClr>
                </a:pPr>
                <a:r>
                  <a:rPr lang="en-US" sz="2000" dirty="0">
                    <a:latin typeface="+mj-lt"/>
                    <a:ea typeface="CMU Serif" panose="02000603000000000000" pitchFamily="2" charset="0"/>
                    <a:cs typeface="CMU Serif" panose="02000603000000000000" pitchFamily="2" charset="0"/>
                  </a:rPr>
                  <a:t>Enqueue nodes in LIFO (last-in, first-out) order. But limit depth to L</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Complete? No. Yes, if there is a goal state at a depth less than L</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Optimal? No.</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Time Complexity: Exponential O(</a:t>
                </a:r>
                <a14:m>
                  <m:oMath xmlns:m="http://schemas.openxmlformats.org/officeDocument/2006/math">
                    <m:sSup>
                      <m:sSupPr>
                        <m:ctrlPr>
                          <a:rPr lang="en-US" sz="20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0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000" b="0" i="1" smtClean="0">
                            <a:latin typeface="Cambria Math" panose="02040503050406030204" pitchFamily="18" charset="0"/>
                            <a:ea typeface="CMU Serif" panose="02000603000000000000" pitchFamily="2" charset="0"/>
                            <a:cs typeface="CMU Serif" panose="02000603000000000000" pitchFamily="2" charset="0"/>
                          </a:rPr>
                          <m:t>𝐿</m:t>
                        </m:r>
                      </m:sup>
                    </m:sSup>
                  </m:oMath>
                </a14:m>
                <a:r>
                  <a:rPr lang="en-US" sz="2000" dirty="0">
                    <a:latin typeface="+mj-lt"/>
                    <a:ea typeface="CMU Serif" panose="02000603000000000000" pitchFamily="2" charset="0"/>
                    <a:cs typeface="CMU Serif" panose="02000603000000000000" pitchFamily="2" charset="0"/>
                  </a:rPr>
                  <a:t>), where L is the cutoff.</a:t>
                </a:r>
              </a:p>
              <a:p>
                <a:pPr marL="342900" indent="-342900">
                  <a:spcAft>
                    <a:spcPts val="1200"/>
                  </a:spcAft>
                  <a:buClr>
                    <a:schemeClr val="accent1"/>
                  </a:buClr>
                  <a:buFont typeface="Arial" panose="020B0604020202020204" pitchFamily="34" charset="0"/>
                  <a:buChar char="•"/>
                </a:pPr>
                <a:r>
                  <a:rPr lang="en-US" sz="2000" dirty="0">
                    <a:latin typeface="+mj-lt"/>
                    <a:ea typeface="CMU Serif" panose="02000603000000000000" pitchFamily="2" charset="0"/>
                    <a:cs typeface="CMU Serif" panose="02000603000000000000" pitchFamily="2" charset="0"/>
                  </a:rPr>
                  <a:t>Space Complexity: Linear O(bL), where L is the cutoff.</a:t>
                </a:r>
              </a:p>
            </p:txBody>
          </p:sp>
        </mc:Choice>
        <mc:Fallback xmlns="">
          <p:sp>
            <p:nvSpPr>
              <p:cNvPr id="3" name="TextBox 2">
                <a:extLst>
                  <a:ext uri="{FF2B5EF4-FFF2-40B4-BE49-F238E27FC236}">
                    <a16:creationId xmlns:a16="http://schemas.microsoft.com/office/drawing/2014/main" id="{00D53EFC-5754-D04A-08C9-210C75C8471A}"/>
                  </a:ext>
                </a:extLst>
              </p:cNvPr>
              <p:cNvSpPr txBox="1">
                <a:spLocks noRot="1" noChangeAspect="1" noMove="1" noResize="1" noEditPoints="1" noAdjustHandles="1" noChangeArrowheads="1" noChangeShapeType="1" noTextEdit="1"/>
              </p:cNvSpPr>
              <p:nvPr/>
            </p:nvSpPr>
            <p:spPr>
              <a:xfrm>
                <a:off x="452966" y="2382442"/>
                <a:ext cx="8238067" cy="3083280"/>
              </a:xfrm>
              <a:prstGeom prst="rect">
                <a:avLst/>
              </a:prstGeom>
              <a:blipFill>
                <a:blip r:embed="rId2"/>
                <a:stretch>
                  <a:fillRect l="-1849" t="-1976" b="-4743"/>
                </a:stretch>
              </a:blipFill>
            </p:spPr>
            <p:txBody>
              <a:bodyPr/>
              <a:lstStyle/>
              <a:p>
                <a:r>
                  <a:rPr lang="en-US">
                    <a:noFill/>
                  </a:rPr>
                  <a:t> </a:t>
                </a:r>
              </a:p>
            </p:txBody>
          </p:sp>
        </mc:Fallback>
      </mc:AlternateContent>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B956C-C9F6-DC5B-73A5-02084082A511}"/>
            </a:ext>
          </a:extLst>
        </p:cNvPr>
        <p:cNvGrpSpPr/>
        <p:nvPr/>
      </p:nvGrpSpPr>
      <p:grpSpPr>
        <a:xfrm>
          <a:off x="0" y="0"/>
          <a:ext cx="0" cy="0"/>
          <a:chOff x="0" y="0"/>
          <a:chExt cx="0" cy="0"/>
        </a:xfrm>
      </p:grpSpPr>
      <p:sp>
        <p:nvSpPr>
          <p:cNvPr id="84996" name="Rectangle 3">
            <a:extLst>
              <a:ext uri="{FF2B5EF4-FFF2-40B4-BE49-F238E27FC236}">
                <a16:creationId xmlns:a16="http://schemas.microsoft.com/office/drawing/2014/main" id="{6C631308-74AC-8173-E7D2-FFFB77F00B8C}"/>
              </a:ext>
            </a:extLst>
          </p:cNvPr>
          <p:cNvSpPr>
            <a:spLocks noChangeArrowheads="1"/>
          </p:cNvSpPr>
          <p:nvPr/>
        </p:nvSpPr>
        <p:spPr bwMode="auto">
          <a:xfrm>
            <a:off x="685800" y="20574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
                <a:schemeClr val="folHlink"/>
              </a:buClr>
              <a:buSzPct val="60000"/>
              <a:buFont typeface="Wingdings" panose="05000000000000000000" pitchFamily="2" charset="2"/>
              <a:buNone/>
            </a:pPr>
            <a:endParaRPr lang="en-US" altLang="en-US" sz="2400">
              <a:latin typeface="Tahoma" panose="020B0604030504040204" pitchFamily="34" charset="0"/>
            </a:endParaRPr>
          </a:p>
        </p:txBody>
      </p:sp>
      <p:sp>
        <p:nvSpPr>
          <p:cNvPr id="2" name="TextBox 1">
            <a:extLst>
              <a:ext uri="{FF2B5EF4-FFF2-40B4-BE49-F238E27FC236}">
                <a16:creationId xmlns:a16="http://schemas.microsoft.com/office/drawing/2014/main" id="{5901198E-265E-55F4-A41A-FF656E3DB516}"/>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
        <p:nvSpPr>
          <p:cNvPr id="3" name="TextBox 2">
            <a:extLst>
              <a:ext uri="{FF2B5EF4-FFF2-40B4-BE49-F238E27FC236}">
                <a16:creationId xmlns:a16="http://schemas.microsoft.com/office/drawing/2014/main" id="{D7ECD0FB-8092-DD40-CC7E-857D03EBC023}"/>
              </a:ext>
            </a:extLst>
          </p:cNvPr>
          <p:cNvSpPr txBox="1"/>
          <p:nvPr/>
        </p:nvSpPr>
        <p:spPr>
          <a:xfrm>
            <a:off x="452965" y="2057400"/>
            <a:ext cx="8238067" cy="3323987"/>
          </a:xfrm>
          <a:prstGeom prst="rect">
            <a:avLst/>
          </a:prstGeom>
          <a:noFill/>
        </p:spPr>
        <p:txBody>
          <a:bodyPr wrap="square" lIns="0" tIns="0" rIns="0" bIns="0" rtlCol="0" anchor="ctr">
            <a:spAutoFit/>
          </a:bodyPr>
          <a:lstStyle/>
          <a:p>
            <a:pPr>
              <a:spcAft>
                <a:spcPts val="12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Depth First Iterative Deepening (DFID) or Iterative Deepening Search (IDS)</a:t>
            </a:r>
          </a:p>
          <a:p>
            <a:pPr>
              <a:spcAft>
                <a:spcPts val="12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1. DFS to depth 0 (i.e., treat start node as having no successors)</a:t>
            </a:r>
          </a:p>
          <a:p>
            <a:pPr>
              <a:spcAft>
                <a:spcPts val="1200"/>
              </a:spcAft>
              <a:buClr>
                <a:schemeClr val="accent1"/>
              </a:buClr>
            </a:pPr>
            <a:r>
              <a:rPr lang="en-US" sz="2200" dirty="0">
                <a:latin typeface="CMU Serif" panose="02000603000000000000" pitchFamily="2" charset="0"/>
                <a:ea typeface="CMU Serif" panose="02000603000000000000" pitchFamily="2" charset="0"/>
                <a:cs typeface="CMU Serif" panose="02000603000000000000" pitchFamily="2" charset="0"/>
              </a:rPr>
              <a:t>2. Iff no solution, do DFS to depth 1</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Has advantage of both BFS (completeness) and DFS (limited space, finds longer paths more quickly)</a:t>
            </a:r>
          </a:p>
          <a:p>
            <a:pPr marL="342900" indent="-342900">
              <a:spcAft>
                <a:spcPts val="1200"/>
              </a:spcAft>
              <a:buClr>
                <a:schemeClr val="accent1"/>
              </a:buClr>
              <a:buFont typeface="Arial" panose="020B0604020202020204" pitchFamily="34" charset="0"/>
              <a:buChar char="•"/>
            </a:pPr>
            <a:r>
              <a:rPr lang="en-US" sz="2200" dirty="0">
                <a:latin typeface="CMU Serif" panose="02000603000000000000" pitchFamily="2" charset="0"/>
                <a:ea typeface="CMU Serif" panose="02000603000000000000" pitchFamily="2" charset="0"/>
                <a:cs typeface="CMU Serif" panose="02000603000000000000" pitchFamily="2" charset="0"/>
              </a:rPr>
              <a:t>Generally preferred for large state spaces where solution depth is unknown</a:t>
            </a:r>
          </a:p>
        </p:txBody>
      </p:sp>
      <p:grpSp>
        <p:nvGrpSpPr>
          <p:cNvPr id="11" name="Group 10">
            <a:extLst>
              <a:ext uri="{FF2B5EF4-FFF2-40B4-BE49-F238E27FC236}">
                <a16:creationId xmlns:a16="http://schemas.microsoft.com/office/drawing/2014/main" id="{C2F3EE61-E1CC-477D-BE7D-2842618A1CD1}"/>
              </a:ext>
            </a:extLst>
          </p:cNvPr>
          <p:cNvGrpSpPr/>
          <p:nvPr/>
        </p:nvGrpSpPr>
        <p:grpSpPr>
          <a:xfrm>
            <a:off x="1940841" y="5019678"/>
            <a:ext cx="6045840" cy="122040"/>
            <a:chOff x="1940841" y="5019678"/>
            <a:chExt cx="6045840" cy="122040"/>
          </a:xfrm>
        </p:grpSpPr>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A16ECB89-E797-4639-A772-B6EA54123BB7}"/>
                    </a:ext>
                  </a:extLst>
                </p14:cNvPr>
                <p14:cNvContentPartPr/>
                <p14:nvPr/>
              </p14:nvContentPartPr>
              <p14:xfrm>
                <a:off x="1940841" y="5019678"/>
                <a:ext cx="3778920" cy="122040"/>
              </p14:xfrm>
            </p:contentPart>
          </mc:Choice>
          <mc:Fallback>
            <p:pic>
              <p:nvPicPr>
                <p:cNvPr id="8" name="Ink 7">
                  <a:extLst>
                    <a:ext uri="{FF2B5EF4-FFF2-40B4-BE49-F238E27FC236}">
                      <a16:creationId xmlns:a16="http://schemas.microsoft.com/office/drawing/2014/main" id="{A16ECB89-E797-4639-A772-B6EA54123BB7}"/>
                    </a:ext>
                  </a:extLst>
                </p:cNvPr>
                <p:cNvPicPr/>
                <p:nvPr/>
              </p:nvPicPr>
              <p:blipFill>
                <a:blip r:embed="rId3"/>
                <a:stretch>
                  <a:fillRect/>
                </a:stretch>
              </p:blipFill>
              <p:spPr>
                <a:xfrm>
                  <a:off x="1931841" y="5010678"/>
                  <a:ext cx="379656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ED6C3CAF-B713-4370-8088-85853FBD902F}"/>
                    </a:ext>
                  </a:extLst>
                </p14:cNvPr>
                <p14:cNvContentPartPr/>
                <p14:nvPr/>
              </p14:nvContentPartPr>
              <p14:xfrm>
                <a:off x="5747481" y="5030838"/>
                <a:ext cx="2239200" cy="27720"/>
              </p14:xfrm>
            </p:contentPart>
          </mc:Choice>
          <mc:Fallback>
            <p:pic>
              <p:nvPicPr>
                <p:cNvPr id="9" name="Ink 8">
                  <a:extLst>
                    <a:ext uri="{FF2B5EF4-FFF2-40B4-BE49-F238E27FC236}">
                      <a16:creationId xmlns:a16="http://schemas.microsoft.com/office/drawing/2014/main" id="{ED6C3CAF-B713-4370-8088-85853FBD902F}"/>
                    </a:ext>
                  </a:extLst>
                </p:cNvPr>
                <p:cNvPicPr/>
                <p:nvPr/>
              </p:nvPicPr>
              <p:blipFill>
                <a:blip r:embed="rId5"/>
                <a:stretch>
                  <a:fillRect/>
                </a:stretch>
              </p:blipFill>
              <p:spPr>
                <a:xfrm>
                  <a:off x="5738841" y="5022198"/>
                  <a:ext cx="2256840" cy="45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330822CB-2D5A-42D0-8E39-D9594856DFA3}"/>
                  </a:ext>
                </a:extLst>
              </p14:cNvPr>
              <p14:cNvContentPartPr/>
              <p14:nvPr/>
            </p14:nvContentPartPr>
            <p14:xfrm>
              <a:off x="951561" y="5625918"/>
              <a:ext cx="782280" cy="19800"/>
            </p14:xfrm>
          </p:contentPart>
        </mc:Choice>
        <mc:Fallback>
          <p:pic>
            <p:nvPicPr>
              <p:cNvPr id="10" name="Ink 9">
                <a:extLst>
                  <a:ext uri="{FF2B5EF4-FFF2-40B4-BE49-F238E27FC236}">
                    <a16:creationId xmlns:a16="http://schemas.microsoft.com/office/drawing/2014/main" id="{330822CB-2D5A-42D0-8E39-D9594856DFA3}"/>
                  </a:ext>
                </a:extLst>
              </p:cNvPr>
              <p:cNvPicPr/>
              <p:nvPr/>
            </p:nvPicPr>
            <p:blipFill>
              <a:blip r:embed="rId7"/>
              <a:stretch>
                <a:fillRect/>
              </a:stretch>
            </p:blipFill>
            <p:spPr>
              <a:xfrm>
                <a:off x="942561" y="5617278"/>
                <a:ext cx="799920" cy="37440"/>
              </a:xfrm>
              <a:prstGeom prst="rect">
                <a:avLst/>
              </a:prstGeom>
            </p:spPr>
          </p:pic>
        </mc:Fallback>
      </mc:AlternateContent>
    </p:spTree>
    <p:extLst>
      <p:ext uri="{BB962C8B-B14F-4D97-AF65-F5344CB8AC3E}">
        <p14:creationId xmlns:p14="http://schemas.microsoft.com/office/powerpoint/2010/main" val="38907085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E0E2326E-57D0-E965-B0D0-B93CE806883E}"/>
              </a:ext>
            </a:extLst>
          </p:cNvPr>
          <p:cNvSpPr>
            <a:spLocks noGrp="1"/>
          </p:cNvSpPr>
          <p:nvPr>
            <p:ph type="title" idx="4294967295"/>
          </p:nvPr>
        </p:nvSpPr>
        <p:spPr>
          <a:xfrm>
            <a:off x="1154113" y="687388"/>
            <a:ext cx="7989887" cy="1082675"/>
          </a:xfrm>
        </p:spPr>
        <p:txBody>
          <a:bodyPr/>
          <a:lstStyle/>
          <a:p>
            <a:pPr eaLnBrk="1" hangingPunct="1"/>
            <a:r>
              <a:rPr lang="en-US" altLang="en-US" sz="2000"/>
              <a:t>Iterative deepening search </a:t>
            </a:r>
            <a:r>
              <a:rPr lang="en-US" altLang="en-US" sz="2000" i="1"/>
              <a:t>L</a:t>
            </a:r>
            <a:r>
              <a:rPr lang="en-US" altLang="en-US" sz="2000"/>
              <a:t>=0</a:t>
            </a:r>
          </a:p>
        </p:txBody>
      </p:sp>
      <p:pic>
        <p:nvPicPr>
          <p:cNvPr id="88067" name="Picture 3" descr="ids-progress1c">
            <a:extLst>
              <a:ext uri="{FF2B5EF4-FFF2-40B4-BE49-F238E27FC236}">
                <a16:creationId xmlns:a16="http://schemas.microsoft.com/office/drawing/2014/main" id="{082341F9-5403-6CF6-B2D1-174838C5E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57350"/>
            <a:ext cx="76200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F2E7C369-8D8B-F8FC-75EF-334F17413D6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7FD668EE-5B60-CCE5-377B-3A77398A7AC6}"/>
              </a:ext>
            </a:extLst>
          </p:cNvPr>
          <p:cNvSpPr>
            <a:spLocks noGrp="1"/>
          </p:cNvSpPr>
          <p:nvPr>
            <p:ph type="title" idx="4294967295"/>
          </p:nvPr>
        </p:nvSpPr>
        <p:spPr>
          <a:xfrm>
            <a:off x="1154113" y="687388"/>
            <a:ext cx="7989887" cy="1082675"/>
          </a:xfrm>
        </p:spPr>
        <p:txBody>
          <a:bodyPr/>
          <a:lstStyle/>
          <a:p>
            <a:pPr eaLnBrk="1" hangingPunct="1"/>
            <a:r>
              <a:rPr lang="en-US" altLang="en-US" sz="2000"/>
              <a:t>Iterative deepening search </a:t>
            </a:r>
            <a:r>
              <a:rPr lang="en-US" altLang="en-US" sz="2000" i="1"/>
              <a:t>L</a:t>
            </a:r>
            <a:r>
              <a:rPr lang="en-US" altLang="en-US" sz="2000"/>
              <a:t>=1</a:t>
            </a:r>
          </a:p>
        </p:txBody>
      </p:sp>
      <p:pic>
        <p:nvPicPr>
          <p:cNvPr id="90115" name="Picture 3" descr="ids-progress2c">
            <a:extLst>
              <a:ext uri="{FF2B5EF4-FFF2-40B4-BE49-F238E27FC236}">
                <a16:creationId xmlns:a16="http://schemas.microsoft.com/office/drawing/2014/main" id="{E9C04E3B-155B-1ADF-8F86-D8A4525D06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57350"/>
            <a:ext cx="76200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54670659-6840-7A8F-DD45-EDDBE4599777}"/>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E94E3D0-E605-C2C8-ACDF-E196451C08CA}"/>
              </a:ext>
            </a:extLst>
          </p:cNvPr>
          <p:cNvSpPr>
            <a:spLocks noGrp="1"/>
          </p:cNvSpPr>
          <p:nvPr>
            <p:ph type="title" idx="4294967295"/>
          </p:nvPr>
        </p:nvSpPr>
        <p:spPr>
          <a:xfrm>
            <a:off x="1154113" y="687388"/>
            <a:ext cx="7989887" cy="1082675"/>
          </a:xfrm>
        </p:spPr>
        <p:txBody>
          <a:bodyPr/>
          <a:lstStyle/>
          <a:p>
            <a:pPr eaLnBrk="1" hangingPunct="1"/>
            <a:r>
              <a:rPr lang="en-US" altLang="en-US" sz="2000"/>
              <a:t>Iterative deepening search </a:t>
            </a:r>
            <a:r>
              <a:rPr lang="en-US" altLang="en-US" sz="2000" i="1"/>
              <a:t>L</a:t>
            </a:r>
            <a:r>
              <a:rPr lang="en-US" altLang="en-US" sz="2000"/>
              <a:t>=2</a:t>
            </a:r>
          </a:p>
        </p:txBody>
      </p:sp>
      <p:pic>
        <p:nvPicPr>
          <p:cNvPr id="92163" name="Picture 3" descr="ids-progress3c">
            <a:extLst>
              <a:ext uri="{FF2B5EF4-FFF2-40B4-BE49-F238E27FC236}">
                <a16:creationId xmlns:a16="http://schemas.microsoft.com/office/drawing/2014/main" id="{04BA3DDD-5576-1E83-11CA-E9E4B78C07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52588"/>
            <a:ext cx="7620000"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4BC80C4E-2537-B738-C01B-F6794E48DC0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DA072E15-371B-CF80-7BEE-F99D202D31EA}"/>
              </a:ext>
            </a:extLst>
          </p:cNvPr>
          <p:cNvSpPr>
            <a:spLocks noGrp="1"/>
          </p:cNvSpPr>
          <p:nvPr>
            <p:ph type="title" idx="4294967295"/>
          </p:nvPr>
        </p:nvSpPr>
        <p:spPr>
          <a:xfrm>
            <a:off x="1154113" y="687388"/>
            <a:ext cx="7989887" cy="1082675"/>
          </a:xfrm>
        </p:spPr>
        <p:txBody>
          <a:bodyPr/>
          <a:lstStyle/>
          <a:p>
            <a:pPr eaLnBrk="1" hangingPunct="1"/>
            <a:r>
              <a:rPr lang="en-US" altLang="en-US" sz="2000"/>
              <a:t>Iterative Deepening Search </a:t>
            </a:r>
            <a:r>
              <a:rPr lang="en-US" altLang="en-US" sz="2000" i="1"/>
              <a:t>L</a:t>
            </a:r>
            <a:r>
              <a:rPr lang="en-US" altLang="en-US" sz="2000"/>
              <a:t>=3</a:t>
            </a:r>
          </a:p>
        </p:txBody>
      </p:sp>
      <p:pic>
        <p:nvPicPr>
          <p:cNvPr id="94211" name="Picture 3" descr="ids-progress4c">
            <a:extLst>
              <a:ext uri="{FF2B5EF4-FFF2-40B4-BE49-F238E27FC236}">
                <a16:creationId xmlns:a16="http://schemas.microsoft.com/office/drawing/2014/main" id="{D3BB5129-CB16-14D5-3499-0300D75A8D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57350"/>
            <a:ext cx="76200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B9F8F24E-47F2-6286-97E8-148624E6723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8" name="Object 2">
            <a:extLst>
              <a:ext uri="{FF2B5EF4-FFF2-40B4-BE49-F238E27FC236}">
                <a16:creationId xmlns:a16="http://schemas.microsoft.com/office/drawing/2014/main" id="{B00C7DCF-23B9-D523-7D0E-6C60FCB30D24}"/>
              </a:ext>
            </a:extLst>
          </p:cNvPr>
          <p:cNvGraphicFramePr>
            <a:graphicFrameLocks noChangeAspect="1"/>
          </p:cNvGraphicFramePr>
          <p:nvPr/>
        </p:nvGraphicFramePr>
        <p:xfrm>
          <a:off x="228600" y="1209675"/>
          <a:ext cx="8602663" cy="3971925"/>
        </p:xfrm>
        <a:graphic>
          <a:graphicData uri="http://schemas.openxmlformats.org/presentationml/2006/ole">
            <mc:AlternateContent xmlns:mc="http://schemas.openxmlformats.org/markup-compatibility/2006">
              <mc:Choice xmlns:v="urn:schemas-microsoft-com:vml" Requires="v">
                <p:oleObj name="Bitmap Image" r:id="rId3" imgW="8600000" imgH="3971429" progId="Paint.Picture">
                  <p:embed/>
                </p:oleObj>
              </mc:Choice>
              <mc:Fallback>
                <p:oleObj name="Bitmap Image" r:id="rId3" imgW="8600000" imgH="3971429" progId="Paint.Picture">
                  <p:embed/>
                  <p:pic>
                    <p:nvPicPr>
                      <p:cNvPr id="96258" name="Object 2">
                        <a:extLst>
                          <a:ext uri="{FF2B5EF4-FFF2-40B4-BE49-F238E27FC236}">
                            <a16:creationId xmlns:a16="http://schemas.microsoft.com/office/drawing/2014/main" id="{B00C7DCF-23B9-D523-7D0E-6C60FCB30D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209675"/>
                        <a:ext cx="8602663" cy="397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59" name="Rectangle 3">
            <a:extLst>
              <a:ext uri="{FF2B5EF4-FFF2-40B4-BE49-F238E27FC236}">
                <a16:creationId xmlns:a16="http://schemas.microsoft.com/office/drawing/2014/main" id="{67897942-5074-EFC8-7F08-E979C03944C9}"/>
              </a:ext>
            </a:extLst>
          </p:cNvPr>
          <p:cNvSpPr>
            <a:spLocks noGrp="1"/>
          </p:cNvSpPr>
          <p:nvPr>
            <p:ph type="title" idx="4294967295"/>
          </p:nvPr>
        </p:nvSpPr>
        <p:spPr>
          <a:xfrm>
            <a:off x="1154113" y="687388"/>
            <a:ext cx="7989887" cy="1082675"/>
          </a:xfrm>
        </p:spPr>
        <p:txBody>
          <a:bodyPr/>
          <a:lstStyle/>
          <a:p>
            <a:pPr eaLnBrk="1" hangingPunct="1"/>
            <a:r>
              <a:rPr lang="en-US" altLang="en-US"/>
              <a:t>Iterative deepening search</a:t>
            </a:r>
          </a:p>
        </p:txBody>
      </p:sp>
      <p:sp>
        <p:nvSpPr>
          <p:cNvPr id="2" name="TextBox 1">
            <a:extLst>
              <a:ext uri="{FF2B5EF4-FFF2-40B4-BE49-F238E27FC236}">
                <a16:creationId xmlns:a16="http://schemas.microsoft.com/office/drawing/2014/main" id="{04E87A88-7E82-8CAA-CABC-B415F0D8AD79}"/>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Slide Number Placeholder 4">
            <a:extLst>
              <a:ext uri="{FF2B5EF4-FFF2-40B4-BE49-F238E27FC236}">
                <a16:creationId xmlns:a16="http://schemas.microsoft.com/office/drawing/2014/main" id="{179D4F56-73EA-9CF1-4545-5FD2A7B3AEA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2B72B1D-F867-460B-BD7C-1511CE536A58}" type="slidenum">
              <a:rPr lang="en-GB" altLang="en-US" sz="1400">
                <a:solidFill>
                  <a:srgbClr val="FFFFFF"/>
                </a:solidFill>
                <a:latin typeface="Franklin Gothic Book" panose="020B0503020102020204" pitchFamily="34" charset="0"/>
              </a:rPr>
              <a:pPr>
                <a:spcBef>
                  <a:spcPct val="0"/>
                </a:spcBef>
                <a:buClrTx/>
                <a:buSzTx/>
                <a:buFontTx/>
                <a:buNone/>
              </a:pPr>
              <a:t>87</a:t>
            </a:fld>
            <a:endParaRPr lang="en-GB" altLang="en-US" sz="1400">
              <a:solidFill>
                <a:srgbClr val="FFFFFF"/>
              </a:solidFill>
              <a:latin typeface="Franklin Gothic Book" panose="020B0503020102020204" pitchFamily="34" charset="0"/>
            </a:endParaRPr>
          </a:p>
        </p:txBody>
      </p:sp>
      <p:sp>
        <p:nvSpPr>
          <p:cNvPr id="98306" name="Rectangle 2">
            <a:extLst>
              <a:ext uri="{FF2B5EF4-FFF2-40B4-BE49-F238E27FC236}">
                <a16:creationId xmlns:a16="http://schemas.microsoft.com/office/drawing/2014/main" id="{9428DBCE-02ED-2FD1-49DB-EC01ADF22283}"/>
              </a:ext>
            </a:extLst>
          </p:cNvPr>
          <p:cNvSpPr>
            <a:spLocks noGrp="1"/>
          </p:cNvSpPr>
          <p:nvPr>
            <p:ph type="title" idx="4294967295"/>
          </p:nvPr>
        </p:nvSpPr>
        <p:spPr>
          <a:xfrm>
            <a:off x="1371600" y="381000"/>
            <a:ext cx="7772400" cy="838200"/>
          </a:xfrm>
          <a:noFill/>
        </p:spPr>
        <p:txBody>
          <a:bodyPr/>
          <a:lstStyle/>
          <a:p>
            <a:pPr eaLnBrk="1" hangingPunct="1"/>
            <a:r>
              <a:rPr lang="en-US" altLang="en-US"/>
              <a:t>Iterative Deepening Search (IDS)</a:t>
            </a:r>
          </a:p>
        </p:txBody>
      </p:sp>
      <p:sp>
        <p:nvSpPr>
          <p:cNvPr id="2" name="TextBox 1">
            <a:extLst>
              <a:ext uri="{FF2B5EF4-FFF2-40B4-BE49-F238E27FC236}">
                <a16:creationId xmlns:a16="http://schemas.microsoft.com/office/drawing/2014/main" id="{CF136580-DEA8-F5CF-6216-30D650440E5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8C92D50-0278-371F-604B-E1D245353A02}"/>
                  </a:ext>
                </a:extLst>
              </p:cNvPr>
              <p:cNvSpPr txBox="1"/>
              <p:nvPr/>
            </p:nvSpPr>
            <p:spPr>
              <a:xfrm>
                <a:off x="452965" y="1676733"/>
                <a:ext cx="8238067" cy="4506362"/>
              </a:xfrm>
              <a:prstGeom prst="rect">
                <a:avLst/>
              </a:prstGeom>
              <a:noFill/>
            </p:spPr>
            <p:txBody>
              <a:bodyPr wrap="square" lIns="0" tIns="0" rIns="0" bIns="0" rtlCol="0" anchor="ctr">
                <a:spAutoFit/>
              </a:bodyPr>
              <a:lstStyle/>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Iterative deepening search (IDS) applies DLS repeatedly with increasing depth. It terminates when a solution is found, or no solutions exists.</a:t>
                </a:r>
              </a:p>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IDS combines the benefits of BFS and DFS </a:t>
                </a:r>
              </a:p>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Like DFS the memory requirements are very modest O(bd) </a:t>
                </a:r>
              </a:p>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Like BFS, it is complete when the branching factor is finite</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Complete? Yes </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Optimal? Yes </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Time Complexity: </a:t>
                </a:r>
                <a14:m>
                  <m:oMath xmlns:m="http://schemas.openxmlformats.org/officeDocument/2006/math">
                    <m:r>
                      <a:rPr lang="en-US" sz="2200" b="0" i="1" smtClean="0">
                        <a:latin typeface="Cambria Math" panose="02040503050406030204" pitchFamily="18" charset="0"/>
                        <a:ea typeface="CMU Serif" panose="02000603000000000000" pitchFamily="2" charset="0"/>
                        <a:cs typeface="CMU Serif" panose="02000603000000000000" pitchFamily="2" charset="0"/>
                      </a:rPr>
                      <m:t>𝑂</m:t>
                    </m:r>
                    <m:d>
                      <m:dPr>
                        <m:ctrlPr>
                          <a:rPr lang="en-US" sz="2200" b="0" i="1" smtClean="0">
                            <a:latin typeface="Cambria Math" panose="02040503050406030204" pitchFamily="18" charset="0"/>
                            <a:ea typeface="CMU Serif" panose="02000603000000000000" pitchFamily="2" charset="0"/>
                            <a:cs typeface="CMU Serif" panose="02000603000000000000" pitchFamily="2" charset="0"/>
                          </a:rPr>
                        </m:ctrlPr>
                      </m:dPr>
                      <m:e>
                        <m:sSup>
                          <m:sSupPr>
                            <m:ctrlPr>
                              <a:rPr lang="en-US" sz="22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2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200" b="0" i="1" smtClean="0">
                                <a:latin typeface="Cambria Math" panose="02040503050406030204" pitchFamily="18" charset="0"/>
                                <a:ea typeface="CMU Serif" panose="02000603000000000000" pitchFamily="2" charset="0"/>
                                <a:cs typeface="CMU Serif" panose="02000603000000000000" pitchFamily="2" charset="0"/>
                              </a:rPr>
                              <m:t>𝑑</m:t>
                            </m:r>
                          </m:sup>
                        </m:sSup>
                      </m:e>
                    </m:d>
                  </m:oMath>
                </a14:m>
                <a:r>
                  <a:rPr lang="en-US" sz="2200" dirty="0">
                    <a:latin typeface="+mj-lt"/>
                    <a:ea typeface="CMU Serif" panose="02000603000000000000" pitchFamily="2" charset="0"/>
                    <a:cs typeface="CMU Serif" panose="02000603000000000000" pitchFamily="2" charset="0"/>
                  </a:rPr>
                  <a:t> (little worse than BFS or DFS)</a:t>
                </a:r>
              </a:p>
              <a:p>
                <a:pPr marL="342900" indent="-342900">
                  <a:spcAft>
                    <a:spcPts val="1200"/>
                  </a:spcAft>
                  <a:buClr>
                    <a:schemeClr val="accent1"/>
                  </a:buClr>
                  <a:buFont typeface="Arial" panose="020B0604020202020204" pitchFamily="34" charset="0"/>
                  <a:buChar char="•"/>
                </a:pPr>
                <a:r>
                  <a:rPr lang="en-US" sz="2200" dirty="0">
                    <a:latin typeface="+mj-lt"/>
                    <a:ea typeface="CMU Serif" panose="02000603000000000000" pitchFamily="2" charset="0"/>
                    <a:cs typeface="CMU Serif" panose="02000603000000000000" pitchFamily="2" charset="0"/>
                  </a:rPr>
                  <a:t>Space Complexity: </a:t>
                </a:r>
                <a14:m>
                  <m:oMath xmlns:m="http://schemas.openxmlformats.org/officeDocument/2006/math">
                    <m:r>
                      <a:rPr lang="en-US" sz="2200" b="0" i="1" smtClean="0">
                        <a:latin typeface="Cambria Math" panose="02040503050406030204" pitchFamily="18" charset="0"/>
                        <a:ea typeface="CMU Serif" panose="02000603000000000000" pitchFamily="2" charset="0"/>
                        <a:cs typeface="CMU Serif" panose="02000603000000000000" pitchFamily="2" charset="0"/>
                      </a:rPr>
                      <m:t>𝑂</m:t>
                    </m:r>
                    <m:r>
                      <a:rPr lang="en-US" sz="2200" b="0" i="1" smtClean="0">
                        <a:latin typeface="Cambria Math" panose="02040503050406030204" pitchFamily="18" charset="0"/>
                        <a:ea typeface="CMU Serif" panose="02000603000000000000" pitchFamily="2" charset="0"/>
                        <a:cs typeface="CMU Serif" panose="02000603000000000000" pitchFamily="2" charset="0"/>
                      </a:rPr>
                      <m:t>(</m:t>
                    </m:r>
                    <m:r>
                      <a:rPr lang="en-US" sz="2200" b="0" i="1" smtClean="0">
                        <a:latin typeface="Cambria Math" panose="02040503050406030204" pitchFamily="18" charset="0"/>
                        <a:ea typeface="CMU Serif" panose="02000603000000000000" pitchFamily="2" charset="0"/>
                        <a:cs typeface="CMU Serif" panose="02000603000000000000" pitchFamily="2" charset="0"/>
                      </a:rPr>
                      <m:t>𝑏𝑑</m:t>
                    </m:r>
                    <m:r>
                      <a:rPr lang="en-US" sz="2200" b="0" i="1" smtClean="0">
                        <a:latin typeface="Cambria Math" panose="02040503050406030204" pitchFamily="18" charset="0"/>
                        <a:ea typeface="CMU Serif" panose="02000603000000000000" pitchFamily="2" charset="0"/>
                        <a:cs typeface="CMU Serif" panose="02000603000000000000" pitchFamily="2" charset="0"/>
                      </a:rPr>
                      <m:t>)</m:t>
                    </m:r>
                  </m:oMath>
                </a14:m>
                <a:endParaRPr lang="en-US" sz="2200" dirty="0">
                  <a:latin typeface="+mj-lt"/>
                  <a:ea typeface="CMU Serif" panose="02000603000000000000" pitchFamily="2" charset="0"/>
                  <a:cs typeface="CMU Serif" panose="02000603000000000000" pitchFamily="2" charset="0"/>
                </a:endParaRPr>
              </a:p>
            </p:txBody>
          </p:sp>
        </mc:Choice>
        <mc:Fallback xmlns="">
          <p:sp>
            <p:nvSpPr>
              <p:cNvPr id="3" name="TextBox 2">
                <a:extLst>
                  <a:ext uri="{FF2B5EF4-FFF2-40B4-BE49-F238E27FC236}">
                    <a16:creationId xmlns:a16="http://schemas.microsoft.com/office/drawing/2014/main" id="{58C92D50-0278-371F-604B-E1D245353A02}"/>
                  </a:ext>
                </a:extLst>
              </p:cNvPr>
              <p:cNvSpPr txBox="1">
                <a:spLocks noRot="1" noChangeAspect="1" noMove="1" noResize="1" noEditPoints="1" noAdjustHandles="1" noChangeArrowheads="1" noChangeShapeType="1" noTextEdit="1"/>
              </p:cNvSpPr>
              <p:nvPr/>
            </p:nvSpPr>
            <p:spPr>
              <a:xfrm>
                <a:off x="452965" y="1676733"/>
                <a:ext cx="8238067" cy="4506362"/>
              </a:xfrm>
              <a:prstGeom prst="rect">
                <a:avLst/>
              </a:prstGeom>
              <a:blipFill>
                <a:blip r:embed="rId2"/>
                <a:stretch>
                  <a:fillRect l="-2071" t="-1488" b="-3654"/>
                </a:stretch>
              </a:blipFill>
            </p:spPr>
            <p:txBody>
              <a:bodyPr/>
              <a:lstStyle/>
              <a:p>
                <a:r>
                  <a:rPr lang="en-US">
                    <a:noFill/>
                  </a:rPr>
                  <a:t> </a:t>
                </a:r>
              </a:p>
            </p:txBody>
          </p:sp>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Slide Number Placeholder 4">
            <a:extLst>
              <a:ext uri="{FF2B5EF4-FFF2-40B4-BE49-F238E27FC236}">
                <a16:creationId xmlns:a16="http://schemas.microsoft.com/office/drawing/2014/main" id="{DE8AC545-AE23-195E-4AF3-D4AF1A1B629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9D0343E-E6C9-40BE-99F6-F053967ADEB3}" type="slidenum">
              <a:rPr lang="en-GB" altLang="en-US" sz="1400">
                <a:solidFill>
                  <a:srgbClr val="FFFFFF"/>
                </a:solidFill>
                <a:latin typeface="Franklin Gothic Book" panose="020B0503020102020204" pitchFamily="34" charset="0"/>
              </a:rPr>
              <a:pPr>
                <a:spcBef>
                  <a:spcPct val="0"/>
                </a:spcBef>
                <a:buClrTx/>
                <a:buSzTx/>
                <a:buFontTx/>
                <a:buNone/>
              </a:pPr>
              <a:t>88</a:t>
            </a:fld>
            <a:endParaRPr lang="en-GB" altLang="en-US" sz="1400">
              <a:solidFill>
                <a:srgbClr val="FFFFFF"/>
              </a:solidFill>
              <a:latin typeface="Franklin Gothic Book" panose="020B0503020102020204" pitchFamily="34" charset="0"/>
            </a:endParaRPr>
          </a:p>
        </p:txBody>
      </p:sp>
      <p:sp>
        <p:nvSpPr>
          <p:cNvPr id="99330" name="Rectangle 2">
            <a:extLst>
              <a:ext uri="{FF2B5EF4-FFF2-40B4-BE49-F238E27FC236}">
                <a16:creationId xmlns:a16="http://schemas.microsoft.com/office/drawing/2014/main" id="{1EB21EA4-5EA4-3303-1D02-D92C2DF048CD}"/>
              </a:ext>
            </a:extLst>
          </p:cNvPr>
          <p:cNvSpPr>
            <a:spLocks noGrp="1"/>
          </p:cNvSpPr>
          <p:nvPr>
            <p:ph type="title" idx="4294967295"/>
          </p:nvPr>
        </p:nvSpPr>
        <p:spPr>
          <a:xfrm>
            <a:off x="1371600" y="381000"/>
            <a:ext cx="7772400" cy="838200"/>
          </a:xfrm>
          <a:noFill/>
        </p:spPr>
        <p:txBody>
          <a:bodyPr/>
          <a:lstStyle/>
          <a:p>
            <a:pPr eaLnBrk="1" hangingPunct="1"/>
            <a:r>
              <a:rPr lang="en-US" altLang="en-US"/>
              <a:t>Iterative Deepening Search (IDS)</a:t>
            </a:r>
          </a:p>
        </p:txBody>
      </p:sp>
      <p:sp>
        <p:nvSpPr>
          <p:cNvPr id="211971" name="Rectangle 3">
            <a:extLst>
              <a:ext uri="{FF2B5EF4-FFF2-40B4-BE49-F238E27FC236}">
                <a16:creationId xmlns:a16="http://schemas.microsoft.com/office/drawing/2014/main" id="{92FAB5E6-5E7C-904E-06A4-3A39B40D2E7E}"/>
              </a:ext>
            </a:extLst>
          </p:cNvPr>
          <p:cNvSpPr>
            <a:spLocks noChangeArrowheads="1"/>
          </p:cNvSpPr>
          <p:nvPr/>
        </p:nvSpPr>
        <p:spPr bwMode="auto">
          <a:xfrm>
            <a:off x="452965" y="1794934"/>
            <a:ext cx="8238068" cy="4080933"/>
          </a:xfrm>
          <a:prstGeom prst="rect">
            <a:avLst/>
          </a:prstGeom>
          <a:noFill/>
          <a:ln w="9525">
            <a:noFill/>
            <a:miter lim="800000"/>
            <a:headEnd/>
            <a:tailEnd/>
          </a:ln>
          <a:effectLst/>
        </p:spPr>
        <p:txBody>
          <a:bodyPr/>
          <a:lstStyle/>
          <a:p>
            <a:pPr marL="342900" indent="-342900" algn="just">
              <a:spcBef>
                <a:spcPct val="20000"/>
              </a:spcBef>
              <a:buClr>
                <a:schemeClr val="accent2"/>
              </a:buClr>
              <a:buSzPct val="60000"/>
              <a:buFont typeface="Wingdings" pitchFamily="2" charset="2"/>
              <a:buChar char="§"/>
              <a:defRPr/>
            </a:pPr>
            <a:r>
              <a:rPr lang="fr-FR" sz="2000" dirty="0">
                <a:latin typeface="+mj-lt"/>
                <a:cs typeface="Arial" charset="0"/>
              </a:rPr>
              <a:t>Seems wastefull becuase states are generated multiple times </a:t>
            </a:r>
          </a:p>
          <a:p>
            <a:pPr marL="342900" indent="-342900" algn="just">
              <a:spcBef>
                <a:spcPct val="20000"/>
              </a:spcBef>
              <a:buClr>
                <a:schemeClr val="accent2"/>
              </a:buClr>
              <a:buSzPct val="60000"/>
              <a:buFont typeface="Wingdings" pitchFamily="2" charset="2"/>
              <a:buChar char="§"/>
              <a:defRPr/>
            </a:pPr>
            <a:r>
              <a:rPr lang="fr-FR" sz="2000" dirty="0">
                <a:latin typeface="+mj-lt"/>
                <a:cs typeface="Arial" charset="0"/>
              </a:rPr>
              <a:t>But not like that, it is as efficient as BFS or DFS; because majority of the nodes are in the deepest level</a:t>
            </a:r>
          </a:p>
          <a:p>
            <a:pPr marL="342900" indent="-342900" algn="just">
              <a:spcBef>
                <a:spcPct val="20000"/>
              </a:spcBef>
              <a:buClr>
                <a:schemeClr val="accent2"/>
              </a:buClr>
              <a:buSzPct val="60000"/>
              <a:buFont typeface="Wingdings" pitchFamily="2" charset="2"/>
              <a:buChar char="§"/>
              <a:defRPr/>
            </a:pPr>
            <a:r>
              <a:rPr lang="fr-FR" sz="2000" dirty="0">
                <a:latin typeface="+mj-lt"/>
                <a:cs typeface="Arial" charset="0"/>
              </a:rPr>
              <a:t>For BFS total number of generated nodes are</a:t>
            </a:r>
          </a:p>
          <a:p>
            <a:pPr marL="800100" lvl="1" indent="-342900" algn="just" eaLnBrk="1" hangingPunct="1">
              <a:spcBef>
                <a:spcPct val="20000"/>
              </a:spcBef>
              <a:buClr>
                <a:schemeClr val="accent2"/>
              </a:buClr>
              <a:buSzPct val="60000"/>
              <a:defRPr/>
            </a:pPr>
            <a:r>
              <a:rPr lang="fr-FR" sz="2000" dirty="0">
                <a:latin typeface="+mj-lt"/>
                <a:cs typeface="Arial" charset="0"/>
              </a:rPr>
              <a:t>	N(BFS) = 1 + b + b</a:t>
            </a:r>
            <a:r>
              <a:rPr lang="fr-FR" sz="2000" baseline="30000" dirty="0">
                <a:latin typeface="+mj-lt"/>
                <a:cs typeface="Arial" charset="0"/>
              </a:rPr>
              <a:t>2</a:t>
            </a:r>
            <a:r>
              <a:rPr lang="fr-FR" sz="2000" dirty="0">
                <a:latin typeface="+mj-lt"/>
                <a:cs typeface="Arial" charset="0"/>
              </a:rPr>
              <a:t> + b</a:t>
            </a:r>
            <a:r>
              <a:rPr lang="fr-FR" sz="2000" baseline="30000" dirty="0">
                <a:latin typeface="+mj-lt"/>
                <a:cs typeface="Arial" charset="0"/>
              </a:rPr>
              <a:t>3</a:t>
            </a:r>
            <a:r>
              <a:rPr lang="fr-FR" sz="2000" dirty="0">
                <a:latin typeface="+mj-lt"/>
                <a:cs typeface="Arial" charset="0"/>
              </a:rPr>
              <a:t> + … … + b</a:t>
            </a:r>
            <a:r>
              <a:rPr lang="fr-FR" sz="2000" baseline="30000" dirty="0">
                <a:latin typeface="+mj-lt"/>
                <a:cs typeface="Arial" charset="0"/>
              </a:rPr>
              <a:t>d</a:t>
            </a:r>
          </a:p>
          <a:p>
            <a:pPr marL="800100" lvl="1" indent="-342900" algn="just" eaLnBrk="1" hangingPunct="1">
              <a:spcBef>
                <a:spcPct val="20000"/>
              </a:spcBef>
              <a:buClr>
                <a:schemeClr val="accent2"/>
              </a:buClr>
              <a:buSzPct val="60000"/>
              <a:defRPr/>
            </a:pPr>
            <a:r>
              <a:rPr lang="fr-FR" sz="2000" dirty="0">
                <a:latin typeface="+mj-lt"/>
                <a:cs typeface="Arial" charset="0"/>
              </a:rPr>
              <a:t>                  = (1 – b</a:t>
            </a:r>
            <a:r>
              <a:rPr lang="fr-FR" sz="2000" baseline="30000" dirty="0">
                <a:latin typeface="+mj-lt"/>
                <a:cs typeface="Arial" charset="0"/>
              </a:rPr>
              <a:t>d+1</a:t>
            </a:r>
            <a:r>
              <a:rPr lang="fr-FR" sz="2000" dirty="0">
                <a:latin typeface="+mj-lt"/>
                <a:cs typeface="Arial" charset="0"/>
              </a:rPr>
              <a:t>) / (1 – b )</a:t>
            </a:r>
          </a:p>
          <a:p>
            <a:pPr marL="342900" indent="-342900" algn="just">
              <a:spcBef>
                <a:spcPct val="20000"/>
              </a:spcBef>
              <a:buClr>
                <a:schemeClr val="accent2"/>
              </a:buClr>
              <a:buSzPct val="60000"/>
              <a:buFont typeface="Wingdings" pitchFamily="2" charset="2"/>
              <a:buChar char="§"/>
              <a:defRPr/>
            </a:pPr>
            <a:r>
              <a:rPr lang="fr-FR" sz="2000" dirty="0">
                <a:latin typeface="+mj-lt"/>
                <a:cs typeface="Arial" charset="0"/>
              </a:rPr>
              <a:t>For Iterative Deepening Search </a:t>
            </a:r>
          </a:p>
          <a:p>
            <a:pPr marL="342900" indent="-342900" algn="just">
              <a:spcBef>
                <a:spcPct val="20000"/>
              </a:spcBef>
              <a:buClr>
                <a:schemeClr val="accent2"/>
              </a:buClr>
              <a:buSzPct val="60000"/>
              <a:buFont typeface="Wingdings" pitchFamily="2" charset="2"/>
              <a:buChar char="§"/>
              <a:defRPr/>
            </a:pPr>
            <a:r>
              <a:rPr lang="fr-FR" sz="2000" dirty="0">
                <a:latin typeface="+mj-lt"/>
                <a:cs typeface="Arial" charset="0"/>
              </a:rPr>
              <a:t>Nodes at bottom level (depth d) are generated once</a:t>
            </a:r>
          </a:p>
          <a:p>
            <a:pPr marL="342900" indent="-342900" algn="just">
              <a:spcBef>
                <a:spcPct val="20000"/>
              </a:spcBef>
              <a:buClr>
                <a:schemeClr val="accent2"/>
              </a:buClr>
              <a:buSzPct val="60000"/>
              <a:buFont typeface="Wingdings" pitchFamily="2" charset="2"/>
              <a:buChar char="§"/>
              <a:defRPr/>
            </a:pPr>
            <a:r>
              <a:rPr lang="fr-FR" sz="2000" dirty="0">
                <a:latin typeface="+mj-lt"/>
                <a:cs typeface="Arial" charset="0"/>
              </a:rPr>
              <a:t>Next to bottom generated twice</a:t>
            </a:r>
          </a:p>
          <a:p>
            <a:pPr marL="342900" indent="-342900" algn="just">
              <a:spcBef>
                <a:spcPct val="20000"/>
              </a:spcBef>
              <a:buClr>
                <a:schemeClr val="accent2"/>
              </a:buClr>
              <a:buSzPct val="60000"/>
              <a:buFont typeface="Wingdings" pitchFamily="2" charset="2"/>
              <a:buChar char="§"/>
              <a:defRPr/>
            </a:pPr>
            <a:r>
              <a:rPr lang="fr-FR" sz="2000" dirty="0">
                <a:latin typeface="+mj-lt"/>
                <a:cs typeface="Arial" charset="0"/>
              </a:rPr>
              <a:t>The total number of generated nodes is</a:t>
            </a:r>
          </a:p>
          <a:p>
            <a:pPr marL="800100" lvl="1" indent="-342900" algn="just" eaLnBrk="1" hangingPunct="1">
              <a:spcBef>
                <a:spcPct val="20000"/>
              </a:spcBef>
              <a:buClr>
                <a:schemeClr val="accent2"/>
              </a:buClr>
              <a:buSzPct val="60000"/>
              <a:buFont typeface="Wingdings" pitchFamily="2" charset="2"/>
              <a:buNone/>
              <a:defRPr/>
            </a:pPr>
            <a:r>
              <a:rPr lang="fr-FR" sz="2000" i="1" dirty="0">
                <a:latin typeface="+mj-lt"/>
                <a:cs typeface="Arial" charset="0"/>
              </a:rPr>
              <a:t>			N</a:t>
            </a:r>
            <a:r>
              <a:rPr lang="fr-FR" sz="2000" dirty="0">
                <a:latin typeface="+mj-lt"/>
                <a:cs typeface="Arial" charset="0"/>
              </a:rPr>
              <a:t>(IDS)= db + (d-1)b</a:t>
            </a:r>
            <a:r>
              <a:rPr lang="fr-FR" sz="2000" baseline="30000" dirty="0">
                <a:latin typeface="+mj-lt"/>
                <a:cs typeface="Arial" charset="0"/>
              </a:rPr>
              <a:t>2</a:t>
            </a:r>
            <a:r>
              <a:rPr lang="fr-FR" sz="2000" dirty="0">
                <a:latin typeface="+mj-lt"/>
                <a:cs typeface="Arial" charset="0"/>
              </a:rPr>
              <a:t> + (d-2)b</a:t>
            </a:r>
            <a:r>
              <a:rPr lang="fr-FR" sz="2000" baseline="30000" dirty="0">
                <a:latin typeface="+mj-lt"/>
                <a:cs typeface="Arial" charset="0"/>
              </a:rPr>
              <a:t>3</a:t>
            </a:r>
            <a:r>
              <a:rPr lang="fr-FR" sz="2000" dirty="0">
                <a:latin typeface="+mj-lt"/>
                <a:cs typeface="Arial" charset="0"/>
              </a:rPr>
              <a:t> + … … + (1)b</a:t>
            </a:r>
            <a:r>
              <a:rPr lang="fr-FR" sz="2000" baseline="30000" dirty="0">
                <a:latin typeface="+mj-lt"/>
                <a:cs typeface="Arial" charset="0"/>
              </a:rPr>
              <a:t>d</a:t>
            </a:r>
            <a:r>
              <a:rPr lang="fr-FR" sz="2000" dirty="0">
                <a:latin typeface="+mj-lt"/>
                <a:cs typeface="Arial" charset="0"/>
              </a:rPr>
              <a:t> + (d+1)</a:t>
            </a:r>
            <a:endParaRPr lang="fr-FR" sz="2000" i="1" dirty="0">
              <a:latin typeface="+mj-lt"/>
              <a:cs typeface="Arial" charset="0"/>
            </a:endParaRPr>
          </a:p>
        </p:txBody>
      </p:sp>
      <p:sp>
        <p:nvSpPr>
          <p:cNvPr id="2" name="TextBox 1">
            <a:extLst>
              <a:ext uri="{FF2B5EF4-FFF2-40B4-BE49-F238E27FC236}">
                <a16:creationId xmlns:a16="http://schemas.microsoft.com/office/drawing/2014/main" id="{394B8C1B-D900-DFA2-BAC9-1FC0CDA7229F}"/>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Slide Number Placeholder 4">
            <a:extLst>
              <a:ext uri="{FF2B5EF4-FFF2-40B4-BE49-F238E27FC236}">
                <a16:creationId xmlns:a16="http://schemas.microsoft.com/office/drawing/2014/main" id="{5286D718-E9EF-EE2B-B6E2-A3E52CF7924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EF23DF0-CA75-4829-911C-1EA1EC1ABBC3}" type="slidenum">
              <a:rPr lang="en-GB" altLang="en-US" sz="1400">
                <a:solidFill>
                  <a:srgbClr val="FFFFFF"/>
                </a:solidFill>
                <a:latin typeface="Franklin Gothic Book" panose="020B0503020102020204" pitchFamily="34" charset="0"/>
              </a:rPr>
              <a:pPr>
                <a:spcBef>
                  <a:spcPct val="0"/>
                </a:spcBef>
                <a:buClrTx/>
                <a:buSzTx/>
                <a:buFontTx/>
                <a:buNone/>
              </a:pPr>
              <a:t>89</a:t>
            </a:fld>
            <a:endParaRPr lang="en-GB" altLang="en-US" sz="1400">
              <a:solidFill>
                <a:srgbClr val="FFFFFF"/>
              </a:solidFill>
              <a:latin typeface="Franklin Gothic Book" panose="020B0503020102020204" pitchFamily="34" charset="0"/>
            </a:endParaRPr>
          </a:p>
        </p:txBody>
      </p:sp>
      <p:sp>
        <p:nvSpPr>
          <p:cNvPr id="100354" name="Rectangle 2">
            <a:extLst>
              <a:ext uri="{FF2B5EF4-FFF2-40B4-BE49-F238E27FC236}">
                <a16:creationId xmlns:a16="http://schemas.microsoft.com/office/drawing/2014/main" id="{DDD9A15A-0B5C-D854-6400-A6167899A25E}"/>
              </a:ext>
            </a:extLst>
          </p:cNvPr>
          <p:cNvSpPr>
            <a:spLocks noGrp="1"/>
          </p:cNvSpPr>
          <p:nvPr>
            <p:ph type="title" idx="4294967295"/>
          </p:nvPr>
        </p:nvSpPr>
        <p:spPr>
          <a:xfrm>
            <a:off x="1371600" y="381000"/>
            <a:ext cx="7772400" cy="838200"/>
          </a:xfrm>
          <a:noFill/>
        </p:spPr>
        <p:txBody>
          <a:bodyPr/>
          <a:lstStyle/>
          <a:p>
            <a:pPr eaLnBrk="1" hangingPunct="1"/>
            <a:r>
              <a:rPr lang="en-US" altLang="en-US"/>
              <a:t>Iterative Deepening Search (IDS)</a:t>
            </a:r>
          </a:p>
        </p:txBody>
      </p:sp>
      <p:sp>
        <p:nvSpPr>
          <p:cNvPr id="100356" name="Rectangle 3">
            <a:extLst>
              <a:ext uri="{FF2B5EF4-FFF2-40B4-BE49-F238E27FC236}">
                <a16:creationId xmlns:a16="http://schemas.microsoft.com/office/drawing/2014/main" id="{71D7FD8E-BA3E-020B-187F-DB4843F40CE5}"/>
              </a:ext>
            </a:extLst>
          </p:cNvPr>
          <p:cNvSpPr>
            <a:spLocks noChangeArrowheads="1"/>
          </p:cNvSpPr>
          <p:nvPr/>
        </p:nvSpPr>
        <p:spPr bwMode="auto">
          <a:xfrm>
            <a:off x="381000" y="1295400"/>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800100" indent="-3429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257300" indent="-3429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20000"/>
              </a:spcBef>
              <a:buClr>
                <a:schemeClr val="accent2"/>
              </a:buClr>
              <a:buSzPct val="60000"/>
              <a:buFont typeface="Wingdings" panose="05000000000000000000" pitchFamily="2" charset="2"/>
              <a:buChar char="§"/>
            </a:pPr>
            <a:r>
              <a:rPr lang="fr-FR" altLang="en-US" sz="2400" b="1" dirty="0"/>
              <a:t>Coparison between BFS and IDS</a:t>
            </a:r>
          </a:p>
          <a:p>
            <a:pPr lvl="1" algn="just" eaLnBrk="1" hangingPunct="1">
              <a:spcBef>
                <a:spcPct val="20000"/>
              </a:spcBef>
              <a:buSzPct val="60000"/>
              <a:buFont typeface="Wingdings" panose="05000000000000000000" pitchFamily="2" charset="2"/>
              <a:buChar char="§"/>
            </a:pPr>
            <a:r>
              <a:rPr lang="fr-FR" altLang="en-US" sz="2000" dirty="0"/>
              <a:t>Let a tree of depth 4 and branching factor of 10</a:t>
            </a:r>
          </a:p>
          <a:p>
            <a:pPr lvl="1" algn="just" eaLnBrk="1" hangingPunct="1">
              <a:spcBef>
                <a:spcPct val="20000"/>
              </a:spcBef>
              <a:buSzPct val="60000"/>
              <a:buFont typeface="Wingdings" panose="05000000000000000000" pitchFamily="2" charset="2"/>
              <a:buChar char="§"/>
            </a:pPr>
            <a:r>
              <a:rPr lang="fr-FR" altLang="en-US" sz="2000" dirty="0"/>
              <a:t>For BFS total number of generated nodes are</a:t>
            </a:r>
          </a:p>
          <a:p>
            <a:pPr lvl="1" algn="just" eaLnBrk="1" hangingPunct="1">
              <a:spcBef>
                <a:spcPct val="20000"/>
              </a:spcBef>
              <a:buSzPct val="60000"/>
              <a:buFontTx/>
              <a:buNone/>
            </a:pPr>
            <a:r>
              <a:rPr lang="fr-FR" altLang="en-US" sz="2000" dirty="0"/>
              <a:t>	N(BFS) = 1 + b + b</a:t>
            </a:r>
            <a:r>
              <a:rPr lang="fr-FR" altLang="en-US" sz="2000" baseline="30000" dirty="0"/>
              <a:t>2</a:t>
            </a:r>
            <a:r>
              <a:rPr lang="fr-FR" altLang="en-US" sz="2000" dirty="0"/>
              <a:t> + b</a:t>
            </a:r>
            <a:r>
              <a:rPr lang="fr-FR" altLang="en-US" sz="2000" baseline="30000" dirty="0"/>
              <a:t>3</a:t>
            </a:r>
            <a:r>
              <a:rPr lang="fr-FR" altLang="en-US" sz="2000" dirty="0"/>
              <a:t> + … … + b</a:t>
            </a:r>
            <a:r>
              <a:rPr lang="fr-FR" altLang="en-US" sz="2000" baseline="30000" dirty="0"/>
              <a:t>d</a:t>
            </a:r>
          </a:p>
          <a:p>
            <a:pPr lvl="1" algn="just" eaLnBrk="1" hangingPunct="1">
              <a:spcBef>
                <a:spcPct val="20000"/>
              </a:spcBef>
              <a:buSzPct val="60000"/>
              <a:buFontTx/>
              <a:buNone/>
            </a:pPr>
            <a:r>
              <a:rPr lang="fr-FR" altLang="en-US" sz="2000" dirty="0"/>
              <a:t>                  = (1 – b</a:t>
            </a:r>
            <a:r>
              <a:rPr lang="fr-FR" altLang="en-US" sz="2000" baseline="30000" dirty="0"/>
              <a:t>d+1</a:t>
            </a:r>
            <a:r>
              <a:rPr lang="fr-FR" altLang="en-US" sz="2000" dirty="0"/>
              <a:t>) / (1 – b )</a:t>
            </a:r>
          </a:p>
          <a:p>
            <a:pPr lvl="1" algn="just" eaLnBrk="1" hangingPunct="1">
              <a:spcBef>
                <a:spcPct val="20000"/>
              </a:spcBef>
              <a:buSzPct val="60000"/>
              <a:buFontTx/>
              <a:buNone/>
            </a:pPr>
            <a:r>
              <a:rPr lang="fr-FR" altLang="en-US" sz="2000" dirty="0"/>
              <a:t>                  = (1 – 10</a:t>
            </a:r>
            <a:r>
              <a:rPr lang="fr-FR" altLang="en-US" sz="2000" baseline="30000" dirty="0"/>
              <a:t>4+1</a:t>
            </a:r>
            <a:r>
              <a:rPr lang="fr-FR" altLang="en-US" sz="2000" dirty="0"/>
              <a:t>) / (1 – 10) </a:t>
            </a:r>
          </a:p>
          <a:p>
            <a:pPr lvl="1" algn="just" eaLnBrk="1" hangingPunct="1">
              <a:spcBef>
                <a:spcPct val="20000"/>
              </a:spcBef>
              <a:buSzPct val="60000"/>
              <a:buFontTx/>
              <a:buNone/>
            </a:pPr>
            <a:r>
              <a:rPr lang="fr-FR" altLang="en-US" sz="2000" dirty="0"/>
              <a:t>                  = 11,111 nodes</a:t>
            </a:r>
          </a:p>
          <a:p>
            <a:pPr lvl="1" algn="just" eaLnBrk="1" hangingPunct="1">
              <a:spcBef>
                <a:spcPct val="20000"/>
              </a:spcBef>
              <a:buSzPct val="60000"/>
              <a:buFont typeface="Wingdings" panose="05000000000000000000" pitchFamily="2" charset="2"/>
              <a:buChar char="§"/>
            </a:pPr>
            <a:r>
              <a:rPr lang="fr-FR" altLang="en-US" sz="2000" dirty="0"/>
              <a:t>For Iterative Deepening Search (IDS)</a:t>
            </a:r>
          </a:p>
          <a:p>
            <a:pPr lvl="2" algn="just" eaLnBrk="1" hangingPunct="1">
              <a:spcBef>
                <a:spcPct val="20000"/>
              </a:spcBef>
              <a:buClr>
                <a:schemeClr val="accent2"/>
              </a:buClr>
              <a:buSzPct val="60000"/>
              <a:buFont typeface="Wingdings" panose="05000000000000000000" pitchFamily="2" charset="2"/>
              <a:buChar char="§"/>
            </a:pPr>
            <a:r>
              <a:rPr lang="fr-FR" altLang="en-US" dirty="0"/>
              <a:t>The total number of generated nodes is</a:t>
            </a:r>
          </a:p>
          <a:p>
            <a:pPr lvl="1" algn="just" eaLnBrk="1" hangingPunct="1">
              <a:spcBef>
                <a:spcPct val="20000"/>
              </a:spcBef>
              <a:buSzPct val="60000"/>
              <a:buFont typeface="Wingdings" panose="05000000000000000000" pitchFamily="2" charset="2"/>
              <a:buNone/>
            </a:pPr>
            <a:r>
              <a:rPr lang="fr-FR" altLang="en-US" sz="2000" i="1" dirty="0"/>
              <a:t>  	 N</a:t>
            </a:r>
            <a:r>
              <a:rPr lang="fr-FR" altLang="en-US" sz="2000" dirty="0"/>
              <a:t>(IDS)= (d+1)b</a:t>
            </a:r>
            <a:r>
              <a:rPr lang="fr-FR" altLang="en-US" sz="2000" baseline="30000" dirty="0"/>
              <a:t>0</a:t>
            </a:r>
            <a:r>
              <a:rPr lang="fr-FR" altLang="en-US" sz="2000" dirty="0"/>
              <a:t> + db</a:t>
            </a:r>
            <a:r>
              <a:rPr lang="fr-FR" altLang="en-US" sz="2000" baseline="30000" dirty="0"/>
              <a:t>1</a:t>
            </a:r>
            <a:r>
              <a:rPr lang="fr-FR" altLang="en-US" sz="2000" dirty="0"/>
              <a:t> + (d-1)b</a:t>
            </a:r>
            <a:r>
              <a:rPr lang="fr-FR" altLang="en-US" sz="2000" baseline="30000" dirty="0"/>
              <a:t>2</a:t>
            </a:r>
            <a:r>
              <a:rPr lang="fr-FR" altLang="en-US" sz="2000" dirty="0"/>
              <a:t> + (d-2)b</a:t>
            </a:r>
            <a:r>
              <a:rPr lang="fr-FR" altLang="en-US" sz="2000" baseline="30000" dirty="0"/>
              <a:t>3</a:t>
            </a:r>
            <a:r>
              <a:rPr lang="fr-FR" altLang="en-US" sz="2000" dirty="0"/>
              <a:t> + … … + (1)b</a:t>
            </a:r>
            <a:r>
              <a:rPr lang="fr-FR" altLang="en-US" sz="2000" baseline="30000" dirty="0"/>
              <a:t>d</a:t>
            </a:r>
            <a:endParaRPr lang="fr-FR" altLang="en-US" sz="2000" dirty="0"/>
          </a:p>
          <a:p>
            <a:pPr lvl="1" algn="just" eaLnBrk="1" hangingPunct="1">
              <a:spcBef>
                <a:spcPct val="20000"/>
              </a:spcBef>
              <a:buSzPct val="60000"/>
              <a:buFont typeface="Wingdings" panose="05000000000000000000" pitchFamily="2" charset="2"/>
              <a:buNone/>
            </a:pPr>
            <a:r>
              <a:rPr lang="fr-FR" altLang="en-US" sz="2000" dirty="0"/>
              <a:t>                   = (4 + 1) + 4 * 10 + 3 + 100 + 2 * 1000 + 10000</a:t>
            </a:r>
          </a:p>
          <a:p>
            <a:pPr lvl="1" algn="just" eaLnBrk="1" hangingPunct="1">
              <a:spcBef>
                <a:spcPct val="20000"/>
              </a:spcBef>
              <a:buSzPct val="60000"/>
              <a:buFont typeface="Wingdings" panose="05000000000000000000" pitchFamily="2" charset="2"/>
              <a:buNone/>
            </a:pPr>
            <a:r>
              <a:rPr lang="fr-FR" altLang="en-US" sz="2000" dirty="0"/>
              <a:t>                   = 12,345 nodes</a:t>
            </a:r>
          </a:p>
          <a:p>
            <a:pPr lvl="1" algn="just" eaLnBrk="1" hangingPunct="1">
              <a:spcBef>
                <a:spcPct val="20000"/>
              </a:spcBef>
              <a:buSzPct val="60000"/>
              <a:buFont typeface="Wingdings" panose="05000000000000000000" pitchFamily="2" charset="2"/>
              <a:buChar char="§"/>
            </a:pPr>
            <a:r>
              <a:rPr lang="fr-FR" altLang="en-US" sz="2000" dirty="0"/>
              <a:t>In </a:t>
            </a:r>
            <a:r>
              <a:rPr lang="fr-FR" altLang="en-US" sz="2000" dirty="0" err="1"/>
              <a:t>general</a:t>
            </a:r>
            <a:r>
              <a:rPr lang="fr-FR" altLang="en-US" sz="2000" dirty="0"/>
              <a:t>, </a:t>
            </a:r>
            <a:r>
              <a:rPr lang="fr-FR" altLang="en-US" sz="2000" dirty="0" err="1"/>
              <a:t>iterative</a:t>
            </a:r>
            <a:r>
              <a:rPr lang="fr-FR" altLang="en-US" sz="2000" dirty="0"/>
              <a:t> </a:t>
            </a:r>
            <a:r>
              <a:rPr lang="fr-FR" altLang="en-US" sz="2000" dirty="0" err="1"/>
              <a:t>deepening</a:t>
            </a:r>
            <a:r>
              <a:rPr lang="fr-FR" altLang="en-US" sz="2000" dirty="0"/>
              <a:t> is the </a:t>
            </a:r>
            <a:r>
              <a:rPr lang="fr-FR" altLang="en-US" sz="2000" dirty="0" err="1"/>
              <a:t>preferred</a:t>
            </a:r>
            <a:r>
              <a:rPr lang="fr-FR" altLang="en-US" sz="2000" dirty="0"/>
              <a:t> </a:t>
            </a:r>
            <a:r>
              <a:rPr lang="fr-FR" altLang="en-US" sz="2000" dirty="0" err="1"/>
              <a:t>uninformed</a:t>
            </a:r>
            <a:r>
              <a:rPr lang="fr-FR" altLang="en-US" sz="2000" dirty="0"/>
              <a:t> </a:t>
            </a:r>
            <a:r>
              <a:rPr lang="fr-FR" altLang="en-US" sz="2000" dirty="0" err="1"/>
              <a:t>search</a:t>
            </a:r>
            <a:r>
              <a:rPr lang="fr-FR" altLang="en-US" sz="2000" dirty="0"/>
              <a:t> </a:t>
            </a:r>
            <a:r>
              <a:rPr lang="fr-FR" altLang="en-US" sz="2000" dirty="0" err="1"/>
              <a:t>method</a:t>
            </a:r>
            <a:r>
              <a:rPr lang="fr-FR" altLang="en-US" sz="2000" dirty="0"/>
              <a:t> </a:t>
            </a:r>
            <a:r>
              <a:rPr lang="fr-FR" altLang="en-US" sz="2000" dirty="0" err="1"/>
              <a:t>when</a:t>
            </a:r>
            <a:r>
              <a:rPr lang="fr-FR" altLang="en-US" sz="2000" dirty="0"/>
              <a:t> </a:t>
            </a:r>
            <a:r>
              <a:rPr lang="fr-FR" altLang="en-US" sz="2000" dirty="0" err="1"/>
              <a:t>there</a:t>
            </a:r>
            <a:r>
              <a:rPr lang="fr-FR" altLang="en-US" sz="2000" dirty="0"/>
              <a:t> is a large </a:t>
            </a:r>
            <a:r>
              <a:rPr lang="fr-FR" altLang="en-US" sz="2000" dirty="0" err="1"/>
              <a:t>search</a:t>
            </a:r>
            <a:r>
              <a:rPr lang="fr-FR" altLang="en-US" sz="2000" dirty="0"/>
              <a:t> space and the depth of the solution is not </a:t>
            </a:r>
            <a:r>
              <a:rPr lang="fr-FR" altLang="en-US" sz="2000" dirty="0" err="1"/>
              <a:t>known</a:t>
            </a:r>
            <a:r>
              <a:rPr lang="fr-FR" altLang="en-US" sz="2000" dirty="0"/>
              <a:t>.</a:t>
            </a:r>
          </a:p>
        </p:txBody>
      </p:sp>
      <p:sp>
        <p:nvSpPr>
          <p:cNvPr id="2" name="TextBox 1">
            <a:extLst>
              <a:ext uri="{FF2B5EF4-FFF2-40B4-BE49-F238E27FC236}">
                <a16:creationId xmlns:a16="http://schemas.microsoft.com/office/drawing/2014/main" id="{9989182D-4C39-AC2D-C8BC-C06C204E652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Iterative Deepening Search (IDS)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05" name="Group 4">
            <a:extLst>
              <a:ext uri="{FF2B5EF4-FFF2-40B4-BE49-F238E27FC236}">
                <a16:creationId xmlns:a16="http://schemas.microsoft.com/office/drawing/2014/main" id="{4DE8192E-815E-1D87-58B2-FDD9BB9422A8}"/>
              </a:ext>
            </a:extLst>
          </p:cNvPr>
          <p:cNvGrpSpPr>
            <a:grpSpLocks/>
          </p:cNvGrpSpPr>
          <p:nvPr/>
        </p:nvGrpSpPr>
        <p:grpSpPr bwMode="auto">
          <a:xfrm>
            <a:off x="6355619" y="2018268"/>
            <a:ext cx="2333625" cy="1460500"/>
            <a:chOff x="1580" y="1014"/>
            <a:chExt cx="1470" cy="920"/>
          </a:xfrm>
        </p:grpSpPr>
        <p:grpSp>
          <p:nvGrpSpPr>
            <p:cNvPr id="102429" name="Group 5">
              <a:extLst>
                <a:ext uri="{FF2B5EF4-FFF2-40B4-BE49-F238E27FC236}">
                  <a16:creationId xmlns:a16="http://schemas.microsoft.com/office/drawing/2014/main" id="{6D8CB8CF-59DD-D634-0C6C-F171AFDFE6B1}"/>
                </a:ext>
              </a:extLst>
            </p:cNvPr>
            <p:cNvGrpSpPr>
              <a:grpSpLocks/>
            </p:cNvGrpSpPr>
            <p:nvPr/>
          </p:nvGrpSpPr>
          <p:grpSpPr bwMode="auto">
            <a:xfrm>
              <a:off x="1580" y="1014"/>
              <a:ext cx="1255" cy="920"/>
              <a:chOff x="1868" y="2541"/>
              <a:chExt cx="1255" cy="920"/>
            </a:xfrm>
          </p:grpSpPr>
          <p:grpSp>
            <p:nvGrpSpPr>
              <p:cNvPr id="102442" name="Group 6">
                <a:extLst>
                  <a:ext uri="{FF2B5EF4-FFF2-40B4-BE49-F238E27FC236}">
                    <a16:creationId xmlns:a16="http://schemas.microsoft.com/office/drawing/2014/main" id="{0D5B3682-BA96-3823-81CF-DA55F5977339}"/>
                  </a:ext>
                </a:extLst>
              </p:cNvPr>
              <p:cNvGrpSpPr>
                <a:grpSpLocks/>
              </p:cNvGrpSpPr>
              <p:nvPr/>
            </p:nvGrpSpPr>
            <p:grpSpPr bwMode="auto">
              <a:xfrm>
                <a:off x="2480" y="2541"/>
                <a:ext cx="135" cy="322"/>
                <a:chOff x="2400" y="864"/>
                <a:chExt cx="432" cy="1034"/>
              </a:xfrm>
            </p:grpSpPr>
            <p:sp>
              <p:nvSpPr>
                <p:cNvPr id="102460" name="Oval 7">
                  <a:extLst>
                    <a:ext uri="{FF2B5EF4-FFF2-40B4-BE49-F238E27FC236}">
                      <a16:creationId xmlns:a16="http://schemas.microsoft.com/office/drawing/2014/main" id="{CDB3FA4B-2F61-A2B2-9F75-AE66DC42EF99}"/>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61" name="Text Box 8">
                  <a:extLst>
                    <a:ext uri="{FF2B5EF4-FFF2-40B4-BE49-F238E27FC236}">
                      <a16:creationId xmlns:a16="http://schemas.microsoft.com/office/drawing/2014/main" id="{2FFDB978-0F9E-C0FE-ACBE-D205B314FE00}"/>
                    </a:ext>
                  </a:extLst>
                </p:cNvPr>
                <p:cNvSpPr txBox="1">
                  <a:spLocks noChangeArrowheads="1"/>
                </p:cNvSpPr>
                <p:nvPr/>
              </p:nvSpPr>
              <p:spPr bwMode="auto">
                <a:xfrm>
                  <a:off x="2412" y="973"/>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43" name="Group 9">
                <a:extLst>
                  <a:ext uri="{FF2B5EF4-FFF2-40B4-BE49-F238E27FC236}">
                    <a16:creationId xmlns:a16="http://schemas.microsoft.com/office/drawing/2014/main" id="{2AE8E32E-9702-39C0-3B36-1D1461559F1E}"/>
                  </a:ext>
                </a:extLst>
              </p:cNvPr>
              <p:cNvGrpSpPr>
                <a:grpSpLocks/>
              </p:cNvGrpSpPr>
              <p:nvPr/>
            </p:nvGrpSpPr>
            <p:grpSpPr bwMode="auto">
              <a:xfrm>
                <a:off x="2107" y="2795"/>
                <a:ext cx="134" cy="322"/>
                <a:chOff x="2400" y="864"/>
                <a:chExt cx="432" cy="1034"/>
              </a:xfrm>
            </p:grpSpPr>
            <p:sp>
              <p:nvSpPr>
                <p:cNvPr id="102458" name="Oval 10">
                  <a:extLst>
                    <a:ext uri="{FF2B5EF4-FFF2-40B4-BE49-F238E27FC236}">
                      <a16:creationId xmlns:a16="http://schemas.microsoft.com/office/drawing/2014/main" id="{E055D75C-EE2A-996E-8DC3-829C13D83093}"/>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59" name="Text Box 11">
                  <a:extLst>
                    <a:ext uri="{FF2B5EF4-FFF2-40B4-BE49-F238E27FC236}">
                      <a16:creationId xmlns:a16="http://schemas.microsoft.com/office/drawing/2014/main" id="{6603C1AD-CC2F-6724-F4ED-399917ECE01F}"/>
                    </a:ext>
                  </a:extLst>
                </p:cNvPr>
                <p:cNvSpPr txBox="1">
                  <a:spLocks noChangeArrowheads="1"/>
                </p:cNvSpPr>
                <p:nvPr/>
              </p:nvSpPr>
              <p:spPr bwMode="auto">
                <a:xfrm>
                  <a:off x="2410" y="973"/>
                  <a:ext cx="373"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44" name="Group 12">
                <a:extLst>
                  <a:ext uri="{FF2B5EF4-FFF2-40B4-BE49-F238E27FC236}">
                    <a16:creationId xmlns:a16="http://schemas.microsoft.com/office/drawing/2014/main" id="{202403DD-4A4E-3D2C-8738-145CF341D40D}"/>
                  </a:ext>
                </a:extLst>
              </p:cNvPr>
              <p:cNvGrpSpPr>
                <a:grpSpLocks/>
              </p:cNvGrpSpPr>
              <p:nvPr/>
            </p:nvGrpSpPr>
            <p:grpSpPr bwMode="auto">
              <a:xfrm>
                <a:off x="2989" y="2795"/>
                <a:ext cx="134" cy="322"/>
                <a:chOff x="2400" y="864"/>
                <a:chExt cx="432" cy="1034"/>
              </a:xfrm>
            </p:grpSpPr>
            <p:sp>
              <p:nvSpPr>
                <p:cNvPr id="102456" name="Oval 13">
                  <a:extLst>
                    <a:ext uri="{FF2B5EF4-FFF2-40B4-BE49-F238E27FC236}">
                      <a16:creationId xmlns:a16="http://schemas.microsoft.com/office/drawing/2014/main" id="{6C73DBB5-9C39-D5D0-FEE8-1B28199C44EF}"/>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57" name="Text Box 14">
                  <a:extLst>
                    <a:ext uri="{FF2B5EF4-FFF2-40B4-BE49-F238E27FC236}">
                      <a16:creationId xmlns:a16="http://schemas.microsoft.com/office/drawing/2014/main" id="{0EBFAF87-1644-0C14-04FE-CDA26FCE0DEE}"/>
                    </a:ext>
                  </a:extLst>
                </p:cNvPr>
                <p:cNvSpPr txBox="1">
                  <a:spLocks noChangeArrowheads="1"/>
                </p:cNvSpPr>
                <p:nvPr/>
              </p:nvSpPr>
              <p:spPr bwMode="auto">
                <a:xfrm>
                  <a:off x="2411" y="973"/>
                  <a:ext cx="373"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45" name="Group 15">
                <a:extLst>
                  <a:ext uri="{FF2B5EF4-FFF2-40B4-BE49-F238E27FC236}">
                    <a16:creationId xmlns:a16="http://schemas.microsoft.com/office/drawing/2014/main" id="{F100FFAA-E8F1-A7A0-13C9-7038B3FCCF35}"/>
                  </a:ext>
                </a:extLst>
              </p:cNvPr>
              <p:cNvGrpSpPr>
                <a:grpSpLocks/>
              </p:cNvGrpSpPr>
              <p:nvPr/>
            </p:nvGrpSpPr>
            <p:grpSpPr bwMode="auto">
              <a:xfrm>
                <a:off x="2316" y="3139"/>
                <a:ext cx="134" cy="322"/>
                <a:chOff x="2400" y="864"/>
                <a:chExt cx="432" cy="1035"/>
              </a:xfrm>
            </p:grpSpPr>
            <p:sp>
              <p:nvSpPr>
                <p:cNvPr id="102454" name="Oval 16">
                  <a:extLst>
                    <a:ext uri="{FF2B5EF4-FFF2-40B4-BE49-F238E27FC236}">
                      <a16:creationId xmlns:a16="http://schemas.microsoft.com/office/drawing/2014/main" id="{89C982D6-C5AE-4284-D33A-8465D35409A8}"/>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55" name="Text Box 17">
                  <a:extLst>
                    <a:ext uri="{FF2B5EF4-FFF2-40B4-BE49-F238E27FC236}">
                      <a16:creationId xmlns:a16="http://schemas.microsoft.com/office/drawing/2014/main" id="{93364D2A-5305-6D15-E319-B1D3E109885D}"/>
                    </a:ext>
                  </a:extLst>
                </p:cNvPr>
                <p:cNvSpPr txBox="1">
                  <a:spLocks noChangeArrowheads="1"/>
                </p:cNvSpPr>
                <p:nvPr/>
              </p:nvSpPr>
              <p:spPr bwMode="auto">
                <a:xfrm>
                  <a:off x="2410" y="974"/>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46" name="Group 18">
                <a:extLst>
                  <a:ext uri="{FF2B5EF4-FFF2-40B4-BE49-F238E27FC236}">
                    <a16:creationId xmlns:a16="http://schemas.microsoft.com/office/drawing/2014/main" id="{72AB78C3-2BD5-2F20-50C6-D149447CDA4D}"/>
                  </a:ext>
                </a:extLst>
              </p:cNvPr>
              <p:cNvGrpSpPr>
                <a:grpSpLocks/>
              </p:cNvGrpSpPr>
              <p:nvPr/>
            </p:nvGrpSpPr>
            <p:grpSpPr bwMode="auto">
              <a:xfrm>
                <a:off x="1868" y="3139"/>
                <a:ext cx="134" cy="322"/>
                <a:chOff x="2400" y="864"/>
                <a:chExt cx="432" cy="1035"/>
              </a:xfrm>
            </p:grpSpPr>
            <p:sp>
              <p:nvSpPr>
                <p:cNvPr id="102452" name="Oval 19">
                  <a:extLst>
                    <a:ext uri="{FF2B5EF4-FFF2-40B4-BE49-F238E27FC236}">
                      <a16:creationId xmlns:a16="http://schemas.microsoft.com/office/drawing/2014/main" id="{87B4EB07-7F84-ABBB-47BB-C4DCFDFEC301}"/>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53" name="Text Box 20">
                  <a:extLst>
                    <a:ext uri="{FF2B5EF4-FFF2-40B4-BE49-F238E27FC236}">
                      <a16:creationId xmlns:a16="http://schemas.microsoft.com/office/drawing/2014/main" id="{A97DB6C2-378D-B17A-FA4C-8B7148347A32}"/>
                    </a:ext>
                  </a:extLst>
                </p:cNvPr>
                <p:cNvSpPr txBox="1">
                  <a:spLocks noChangeArrowheads="1"/>
                </p:cNvSpPr>
                <p:nvPr/>
              </p:nvSpPr>
              <p:spPr bwMode="auto">
                <a:xfrm>
                  <a:off x="2411" y="974"/>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sp>
            <p:nvSpPr>
              <p:cNvPr id="102447" name="Line 21">
                <a:extLst>
                  <a:ext uri="{FF2B5EF4-FFF2-40B4-BE49-F238E27FC236}">
                    <a16:creationId xmlns:a16="http://schemas.microsoft.com/office/drawing/2014/main" id="{11626B86-8A6F-9817-71FE-F5C17871C153}"/>
                  </a:ext>
                </a:extLst>
              </p:cNvPr>
              <p:cNvSpPr>
                <a:spLocks noChangeShapeType="1"/>
              </p:cNvSpPr>
              <p:nvPr/>
            </p:nvSpPr>
            <p:spPr bwMode="auto">
              <a:xfrm flipH="1">
                <a:off x="2228" y="2646"/>
                <a:ext cx="258"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02448" name="Group 22">
                <a:extLst>
                  <a:ext uri="{FF2B5EF4-FFF2-40B4-BE49-F238E27FC236}">
                    <a16:creationId xmlns:a16="http://schemas.microsoft.com/office/drawing/2014/main" id="{E29B0772-3E96-29EA-10D0-1EFEBF461C68}"/>
                  </a:ext>
                </a:extLst>
              </p:cNvPr>
              <p:cNvGrpSpPr>
                <a:grpSpLocks/>
              </p:cNvGrpSpPr>
              <p:nvPr/>
            </p:nvGrpSpPr>
            <p:grpSpPr bwMode="auto">
              <a:xfrm>
                <a:off x="1967" y="2921"/>
                <a:ext cx="360" cy="242"/>
                <a:chOff x="896" y="1363"/>
                <a:chExt cx="1156" cy="778"/>
              </a:xfrm>
            </p:grpSpPr>
            <p:sp>
              <p:nvSpPr>
                <p:cNvPr id="102450" name="Line 23">
                  <a:extLst>
                    <a:ext uri="{FF2B5EF4-FFF2-40B4-BE49-F238E27FC236}">
                      <a16:creationId xmlns:a16="http://schemas.microsoft.com/office/drawing/2014/main" id="{127FAC94-282D-4FD0-85D9-6D4AD878FA1C}"/>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51" name="Line 24">
                  <a:extLst>
                    <a:ext uri="{FF2B5EF4-FFF2-40B4-BE49-F238E27FC236}">
                      <a16:creationId xmlns:a16="http://schemas.microsoft.com/office/drawing/2014/main" id="{EA68B2FA-72BD-70D3-C95D-2D094D5A323D}"/>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02449" name="Line 25">
                <a:extLst>
                  <a:ext uri="{FF2B5EF4-FFF2-40B4-BE49-F238E27FC236}">
                    <a16:creationId xmlns:a16="http://schemas.microsoft.com/office/drawing/2014/main" id="{9D5D1C6F-7288-3128-F4AF-B851D9B3E4BD}"/>
                  </a:ext>
                </a:extLst>
              </p:cNvPr>
              <p:cNvSpPr>
                <a:spLocks noChangeShapeType="1"/>
              </p:cNvSpPr>
              <p:nvPr/>
            </p:nvSpPr>
            <p:spPr bwMode="auto">
              <a:xfrm>
                <a:off x="2597" y="2651"/>
                <a:ext cx="390" cy="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2430" name="Group 26">
              <a:extLst>
                <a:ext uri="{FF2B5EF4-FFF2-40B4-BE49-F238E27FC236}">
                  <a16:creationId xmlns:a16="http://schemas.microsoft.com/office/drawing/2014/main" id="{CF0697CD-A830-58C3-F211-E504045CDD47}"/>
                </a:ext>
              </a:extLst>
            </p:cNvPr>
            <p:cNvGrpSpPr>
              <a:grpSpLocks/>
            </p:cNvGrpSpPr>
            <p:nvPr/>
          </p:nvGrpSpPr>
          <p:grpSpPr bwMode="auto">
            <a:xfrm>
              <a:off x="2707" y="1268"/>
              <a:ext cx="134" cy="322"/>
              <a:chOff x="2400" y="864"/>
              <a:chExt cx="432" cy="1034"/>
            </a:xfrm>
          </p:grpSpPr>
          <p:sp>
            <p:nvSpPr>
              <p:cNvPr id="102440" name="Oval 27">
                <a:extLst>
                  <a:ext uri="{FF2B5EF4-FFF2-40B4-BE49-F238E27FC236}">
                    <a16:creationId xmlns:a16="http://schemas.microsoft.com/office/drawing/2014/main" id="{1B4ACF73-4CF2-28B9-5280-8D2C7E36B6C3}"/>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41" name="Text Box 28">
                <a:extLst>
                  <a:ext uri="{FF2B5EF4-FFF2-40B4-BE49-F238E27FC236}">
                    <a16:creationId xmlns:a16="http://schemas.microsoft.com/office/drawing/2014/main" id="{3F1DC34D-5CB7-F76C-8729-A54ED9337644}"/>
                  </a:ext>
                </a:extLst>
              </p:cNvPr>
              <p:cNvSpPr txBox="1">
                <a:spLocks noChangeArrowheads="1"/>
              </p:cNvSpPr>
              <p:nvPr/>
            </p:nvSpPr>
            <p:spPr bwMode="auto">
              <a:xfrm>
                <a:off x="2410" y="973"/>
                <a:ext cx="373"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31" name="Group 29">
              <a:extLst>
                <a:ext uri="{FF2B5EF4-FFF2-40B4-BE49-F238E27FC236}">
                  <a16:creationId xmlns:a16="http://schemas.microsoft.com/office/drawing/2014/main" id="{49072769-47E6-6BD0-6D4C-0A1560412389}"/>
                </a:ext>
              </a:extLst>
            </p:cNvPr>
            <p:cNvGrpSpPr>
              <a:grpSpLocks/>
            </p:cNvGrpSpPr>
            <p:nvPr/>
          </p:nvGrpSpPr>
          <p:grpSpPr bwMode="auto">
            <a:xfrm>
              <a:off x="2916" y="1612"/>
              <a:ext cx="134" cy="322"/>
              <a:chOff x="2400" y="864"/>
              <a:chExt cx="432" cy="1035"/>
            </a:xfrm>
          </p:grpSpPr>
          <p:sp>
            <p:nvSpPr>
              <p:cNvPr id="102438" name="Oval 30">
                <a:extLst>
                  <a:ext uri="{FF2B5EF4-FFF2-40B4-BE49-F238E27FC236}">
                    <a16:creationId xmlns:a16="http://schemas.microsoft.com/office/drawing/2014/main" id="{75C7333C-54A6-97A7-1404-3384C67F0C60}"/>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39" name="Text Box 31">
                <a:extLst>
                  <a:ext uri="{FF2B5EF4-FFF2-40B4-BE49-F238E27FC236}">
                    <a16:creationId xmlns:a16="http://schemas.microsoft.com/office/drawing/2014/main" id="{D88EAC8B-EA13-F8FE-96F6-77C42D1C658C}"/>
                  </a:ext>
                </a:extLst>
              </p:cNvPr>
              <p:cNvSpPr txBox="1">
                <a:spLocks noChangeArrowheads="1"/>
              </p:cNvSpPr>
              <p:nvPr/>
            </p:nvSpPr>
            <p:spPr bwMode="auto">
              <a:xfrm>
                <a:off x="2410" y="974"/>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32" name="Group 32">
              <a:extLst>
                <a:ext uri="{FF2B5EF4-FFF2-40B4-BE49-F238E27FC236}">
                  <a16:creationId xmlns:a16="http://schemas.microsoft.com/office/drawing/2014/main" id="{877F7CE8-7383-60D7-40CF-666496964C29}"/>
                </a:ext>
              </a:extLst>
            </p:cNvPr>
            <p:cNvGrpSpPr>
              <a:grpSpLocks/>
            </p:cNvGrpSpPr>
            <p:nvPr/>
          </p:nvGrpSpPr>
          <p:grpSpPr bwMode="auto">
            <a:xfrm>
              <a:off x="2468" y="1612"/>
              <a:ext cx="134" cy="322"/>
              <a:chOff x="2400" y="864"/>
              <a:chExt cx="432" cy="1035"/>
            </a:xfrm>
          </p:grpSpPr>
          <p:sp>
            <p:nvSpPr>
              <p:cNvPr id="102436" name="Oval 33">
                <a:extLst>
                  <a:ext uri="{FF2B5EF4-FFF2-40B4-BE49-F238E27FC236}">
                    <a16:creationId xmlns:a16="http://schemas.microsoft.com/office/drawing/2014/main" id="{397C52C2-BD79-CAB7-2296-929FDBD2F2FD}"/>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37" name="Text Box 34">
                <a:extLst>
                  <a:ext uri="{FF2B5EF4-FFF2-40B4-BE49-F238E27FC236}">
                    <a16:creationId xmlns:a16="http://schemas.microsoft.com/office/drawing/2014/main" id="{5F405CF2-DEC6-64E9-953B-D8BB7BA53C9B}"/>
                  </a:ext>
                </a:extLst>
              </p:cNvPr>
              <p:cNvSpPr txBox="1">
                <a:spLocks noChangeArrowheads="1"/>
              </p:cNvSpPr>
              <p:nvPr/>
            </p:nvSpPr>
            <p:spPr bwMode="auto">
              <a:xfrm>
                <a:off x="2411" y="974"/>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33" name="Group 35">
              <a:extLst>
                <a:ext uri="{FF2B5EF4-FFF2-40B4-BE49-F238E27FC236}">
                  <a16:creationId xmlns:a16="http://schemas.microsoft.com/office/drawing/2014/main" id="{64E9B2E1-4763-64C6-2DCA-5A34E7B32435}"/>
                </a:ext>
              </a:extLst>
            </p:cNvPr>
            <p:cNvGrpSpPr>
              <a:grpSpLocks/>
            </p:cNvGrpSpPr>
            <p:nvPr/>
          </p:nvGrpSpPr>
          <p:grpSpPr bwMode="auto">
            <a:xfrm>
              <a:off x="2567" y="1394"/>
              <a:ext cx="360" cy="242"/>
              <a:chOff x="896" y="1363"/>
              <a:chExt cx="1156" cy="778"/>
            </a:xfrm>
          </p:grpSpPr>
          <p:sp>
            <p:nvSpPr>
              <p:cNvPr id="102434" name="Line 36">
                <a:extLst>
                  <a:ext uri="{FF2B5EF4-FFF2-40B4-BE49-F238E27FC236}">
                    <a16:creationId xmlns:a16="http://schemas.microsoft.com/office/drawing/2014/main" id="{350B8FBF-8B2E-8260-D2B1-C5EF1F2EBC10}"/>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35" name="Line 37">
                <a:extLst>
                  <a:ext uri="{FF2B5EF4-FFF2-40B4-BE49-F238E27FC236}">
                    <a16:creationId xmlns:a16="http://schemas.microsoft.com/office/drawing/2014/main" id="{A5C690A6-BFF5-0D96-6A23-EAC89C1F5419}"/>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102406" name="Group 38">
            <a:extLst>
              <a:ext uri="{FF2B5EF4-FFF2-40B4-BE49-F238E27FC236}">
                <a16:creationId xmlns:a16="http://schemas.microsoft.com/office/drawing/2014/main" id="{9F22B0BC-9AD4-263F-5977-7A9EF380FB2B}"/>
              </a:ext>
            </a:extLst>
          </p:cNvPr>
          <p:cNvGrpSpPr>
            <a:grpSpLocks/>
          </p:cNvGrpSpPr>
          <p:nvPr/>
        </p:nvGrpSpPr>
        <p:grpSpPr bwMode="auto">
          <a:xfrm flipV="1">
            <a:off x="6495319" y="4229656"/>
            <a:ext cx="1992312" cy="1460500"/>
            <a:chOff x="1868" y="2541"/>
            <a:chExt cx="1255" cy="920"/>
          </a:xfrm>
        </p:grpSpPr>
        <p:grpSp>
          <p:nvGrpSpPr>
            <p:cNvPr id="102409" name="Group 39">
              <a:extLst>
                <a:ext uri="{FF2B5EF4-FFF2-40B4-BE49-F238E27FC236}">
                  <a16:creationId xmlns:a16="http://schemas.microsoft.com/office/drawing/2014/main" id="{D928626E-1926-41F2-400A-D414EBF23993}"/>
                </a:ext>
              </a:extLst>
            </p:cNvPr>
            <p:cNvGrpSpPr>
              <a:grpSpLocks/>
            </p:cNvGrpSpPr>
            <p:nvPr/>
          </p:nvGrpSpPr>
          <p:grpSpPr bwMode="auto">
            <a:xfrm>
              <a:off x="2480" y="2541"/>
              <a:ext cx="135" cy="322"/>
              <a:chOff x="2400" y="864"/>
              <a:chExt cx="432" cy="1034"/>
            </a:xfrm>
          </p:grpSpPr>
          <p:sp>
            <p:nvSpPr>
              <p:cNvPr id="102427" name="Oval 40">
                <a:extLst>
                  <a:ext uri="{FF2B5EF4-FFF2-40B4-BE49-F238E27FC236}">
                    <a16:creationId xmlns:a16="http://schemas.microsoft.com/office/drawing/2014/main" id="{E86DB257-0466-D082-E413-5F233A8FD8B9}"/>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28" name="Text Box 41">
                <a:extLst>
                  <a:ext uri="{FF2B5EF4-FFF2-40B4-BE49-F238E27FC236}">
                    <a16:creationId xmlns:a16="http://schemas.microsoft.com/office/drawing/2014/main" id="{B9DDBC8B-379C-3C00-65B6-213160BA055B}"/>
                  </a:ext>
                </a:extLst>
              </p:cNvPr>
              <p:cNvSpPr txBox="1">
                <a:spLocks noChangeArrowheads="1"/>
              </p:cNvSpPr>
              <p:nvPr/>
            </p:nvSpPr>
            <p:spPr bwMode="auto">
              <a:xfrm>
                <a:off x="2412" y="973"/>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rot="10800000"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10" name="Group 42">
              <a:extLst>
                <a:ext uri="{FF2B5EF4-FFF2-40B4-BE49-F238E27FC236}">
                  <a16:creationId xmlns:a16="http://schemas.microsoft.com/office/drawing/2014/main" id="{DA1CB2A0-F920-5822-F62C-1A43A16423BE}"/>
                </a:ext>
              </a:extLst>
            </p:cNvPr>
            <p:cNvGrpSpPr>
              <a:grpSpLocks/>
            </p:cNvGrpSpPr>
            <p:nvPr/>
          </p:nvGrpSpPr>
          <p:grpSpPr bwMode="auto">
            <a:xfrm>
              <a:off x="2107" y="2795"/>
              <a:ext cx="134" cy="322"/>
              <a:chOff x="2400" y="864"/>
              <a:chExt cx="432" cy="1034"/>
            </a:xfrm>
          </p:grpSpPr>
          <p:sp>
            <p:nvSpPr>
              <p:cNvPr id="102425" name="Oval 43">
                <a:extLst>
                  <a:ext uri="{FF2B5EF4-FFF2-40B4-BE49-F238E27FC236}">
                    <a16:creationId xmlns:a16="http://schemas.microsoft.com/office/drawing/2014/main" id="{39CEC93E-9513-268D-CDD0-A9B218AAAACC}"/>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26" name="Text Box 44">
                <a:extLst>
                  <a:ext uri="{FF2B5EF4-FFF2-40B4-BE49-F238E27FC236}">
                    <a16:creationId xmlns:a16="http://schemas.microsoft.com/office/drawing/2014/main" id="{05B95869-3E9F-F624-F509-32BDB1481F28}"/>
                  </a:ext>
                </a:extLst>
              </p:cNvPr>
              <p:cNvSpPr txBox="1">
                <a:spLocks noChangeArrowheads="1"/>
              </p:cNvSpPr>
              <p:nvPr/>
            </p:nvSpPr>
            <p:spPr bwMode="auto">
              <a:xfrm>
                <a:off x="2410" y="973"/>
                <a:ext cx="373"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rot="10800000"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11" name="Group 45">
              <a:extLst>
                <a:ext uri="{FF2B5EF4-FFF2-40B4-BE49-F238E27FC236}">
                  <a16:creationId xmlns:a16="http://schemas.microsoft.com/office/drawing/2014/main" id="{9C991BBF-DD7C-B4E0-6865-54429C1920D9}"/>
                </a:ext>
              </a:extLst>
            </p:cNvPr>
            <p:cNvGrpSpPr>
              <a:grpSpLocks/>
            </p:cNvGrpSpPr>
            <p:nvPr/>
          </p:nvGrpSpPr>
          <p:grpSpPr bwMode="auto">
            <a:xfrm>
              <a:off x="2989" y="2795"/>
              <a:ext cx="134" cy="322"/>
              <a:chOff x="2400" y="864"/>
              <a:chExt cx="432" cy="1034"/>
            </a:xfrm>
          </p:grpSpPr>
          <p:sp>
            <p:nvSpPr>
              <p:cNvPr id="102423" name="Oval 46">
                <a:extLst>
                  <a:ext uri="{FF2B5EF4-FFF2-40B4-BE49-F238E27FC236}">
                    <a16:creationId xmlns:a16="http://schemas.microsoft.com/office/drawing/2014/main" id="{15C7A934-1E0C-564D-8DEA-6F7EF84E11B1}"/>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24" name="Text Box 47">
                <a:extLst>
                  <a:ext uri="{FF2B5EF4-FFF2-40B4-BE49-F238E27FC236}">
                    <a16:creationId xmlns:a16="http://schemas.microsoft.com/office/drawing/2014/main" id="{46DEA92D-16F2-1D6F-2FA6-911E9D37C462}"/>
                  </a:ext>
                </a:extLst>
              </p:cNvPr>
              <p:cNvSpPr txBox="1">
                <a:spLocks noChangeArrowheads="1"/>
              </p:cNvSpPr>
              <p:nvPr/>
            </p:nvSpPr>
            <p:spPr bwMode="auto">
              <a:xfrm>
                <a:off x="2411" y="973"/>
                <a:ext cx="373"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rot="10800000"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12" name="Group 48">
              <a:extLst>
                <a:ext uri="{FF2B5EF4-FFF2-40B4-BE49-F238E27FC236}">
                  <a16:creationId xmlns:a16="http://schemas.microsoft.com/office/drawing/2014/main" id="{F9A184B9-37DD-9906-2E0F-A626559FEDE1}"/>
                </a:ext>
              </a:extLst>
            </p:cNvPr>
            <p:cNvGrpSpPr>
              <a:grpSpLocks/>
            </p:cNvGrpSpPr>
            <p:nvPr/>
          </p:nvGrpSpPr>
          <p:grpSpPr bwMode="auto">
            <a:xfrm>
              <a:off x="2316" y="3139"/>
              <a:ext cx="134" cy="322"/>
              <a:chOff x="2400" y="864"/>
              <a:chExt cx="432" cy="1035"/>
            </a:xfrm>
          </p:grpSpPr>
          <p:sp>
            <p:nvSpPr>
              <p:cNvPr id="102421" name="Oval 49">
                <a:extLst>
                  <a:ext uri="{FF2B5EF4-FFF2-40B4-BE49-F238E27FC236}">
                    <a16:creationId xmlns:a16="http://schemas.microsoft.com/office/drawing/2014/main" id="{2F2650C5-69DC-FD21-B701-C35DE85D24FA}"/>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22" name="Text Box 50">
                <a:extLst>
                  <a:ext uri="{FF2B5EF4-FFF2-40B4-BE49-F238E27FC236}">
                    <a16:creationId xmlns:a16="http://schemas.microsoft.com/office/drawing/2014/main" id="{21AF05A6-5CBE-62CE-2B33-ECEFBB444E0F}"/>
                  </a:ext>
                </a:extLst>
              </p:cNvPr>
              <p:cNvSpPr txBox="1">
                <a:spLocks noChangeArrowheads="1"/>
              </p:cNvSpPr>
              <p:nvPr/>
            </p:nvSpPr>
            <p:spPr bwMode="auto">
              <a:xfrm>
                <a:off x="2410" y="974"/>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rot="10800000"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grpSp>
          <p:nvGrpSpPr>
            <p:cNvPr id="102413" name="Group 51">
              <a:extLst>
                <a:ext uri="{FF2B5EF4-FFF2-40B4-BE49-F238E27FC236}">
                  <a16:creationId xmlns:a16="http://schemas.microsoft.com/office/drawing/2014/main" id="{B19FB357-0D1F-F9AA-47FB-DF9C78782279}"/>
                </a:ext>
              </a:extLst>
            </p:cNvPr>
            <p:cNvGrpSpPr>
              <a:grpSpLocks/>
            </p:cNvGrpSpPr>
            <p:nvPr/>
          </p:nvGrpSpPr>
          <p:grpSpPr bwMode="auto">
            <a:xfrm>
              <a:off x="1868" y="3139"/>
              <a:ext cx="134" cy="322"/>
              <a:chOff x="2400" y="864"/>
              <a:chExt cx="432" cy="1035"/>
            </a:xfrm>
          </p:grpSpPr>
          <p:sp>
            <p:nvSpPr>
              <p:cNvPr id="102419" name="Oval 52">
                <a:extLst>
                  <a:ext uri="{FF2B5EF4-FFF2-40B4-BE49-F238E27FC236}">
                    <a16:creationId xmlns:a16="http://schemas.microsoft.com/office/drawing/2014/main" id="{4343F22A-81B3-40DE-C765-28BD796195DE}"/>
                  </a:ext>
                </a:extLst>
              </p:cNvPr>
              <p:cNvSpPr>
                <a:spLocks noChangeArrowheads="1"/>
              </p:cNvSpPr>
              <p:nvPr/>
            </p:nvSpPr>
            <p:spPr bwMode="auto">
              <a:xfrm>
                <a:off x="2400" y="864"/>
                <a:ext cx="432" cy="432"/>
              </a:xfrm>
              <a:prstGeom prst="ellipse">
                <a:avLst/>
              </a:prstGeom>
              <a:solidFill>
                <a:srgbClr val="C0C0C0">
                  <a:alpha val="50195"/>
                </a:srgbClr>
              </a:solidFill>
              <a:ln w="57150">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102420" name="Text Box 53">
                <a:extLst>
                  <a:ext uri="{FF2B5EF4-FFF2-40B4-BE49-F238E27FC236}">
                    <a16:creationId xmlns:a16="http://schemas.microsoft.com/office/drawing/2014/main" id="{4B05398B-DB29-D3E4-E009-B1AD1649DAEF}"/>
                  </a:ext>
                </a:extLst>
              </p:cNvPr>
              <p:cNvSpPr txBox="1">
                <a:spLocks noChangeArrowheads="1"/>
              </p:cNvSpPr>
              <p:nvPr/>
            </p:nvSpPr>
            <p:spPr bwMode="auto">
              <a:xfrm>
                <a:off x="2411" y="974"/>
                <a:ext cx="372"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rot="10800000"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a:spcBef>
                    <a:spcPct val="0"/>
                  </a:spcBef>
                  <a:buClrTx/>
                  <a:buSzTx/>
                  <a:buFontTx/>
                  <a:buNone/>
                </a:pPr>
                <a:endParaRPr lang="en-US" altLang="en-US" sz="2400">
                  <a:latin typeface="Times New Roman" panose="02020603050405020304" pitchFamily="18" charset="0"/>
                </a:endParaRPr>
              </a:p>
            </p:txBody>
          </p:sp>
        </p:grpSp>
        <p:sp>
          <p:nvSpPr>
            <p:cNvPr id="102414" name="Line 54">
              <a:extLst>
                <a:ext uri="{FF2B5EF4-FFF2-40B4-BE49-F238E27FC236}">
                  <a16:creationId xmlns:a16="http://schemas.microsoft.com/office/drawing/2014/main" id="{8B22F64B-30FD-7187-45A7-934C7ECC25B9}"/>
                </a:ext>
              </a:extLst>
            </p:cNvPr>
            <p:cNvSpPr>
              <a:spLocks noChangeShapeType="1"/>
            </p:cNvSpPr>
            <p:nvPr/>
          </p:nvSpPr>
          <p:spPr bwMode="auto">
            <a:xfrm flipH="1">
              <a:off x="2228" y="2646"/>
              <a:ext cx="258"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02415" name="Group 55">
              <a:extLst>
                <a:ext uri="{FF2B5EF4-FFF2-40B4-BE49-F238E27FC236}">
                  <a16:creationId xmlns:a16="http://schemas.microsoft.com/office/drawing/2014/main" id="{0EE2B277-DE23-1E86-5A9D-1FA67EEE2249}"/>
                </a:ext>
              </a:extLst>
            </p:cNvPr>
            <p:cNvGrpSpPr>
              <a:grpSpLocks/>
            </p:cNvGrpSpPr>
            <p:nvPr/>
          </p:nvGrpSpPr>
          <p:grpSpPr bwMode="auto">
            <a:xfrm>
              <a:off x="1967" y="2921"/>
              <a:ext cx="360" cy="242"/>
              <a:chOff x="896" y="1363"/>
              <a:chExt cx="1156" cy="778"/>
            </a:xfrm>
          </p:grpSpPr>
          <p:sp>
            <p:nvSpPr>
              <p:cNvPr id="102417" name="Line 56">
                <a:extLst>
                  <a:ext uri="{FF2B5EF4-FFF2-40B4-BE49-F238E27FC236}">
                    <a16:creationId xmlns:a16="http://schemas.microsoft.com/office/drawing/2014/main" id="{D948368B-B3D2-0E3C-EF75-F14A583BA0EC}"/>
                  </a:ext>
                </a:extLst>
              </p:cNvPr>
              <p:cNvSpPr>
                <a:spLocks noChangeShapeType="1"/>
              </p:cNvSpPr>
              <p:nvPr/>
            </p:nvSpPr>
            <p:spPr bwMode="auto">
              <a:xfrm flipH="1">
                <a:off x="896" y="1363"/>
                <a:ext cx="534" cy="7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18" name="Line 57">
                <a:extLst>
                  <a:ext uri="{FF2B5EF4-FFF2-40B4-BE49-F238E27FC236}">
                    <a16:creationId xmlns:a16="http://schemas.microsoft.com/office/drawing/2014/main" id="{883ABE1D-84AA-FC1A-CB82-61DB5ACDA1B3}"/>
                  </a:ext>
                </a:extLst>
              </p:cNvPr>
              <p:cNvSpPr>
                <a:spLocks noChangeShapeType="1"/>
              </p:cNvSpPr>
              <p:nvPr/>
            </p:nvSpPr>
            <p:spPr bwMode="auto">
              <a:xfrm>
                <a:off x="1674" y="1378"/>
                <a:ext cx="378" cy="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02416" name="Line 58">
              <a:extLst>
                <a:ext uri="{FF2B5EF4-FFF2-40B4-BE49-F238E27FC236}">
                  <a16:creationId xmlns:a16="http://schemas.microsoft.com/office/drawing/2014/main" id="{EBFB6E10-CB43-8862-8B71-D81DD5BEC139}"/>
                </a:ext>
              </a:extLst>
            </p:cNvPr>
            <p:cNvSpPr>
              <a:spLocks noChangeShapeType="1"/>
            </p:cNvSpPr>
            <p:nvPr/>
          </p:nvSpPr>
          <p:spPr bwMode="auto">
            <a:xfrm>
              <a:off x="2597" y="2651"/>
              <a:ext cx="390" cy="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0" name="Oval 8">
            <a:extLst>
              <a:ext uri="{FF2B5EF4-FFF2-40B4-BE49-F238E27FC236}">
                <a16:creationId xmlns:a16="http://schemas.microsoft.com/office/drawing/2014/main" id="{C3817A5D-9A30-6737-494D-E3B6B0AAD2BD}"/>
              </a:ext>
            </a:extLst>
          </p:cNvPr>
          <p:cNvSpPr>
            <a:spLocks noChangeArrowheads="1"/>
          </p:cNvSpPr>
          <p:nvPr/>
        </p:nvSpPr>
        <p:spPr bwMode="auto">
          <a:xfrm>
            <a:off x="7274781" y="1983343"/>
            <a:ext cx="304800" cy="304800"/>
          </a:xfrm>
          <a:prstGeom prst="ellipse">
            <a:avLst/>
          </a:prstGeom>
          <a:solidFill>
            <a:schemeClr val="accent1"/>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61" name="Oval 9">
            <a:extLst>
              <a:ext uri="{FF2B5EF4-FFF2-40B4-BE49-F238E27FC236}">
                <a16:creationId xmlns:a16="http://schemas.microsoft.com/office/drawing/2014/main" id="{57A6B2B7-537A-5046-D28D-90E1788378E7}"/>
              </a:ext>
            </a:extLst>
          </p:cNvPr>
          <p:cNvSpPr>
            <a:spLocks noChangeArrowheads="1"/>
          </p:cNvSpPr>
          <p:nvPr/>
        </p:nvSpPr>
        <p:spPr bwMode="auto">
          <a:xfrm>
            <a:off x="7417656" y="5421868"/>
            <a:ext cx="304800" cy="304800"/>
          </a:xfrm>
          <a:prstGeom prst="ellipse">
            <a:avLst/>
          </a:prstGeom>
          <a:solidFill>
            <a:schemeClr val="hlink"/>
          </a:solidFill>
          <a:ln w="952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US" altLang="en-US" sz="1800">
              <a:latin typeface="Tahoma" panose="020B0604030504040204" pitchFamily="34" charset="0"/>
            </a:endParaRPr>
          </a:p>
        </p:txBody>
      </p:sp>
      <p:sp>
        <p:nvSpPr>
          <p:cNvPr id="2" name="TextBox 1">
            <a:extLst>
              <a:ext uri="{FF2B5EF4-FFF2-40B4-BE49-F238E27FC236}">
                <a16:creationId xmlns:a16="http://schemas.microsoft.com/office/drawing/2014/main" id="{D336FCA9-6FAB-4CD2-2CD3-7195D6A080ED}"/>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Bi-Directional Search (BDS)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37E4A38-EA48-04BB-5519-BD9CDCAFF960}"/>
                  </a:ext>
                </a:extLst>
              </p:cNvPr>
              <p:cNvSpPr txBox="1"/>
              <p:nvPr/>
            </p:nvSpPr>
            <p:spPr>
              <a:xfrm>
                <a:off x="473557" y="1873727"/>
                <a:ext cx="6065074" cy="3816429"/>
              </a:xfrm>
              <a:prstGeom prst="rect">
                <a:avLst/>
              </a:prstGeom>
              <a:noFill/>
            </p:spPr>
            <p:txBody>
              <a:bodyPr wrap="square" lIns="0" tIns="0" rIns="0" bIns="0" rtlCol="0" anchor="ctr">
                <a:spAutoFit/>
              </a:bodyPr>
              <a:lstStyle/>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Main idea: Start searching from both the initial state and the goal state, meet in the middle.</a:t>
                </a:r>
              </a:p>
              <a:p>
                <a:pPr>
                  <a:spcAft>
                    <a:spcPts val="1200"/>
                  </a:spcAft>
                  <a:buClr>
                    <a:schemeClr val="accent1"/>
                  </a:buClr>
                </a:pPr>
                <a:endParaRPr lang="en-US" sz="2200" dirty="0">
                  <a:latin typeface="+mj-lt"/>
                  <a:ea typeface="CMU Serif" panose="02000603000000000000" pitchFamily="2" charset="0"/>
                  <a:cs typeface="CMU Serif" panose="02000603000000000000" pitchFamily="2" charset="0"/>
                </a:endParaRPr>
              </a:p>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Complete? Yes, if breadth-first or uniform-cost</a:t>
                </a:r>
              </a:p>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Optimal? Yes, if breadth-first or uniform-cost</a:t>
                </a:r>
              </a:p>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Time Complexity: O(</a:t>
                </a:r>
                <a14:m>
                  <m:oMath xmlns:m="http://schemas.openxmlformats.org/officeDocument/2006/math">
                    <m:sSup>
                      <m:sSupPr>
                        <m:ctrlPr>
                          <a:rPr lang="en-US" sz="22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2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200" b="0" i="1" smtClean="0">
                            <a:latin typeface="Cambria Math" panose="02040503050406030204" pitchFamily="18" charset="0"/>
                            <a:ea typeface="CMU Serif" panose="02000603000000000000" pitchFamily="2" charset="0"/>
                            <a:cs typeface="CMU Serif" panose="02000603000000000000" pitchFamily="2" charset="0"/>
                          </a:rPr>
                          <m:t>𝑑</m:t>
                        </m:r>
                        <m:r>
                          <a:rPr lang="en-US" sz="2200" b="0" i="1" smtClean="0">
                            <a:latin typeface="Cambria Math" panose="02040503050406030204" pitchFamily="18" charset="0"/>
                            <a:ea typeface="CMU Serif" panose="02000603000000000000" pitchFamily="2" charset="0"/>
                            <a:cs typeface="CMU Serif" panose="02000603000000000000" pitchFamily="2" charset="0"/>
                          </a:rPr>
                          <m:t>/2</m:t>
                        </m:r>
                      </m:sup>
                    </m:sSup>
                  </m:oMath>
                </a14:m>
                <a:r>
                  <a:rPr lang="en-US" sz="2200" dirty="0">
                    <a:latin typeface="+mj-lt"/>
                    <a:ea typeface="CMU Serif" panose="02000603000000000000" pitchFamily="2" charset="0"/>
                    <a:cs typeface="CMU Serif" panose="02000603000000000000" pitchFamily="2" charset="0"/>
                  </a:rPr>
                  <a:t>), where d is the depth of the solution.</a:t>
                </a:r>
              </a:p>
              <a:p>
                <a:pPr>
                  <a:spcAft>
                    <a:spcPts val="1200"/>
                  </a:spcAft>
                  <a:buClr>
                    <a:schemeClr val="accent1"/>
                  </a:buClr>
                </a:pPr>
                <a:r>
                  <a:rPr lang="en-US" sz="2200" dirty="0">
                    <a:latin typeface="+mj-lt"/>
                    <a:ea typeface="CMU Serif" panose="02000603000000000000" pitchFamily="2" charset="0"/>
                    <a:cs typeface="CMU Serif" panose="02000603000000000000" pitchFamily="2" charset="0"/>
                  </a:rPr>
                  <a:t>Space Complexity: O(</a:t>
                </a:r>
                <a14:m>
                  <m:oMath xmlns:m="http://schemas.openxmlformats.org/officeDocument/2006/math">
                    <m:sSup>
                      <m:sSupPr>
                        <m:ctrlPr>
                          <a:rPr lang="en-US" sz="2200" b="0" i="1" smtClean="0">
                            <a:latin typeface="Cambria Math" panose="02040503050406030204" pitchFamily="18" charset="0"/>
                            <a:ea typeface="CMU Serif" panose="02000603000000000000" pitchFamily="2" charset="0"/>
                            <a:cs typeface="CMU Serif" panose="02000603000000000000" pitchFamily="2" charset="0"/>
                          </a:rPr>
                        </m:ctrlPr>
                      </m:sSupPr>
                      <m:e>
                        <m:r>
                          <a:rPr lang="en-US" sz="2200" b="0" i="1" smtClean="0">
                            <a:latin typeface="Cambria Math" panose="02040503050406030204" pitchFamily="18" charset="0"/>
                            <a:ea typeface="CMU Serif" panose="02000603000000000000" pitchFamily="2" charset="0"/>
                            <a:cs typeface="CMU Serif" panose="02000603000000000000" pitchFamily="2" charset="0"/>
                          </a:rPr>
                          <m:t>𝑏</m:t>
                        </m:r>
                      </m:e>
                      <m:sup>
                        <m:r>
                          <a:rPr lang="en-US" sz="2200" b="0" i="1" smtClean="0">
                            <a:latin typeface="Cambria Math" panose="02040503050406030204" pitchFamily="18" charset="0"/>
                            <a:ea typeface="CMU Serif" panose="02000603000000000000" pitchFamily="2" charset="0"/>
                            <a:cs typeface="CMU Serif" panose="02000603000000000000" pitchFamily="2" charset="0"/>
                          </a:rPr>
                          <m:t>𝑑</m:t>
                        </m:r>
                        <m:r>
                          <a:rPr lang="en-US" sz="2200" b="0" i="1" smtClean="0">
                            <a:latin typeface="Cambria Math" panose="02040503050406030204" pitchFamily="18" charset="0"/>
                            <a:ea typeface="CMU Serif" panose="02000603000000000000" pitchFamily="2" charset="0"/>
                            <a:cs typeface="CMU Serif" panose="02000603000000000000" pitchFamily="2" charset="0"/>
                          </a:rPr>
                          <m:t>/2</m:t>
                        </m:r>
                      </m:sup>
                    </m:sSup>
                  </m:oMath>
                </a14:m>
                <a:r>
                  <a:rPr lang="en-US" sz="2200" dirty="0">
                    <a:latin typeface="+mj-lt"/>
                    <a:ea typeface="CMU Serif" panose="02000603000000000000" pitchFamily="2" charset="0"/>
                    <a:cs typeface="CMU Serif" panose="02000603000000000000" pitchFamily="2" charset="0"/>
                  </a:rPr>
                  <a:t>), where d is the depth of the solution.</a:t>
                </a:r>
              </a:p>
            </p:txBody>
          </p:sp>
        </mc:Choice>
        <mc:Fallback xmlns="">
          <p:sp>
            <p:nvSpPr>
              <p:cNvPr id="3" name="TextBox 2">
                <a:extLst>
                  <a:ext uri="{FF2B5EF4-FFF2-40B4-BE49-F238E27FC236}">
                    <a16:creationId xmlns:a16="http://schemas.microsoft.com/office/drawing/2014/main" id="{637E4A38-EA48-04BB-5519-BD9CDCAFF960}"/>
                  </a:ext>
                </a:extLst>
              </p:cNvPr>
              <p:cNvSpPr txBox="1">
                <a:spLocks noRot="1" noChangeAspect="1" noMove="1" noResize="1" noEditPoints="1" noAdjustHandles="1" noChangeArrowheads="1" noChangeShapeType="1" noTextEdit="1"/>
              </p:cNvSpPr>
              <p:nvPr/>
            </p:nvSpPr>
            <p:spPr>
              <a:xfrm>
                <a:off x="473557" y="1873727"/>
                <a:ext cx="6065074" cy="3816429"/>
              </a:xfrm>
              <a:prstGeom prst="rect">
                <a:avLst/>
              </a:prstGeom>
              <a:blipFill>
                <a:blip r:embed="rId2"/>
                <a:stretch>
                  <a:fillRect l="-2814" t="-2077" r="-3618" b="-4313"/>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1+#ppt_w/2"/>
                                          </p:val>
                                        </p:tav>
                                        <p:tav tm="100000">
                                          <p:val>
                                            <p:strVal val="#ppt_x"/>
                                          </p:val>
                                        </p:tav>
                                      </p:tavLst>
                                    </p:anim>
                                    <p:anim calcmode="lin" valueType="num">
                                      <p:cBhvr additive="base">
                                        <p:cTn id="1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B836D7-ED15-1F1D-2991-D0000BCC4F03}"/>
              </a:ext>
            </a:extLst>
          </p:cNvPr>
          <p:cNvPicPr>
            <a:picLocks noChangeAspect="1"/>
          </p:cNvPicPr>
          <p:nvPr/>
        </p:nvPicPr>
        <p:blipFill>
          <a:blip r:embed="rId3"/>
          <a:stretch>
            <a:fillRect/>
          </a:stretch>
        </p:blipFill>
        <p:spPr>
          <a:xfrm>
            <a:off x="0" y="2005604"/>
            <a:ext cx="9144000" cy="3964392"/>
          </a:xfrm>
          <a:prstGeom prst="rect">
            <a:avLst/>
          </a:prstGeom>
        </p:spPr>
      </p:pic>
      <p:sp>
        <p:nvSpPr>
          <p:cNvPr id="4" name="TextBox 3">
            <a:extLst>
              <a:ext uri="{FF2B5EF4-FFF2-40B4-BE49-F238E27FC236}">
                <a16:creationId xmlns:a16="http://schemas.microsoft.com/office/drawing/2014/main" id="{E50B85B7-43D8-6DDF-38CB-142C588892B3}"/>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Comparing Uninformed Search Methods</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AE69083-53A7-4912-9FCF-1326D508DBE7}"/>
                  </a:ext>
                </a:extLst>
              </p14:cNvPr>
              <p14:cNvContentPartPr/>
              <p14:nvPr/>
            </p14:nvContentPartPr>
            <p14:xfrm>
              <a:off x="7958843" y="6335118"/>
              <a:ext cx="360" cy="360"/>
            </p14:xfrm>
          </p:contentPart>
        </mc:Choice>
        <mc:Fallback>
          <p:pic>
            <p:nvPicPr>
              <p:cNvPr id="2" name="Ink 1">
                <a:extLst>
                  <a:ext uri="{FF2B5EF4-FFF2-40B4-BE49-F238E27FC236}">
                    <a16:creationId xmlns:a16="http://schemas.microsoft.com/office/drawing/2014/main" id="{CAE69083-53A7-4912-9FCF-1326D508DBE7}"/>
                  </a:ext>
                </a:extLst>
              </p:cNvPr>
              <p:cNvPicPr/>
              <p:nvPr/>
            </p:nvPicPr>
            <p:blipFill>
              <a:blip r:embed="rId5"/>
              <a:stretch>
                <a:fillRect/>
              </a:stretch>
            </p:blipFill>
            <p:spPr>
              <a:xfrm>
                <a:off x="7950203" y="6326478"/>
                <a:ext cx="18000" cy="18000"/>
              </a:xfrm>
              <a:prstGeom prst="rect">
                <a:avLst/>
              </a:prstGeom>
            </p:spPr>
          </p:pic>
        </mc:Fallback>
      </mc:AlternateContent>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15E643-B1D7-B005-8F67-B115503668EB}"/>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mj-lt"/>
                <a:ea typeface="CMU Serif" panose="02000603000000000000" pitchFamily="2" charset="0"/>
                <a:cs typeface="CMU Serif" panose="02000603000000000000" pitchFamily="2" charset="0"/>
              </a:rPr>
              <a:t>Exercise</a:t>
            </a:r>
          </a:p>
        </p:txBody>
      </p:sp>
      <p:pic>
        <p:nvPicPr>
          <p:cNvPr id="3" name="Picture 2">
            <a:extLst>
              <a:ext uri="{FF2B5EF4-FFF2-40B4-BE49-F238E27FC236}">
                <a16:creationId xmlns:a16="http://schemas.microsoft.com/office/drawing/2014/main" id="{E5DA1BBF-35F6-10DC-3016-6D1AD1C368E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86826" y="1371600"/>
            <a:ext cx="4370345" cy="4114800"/>
          </a:xfrm>
          <a:prstGeom prst="rect">
            <a:avLst/>
          </a:prstGeom>
          <a:noFill/>
        </p:spPr>
      </p:pic>
      <p:sp>
        <p:nvSpPr>
          <p:cNvPr id="4" name="TextBox 3">
            <a:extLst>
              <a:ext uri="{FF2B5EF4-FFF2-40B4-BE49-F238E27FC236}">
                <a16:creationId xmlns:a16="http://schemas.microsoft.com/office/drawing/2014/main" id="{013F0F98-83E6-A447-4B3C-BE19C4C76EC5}"/>
              </a:ext>
            </a:extLst>
          </p:cNvPr>
          <p:cNvSpPr txBox="1"/>
          <p:nvPr/>
        </p:nvSpPr>
        <p:spPr>
          <a:xfrm>
            <a:off x="452964" y="5869576"/>
            <a:ext cx="8238067" cy="338554"/>
          </a:xfrm>
          <a:prstGeom prst="rect">
            <a:avLst/>
          </a:prstGeom>
          <a:noFill/>
        </p:spPr>
        <p:txBody>
          <a:bodyPr wrap="square" lIns="0" tIns="0" rIns="0" bIns="0" rtlCol="0" anchor="ctr">
            <a:spAutoFit/>
          </a:bodyPr>
          <a:lstStyle/>
          <a:p>
            <a:pPr algn="ctr">
              <a:spcAft>
                <a:spcPts val="1200"/>
              </a:spcAft>
              <a:buClr>
                <a:schemeClr val="accent1"/>
              </a:buClr>
            </a:pPr>
            <a:r>
              <a:rPr lang="en-US" sz="2200" dirty="0">
                <a:solidFill>
                  <a:schemeClr val="accent1"/>
                </a:solidFill>
                <a:latin typeface="CMU Serif" panose="02000603000000000000" pitchFamily="2" charset="0"/>
                <a:ea typeface="CMU Serif" panose="02000603000000000000" pitchFamily="2" charset="0"/>
                <a:cs typeface="CMU Serif" panose="02000603000000000000" pitchFamily="2" charset="0"/>
              </a:rPr>
              <a:t>Solve the tree by applying BFS, DFS, UCS, DLS, IDS, and BDS. </a:t>
            </a:r>
          </a:p>
        </p:txBody>
      </p:sp>
    </p:spTree>
    <p:extLst>
      <p:ext uri="{BB962C8B-B14F-4D97-AF65-F5344CB8AC3E}">
        <p14:creationId xmlns:p14="http://schemas.microsoft.com/office/powerpoint/2010/main" val="27499103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A37EC-F09B-7F41-554B-D2BEB9C1C3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54BC6D-4342-F55E-06E3-19FAE0481DCE}"/>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Summary</a:t>
            </a:r>
          </a:p>
        </p:txBody>
      </p:sp>
      <p:sp>
        <p:nvSpPr>
          <p:cNvPr id="5" name="TextBox 4">
            <a:extLst>
              <a:ext uri="{FF2B5EF4-FFF2-40B4-BE49-F238E27FC236}">
                <a16:creationId xmlns:a16="http://schemas.microsoft.com/office/drawing/2014/main" id="{F8B76AA1-292D-C5A3-54B8-5A5F39C8922F}"/>
              </a:ext>
            </a:extLst>
          </p:cNvPr>
          <p:cNvSpPr txBox="1"/>
          <p:nvPr/>
        </p:nvSpPr>
        <p:spPr>
          <a:xfrm>
            <a:off x="452965" y="1397098"/>
            <a:ext cx="8238067" cy="5232202"/>
          </a:xfrm>
          <a:prstGeom prst="rect">
            <a:avLst/>
          </a:prstGeom>
          <a:noFill/>
        </p:spPr>
        <p:txBody>
          <a:bodyPr wrap="square" lIns="0" tIns="0" rIns="0" bIns="0" rtlCol="0" anchor="ctr">
            <a:spAutoFit/>
          </a:bodyPr>
          <a:lstStyle/>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Search: process of constructing sequences of actions that achieve a goal given a problem.</a:t>
            </a:r>
          </a:p>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The studied methods assume that the environment is observable, deterministic, static and completely known.</a:t>
            </a:r>
          </a:p>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Goal formulation is the first step in solving problems by searching. It facilitates problem formulation.</a:t>
            </a:r>
          </a:p>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Formulating a problem requires specifying four components: Initial states, operators, goal test and path cost function. Environment is represented as a state space.</a:t>
            </a:r>
          </a:p>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A solution is a path from the initial state to a goal state.</a:t>
            </a:r>
          </a:p>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Search algorithms are judged based on completeness, optimality, time complexity and space complexity.</a:t>
            </a:r>
          </a:p>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Several search strategies: BFS, UCS, DFS, DLS, IDS, BDS</a:t>
            </a:r>
          </a:p>
          <a:p>
            <a:pPr marL="342900" indent="-342900">
              <a:spcAft>
                <a:spcPts val="1200"/>
              </a:spcAft>
              <a:buClr>
                <a:schemeClr val="accent1"/>
              </a:buClr>
              <a:buFont typeface="Wingdings" panose="05000000000000000000" pitchFamily="2" charset="2"/>
              <a:buChar char="ü"/>
            </a:pPr>
            <a:r>
              <a:rPr lang="en-US" dirty="0">
                <a:latin typeface="+mj-lt"/>
                <a:ea typeface="CMU Serif" panose="02000603000000000000" pitchFamily="2" charset="0"/>
                <a:cs typeface="CMU Serif" panose="02000603000000000000" pitchFamily="2" charset="0"/>
              </a:rPr>
              <a:t>All uninformed searches have an exponential time complexity – hopeless as a viable problem-solving mechanism (unless you have a quantum computer!)</a:t>
            </a:r>
          </a:p>
        </p:txBody>
      </p:sp>
    </p:spTree>
    <p:extLst>
      <p:ext uri="{BB962C8B-B14F-4D97-AF65-F5344CB8AC3E}">
        <p14:creationId xmlns:p14="http://schemas.microsoft.com/office/powerpoint/2010/main" val="20069778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51E39-C921-7918-0E5C-FD69FCE75A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F9E7FF-0F56-C1F8-0873-01845EB011C0}"/>
              </a:ext>
            </a:extLst>
          </p:cNvPr>
          <p:cNvSpPr txBox="1"/>
          <p:nvPr/>
        </p:nvSpPr>
        <p:spPr>
          <a:xfrm>
            <a:off x="452966" y="649870"/>
            <a:ext cx="8238067" cy="553998"/>
          </a:xfrm>
          <a:prstGeom prst="rect">
            <a:avLst/>
          </a:prstGeom>
          <a:noFill/>
          <a:ln w="12700">
            <a:solidFill>
              <a:schemeClr val="accent4"/>
            </a:solidFill>
          </a:ln>
        </p:spPr>
        <p:txBody>
          <a:bodyPr wrap="square" lIns="0" tIns="0" rIns="0" bIns="0" rtlCol="0" anchor="ctr">
            <a:spAutoFit/>
          </a:bodyPr>
          <a:lstStyle/>
          <a:p>
            <a:r>
              <a:rPr lang="en-US" sz="3600" dirty="0">
                <a:solidFill>
                  <a:schemeClr val="accent1"/>
                </a:solidFill>
                <a:latin typeface="CMU Serif" panose="02000603000000000000" pitchFamily="2" charset="0"/>
                <a:ea typeface="CMU Serif" panose="02000603000000000000" pitchFamily="2" charset="0"/>
                <a:cs typeface="CMU Serif" panose="02000603000000000000" pitchFamily="2" charset="0"/>
              </a:rPr>
              <a:t>Reading</a:t>
            </a:r>
          </a:p>
        </p:txBody>
      </p:sp>
      <p:sp>
        <p:nvSpPr>
          <p:cNvPr id="2" name="TextBox 1">
            <a:extLst>
              <a:ext uri="{FF2B5EF4-FFF2-40B4-BE49-F238E27FC236}">
                <a16:creationId xmlns:a16="http://schemas.microsoft.com/office/drawing/2014/main" id="{85F2C1FC-A726-ADD7-357C-A7463742494F}"/>
              </a:ext>
            </a:extLst>
          </p:cNvPr>
          <p:cNvSpPr txBox="1"/>
          <p:nvPr/>
        </p:nvSpPr>
        <p:spPr>
          <a:xfrm>
            <a:off x="452966" y="2416258"/>
            <a:ext cx="8238067" cy="892552"/>
          </a:xfrm>
          <a:prstGeom prst="rect">
            <a:avLst/>
          </a:prstGeom>
          <a:noFill/>
        </p:spPr>
        <p:txBody>
          <a:bodyPr wrap="square" lIns="0" tIns="0" rIns="0" bIns="0" rtlCol="0" anchor="ctr">
            <a:spAutoFit/>
          </a:bodyPr>
          <a:lstStyle/>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Chapter 03 of the textbook </a:t>
            </a:r>
          </a:p>
          <a:p>
            <a:pPr>
              <a:spcAft>
                <a:spcPts val="1200"/>
              </a:spcAft>
              <a:buClr>
                <a:schemeClr val="accent1"/>
              </a:buClr>
            </a:pPr>
            <a:r>
              <a:rPr lang="en-US" sz="2400" dirty="0">
                <a:solidFill>
                  <a:schemeClr val="accent1"/>
                </a:solidFill>
                <a:latin typeface="CMU Serif" panose="02000603000000000000" pitchFamily="2" charset="0"/>
                <a:ea typeface="CMU Serif" panose="02000603000000000000" pitchFamily="2" charset="0"/>
                <a:cs typeface="CMU Serif" panose="02000603000000000000" pitchFamily="2" charset="0"/>
              </a:rPr>
              <a:t>Pages 81 to 102 </a:t>
            </a:r>
          </a:p>
        </p:txBody>
      </p:sp>
    </p:spTree>
    <p:extLst>
      <p:ext uri="{BB962C8B-B14F-4D97-AF65-F5344CB8AC3E}">
        <p14:creationId xmlns:p14="http://schemas.microsoft.com/office/powerpoint/2010/main" val="548635645"/>
      </p:ext>
    </p:extLst>
  </p:cSld>
  <p:clrMapOvr>
    <a:masterClrMapping/>
  </p:clrMapOvr>
</p:sld>
</file>

<file path=ppt/theme/theme1.xml><?xml version="1.0" encoding="utf-8"?>
<a:theme xmlns:a="http://schemas.openxmlformats.org/drawingml/2006/main" name="Dividend">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MU">
      <a:majorFont>
        <a:latin typeface="CMU Serif"/>
        <a:ea typeface=""/>
        <a:cs typeface=""/>
      </a:majorFont>
      <a:minorFont>
        <a:latin typeface="CMU Serif"/>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1401</TotalTime>
  <Words>4687</Words>
  <Application>Microsoft Office PowerPoint</Application>
  <PresentationFormat>On-screen Show (4:3)</PresentationFormat>
  <Paragraphs>1104</Paragraphs>
  <Slides>94</Slides>
  <Notes>7</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94</vt:i4>
      </vt:variant>
    </vt:vector>
  </HeadingPairs>
  <TitlesOfParts>
    <vt:vector size="108" baseType="lpstr">
      <vt:lpstr>Aptos</vt:lpstr>
      <vt:lpstr>Arial</vt:lpstr>
      <vt:lpstr>Cambria Math</vt:lpstr>
      <vt:lpstr>CMU Serif</vt:lpstr>
      <vt:lpstr>CMU Serif (Headings)</vt:lpstr>
      <vt:lpstr>Courier New</vt:lpstr>
      <vt:lpstr>Franklin Gothic Book</vt:lpstr>
      <vt:lpstr>Perpetua</vt:lpstr>
      <vt:lpstr>Tahoma</vt:lpstr>
      <vt:lpstr>Times New Roman</vt:lpstr>
      <vt:lpstr>Wingdings</vt:lpstr>
      <vt:lpstr>Wingdings 2</vt:lpstr>
      <vt:lpstr>Dividend</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Uniform Cost Search (UCS)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Depth-Limited Search (DLS)</vt:lpstr>
      <vt:lpstr>PowerPoint Presentation</vt:lpstr>
      <vt:lpstr>Depth-Limited Search (DLS)</vt:lpstr>
      <vt:lpstr>Depth-Limited Search (DLS)</vt:lpstr>
      <vt:lpstr>Depth-Limited Search (DLS)</vt:lpstr>
      <vt:lpstr>Depth-Limited Search (DLS)</vt:lpstr>
      <vt:lpstr>Depth-Limited Search (DLS)</vt:lpstr>
      <vt:lpstr>Depth-Limited Search (DLS)</vt:lpstr>
      <vt:lpstr>Depth-Limited Search (DLS)</vt:lpstr>
      <vt:lpstr>Depth-Limited Search (DLS)</vt:lpstr>
      <vt:lpstr>Depth-Limited Search (DLS)</vt:lpstr>
      <vt:lpstr>Depth-Limited Search (DLS)</vt:lpstr>
      <vt:lpstr>Depth-Limited Search (DLS)</vt:lpstr>
      <vt:lpstr>PowerPoint Presentation</vt:lpstr>
      <vt:lpstr>PowerPoint Presentation</vt:lpstr>
      <vt:lpstr>PowerPoint Presentation</vt:lpstr>
      <vt:lpstr>PowerPoint Presentation</vt:lpstr>
      <vt:lpstr>Iterative deepening search L=0</vt:lpstr>
      <vt:lpstr>Iterative deepening search L=1</vt:lpstr>
      <vt:lpstr>Iterative deepening search L=2</vt:lpstr>
      <vt:lpstr>Iterative Deepening Search L=3</vt:lpstr>
      <vt:lpstr>Iterative deepening search</vt:lpstr>
      <vt:lpstr>Iterative Deepening Search (IDS)</vt:lpstr>
      <vt:lpstr>Iterative Deepening Search (IDS)</vt:lpstr>
      <vt:lpstr>Iterative Deepening Search (IDS)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 Alam</dc:creator>
  <cp:lastModifiedBy>Pahela</cp:lastModifiedBy>
  <cp:revision>50</cp:revision>
  <dcterms:created xsi:type="dcterms:W3CDTF">2025-01-08T01:58:03Z</dcterms:created>
  <dcterms:modified xsi:type="dcterms:W3CDTF">2025-10-14T00:28:45Z</dcterms:modified>
</cp:coreProperties>
</file>