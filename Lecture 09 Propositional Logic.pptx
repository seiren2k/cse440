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notesSlides/notesSlide1.xml" ContentType="application/vnd.openxmlformats-officedocument.presentationml.notesSlide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ink/ink66.xml" ContentType="application/inkml+xml"/>
  <Override PartName="/ppt/notesSlides/notesSlide2.xml" ContentType="application/vnd.openxmlformats-officedocument.presentationml.notesSlide+xml"/>
  <Override PartName="/ppt/ink/ink67.xml" ContentType="application/inkml+xml"/>
  <Override PartName="/ppt/ink/ink68.xml" ContentType="application/inkml+xml"/>
  <Override PartName="/ppt/ink/ink69.xml" ContentType="application/inkml+xml"/>
  <Override PartName="/ppt/ink/ink70.xml" ContentType="application/inkml+xml"/>
  <Override PartName="/ppt/ink/ink71.xml" ContentType="application/inkml+xml"/>
  <Override PartName="/ppt/ink/ink72.xml" ContentType="application/inkml+xml"/>
  <Override PartName="/ppt/notesSlides/notesSlide3.xml" ContentType="application/vnd.openxmlformats-officedocument.presentationml.notesSlide+xml"/>
  <Override PartName="/ppt/ink/ink73.xml" ContentType="application/inkml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97" r:id="rId1"/>
  </p:sldMasterIdLst>
  <p:notesMasterIdLst>
    <p:notesMasterId r:id="rId48"/>
  </p:notesMasterIdLst>
  <p:sldIdLst>
    <p:sldId id="256" r:id="rId2"/>
    <p:sldId id="287" r:id="rId3"/>
    <p:sldId id="257" r:id="rId4"/>
    <p:sldId id="633" r:id="rId5"/>
    <p:sldId id="259" r:id="rId6"/>
    <p:sldId id="260" r:id="rId7"/>
    <p:sldId id="262" r:id="rId8"/>
    <p:sldId id="297" r:id="rId9"/>
    <p:sldId id="263" r:id="rId10"/>
    <p:sldId id="299" r:id="rId11"/>
    <p:sldId id="634" r:id="rId12"/>
    <p:sldId id="266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635" r:id="rId22"/>
    <p:sldId id="276" r:id="rId23"/>
    <p:sldId id="626" r:id="rId24"/>
    <p:sldId id="305" r:id="rId25"/>
    <p:sldId id="636" r:id="rId26"/>
    <p:sldId id="637" r:id="rId27"/>
    <p:sldId id="282" r:id="rId28"/>
    <p:sldId id="638" r:id="rId29"/>
    <p:sldId id="283" r:id="rId30"/>
    <p:sldId id="311" r:id="rId31"/>
    <p:sldId id="639" r:id="rId32"/>
    <p:sldId id="312" r:id="rId33"/>
    <p:sldId id="313" r:id="rId34"/>
    <p:sldId id="319" r:id="rId35"/>
    <p:sldId id="640" r:id="rId36"/>
    <p:sldId id="641" r:id="rId37"/>
    <p:sldId id="642" r:id="rId38"/>
    <p:sldId id="643" r:id="rId39"/>
    <p:sldId id="644" r:id="rId40"/>
    <p:sldId id="645" r:id="rId41"/>
    <p:sldId id="338" r:id="rId42"/>
    <p:sldId id="647" r:id="rId43"/>
    <p:sldId id="649" r:id="rId44"/>
    <p:sldId id="650" r:id="rId45"/>
    <p:sldId id="646" r:id="rId46"/>
    <p:sldId id="623" r:id="rId4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3300"/>
    <a:srgbClr val="00CC00"/>
    <a:srgbClr val="00FF00"/>
    <a:srgbClr val="0000FF"/>
    <a:srgbClr val="6699FF"/>
    <a:srgbClr val="00FFCC"/>
    <a:srgbClr val="0099FF"/>
    <a:srgbClr val="66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249" autoAdjust="0"/>
    <p:restoredTop sz="94660"/>
  </p:normalViewPr>
  <p:slideViewPr>
    <p:cSldViewPr snapToGrid="0">
      <p:cViewPr varScale="1">
        <p:scale>
          <a:sx n="103" d="100"/>
          <a:sy n="103" d="100"/>
        </p:scale>
        <p:origin x="1818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4T05:17:42.17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24575,'1279'0'-1365,"-1257"0"-5461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4T05:17:44.18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24575,'474'28'-3400,"-6"35"-1373,-245-31 6162,-106-16-1392,409 46 7723,-297-55-8653,540-5 933,-4 41 0,182 17 0,-663-61 0,1629 15 0,-276-1 0,-1033-15 0,-105-12 0,7 0 0,655-19 0,343-39 0,-1372 72 0,1708 18 0,-997-6-1365,-792-13-5461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4T05:26:09.71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1 394 24575,'0'-2'0,"0"1"0,1 0 0,-1-1 0,1 1 0,-1 0 0,1-1 0,0 1 0,0 0 0,-1 0 0,1 0 0,0-1 0,0 1 0,0 0 0,0 0 0,0 0 0,0 0 0,1 1 0,-1-1 0,0 0 0,0 0 0,1 1 0,0-1 0,39-15 0,-29 12 0,429-124 0,14 35 0,-449 92 0,332-53 0,2 15 0,489 5 0,-64 35 0,350 4 0,-190 56 0,-5 58 0,231-8 0,-748-93-1365,-319-15-5461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4T05:26:10.56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28 24575,'0'-4'0,"14"-2"0,21 0 0,40 1 0,48 2 0,55 1 0,50 1 0,39 0 0,28 1-763,3 1 763,-6-1 0,-25 0 0,-45 0 0,-52 0 0,-50 5 0,-45 1-7428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4T06:40:18.21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80 24575,'1'-1'0,"-1"0"0,0 0 0,1 0 0,-1 0 0,1 0 0,0 0 0,-1 0 0,1 0 0,0 0 0,-1 0 0,1 0 0,0 1 0,0-1 0,0 0 0,0 0 0,0 1 0,0-1 0,0 1 0,0-1 0,0 1 0,0-1 0,0 1 0,0-1 0,2 1 0,35-10 0,-30 8 0,77-14 0,168-11 0,95 22 0,-254 5 0,683 21 0,-2 70 0,169 96 0,-227-41 0,-88-22 0,488 88 0,-517-126 0,-437-72 0,281-11 0,-421-6 0,1 0 0,-1-1 0,0-2 0,0 0 0,35-15 0,105-60 0,-95 44 0,96-62 0,14-7 0,-25 27 0,105-49 0,-164 88 0,3 4 0,0 5 0,135-26 0,75 28 0,-224 25 0,204-5 0,306 29 0,282 70 0,-13-1 0,-74-77 0,-483-15 0,1866 3 0,-1799-27 0,-38 1 0,1018 67 0,-508 0 0,-2-60 0,-643 14 0,174-12 0,-267-2-1365,-71 10-5461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4T06:47:47.20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1 106 24575,'3624'0'0,"-3375"13"0,-15 0 0,-221-13 0,504 15 0,333-2 0,-525-15 0,3458 2 0,-3584-14 0,-2 0 0,1044 15 0,-1029-14 0,-13 0 0,1149 12 0,-653 3 0,-299-17 0,-167 3 0,287-15 0,-309 16 0,123-3 0,-49 1 0,-1 0 0,2138 14 0,-2172 13 0,-21-1 0,141 13 0,-14 0 0,195-27-1365,-520 1-5461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4T07:08:34.53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0 646 24575,'0'16'0,"1"1"0,1-1 0,6 24 0,-7-36 0,0 0 0,0 1 0,0-1 0,0 0 0,1 0 0,0 0 0,0 0 0,0 0 0,1 0 0,-1 0 0,1-1 0,0 0 0,0 1 0,0-1 0,0 0 0,0 0 0,6 3 0,-7-6 0,0 1 0,0-1 0,0 1 0,0-1 0,1 0 0,-1 0 0,0 0 0,0 0 0,1 0 0,-1 0 0,0-1 0,0 1 0,0-1 0,0 0 0,1 1 0,-1-1 0,0 0 0,0 0 0,0 0 0,-1-1 0,1 1 0,3-3 0,38-37 0,-40 37 0,212-253 0,112-118 0,-302 351-455,2 1 0,30-20 0,-16 17-6371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4T07:08:35.09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0 423 24575,'1'302'0,"-1"-300"0,7 51 0,-7-52 0,0 1 0,0-1 0,1 0 0,-1 0 0,0 1 0,1-1 0,-1 0 0,1 0 0,-1 0 0,1 0 0,0 0 0,-1 0 0,1 0 0,0 0 0,0 0 0,0 0 0,0 0 0,0 0 0,0 0 0,0-1 0,0 1 0,0 0 0,0-1 0,0 1 0,0-1 0,0 1 0,1-1 0,-1 1 0,0-1 0,0 0 0,1 0 0,-1 0 0,0 0 0,0 0 0,1 0 0,-1 0 0,2 0 0,2-2 0,1-1 0,0 1 0,-1-1 0,0 0 0,0-1 0,0 1 0,0-1 0,-1 0 0,1 0 0,4-5 0,43-57 0,-25 31 0,282-307 0,-258 294 0,2 2 0,3 3 0,1 2 0,98-53 0,-86 63-1365,-13 12-5461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4T07:10:24.56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 0 24575,'0'753'0,"-1"-944"0,3-216 0,-2 395 0,1 0 0,1 1 0,5-23 0,-7 32 0,0 1 0,0-1 0,1 1 0,-1-1 0,1 1 0,-1 0 0,1-1 0,0 1 0,-1-1 0,1 1 0,0 0 0,0 0 0,0-1 0,0 1 0,0 0 0,0 0 0,0 0 0,0 0 0,1 0 0,-1 0 0,0 0 0,1 1 0,-1-1 0,0 0 0,1 1 0,-1-1 0,1 1 0,-1-1 0,1 1 0,-1 0 0,1 0 0,-1 0 0,1 0 0,0 0 0,-1 0 0,1 0 0,-1 0 0,1 0 0,2 1 0,7 6 0,0-1 0,0 1 0,0 1 0,-1 0 0,0 0 0,-1 1 0,0 0 0,0 1 0,-1 0 0,9 14 0,-2-5 0,155 207 0,-146-189 0,-2 0 0,-2 1 0,-1 1 0,21 61 0,-34-65 120,-6-34-147,0-1 0,0 1 0,0-1 0,0 1 0,0 0 0,0-1 0,0 1 0,0-1 0,0 1 0,0-1 0,0 1 0,0-1 0,0 1 0,-1-1 0,1 1 0,0-1 0,0 1 0,0-1 0,-1 1 0,1-1 0,0 0 0,-1 1 0,1-1 0,0 1 0,-1-1 0,1 0 0,-1 1 0,1-1 0,0 0 0,-1 1 0,1-1 0,-1 0 0,1 0 0,-1 0 0,1 1 0,-1-1 0,1 0 0,-1 0 0,1 0 0,-1 0 0,1 0 0,-1 0 0,1 0 0,-1 0 0,0 0 0,1 0 0,-1 0 0,1 0 0,-1 0 0,1-1 0,-1 1 0,1 0 0,-1 0 0,0-1 0,-15-8-6799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4T07:10:24.92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0 108 24575,'0'-4'0,"0"-7"0,9 0 0,7-4 0,5-3 0,4 2 0,2 3 0,1 3 0,-1 5 0,1 2 0,-1 2 0,-5 1-8191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4T07:10:25.39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203 0 24575,'0'4'0,"0"11"0,-4 7 0,-6 4 0,-6 6 0,0 3 0,-2-1 0,-2-2 0,2-1 0,0-6 0,-1-8 0,-2-6 0,2-1 0,5-11 0,4-6-8191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4T07:10:26.42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1 527 24575,'0'-1'0,"0"1"0,0-1 0,0 0 0,0 0 0,1 0 0,-1 0 0,0 0 0,1 1 0,-1-1 0,0 0 0,1 0 0,-1 1 0,1-1 0,0 0 0,-1 1 0,1-1 0,-1 1 0,1-1 0,0 0 0,-1 1 0,1-1 0,0 1 0,0 0 0,0-1 0,-1 1 0,1 0 0,0-1 0,0 1 0,0 0 0,0 0 0,-1 0 0,1 0 0,0 0 0,0 0 0,0 0 0,0 0 0,0 0 0,1 0 0,1 0 0,1 1 0,-1-1 0,1 1 0,-1 0 0,1 0 0,-1 0 0,1 0 0,4 3 0,3 4 0,0 1 0,-1 0 0,0 1 0,0 0 0,-1 1 0,0 0 0,-1 0 0,11 20 0,-5-5 0,0 1 0,18 56 0,-15-12 0,-21-72 0,-6-12 0,-9-20 0,-11-47 0,3-2 0,-29-154 0,49 203 0,-4-15 0,2 0 0,2-1 0,2 0 0,1-61 0,4 107 0,0 1 0,1-1 0,-1 1 0,0-1 0,1 0 0,0 1 0,-1-1 0,1 1 0,0-1 0,0 1 0,0 0 0,1-1 0,-1 1 0,1 0 0,-1 0 0,1 0 0,2-3 0,-2 4 0,0 0 0,-1 0 0,1 0 0,0 1 0,0-1 0,0 0 0,0 1 0,0-1 0,-1 1 0,1 0 0,0 0 0,0-1 0,0 1 0,0 1 0,0-1 0,0 0 0,4 1 0,1 1 0,0 1 0,0 0 0,0 0 0,0 0 0,0 1 0,-1 0 0,0 0 0,1 1 0,-2-1 0,8 9 0,-2-2 0,-2 1 0,1 1 0,-2 0 0,1 0 0,-2 1 0,0 0 0,-1 0 0,0 1 0,-1 0 0,6 27 0,-3 8 0,4 98 0,-11-132 0,-1-11 0,0 1 0,0-1 0,1 1 0,0-1 0,0 1 0,0-1 0,1 1 0,-1-1 0,1 0 0,1 0 0,-1 0 0,5 7 0,-5-10 0,1 0 0,0 1 0,-1-1 0,1 0 0,0-1 0,0 1 0,0 0 0,1-1 0,-1 1 0,0-1 0,0 0 0,1 0 0,-1-1 0,1 1 0,-1-1 0,1 0 0,-1 1 0,1-1 0,-1-1 0,6 0 0,2 0 0,1 1 0,-1-1 0,1 2 0,0 0 0,20 4 0,-28-4 0,0 1 0,-1-1 0,1 1 0,-1-1 0,0 1 0,1 0 0,-1 0 0,0 1 0,0-1 0,0 1 0,-1-1 0,1 1 0,-1 0 0,1 0 0,-1 0 0,0 1 0,0-1 0,0 0 0,-1 1 0,1-1 0,1 8 0,0 1 0,0 1 0,-2-1 0,1 1 0,-1-1 0,-1 1 0,-1 0 0,1-1 0,-2 1 0,0-1 0,0 1 0,-6 12 0,6-18 0,0 0 0,-1 0 0,0-1 0,-1 0 0,1 1 0,-1-1 0,0 0 0,-1-1 0,-7 8 0,9-10 0,0 0 0,-1 0 0,1-1 0,-1 0 0,0 1 0,0-1 0,0 0 0,0-1 0,0 1 0,0-1 0,-1 0 0,1 0 0,0 0 0,-1-1 0,1 1 0,-6-1 0,6-1-65,0 1 0,1-1 0,-1 0 0,1 0 0,0 0 0,-1-1 0,1 1 0,0-1 0,0 0 0,0 0 0,0 0 0,0 0 0,0 0 0,0-1 0,1 1 0,-1-1 0,1 1 0,0-1 0,0 0 0,-3-5 0,-6-14-6761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4T07:10:26.75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146 0 24575,'0'5'0,"0"9"0,0 8 0,-5 9 0,-5 7 0,-10 11 0,-6 6 0,-3 2 0,-1-4 0,9-15 0,17-24 0,26-26 0,24-30 0,16-16 0,-2 2-8191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4T07:10:27.23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132 26 24575,'-4'-24'0,"4"24"0,-1 0 0,1 0 0,0 0 0,0 0 0,-1-1 0,1 1 0,0 0 0,0 0 0,-1 0 0,1 0 0,0 0 0,0 0 0,-1 0 0,1 0 0,0 0 0,0 0 0,-1 0 0,1 0 0,0 0 0,0 0 0,-1 0 0,1 0 0,0 0 0,0 0 0,-1 0 0,1 0 0,0 0 0,0 1 0,-1-1 0,1 0 0,0 0 0,0 0 0,0 0 0,-1 1 0,1-1 0,0 0 0,0 0 0,0 0 0,0 1 0,-1-1 0,-21 40 0,3 6 0,2 0 0,2 1 0,2 0 0,2 1 0,-8 98 0,18-143 0,1 0 0,0 0 0,0 0 0,0-1 0,0 1 0,0 0 0,1 0 0,0 0 0,-1 0 0,1 0 0,0-1 0,0 1 0,0 0 0,1-1 0,-1 1 0,1-1 0,-1 1 0,1-1 0,0 1 0,0-1 0,3 2 0,-2-2 0,0 0 0,0-1 0,1 0 0,-1 1 0,0-1 0,1 0 0,-1-1 0,1 1 0,-1-1 0,1 0 0,-1 1 0,1-2 0,0 1 0,-1 0 0,4-1 0,16-5 0,-1 0 0,0-1 0,-1-1 0,28-15 0,-34 16 0,74-41 0,-112 60-1365,-18 9-5461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4T07:10:28.34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62 2304 24575,'227'17'0,"-112"-4"0,1993 52-1196,-1264-137-86,-706 49 1198,-2-5 0,-1-7 0,-2-5-1,133-61 1,-205 73 49,-1-2-1,107-74 1,-145 88 51,0-2 0,-1 0 0,-1-1 0,-1-1 0,0-1 0,-2 0 0,0-2 0,-2 0 0,20-39 0,-28 45 118,0-1 1,-2-1-1,0 1 1,-1-1-1,-1 0 1,0 1-1,-1-38 1,-5-5 584,-12-68 0,2 24-388,9 57-331,-3 0 0,-1 1 0,-17-55 0,18 81 0,-1 0 0,-2 0 0,0 1 0,0 0 0,-2 1 0,-1 0 0,0 1 0,-1 1 0,-19-19 0,-6 1 0,-2 1 0,-1 2 0,-1 2 0,-2 2 0,-56-26 0,-252-93 0,110 66-83,-2 11 0,-4 10 0,-283-30 0,-771-6-250,1225 93 398,1 2-1,-85 12 1,135-7-29,1 1 0,1 1 0,-1 1 0,1 2 0,0 0 0,1 1 0,0 2 0,1 1 0,-42 29 0,7 6-22,1 2 0,3 3 0,2 2 0,3 2 0,2 3 0,2 1-1,-55 104 1,73-109-14,2 2 0,2 1 0,-24 99 0,28-67 0,-15 167 0,31-219 0,0-15 0,1 0 0,1 0 0,1 1 0,1-1 0,1 0 0,8 39 0,-9-61 0,0 0 0,0 0 0,0 0 0,1 1 0,-1-1 0,1-1 0,-1 1 0,1 0 0,0 0 0,0-1 0,-1 1 0,1 0 0,0-1 0,0 0 0,1 0 0,-1 1 0,0-1 0,0 0 0,1-1 0,-1 1 0,0 0 0,1-1 0,4 1 0,7 1 0,0-2 0,0 0 0,18-2 0,17 2 0,-45 0 16,0 2-1,0-1 0,0 0 1,0 1-1,0 0 0,0 0 0,-1 0 1,1 0-1,0 1 0,-1-1 1,0 1-1,0 0 0,0 0 1,0 0-1,0 0 0,0 1 1,-1-1-1,0 1 0,1 0 1,1 5-1,5 9-261,-2 2 1,12 38-1,-11-30-704,10 33-5876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4T07:10:29.60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23 235 24575,'-1'-1'0,"0"0"0,-1 0 0,1 1 0,0-1 0,0 0 0,0 0 0,0 0 0,0-1 0,0 1 0,0 0 0,1 0 0,-1 0 0,0-1 0,0 1 0,1 0 0,-1-1 0,1 1 0,0-1 0,-1 1 0,1 0 0,0-1 0,0 1 0,0-3 0,-5-37 0,6 35 0,-1 0 0,2 0 0,-1 0 0,1 0 0,0 0 0,0 0 0,0 1 0,1-1 0,0 0 0,0 1 0,1 0 0,-1 0 0,1 0 0,0 0 0,0 1 0,1-1 0,-1 1 0,1 0 0,0 1 0,0-1 0,1 1 0,5-3 0,2-1 0,-1 0 0,1 1 0,1 1 0,-1 0 0,1 1 0,-1 1 0,1 0 0,25-2 0,-37 5 0,1-1 0,-1 1 0,0 1 0,0-1 0,1 0 0,-1 0 0,0 1 0,0-1 0,0 1 0,1 0 0,-1 0 0,0 0 0,0 0 0,0 0 0,0 0 0,-1 0 0,1 1 0,0-1 0,0 1 0,-1-1 0,3 4 0,-2-2 0,0 1 0,0-1 0,-1 1 0,1 0 0,-1 0 0,1-1 0,-1 1 0,-1 0 0,1 0 0,0 1 0,-1 3 0,0 7 0,-1 0 0,0 0 0,-1 0 0,-1 0 0,-6 21 0,4-21 0,2-8 0,0 1 0,1 0 0,0-1 0,1 1 0,-2 11 0,3-17 0,0-1 0,0 1 0,1-1 0,-1 1 0,0-1 0,0 1 0,1-1 0,-1 1 0,1-1 0,-1 0 0,1 1 0,0-1 0,-1 1 0,1-1 0,0 0 0,0 0 0,0 0 0,0 1 0,0-1 0,0 0 0,0 0 0,1 0 0,-1-1 0,0 1 0,1 0 0,-1 0 0,0-1 0,1 1 0,-1 0 0,1-1 0,-1 0 0,1 1 0,2-1 0,49 3 0,-45-3 0,0 0 0,-1 0 0,1 0 0,-1 1 0,1 0 0,-1 1 0,9 2 0,-14-2 0,1-1 0,-1 0 0,0 1 0,0 0 0,0-1 0,0 1 0,0 0 0,0 0 0,0 0 0,0 0 0,-1 0 0,1 1 0,-1-1 0,0 0 0,0 1 0,1-1 0,-2 1 0,1 0 0,0-1 0,0 1 0,-1-1 0,0 1 0,1 0 0,-1 5 0,1 2 0,0 1 0,0-1 0,-1 1 0,-1 0 0,0-1 0,0 1 0,-1 0 0,0-1 0,-1 0 0,0 0 0,0 1 0,-1-2 0,-1 1 0,0 0 0,0-1 0,-1 0 0,0 0 0,0-1 0,-1 0 0,0 0 0,-1 0 0,0-1 0,-13 10 0,9-8 0,0 0 0,0-1 0,-1 0 0,0-1 0,0 0 0,0-1 0,-25 7 0,33-12 0,1 0 0,-1-1 0,1 1 0,-1-1 0,1 0 0,-1 0 0,1-1 0,-1 1 0,1-1 0,-1 0 0,1 0 0,0 0 0,-1-1 0,1 0 0,0 1 0,0-2 0,0 1 0,0 0 0,1-1 0,-1 1 0,0-1 0,1 0 0,0-1 0,0 1 0,0 0 0,0-1 0,0 0 0,-3-7 0,2 4-195,0 0 0,1-1 0,0 1 0,0-1 0,1 0 0,-2-10 0,-1-13-6631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4T07:10:30.15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 1 24575,'-1'189'0,"3"214"0,-2-399 0,5 47 0,-5-48 0,1 0 0,0 0 0,-1 0 0,1 0 0,0 0 0,1 0 0,-1-1 0,0 1 0,1 0 0,0-1 0,-1 1 0,1-1 0,3 4 0,-4-6 0,-1 0 0,0 0 0,1 1 0,-1-1 0,1 0 0,-1 0 0,1 0 0,-1 0 0,1 1 0,-1-1 0,0 0 0,1 0 0,-1 0 0,1 0 0,-1 0 0,1 0 0,-1 0 0,1 0 0,-1 0 0,1-1 0,-1 1 0,0 0 0,1 0 0,-1 0 0,1 0 0,-1-1 0,0 1 0,1 0 0,-1 0 0,1-1 0,-1 1 0,0 0 0,1-1 0,-1 1 0,0 0 0,0-1 0,1 1 0,-1-1 0,0 1 0,0 0 0,1-1 0,-1 1 0,0-1 0,0 1 0,0-1 0,0 1 0,0-1 0,0 1 0,0-1 0,6-25 0,-1-51-1365,-5 35-5461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4T07:10:30.75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56 24575,'7'-6'0,"0"0"0,0 1 0,1 0 0,-1 0 0,1 1 0,0 0 0,1 0 0,-1 1 0,1 0 0,-1 0 0,1 1 0,0 0 0,0 1 0,0 0 0,10 0 0,-13 1 0,-1 0 0,1 0 0,0 1 0,-1-1 0,1 1 0,0 0 0,-1 1 0,1-1 0,-1 1 0,0 0 0,0 1 0,1-1 0,-2 1 0,1 0 0,0 0 0,0 1 0,-1 0 0,0-1 0,0 1 0,0 1 0,0-1 0,-1 0 0,1 1 0,4 8 0,-4-1 10,-1-1 0,0 1 0,0 0 0,-1 0 0,0 0 0,-1 0 0,-1 0 0,0 0 0,0 0 0,-1 0 0,-5 21 0,5-27-25,-1-1-1,1 0 1,-1 0-1,0 0 1,0 0-1,-1 0 1,1 0-1,-1-1 1,0 1-1,-1-1 1,1 0-1,-7 6 1,7-8-46,0 0 0,0 0 0,0 0-1,-1 0 1,1-1 0,0 0 0,-1 1 0,1-1 0,-1-1 0,1 1-1,-1 0 1,0-1 0,1 0 0,-1 0 0,0 0 0,1 0 0,-1 0-1,1-1 1,-1 0 0,-5-1 0,-8-4-6765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4T07:10:33.10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1 750 24575,'3'-1'0,"1"1"0,0-1 0,0 0 0,-1 0 0,1 0 0,-1-1 0,1 1 0,-1-1 0,1 0 0,-1 0 0,0 0 0,0 0 0,0 0 0,0-1 0,0 0 0,0 1 0,-1-1 0,0 0 0,1 0 0,-1-1 0,0 1 0,0 0 0,-1-1 0,3-5 0,4-11 0,0-1 0,-2 1 0,5-25 0,-8 30 0,5-25 0,5-65 0,-13 104 0,0 1 0,1-1 0,-1 1 0,0-1 0,0 1 0,1-1 0,-1 1 0,1-1 0,-1 1 0,1-1 0,-1 1 0,1 0 0,-1-1 0,1 1 0,-1 0 0,1-1 0,-1 1 0,1 0 0,-1 0 0,1-1 0,0 1 0,-1 0 0,1 0 0,-1 0 0,1 0 0,0 0 0,-1 0 0,1 0 0,-1 0 0,1 0 0,0 0 0,-1 0 0,1 0 0,-1 1 0,2-1 0,33 8 0,-19-4 0,32 0 0,-35-3 0,0 0 0,-1 0 0,1 1 0,0 1 0,16 6 0,-25-8 0,-1 0 0,0 1 0,0 0 0,-1 0 0,1 0 0,0 0 0,-1 0 0,1 0 0,-1 1 0,1-1 0,-1 1 0,0 0 0,0-1 0,-1 1 0,1 0 0,0 0 0,-1 0 0,0 0 0,0 1 0,0-1 0,0 0 0,0 0 0,0 1 0,-1-1 0,0 5 0,-2 69 0,1-63 0,0 1 0,0 0 0,1-1 0,1 1 0,1 0 0,3 17 0,-4-29 0,0 0 0,0 0 0,0-1 0,1 1 0,-1 0 0,0-1 0,1 0 0,0 1 0,-1-1 0,1 0 0,0 0 0,0 0 0,1 0 0,-1 0 0,0 0 0,1 0 0,-1-1 0,0 0 0,4 2 0,-1-1 0,-1-1 0,1 0 0,0 0 0,0 0 0,0-1 0,-1 0 0,1 0 0,0 0 0,0 0 0,7-2 0,3-2 0,0 0 0,0 0 0,-1-2 0,0 0 0,0 0 0,15-11 0,-18 11 0,-1 0 0,0-1 0,0-1 0,0 0 0,-1 0 0,0 0 0,-1-2 0,0 1 0,0-1 0,-1 0 0,0 0 0,-1-1 0,0 0 0,-1 0 0,0 0 0,-1-1 0,0 1 0,-1-1 0,0 0 0,-1-1 0,0 1 0,-1 0 0,-1-22 0,1 19 0,-3-36 0,2 49 0,0-1 0,0 1 0,0 0 0,-1-1 0,1 1 0,-1 0 0,0 0 0,1-1 0,-1 1 0,0 0 0,0 0 0,-1 0 0,1 0 0,0 0 0,-3-3 0,4 6 0,-1-1 0,0 0 0,1 0 0,-1 0 0,1 1 0,-1-1 0,1 0 0,-1 1 0,1-1 0,-1 0 0,1 1 0,-1-1 0,1 0 0,-1 1 0,1-1 0,0 1 0,-1-1 0,1 1 0,0-1 0,-1 1 0,1 0 0,0-1 0,0 1 0,0-1 0,-1 1 0,1-1 0,0 1 0,0 0 0,0-1 0,0 1 0,0-1 0,0 1 0,0 1 0,-4 24 0,3-18 0,-2 10 0,1 0 0,1 0 0,1 1 0,1-1 0,0 0 0,6 27 0,-6-42 0,0 0 0,1-1 0,-1 1 0,1 0 0,-1-1 0,1 1 0,0-1 0,0 0 0,0 0 0,0 0 0,1 0 0,-1 0 0,1 0 0,-1 0 0,1-1 0,-1 0 0,1 1 0,0-1 0,0 0 0,0 0 0,0 0 0,0-1 0,-1 1 0,1-1 0,1 1 0,-1-1 0,0 0 0,0 0 0,0 0 0,4-2 0,-3 2 0,-1 0 0,1-1 0,-1 0 0,1 0 0,-1 0 0,0 0 0,1 0 0,-1-1 0,0 0 0,0 1 0,0-1 0,0 0 0,0 0 0,0-1 0,-1 1 0,1-1 0,-1 1 0,0-1 0,0 0 0,0 0 0,0 0 0,0 0 0,0 0 0,-1 0 0,3-7 0,-3 7 0,-1 1 0,1-1 0,-1 0 0,0 0 0,0 0 0,0 0 0,0 0 0,0 0 0,-1 0 0,1 0 0,-1 0 0,0 0 0,0 1 0,0-1 0,0 0 0,0 1 0,0-1 0,-3-2 0,0 0 0,0 0 0,-1 1 0,0-1 0,0 1 0,0 0 0,-7-3 0,8 5 0,0-1 0,0 1 0,1-1 0,-1 0 0,0 0 0,1 0 0,0 0 0,-1-1 0,1 1 0,1-1 0,-1 0 0,0 0 0,1 0 0,-4-9 0,6 10 0,0-1 0,0 0 0,0 0 0,0 0 0,1 1 0,-1-1 0,1 0 0,0 1 0,0-1 0,1 0 0,-1 1 0,1-1 0,0 1 0,-1 0 0,2-1 0,-1 1 0,0 0 0,0 0 0,1 1 0,0-1 0,0 0 0,-1 1 0,1 0 0,5-3 0,9-8 0,1 1 0,34-17 0,-50 28 0,22-12 0,0 1 0,0 1 0,1 1 0,1 1 0,32-7 0,-55 16 0,0 0 0,1 0 0,-1 1 0,0-1 0,0 1 0,0 0 0,0 0 0,0 0 0,0 0 0,0 0 0,0 1 0,0-1 0,0 1 0,-1 0 0,1-1 0,0 1 0,-1 1 0,0-1 0,0 0 0,1 0 0,-1 1 0,0 0 0,-1-1 0,1 1 0,0 0 0,0 3 0,8 12 0,-2 0 0,-1 1 0,6 21 0,-5-17 0,167 478 0,-175-500 0,0 0 0,0 0 0,1 0 0,-1 0 0,0-1 0,0 1 0,1 0 0,-1 0 0,0 0 0,1-1 0,-1 1 0,1 0 0,-1 0 0,1-1 0,-1 1 0,1 0 0,0-1 0,-1 1 0,1 0 0,0-1 0,1 2 0,3-19 0,-4-44 0,-1 54 0,-14-255 0,-1-35 0,15 272 0,1 0 0,2-1 0,8-40 0,-9 60 0,0 0 0,0 0 0,0 0 0,1 1 0,-1-1 0,2 1 0,-1-1 0,0 1 0,6-6 0,-7 9 0,0 0 0,0 0 0,1 1 0,-1-1 0,1 0 0,-1 1 0,1-1 0,-1 1 0,1 0 0,0 0 0,0 0 0,0 0 0,0 1 0,-1-1 0,1 1 0,0-1 0,0 1 0,0 0 0,0 0 0,3 1 0,1 0 0,-1 1 0,0 0 0,0 0 0,0 0 0,0 1 0,0 0 0,-1 0 0,1 0 0,-1 1 0,0 0 0,0 0 0,0 0 0,-1 0 0,1 1 0,-1 0 0,0 0 0,0 0 0,-1 1 0,1-1 0,3 11 0,2 2 0,-2 0 0,0 0 0,-1 1 0,-1-1 0,4 31 0,-7-35 0,0 1 0,-1 0 0,-1 0 0,0-1 0,-1 1 0,-1 0 0,0 0 0,-8 23 0,7-29 0,-1 0 0,0 0 0,0 0 0,-1-1 0,-1 1 0,1-1 0,-1-1 0,0 1 0,-1-1 0,0 0 0,0-1 0,0 1 0,-1-1 0,-11 6 0,-4 1 0,0-1 0,-1 0 0,0-2 0,-1-1 0,0-2 0,0 0 0,-1-1 0,-42 3 0,66-8 0,-1-1 0,1 0 0,0 0 0,0 0 0,-1 0 0,1 0 0,0-1 0,0 1 0,0-1 0,-1 1 0,1-1 0,0 0 0,0 0 0,0 0 0,0 0 0,0 0 0,0 0 0,1 0 0,-1-1 0,-3-2 0,5 3 0,0 0 0,-1 1 0,1-1 0,0 0 0,0 0 0,-1 1 0,1-1 0,0 0 0,0 0 0,0 1 0,0-1 0,0 0 0,0 0 0,0 0 0,1 1 0,-1-1 0,0 0 0,0 0 0,0 1 0,1-1 0,-1 0 0,1 0 0,22-22 0,-3 12-341,1 0 0,1 1-1,27-9 1,15-2-6485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4T07:10:34.68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2 263 24575,'0'47'0,"7"60"0,-5-93 0,0-1 0,2 1 0,-1 0 0,1-1 0,1 0 0,1 0 0,0 0 0,14 22 0,-19-33 0,1 0 0,-1 1 0,1-1 0,0 0 0,0 0 0,0 0 0,0 0 0,0-1 0,0 1 0,0-1 0,1 1 0,-1-1 0,0 0 0,1 1 0,-1-1 0,1 0 0,0-1 0,-1 1 0,1 0 0,0-1 0,-1 0 0,5 1 0,-4-2 0,1 0 0,0 0 0,0 0 0,-1 0 0,1 0 0,-1-1 0,1 0 0,-1 0 0,1 0 0,-1 0 0,0 0 0,0 0 0,0-1 0,2-3 0,2-1 0,-1 0 0,1-1 0,-2 0 0,1 0 0,-1 0 0,-1 0 0,1-1 0,-2 0 0,1 0 0,-1 0 0,4-19 0,-7 22 0,-1 0 0,0-1 0,0 1 0,0 0 0,-1 0 0,0 0 0,0 0 0,0 0 0,-1 0 0,0 0 0,0 1 0,-1 0 0,1-1 0,-1 1 0,0 0 0,0 1 0,-1-1 0,0 1 0,1 0 0,-1 0 0,-7-4 0,3 1 0,-1 1 0,1 1 0,-1 0 0,0 0 0,0 0 0,0 1 0,0 1 0,-1 0 0,0 0 0,1 1 0,-17-1 0,7 7 0,20-4 0,0 1 0,-1-1 0,1 0 0,0 0 0,0 0 0,0 1 0,0-1 0,-1 0 0,1 0 0,0 1 0,0-1 0,0 0 0,0 0 0,0 1 0,0-1 0,0 0 0,0 0 0,0 1 0,0-1 0,0 0 0,0 0 0,0 1 0,0-1 0,0 0 0,0 1 0,0-1 0,0 0 0,0 0 0,1 0 0,-1 1 0,0-1 0,0 0 0,0 0 0,0 1 0,0-1 0,1 0 0,-1 0 0,2 2 0,0 0 0,1 0 0,-1 0 0,0-1 0,1 1 0,-1-1 0,1 0 0,-1 0 0,1 0 0,0 0 0,4 1 0,13 1 0,0-2 0,0 0 0,0-1 0,0 0 0,-1-2 0,1-1 0,0 0 0,0-1 0,-1-2 0,34-13 0,-20 6 0,-1-2 0,0-2 0,-1 0 0,-1-3 0,35-27 0,-60 42 0,35-32 0,-38 36 0,-1-1 0,1 1 0,-1-1 0,1 0 0,-1 0 0,0 0 0,1 0 0,-1 0 0,0 0 0,0 0 0,-1-1 0,1 1 0,0 0 0,-1 0 0,1-1 0,-1 1 0,0 0 0,0-4 0,-3 5 0,-2 7 0,-3 10 0,6-9 0,0 0 0,0 1 0,1-1 0,0 0 0,0 0 0,1 1 0,0-1 0,0 0 0,0 1 0,1-1 0,0 0 0,1 0 0,0 1 0,0-1 0,0-1 0,1 1 0,0 0 0,0 0 0,1-1 0,0 0 0,0 0 0,0 0 0,1 0 0,0-1 0,0 1 0,7 5 0,-7-6 0,0 1 0,-1 0 0,0 1 0,0-1 0,0 1 0,-1-1 0,0 1 0,-1 0 0,1 0 0,-1 1 0,-1-1 0,1 0 0,-1 1 0,0 7 0,0 11 0,-1 0 0,-6 43 0,-1-43 0,7-26 0,0 0 0,-1 0 0,1 0 0,0 0 0,-1 0 0,1 0 0,0 0 0,0 0 0,-1 0 0,1-1 0,0 1 0,-1 0 0,1 0 0,0 0 0,-1-1 0,1 1 0,0 0 0,0 0 0,0-1 0,-1 1 0,1 0 0,0 0 0,0-1 0,0 1 0,-1 0 0,1-1 0,0 1 0,0 0 0,0-1 0,0 1 0,0 0 0,0-1 0,0 1 0,0 0 0,0-1 0,0 0 0,-10-54 0,9 29 0,1 0 0,1 0 0,1 0 0,2 0 0,0 1 0,2-1 0,1 1 0,1 0 0,1 1 0,0 0 0,3 0 0,0 1 0,1 0 0,28-36 0,-39 55 0,2 0 0,-1 0 0,1 0 0,-1 1 0,1-1 0,0 1 0,0 0 0,0 0 0,1 1 0,-1-1 0,1 1 0,-1 0 0,1 0 0,0 0 0,0 1 0,0-1 0,5 0 0,-5 2 0,0 1 0,-1-1 0,1 1 0,-1 0 0,1 0 0,-1 0 0,0 1 0,1 0 0,-1-1 0,0 2 0,0-1 0,0 0 0,0 1 0,-1 0 0,1-1 0,-1 1 0,1 1 0,-1-1 0,3 4 0,3 6 0,0 0 0,0 0 0,10 22 0,-15-25 0,0-1 0,0 0 0,2-1 0,-1 1 0,1-1 0,0 0 0,0 0 0,1-1 0,0 1 0,1-2 0,8 8 0,-15-14-31,1 1 0,-1-1 0,0 0 0,0 1 0,1-1 0,-1 0 0,0 0 0,1 0 0,-1 0 0,0 0 0,1 0 0,-1 0 0,0 0 0,1 0 0,-1-1 0,0 1 0,1-1 0,-1 1 0,0-1 0,0 1 0,0-1 0,0 1 0,1-1 0,-1 0-1,0 0 1,0 0 0,0 0 0,0 0 0,-1 0 0,1 0 0,0 0 0,0 0 0,0 0 0,-1 0 0,1 0 0,-1-1 0,1 1 0,-1 0 0,1 0 0,-1-1 0,0 1 0,0 0 0,1-3 0,5-22-6795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4T07:10:35.23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24575,'0'5'0,"0"5"0,0 6 0,5 0 0,1-7 0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4T07:10:36.38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173 658 24575,'1'0'0,"0"-1"0,0 1 0,0-1 0,0 0 0,0 1 0,0-1 0,0 0 0,0 0 0,0 0 0,0 0 0,0 0 0,-1 0 0,1 0 0,0 0 0,-1 0 0,1 0 0,-1 0 0,1 0 0,0-3 0,10-28 0,-9 27 0,7-32 0,-2 0 0,-2 0 0,-1-1 0,-2 0 0,-2 1 0,-4-44 0,3 66 0,0 0 0,-2 0 0,1 1 0,-2-1 0,0 1 0,0-1 0,-2 1 0,1 0 0,-2 1 0,0 0 0,-1 0 0,0 0 0,-1 1 0,0 0 0,-1 1 0,0 0 0,0 0 0,-2 1 0,1 1 0,-25-16 0,35 24 0,-1 0 0,1 0 0,-1 0 0,1 0 0,-1 0 0,0 0 0,1 0 0,-1 0 0,0 1 0,0-1 0,0 1 0,1-1 0,-1 1 0,0 0 0,0 0 0,0 0 0,0 0 0,0 0 0,1 0 0,-1 0 0,0 1 0,0-1 0,0 1 0,-2 0 0,3 1 0,-1 0 0,1-1 0,0 1 0,0 0 0,0-1 0,0 1 0,0 0 0,0 0 0,1 0 0,-1 0 0,1 0 0,-1 0 0,1 0 0,0 0 0,0 0 0,0 0 0,0 0 0,0 2 0,2 14 0,0-1 0,1 1 0,10 31 0,32 78 0,6-3 0,98 175 0,-137-276 0,1-2 0,1 0 0,1-1 0,1 0 0,0-1 0,22 20 0,-28-32 0,0 1 0,0-1 0,0 0 0,1-1 0,0-1 0,0 1 0,0-2 0,1 1 0,0-2 0,-1 0 0,1 0 0,1-1 0,-1 0 0,18-1 0,-8-2 0,-1-1 0,1-1 0,-1-1 0,0 0 0,0-2 0,-1-1 0,0 0 0,0-1 0,0-2 0,-1 0 0,-1-1 0,0 0 0,0-2 0,-1 0 0,-1-1 0,0-1 0,-1 0 0,14-18 0,-24 26 0,-1 0 0,1 0 0,-1-1 0,-1 0 0,0 0 0,0 0 0,0 0 0,-1 0 0,0 0 0,-1-1 0,1 1 0,-2 0 0,1-1 0,-1 1 0,-1-1 0,-1-13 0,-5 7 0,0 14 0,7 2 0,-1 0 0,1 0 0,-1 0 0,1 1 0,0-1 0,-1 0 0,1 0 0,0 0 0,0 1 0,0-1 0,0 0 0,0 0 0,0 0 0,0 1 0,0-1 0,0 0 0,1 0 0,-1 0 0,1 2 0,2 6 0,0-1 0,1 1 0,0-1 0,0 0 0,1 0 0,0-1 0,0 1 0,1-1 0,12 12 0,-16-17 0,-1 0 0,1 0 0,0-1 0,1 1 0,-1-1 0,0 1 0,0-1 0,1 0 0,-1 0 0,0 0 0,1 0 0,-1-1 0,1 1 0,-1 0 0,1-1 0,-1 0 0,1 0 0,0 0 0,-1 0 0,1 0 0,-1 0 0,1-1 0,0 1 0,-1-1 0,1 1 0,-1-1 0,0 0 0,1 0 0,-1 0 0,0-1 0,1 1 0,-1 0 0,0-1 0,0 0 0,0 1 0,0-1 0,-1 0 0,1 0 0,2-3 0,1-1 9,-1-1-1,1-1 1,-1 1-1,0-1 1,-1 1 0,0-1-1,0 0 1,0 0-1,-1-1 1,-1 1-1,1 0 1,-1-1-1,-1-13 1,0 9-174,0 0 0,-1 0 0,-1 0 0,0 0 0,-1 0 0,0 0 0,-1 1 0,-5-14 0,-9-9-6661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4T07:10:36.75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24575,'0'5'0,"0"9"0,0 3-8191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4T07:10:37.11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231 1 24575,'-5'0'0,"-9"0"0,-4 8 0,-6 8 0,-5 10 0,-5 5 0,-2 6 0,2 1 0,5-2 0,22-6 0,29-14 0,33-13 0,34-12 0,1-4-8191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4T07:10:38.78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 1154 24575,'-1'104'0,"3"117"0,-2-219 0,0 1 0,0-1 0,0 0 0,0 1 0,0-1 0,1 0 0,-1 1 0,1-1 0,0 0 0,0 0 0,0 1 0,0-1 0,0 0 0,0 0 0,0 0 0,1 0 0,-1-1 0,1 1 0,-1 0 0,1 0 0,3 2 0,-3-4 0,0 0 0,0 1 0,0-1 0,0 0 0,-1 0 0,1-1 0,0 1 0,0 0 0,0-1 0,-1 1 0,1-1 0,0 1 0,0-1 0,-1 0 0,1 0 0,-1 0 0,1 0 0,-1 0 0,1 0 0,-1 0 0,1 0 0,-1-1 0,0 1 0,0-1 0,0 1 0,0-1 0,0 1 0,1-3 0,2-1 0,0 0 0,0-1 0,-1 1 0,0-1 0,0 1 0,-1-1 0,0 0 0,0 0 0,0-1 0,-1 1 0,1 0 0,-2 0 0,1-1 0,-1 1 0,0-9 0,-2-2 0,-1-1 0,-1 1 0,-1 0 0,-8-19 0,8 21 0,4 9 0,0 0 0,0 0 0,0 0 0,1 0 0,0-1 0,0 1 0,0 0 0,1 0 0,0 0 0,0 0 0,0 0 0,1 0 0,0 0 0,0 0 0,1 1 0,0-1 0,-1 1 0,2-1 0,-1 1 0,1 0 0,6-6 0,10-12 0,2 1 0,0 1 0,27-20 0,-30 25 0,-16 14 0,10-9 0,-1 1 0,2 1 0,-1 0 0,23-11 0,-33 18 0,1 1 0,-1-1 0,1 1 0,-1 0 0,1 0 0,0 1 0,-1-1 0,1 1 0,0-1 0,-1 1 0,1 0 0,0 1 0,-1-1 0,1 1 0,0-1 0,-1 1 0,1 0 0,-1 1 0,1-1 0,-1 0 0,0 1 0,1 0 0,-1 0 0,0 0 0,5 5 0,7 8 0,0 0 0,-2 1 0,0 1 0,-1 0 0,0 1 0,11 25 0,0 8 0,20 59 0,-43-110 0,0 0 0,0 0 0,0 0 0,0 0 0,0-1 0,0 1 0,0 0 0,1 0 0,-1 0 0,0 0 0,0 0 0,0 0 0,0 0 0,0 0 0,0 0 0,0 0 0,1 0 0,-1 0 0,0 0 0,0 0 0,0 0 0,0 0 0,0 0 0,0 0 0,0 0 0,1 0 0,-1 1 0,0-1 0,0 0 0,0 0 0,0 0 0,0 0 0,0 0 0,0 0 0,0 0 0,0 0 0,0 0 0,1 0 0,-1 0 0,0 1 0,0-1 0,0 0 0,0 0 0,0 0 0,0 0 0,0 0 0,0 0 0,0 0 0,0 0 0,0 1 0,0-1 0,0 0 0,2-19 0,-2-46 0,0 36 0,0 25 0,0 0 0,0 1 0,1-1 0,-1 0 0,1 0 0,0 0 0,0 0 0,0 1 0,1-1 0,-1 1 0,1-1 0,0 1 0,0-1 0,0 1 0,0 0 0,4-4 0,-3 5 0,-1 0 0,1 1 0,-1-1 0,1 1 0,0-1 0,0 1 0,-1 0 0,1 0 0,0 0 0,0 1 0,0-1 0,0 1 0,0-1 0,0 1 0,0 0 0,0 0 0,0 0 0,0 1 0,0-1 0,0 1 0,5 1 0,21 6 0,-16-4 0,0-1 0,0 0 0,1 0 0,14-1 0,-23-2 0,1 0 0,0-1 0,0 0 0,0 0 0,0 0 0,0-1 0,-1 0 0,1 0 0,-1-1 0,0 1 0,1-1 0,7-6 0,7-7 0,0-2 0,-1 0 0,-1-1 0,-1-1 0,-1-1 0,-1 0 0,0-1 0,-2-1 0,0 0 0,9-25 0,-21 45 0,1 0 0,-1-1 0,0 1 0,0 0 0,0-1 0,-1 1 0,1-1 0,-1 1 0,1-1 0,-1 1 0,-1-1 0,1 1 0,-1-7 0,0 9 0,1 1 0,0 0 0,0 0 0,0 0 0,0 0 0,-1-1 0,1 1 0,0 0 0,0 0 0,0 0 0,-1 0 0,1 0 0,0 0 0,0 0 0,-1 0 0,1 0 0,0 0 0,0 0 0,-1 0 0,1 0 0,0 0 0,0 0 0,-1 0 0,1 0 0,0 0 0,0 0 0,-1 0 0,1 0 0,0 0 0,0 0 0,0 0 0,-1 0 0,1 0 0,0 1 0,0-1 0,0 0 0,-1 0 0,1 0 0,0 0 0,0 1 0,0-1 0,0 0 0,-1 0 0,1 0 0,0 1 0,0-1 0,0 0 0,0 0 0,0 0 0,0 1 0,0-1 0,0 0 0,0 0 0,0 1 0,0-1 0,0 0 0,0 0 0,0 1 0,-8 18 0,-7 37 0,3 2 0,3-1 0,-4 97 0,14-151 0,3-10 0,11-28 0,15-47 0,-19 51 0,-3 5 0,19-41 0,-25 61 0,1 1 0,0 0 0,1 0 0,-1 0 0,1 0 0,0 0 0,0 0 0,0 1 0,0 0 0,1 0 0,0 0 0,0 1 0,6-4 0,-8 6 0,0 0 0,0 0 0,0 1 0,0-1 0,0 1 0,0 0 0,0 0 0,0 0 0,0 0 0,0 0 0,0 1 0,0-1 0,4 2 0,44 17 0,-6-2 0,-39-16 0,0 0 0,-1-1 0,1 1 0,0-1 0,0 0 0,0-1 0,0 1 0,0-1 0,0 0 0,-1-1 0,1 1 0,0-1 0,-1 0 0,0-1 0,8-3 0,-5 0 0,0 1 0,-1-1 0,1-1 0,-2 1 0,1-1 0,-1-1 0,0 1 0,9-15 0,-3 1 0,-2 0 0,0-1 0,-1 0 0,-1 0 0,-2-1 0,8-45 0,-11 43 0,-2-1 0,0 0 0,-2 0 0,-1 1 0,-1-1 0,-1 1 0,-1 0 0,-1 0 0,-14-35 0,8 30 0,-2 0 0,0 1 0,-2 1 0,-2 1 0,0 0 0,-43-48 0,59 72 0,-1 1 0,1-1 0,0 1 0,-1-1 0,0 1 0,1 0 0,-1 0 0,0 0 0,0 1 0,0-1 0,0 1 0,0 0 0,0-1 0,-4 0 0,6 2 0,0 0 0,0 1 0,0-1 0,1 0 0,-1 0 0,0 0 0,0 0 0,1 1 0,-1-1 0,0 0 0,1 1 0,-1-1 0,0 1 0,1-1 0,-1 0 0,0 1 0,1-1 0,-1 1 0,1 0 0,-1-1 0,1 1 0,-1 0 0,-7 30 0,4 15 0,3 1 0,2 0 0,2 0 0,2-1 0,2 1 0,2-1 0,2-1 0,34 88 0,-17-68 0,4-1 0,2-1 0,3-2 0,3-2 0,60 70 0,-41-58 60,56 90 0,-94-127-308,-2 0 1,-1 2-1,-2 0 1,-1 2-1,11 46 1,-5 10-6579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4T07:10:39.46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54 11 24575,'-1'-11'0,"-2"12"0,-6 22 0,-9 43 0,15-47 0,-15 92 0,17-102 0,1 0 0,0 0 0,0 0 0,0 0 0,1 0 0,1 0 0,0 0 0,0 0 0,6 15 0,-7-22 0,1 1 0,0-1 0,0 0 0,-1 1 0,1-1 0,1 0 0,-1 0 0,0-1 0,0 1 0,1 0 0,-1-1 0,1 1 0,-1-1 0,1 0 0,0 0 0,-1 0 0,1 0 0,0 0 0,3 0 0,62 3 0,-28-3 0,-35-1 0,-1 1 0,1 0 0,-1 0 0,1 0 0,-1 1 0,1-1 0,-1 1 0,0 0 0,0 0 0,0 1 0,0-1 0,-1 1 0,1 0 0,0 0 0,-1 0 0,0 0 0,0 1 0,0-1 0,0 1 0,-1 0 0,1 0 0,-1 0 0,3 7 0,-3-4 0,0 0 0,0 0 0,-1 1 0,0-1 0,0 0 0,-1 1 0,0-1 0,0 1 0,0-1 0,-1 0 0,-1 1 0,1-1 0,-1 0 0,-4 9 0,3-7 0,-1-1 0,-1 0 0,0-1 0,0 1 0,0-1 0,-1 0 0,0 0 0,0 0 0,-1-1 0,0 0 0,0-1 0,0 1 0,-1-1 0,0-1 0,0 1 0,0-1 0,0-1 0,-12 4 0,19-7-3,-1 1 0,1-1 0,-1 0 0,1 1-1,-1-1 1,1 0 0,-1 0 0,1 0 0,-1-1 0,1 1 0,-1 0-1,1 0 1,-1-1 0,1 1 0,0-1 0,-1 1 0,1-1-1,0 0 1,-1 1 0,1-1 0,0 0 0,0 0 0,-1 0-1,0-1 1,0-1 18,1 1 1,0-1-1,-1 1 0,1 0 0,0-1 0,0 0 0,1 1 0,-1-1 0,1 0 0,-1 1 1,1-1-1,0-4 0,0-4-262,1 1 0,0-1-1,0 0 1,1 0 0,6-15 0,9-18-6579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4T07:10:40.01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24575,'2'1'0,"0"-1"0,-1 1 0,1-1 0,-1 1 0,1 0 0,-1 0 0,1 0 0,-1 0 0,1 0 0,-1 0 0,0 0 0,1 0 0,-1 0 0,0 1 0,0-1 0,0 1 0,0-1 0,1 2 0,18 33 0,-17-30 0,7 13 0,2 5 0,1 0 0,1 0 0,25 31 0,-33-48 0,0-1 0,0 0 0,1 0 0,0 0 0,0-1 0,1 1 0,0-2 0,-1 1 0,1-1 0,1-1 0,-1 1 0,1-1 0,-1-1 0,17 3 0,-2-2 0,-1-1 0,1-2 0,0 0 0,-1-2 0,1 0 0,-1-1 0,1-2 0,25-8 0,-34 9 0,0-1 0,0 0 0,0-1 0,-1-1 0,0 0 0,0-1 0,-1-1 0,0 1 0,0-2 0,-1 0 0,-1 0 0,1-1 0,12-18 0,-19 24 0,-1-2 0,1 1 0,-1 0 0,0-1 0,0 0 0,-1 1 0,0-1 0,0 0 0,0 0 0,-1-1 0,0 1 0,-1-11 0,0 18 0,0 0 0,0 0 0,0-1 0,0 1 0,0 0 0,0 0 0,0 0 0,0 0 0,0-1 0,0 1 0,0 0 0,0 0 0,0 0 0,0 0 0,0-1 0,0 1 0,0 0 0,0 0 0,-1 0 0,1 0 0,0 0 0,0-1 0,0 1 0,0 0 0,0 0 0,-1 0 0,1 0 0,0 0 0,0 0 0,0 0 0,0 0 0,-1 0 0,1-1 0,0 1 0,0 0 0,0 0 0,0 0 0,-1 0 0,1 0 0,0 0 0,0 0 0,0 0 0,-1 0 0,1 0 0,0 1 0,0-1 0,0 0 0,0 0 0,-1 0 0,1 0 0,0 0 0,0 0 0,0 0 0,0 0 0,0 0 0,-1 1 0,1-1 0,0 0 0,0 0 0,0 0 0,0 0 0,0 0 0,0 1 0,0-1 0,-1 0 0,1 0 0,0 0 0,0 1 0,-11 12 0,-27 56 0,3 1 0,-32 88 0,54-126 0,-96 311 0,108-342 0,1 0 0,-1 0 0,1 1 0,0-1 0,-1 0 0,1 1 0,0-1 0,0 0 0,0 0 0,0 1 0,0-1 0,0 0 0,0 1 0,0-1 0,1 0 0,0 3 0,-1-4 0,1 0 0,-1 0 0,1 0 0,-1 0 0,1 0 0,-1 0 0,1 0 0,-1 0 0,1 0 0,-1 0 0,1 0 0,-1 0 0,1 0 0,-1 0 0,1-1 0,-1 1 0,1 0 0,-1 0 0,1-1 0,-1 1 0,1 0 0,-1 0 0,1-1 0,-1 1 0,0 0 0,1-1 0,-1 0 0,42-42 0,-32 31 0,40-39-1365,3 1-5461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4T07:10:42.16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1535 24575,'0'0'0,"0"0"0,0 1 0,0-1 0,0 0 0,1 1 0,-1-1 0,0 0 0,0 1 0,1-1 0,-1 0 0,0 0 0,1 1 0,-1-1 0,0 0 0,1 0 0,-1 0 0,0 0 0,1 1 0,-1-1 0,0 0 0,1 0 0,-1 0 0,0 0 0,1 0 0,-1 0 0,1 0 0,-1 0 0,0 0 0,1 0 0,-1 0 0,0 0 0,1 0 0,-1 0 0,1 0 0,-1 0 0,0-1 0,1 1 0,-1 0 0,0 0 0,1 0 0,-1-1 0,0 1 0,1 0 0,-1 0 0,0-1 0,0 1 0,1 0 0,-1 0 0,0-1 0,0 1 0,0 0 0,1-1 0,-1 1 0,0 0 0,0-1 0,0 1 0,0-1 0,0 1 0,0 0 0,0-1 0,0 1 0,0 0 0,0-1 0,0 1 0,0-1 0,0 1 0,0 0 0,0-1 0,0 0 0,20 26 0,-15-6 0,0 0 0,-1 1 0,-1 0 0,-1 0 0,-1 0 0,-1 0 0,-2 27 0,1-19 0,2-60 0,6-144 0,-5 146 0,2 0 0,1 1 0,2 0 0,12-38 0,-18 65 0,0-1 0,0 0 0,0 1 0,0-1 0,1 0 0,-1 1 0,1 0 0,0-1 0,0 1 0,0 0 0,0 0 0,0 0 0,0 0 0,0 0 0,1 0 0,-1 1 0,1-1 0,-1 1 0,1 0 0,-1-1 0,5 0 0,-3 2 0,0-1 0,0 1 0,0 0 0,0 1 0,-1-1 0,1 1 0,0-1 0,0 1 0,0 0 0,0 1 0,-1-1 0,1 1 0,6 3 0,4 4 0,0 1 0,-1 0 0,0 1 0,0 0 0,-1 1 0,12 16 0,19 34 0,-32-45 0,1 0 0,24 29 0,-35-46 0,-1 1 0,0 0 0,1-1 0,-1 1 0,1-1 0,-1 1 0,0-1 0,1 1 0,-1-1 0,1 1 0,-1-1 0,1 0 0,0 1 0,-1-1 0,1 0 0,-1 1 0,1-1 0,0 0 0,-1 0 0,1 1 0,0-1 0,-1 0 0,1 0 0,0 0 0,-1 0 0,1 0 0,0 0 0,-1 0 0,1 0 0,0 0 0,-1-1 0,1 1 0,0 0 0,-1 0 0,1 0 0,0-1 0,-1 1 0,1 0 0,-1-1 0,1 1 0,-1-1 0,1 1 0,-1 0 0,1-1 0,-1 1 0,1-1 0,-1 0 0,1 1 0,-1-1 0,0 1 0,1-1 0,-1 1 0,0-1 0,0 0 0,1 1 0,-1-1 0,0 0 0,0 0 0,9-50 0,-8 37 0,4-31 0,-4 30 0,0 1 0,1 0 0,1-1 0,6-19 0,-9 33 0,1 0 0,-1 0 0,0 0 0,1 0 0,-1 1 0,1-1 0,-1 0 0,1 0 0,-1 0 0,1 1 0,-1-1 0,1 0 0,0 1 0,-1-1 0,1 0 0,0 1 0,0-1 0,0 1 0,-1-1 0,1 1 0,0 0 0,0-1 0,0 1 0,0 0 0,0 0 0,0-1 0,-1 1 0,1 0 0,0 0 0,0 0 0,0 0 0,0 0 0,0 0 0,0 0 0,0 1 0,0-1 0,0 0 0,0 0 0,-1 1 0,1-1 0,0 1 0,0-1 0,0 1 0,0-1 0,-1 1 0,1-1 0,0 1 0,-1-1 0,1 1 0,0 0 0,-1 0 0,1-1 0,-1 1 0,1 1 0,37 48 0,-35-46 0,3 6 0,0-1 0,0-1 0,1 1 0,1-1 0,0 0 0,0-1 0,0 1 0,10 5 0,-14-10 0,1-1 0,-1 0 0,1 0 0,0 0 0,-1 0 0,1-1 0,0 0 0,0 0 0,0 0 0,0 0 0,0-1 0,0 0 0,0 0 0,0-1 0,0 1 0,0-1 0,0 0 0,0 0 0,0 0 0,6-4 0,1-1 0,0 0 0,-1-2 0,0 1 0,0-1 0,-1-1 0,0 0 0,0 0 0,-1-1 0,0 0 0,-1-1 0,0 0 0,-1 0 0,0-1 0,8-16 0,8-23 0,-3-1 0,16-58 0,-32 97 0,8-29 0,-2 1 0,-2-1 0,6-71 0,-13 92 0,-1 1 0,-1-1 0,-1 0 0,0 1 0,-2-1 0,0 1 0,-1 0 0,-1 1 0,-14-31 0,19 48 0,0-1 0,0 1 0,0-1 0,0 1 0,-1-1 0,0 1 0,1 0 0,-1 0 0,0-1 0,0 1 0,0 0 0,0 1 0,0-1 0,0 0 0,-1 1 0,1-1 0,-4-1 0,5 3 0,1 0 0,-1 0 0,0 0 0,1 0 0,-1 0 0,1 1 0,-1-1 0,0 0 0,1 0 0,-1 0 0,0 1 0,1-1 0,-1 0 0,1 1 0,-1-1 0,1 0 0,-1 1 0,1-1 0,-1 1 0,1-1 0,-1 1 0,1-1 0,0 1 0,-1-1 0,1 2 0,-10 29 0,5 17 0,2 0 0,2 0 0,2 0 0,2 0 0,2 0 0,2-1 0,2 0 0,3 0 0,1-1 0,29 66 0,-38-103 0,1 0 0,-1-1 0,1 0 0,1 0 0,9 12 0,-13-19 0,-1 1 0,0-1 0,1 0 0,0 1 0,-1-1 0,1 0 0,-1 0 0,1 0 0,0 0 0,0 0 0,0-1 0,0 1 0,-1 0 0,1-1 0,0 0 0,0 1 0,0-1 0,0 0 0,0 0 0,0 0 0,0 0 0,0 0 0,0 0 0,0-1 0,0 1 0,0-1 0,0 1 0,0-1 0,0 0 0,-1 0 0,1 0 0,2-1 0,13-12 0,-2 0 0,0-1 0,0 0 0,-2-1 0,0-1 0,19-31 0,-8 13 0,14-26 0,19-26 0,-51 79 0,0 0 0,1 0 0,0 1 0,0 0 0,1 0 0,0 1 0,13-8 0,-19 13 0,0 0 0,-1 0 0,1 0 0,0 0 0,0 0 0,0 1 0,0-1 0,0 1 0,0-1 0,0 1 0,0 0 0,0 0 0,0 0 0,0 0 0,0 0 0,0 0 0,0 0 0,0 1 0,0-1 0,0 1 0,0-1 0,-1 1 0,1 0 0,3 2 0,-1 0 0,-1-1 0,0 1 0,-1 0 0,1 1 0,0-1 0,-1 0 0,0 1 0,0 0 0,0-1 0,0 1 0,1 6 0,3 9 0,-1 0 0,-1 0 0,-1 0 0,1 20 0,-3-24 0,1 10 0,-1-1 0,-1 1 0,-1 0 0,-5 31 0,6-51 0,-1 0 0,0 0 0,-1 0 0,1 0 0,-1 0 0,0-1 0,0 1 0,0 0 0,-1-1 0,0 0 0,0 0 0,0 0 0,0 0 0,-1 0 0,1 0 0,-1-1 0,0 0 0,0 0 0,0 0 0,0 0 0,-1 0 0,1-1 0,-1 0 0,0 0 0,1 0 0,-1-1 0,-6 2 0,9-3 0,0 1 0,0-1 0,1 0 0,-1 0 0,0 0 0,0 0 0,0 0 0,1 0 0,-1-1 0,0 1 0,0 0 0,1-1 0,-1 1 0,0-1 0,1 0 0,-1 0 0,0 0 0,1 1 0,-1-2 0,1 1 0,-1 0 0,-1-2 0,0 0 0,1-1 0,0 1 0,1 0 0,-1 0 0,0-1 0,1 1 0,0-1 0,0 1 0,0-1 0,-1-6 0,1-4 0,0 0 0,1 0 0,1 0 0,0 0 0,3-15 0,2 6 0,0-1 0,2 1 0,1 0 0,1 1 0,0 0 0,23-33 0,95-117 0,-92 127 0,-17 21 0,-11 11 0,1 1 0,0 1 0,1 0 0,0 0 0,1 1 0,0 0 0,1 1 0,17-11 0,-27 19 0,0 0 0,0 0 0,0 1 0,-1-1 0,1 1 0,0-1 0,0 1 0,0 0 0,0-1 0,0 1 0,0 0 0,0 0 0,0 1 0,0-1 0,0 0 0,0 1 0,0-1 0,0 1 0,0 0 0,3 1 0,-1 0 0,-1 1 0,1 0 0,-1-1 0,0 1 0,0 1 0,0-1 0,0 0 0,0 1 0,2 4 0,4 7 0,-2 1 0,1 0 0,7 29 0,-4 4 0,-10-40 0,1 0 0,0 0 0,0 0 0,1 0 0,0 0 0,0 0 0,10 15 0,-13-24 0,0 1 0,0-1 0,1 1 0,-1-1 0,0 1 0,1-1 0,-1 1 0,1-1 0,-1 1 0,0-1 0,1 1 0,-1-1 0,1 0 0,-1 1 0,1-1 0,0 0 0,-1 1 0,1-1 0,-1 0 0,1 0 0,-1 0 0,1 1 0,0-1 0,-1 0 0,1 0 0,0 0 0,-1 0 0,1 0 0,-1 0 0,2 0 0,8-16 0,-2-29 0,-8 28 0,-1-1 0,0 1 0,-1 0 0,-9-33 0,10 45 0,0-2 0,0-1 0,1 0 0,0 1 0,0-1 0,1 1 0,0-1 0,0 1 0,1 0 0,0-1 0,0 1 0,1 0 0,-1 0 0,2 0 0,-1 1 0,7-11 0,8-10 0,2 1 0,29-31 0,-23 27 0,4-4 0,-7 9 0,0-2 0,-2 0 0,-1-1 0,27-50 0,-44 71 0,0 1 0,0-1 0,0 0 0,-1 0 0,0 1 0,-1-1 0,1-1 0,-1 1 0,-1 0 0,1 0 0,-1 0 0,-1 0 0,1-1 0,-1 1 0,0 0 0,-1 0 0,0 0 0,0 0 0,0 0 0,-1 1 0,0-1 0,0 1 0,-1 0 0,0-1 0,0 2 0,0-1 0,-1 0 0,-5-5 0,-42-30 0,49 39 0,-1-1 0,1 1 0,-1 0 0,0 0 0,0 1 0,0-1 0,0 1 0,0 0 0,0 0 0,0 0 0,0 0 0,0 1 0,-5 0 0,7 0 0,0 1 0,1 0 0,-1 0 0,1 0 0,-1 0 0,1 0 0,-1 1 0,1-1 0,0 0 0,0 1 0,-1-1 0,1 0 0,0 1 0,0 0 0,1-1 0,-1 1 0,0-1 0,0 1 0,1 0 0,-1 0 0,1-1 0,0 1 0,-1 0 0,1 0 0,0 0 0,0 2 0,-1 55 0,1-54 0,3 25 0,1-1 0,2 0 0,1 0 0,1 0 0,1-1 0,14 29 0,87 159 0,-86-174 0,12 18-8,-25-44-263,0 0-1,-1 1 1,-1 0-1,13 36 1,-18-35-6555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4T07:10:42.55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1 720 24575,'9'-8'0,"16"-17"0,26-22 0,30-24 0,33-18 0,24-12 0,14-2 0,3 9 0,-11 14 0,-26 22 0,-32 25 0,-41 23 0,-40 30 0,-57 29 0,-20 7-8191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4T07:10:45.40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80 24575,'0'-2'0,"0"-1"0,1 0 0,-1 1 0,1-1 0,-1 1 0,1-1 0,0 1 0,0-1 0,0 1 0,0-1 0,1 1 0,-1 0 0,1 0 0,-1 0 0,1 0 0,0 0 0,-1 0 0,5-3 0,-1 2 0,0-1 0,0 1 0,0 0 0,1 0 0,-1 1 0,1 0 0,-1 0 0,8-2 0,-6 2 0,0 1 0,0-1 0,1 1 0,-1 1 0,0-1 0,0 1 0,0 0 0,1 1 0,-1 0 0,0 0 0,0 1 0,0 0 0,0 0 0,9 4 0,-12-2 0,0-1 0,-1 1 0,1-1 0,-1 1 0,0 0 0,0 0 0,0 1 0,-1-1 0,0 0 0,0 1 0,0 0 0,0-1 0,-1 1 0,1 0 0,-1 0 0,0 0 0,0 9 0,0 2 0,-1 1 0,0-1 0,-1 1 0,-3 20 0,-3-12 0,-1 0 0,-1 0 0,0-1 0,-2 0 0,-1-1 0,-1 0 0,-28 36 0,18-26 0,-34 70 0,56-102 0,0 0 0,0 1 0,1-1 0,-1 1 0,1 0 0,-1-1 0,1 1 0,-1-1 0,1 1 0,0 0 0,-1 0 0,1-1 0,0 1 0,0 0 0,1-1 0,-1 1 0,0 0 0,0-1 0,1 1 0,-1 0 0,1-1 0,0 1 0,-1-1 0,1 1 0,0-1 0,0 1 0,0-1 0,0 0 0,0 1 0,0-1 0,0 0 0,0 0 0,1 0 0,-1 0 0,0 0 0,1 0 0,-1 0 0,1 0 0,-1 0 0,1-1 0,0 1 0,-1-1 0,1 1 0,-1-1 0,3 1 0,10 2 0,0-1 0,0-1 0,0 0 0,20-1 0,-22 0 0,437-33 0,-434 31-116,-7 2 12,1 0 0,-1-1 0,0 0 0,0-1 0,0 0 0,0 0-1,-1-1 1,1 1 0,-1-2 0,1 1 0,8-6 0,0-8-6722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4T07:10:46.32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0 186 24575,'10'-13'0,"0"0"0,0 1 0,1 0 0,1 1 0,-1 0 0,2 1 0,0 0 0,14-8 0,0-2 0,-16 13 0,-1 0 0,1 0 0,0 1 0,0 1 0,1 0 0,0 0 0,20-5 0,-29 10 0,1-1 0,-1 0 0,0 1 0,1-1 0,-1 1 0,0 0 0,1 0 0,-1 0 0,1 1 0,-1-1 0,0 1 0,1 0 0,-1 0 0,0 0 0,0 0 0,0 0 0,0 1 0,0-1 0,0 1 0,0 0 0,0 0 0,0 0 0,-1 0 0,1 1 0,-1-1 0,0 1 0,0 0 0,0-1 0,0 1 0,0 0 0,0 0 0,2 6 0,-1 2 0,0 0 0,-1 0 0,0 0 0,-1 1 0,0-1 0,0 0 0,-1 1 0,-1-1 0,0 1 0,-4 14 0,3-8 0,0 0 0,1 0 0,1 19 0,0-34 0,1 0 0,0 0 0,-1-1 0,1 1 0,0-1 0,0 1 0,1-1 0,-1 1 0,0-1 0,1 1 0,-1-1 0,1 0 0,0 0 0,0 0 0,0 0 0,0 0 0,0 0 0,0-1 0,1 1 0,-1-1 0,0 1 0,5 1 0,6 2 0,1 1 0,1-2 0,18 4 0,20 8 0,-48-14 0,0 0 0,-1 0 0,1 1 0,-1 0 0,0-1 0,0 2 0,0-1 0,0 0 0,-1 1 0,1 0 0,-1-1 0,0 1 0,0 1 0,0-1 0,-1 0 0,1 1 0,-1-1 0,0 1 0,-1 0 0,1 0 0,-1-1 0,0 1 0,0 0 0,0 0 0,-1 0 0,1 1 0,-1-1 0,-1 0 0,1 0 0,-1 0 0,1 0 0,-2 0 0,1 0 0,0-1 0,-1 1 0,0 0 0,0 0 0,-1-1 0,-4 8 0,-4 1-151,-1 0-1,0 0 0,-1-1 0,-1 0 1,0-2-1,0 1 0,-1-2 1,-32 16-1,21-15-6674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4T07:10:46.99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1 118 24575,'13'-1'0,"0"-1"0,0-1 0,0 0 0,0-1 0,0 0 0,-1-1 0,1-1 0,-1 0 0,-1 0 0,19-14 0,-20 13 0,2-1 0,-1 2 0,1-1 0,-1 2 0,2 0 0,-1 0 0,1 1 0,-1 0 0,26-3 0,-38 7 0,0 0 0,1 0 0,-1 0 0,1 0 0,-1 0 0,1 0 0,-1 0 0,1 0 0,-1 0 0,1 0 0,-1 1 0,0-1 0,1 0 0,-1 0 0,1 0 0,-1 1 0,1-1 0,-1 0 0,0 0 0,1 1 0,-1-1 0,0 0 0,1 1 0,-1-1 0,0 0 0,0 1 0,1-1 0,-1 0 0,0 1 0,0-1 0,1 1 0,-1-1 0,0 1 0,0-1 0,0 0 0,0 1 0,0-1 0,0 1 0,0-1 0,0 1 0,0-1 0,0 1 0,0-1 0,0 1 0,0-1 0,0 1 0,0-1 0,0 0 0,0 1 0,-1-1 0,1 1 0,0-1 0,0 0 0,-1 1 0,1-1 0,0 1 0,0-1 0,-1 0 0,0 1 0,-17 26 0,17-26 0,-50 56 52,32-38-524,1 2-1,-19 26 1,16-13-6354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4T07:10:47.35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63 24575,'4'0'0,"7"0"0,4 0 0,10 0 0,5-4 0,5-2 0,11-4 0,1-5 0,-2 0 0,-9 3-8191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4T07:10:48.18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481 124 24575,'-23'-12'0,"8"3"0,-21-10 0,-1 2 0,-1 2 0,-1 2 0,0 1 0,-80-12 0,115 23 0,-1 0 0,0 1 0,0 0 0,1 0 0,-1 0 0,0 0 0,1 1 0,-1 0 0,0 0 0,1 0 0,-1 0 0,1 1 0,0 0 0,-1 0 0,1 0 0,0 1 0,0-1 0,0 1 0,0 0 0,1 0 0,-1 0 0,1 0 0,0 1 0,0-1 0,0 1 0,0 0 0,1 0 0,-1 0 0,1 0 0,0 1 0,0-1 0,1 0 0,-1 1 0,1 0 0,0-1 0,0 1 0,0 7 0,-2 10 0,1-1 0,1 1 0,1 0 0,1 0 0,1-1 0,1 1 0,1 0 0,10 32 0,-11-49 0,0 1 0,0-2 0,0 1 0,1 0 0,0-1 0,0 0 0,0 1 0,1-2 0,-1 1 0,1 0 0,0-1 0,0 0 0,0 0 0,1-1 0,-1 1 0,8 1 0,10 4 0,1-2 0,36 6 0,163 11 0,14 2 0,-232-25 0,0 1 0,0 0 0,0 1 0,0-1 0,0 1 0,0 0 0,0 0 0,0 0 0,-1 0 0,1 1 0,-1 0 0,0 0 0,0 0 0,0 1 0,0-1 0,0 1 0,-1 0 0,5 7 0,-6-6 0,0 0 0,0-1 0,-1 1 0,0 0 0,0 0 0,0 0 0,-1 0 0,1 0 0,-1 0 0,-1 1 0,1-1 0,-1 0 0,1 0 0,-2 0 0,1 0 0,0-1 0,-1 1 0,0 0 0,-2 4 0,-6 9 0,0-2 0,0 1 0,-2-1 0,0-1 0,-1 0 0,0-1 0,-1 0 0,0-1 0,-2-1 0,1 0 0,-1-1 0,-1-1 0,0 0 0,0-1 0,-1-1 0,-19 6 0,34-13 0,0 0 0,1 0 0,-1-1 0,0 1 0,0-1 0,0 1 0,0-1 0,1 0 0,-1 0 0,0 0 0,0 0 0,0-1 0,0 1 0,1-1 0,-1 0 0,0 0 0,0 0 0,1 0 0,-1 0 0,0 0 0,1-1 0,0 1 0,-1-1 0,1 0 0,0 0 0,0 1 0,0-2 0,0 1 0,0 0 0,0 0 0,0-1 0,1 1 0,0 0 0,-1-1 0,1 0 0,0 1 0,-1-4 0,-4-12 0,1 1 0,1-1 0,0 1 0,-2-31 0,6 43 0,-3-39 0,3 1 0,1 0 0,2-1 0,2 1 0,3 0 0,0 1 0,3 0 0,2 0 0,1 1 0,26-52 0,-36 86-151,0-1-1,0 0 0,1 1 0,0 0 1,0 0-1,1 0 0,0 1 1,7-7-1,9-1-6674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4T07:10:49.04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1 108 24575,'2'0'0,"1"1"0,-1-1 0,1 1 0,-1 0 0,1 0 0,-1 0 0,0 0 0,0 0 0,1 1 0,-1-1 0,0 1 0,0-1 0,0 1 0,-1 0 0,1-1 0,0 1 0,-1 0 0,1 0 0,-1 1 0,1-1 0,1 4 0,25 59 0,-22-47 0,133 383 0,-40-105 0,-86-263 0,-13-33 0,0 0 0,0 1 0,0-1 0,0 0 0,0 0 0,0 0 0,0 0 0,0 1 0,0-1 0,0 0 0,0 0 0,0 0 0,0 1 0,0-1 0,0 0 0,0 0 0,0 0 0,0 0 0,0 0 0,1 1 0,-1-1 0,0 0 0,0 0 0,0 0 0,0 0 0,0 0 0,0 0 0,0 1 0,1-1 0,-1 0 0,0 0 0,0 0 0,0 0 0,0 0 0,0 0 0,1 0 0,-1 0 0,0 0 0,0 0 0,0 0 0,0 0 0,1 0 0,-1 0 0,0 0 0,0 0 0,0 0 0,0 0 0,1 0 0,-1 0 0,0 0 0,0 0 0,0 0 0,0 0 0,1 0 0,-1 0 0,0 0 0,0 0 0,0-1 0,1 1 0,2-15 0,-2-27 0,-6-29 0,-4 1 0,-33-132 0,-64-132 0,91 294 0,9 28 0,1-1 0,0 1 0,1-1 0,0 0 0,1 0 0,-1-20 0,4 30 0,0 1 0,0-1 0,0 0 0,1 0 0,-1 1 0,1-1 0,0 0 0,0 1 0,0-1 0,0 0 0,0 1 0,1-1 0,-1 1 0,4-4 0,-2 3 0,0 0 0,0 1 0,1-1 0,-1 1 0,1 0 0,-1 0 0,1 0 0,0 0 0,0 1 0,-1-1 0,1 1 0,8-1 0,-4 0 0,0 0 0,0 1 0,1 0 0,-1 1 0,1 0 0,-1 0 0,17 3 0,-22-2 0,1 0 0,-1 0 0,0 0 0,0 1 0,1 0 0,-1-1 0,0 1 0,-1 0 0,1 0 0,0 1 0,0-1 0,-1 1 0,0-1 0,1 1 0,-1 0 0,0 0 0,0-1 0,0 2 0,-1-1 0,1 0 0,1 5 0,1 2 0,-1 1 0,0-1 0,0 1 0,-1-1 0,0 1 0,-1 0 0,0 0 0,-1 0 0,0 0 0,-2 15 0,0-18 0,0-1 0,0 0 0,-1 1 0,0-1 0,0-1 0,0 1 0,-1 0 0,0-1 0,0 0 0,-1 1 0,0-2 0,0 1 0,0-1 0,-1 1 0,-10 6 0,-80 55-1365,79-54-5461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4T07:10:49.86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5 100 24575,'-1'33'0,"-1"-15"0,1 1 0,1-1 0,0 1 0,2-1 0,6 32 0,-8-49 0,0 1 0,1-1 0,-1 0 0,0 0 0,1 1 0,-1-1 0,1 0 0,0 0 0,-1 0 0,1 0 0,0 0 0,0 0 0,0 0 0,0 0 0,0 0 0,0 0 0,0 0 0,0 0 0,0-1 0,0 1 0,0 0 0,0-1 0,1 1 0,-1-1 0,0 1 0,0-1 0,1 0 0,-1 1 0,0-1 0,1 0 0,-1 0 0,0 0 0,1 0 0,-1 0 0,0 0 0,1-1 0,-1 1 0,3-1 0,-1 0 0,-1-1 0,1 1 0,0-1 0,0 0 0,-1 0 0,1 0 0,-1 0 0,0-1 0,0 1 0,0 0 0,0-1 0,0 0 0,0 1 0,0-1 0,1-4 0,2-8 20,0 0 0,-1 0 0,0 0 0,-1 0 0,1-32 0,-3 39-134,-1-1 0,0 1-1,-1 0 1,0 0 0,0-1 0,0 1-1,-1 0 1,-1 0 0,1 0 0,-1 1-1,0-1 1,-9-13 0,-6 1-6712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4T07:10:50.50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24575,'1'0'0,"0"1"0,1-1 0,-1 1 0,0-1 0,0 1 0,0 0 0,0 0 0,0 0 0,0-1 0,0 1 0,0 0 0,0 0 0,0 0 0,0 0 0,0 0 0,-1 1 0,1-1 0,-1 0 0,1 0 0,-1 0 0,1 1 0,-1-1 0,1 0 0,-1 1 0,0-1 0,0 0 0,0 1 0,0 0 0,5 46 0,-5-41 0,1 11 0,-2-12 0,1 1 0,0-1 0,0 0 0,1 1 0,-1-1 0,2 0 0,-1 1 0,1-1 0,0 0 0,0 0 0,0 0 0,1-1 0,0 1 0,0-1 0,0 1 0,1-1 0,0 0 0,5 6 0,-5-7 0,0 1 0,0 0 0,0 0 0,-1 0 0,0 0 0,0 1 0,0-1 0,-1 1 0,0 0 0,0 0 0,0 0 0,-1 0 0,1 8 0,-1-9 0,0-1 0,-1 1 0,0 0 0,0 0 0,0 0 0,-1 0 0,1-1 0,-1 1 0,0 0 0,-1 0 0,1-1 0,-1 1 0,0-1 0,0 0 0,0 1 0,0-1 0,-5 5 0,7-9 0,0 1 0,-1 0 0,1-1 0,0 1 0,-1-1 0,1 0 0,0 1 0,-1-1 0,1 1 0,-1-1 0,1 0 0,-1 1 0,1-1 0,-1 0 0,1 1 0,-1-1 0,1 0 0,-1 0 0,1 0 0,-1 1 0,0-1 0,1 0 0,-1 0 0,1 0 0,-1 0 0,1 0 0,-1 0 0,0 0 0,1 0 0,-1 0 0,1 0 0,-1-1 0,0 1 0,1 0 0,-1 0 0,1 0 0,-1-1 0,1 1 0,-1 0 0,1-1 0,-1 1 0,1 0 0,-1-1 0,1 1 0,0-1 0,-1 1 0,1-1 0,0 1 0,-1-1 0,1 1 0,0-1 0,-1 1 0,1-1 0,0 1 0,0-1 0,0 1 0,0-1 0,-1 0 0,1 1 0,0-1 0,0 1 0,0-1 0,0-1 0,-3-39 0,5 30-5,1 0-1,0 0 1,1 1-1,7-15 1,0 0-1333,-4 6-5488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4T07:10:55.63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184 2 24575,'-24'0'0,"11"-1"0,0 1 0,0 0 0,1 1 0,-1 0 0,-21 6 0,31-6 0,-1 1 0,1-1 0,0 1 0,-1 0 0,1 0 0,0 0 0,0 0 0,0 0 0,1 1 0,-1-1 0,0 1 0,1 0 0,0-1 0,0 1 0,-1 1 0,2-1 0,-1 0 0,0 0 0,1 1 0,-1-1 0,1 1 0,0-1 0,0 1 0,0 5 0,0-5 0,0 0 0,0 0 0,1 0 0,-1 1 0,1-1 0,0 0 0,0 0 0,1 0 0,-1 0 0,1 0 0,0 0 0,0 0 0,0 0 0,0 0 0,4 6 0,-2-6 0,1 0 0,-1-1 0,1 1 0,0-1 0,0 0 0,0 0 0,0-1 0,1 1 0,-1-1 0,1 0 0,-1 0 0,9 2 0,-9-3 0,-1 0 0,1 1 0,-1 0 0,1-1 0,-1 1 0,0 1 0,0-1 0,0 0 0,0 1 0,0 0 0,0-1 0,-1 1 0,1 0 0,-1 0 0,0 1 0,0-1 0,0 0 0,0 1 0,2 7 0,-2-3 0,0 1 0,0 0 0,-1-1 0,-1 1 0,1 0 0,-1 0 0,-3 16 0,2-20 0,0-1 0,0 0 0,-1 0 0,1 0 0,-1 0 0,0 0 0,0-1 0,0 1 0,-1-1 0,1 1 0,-1-1 0,0 0 0,0 0 0,0 0 0,0 0 0,-1 0 0,1-1 0,-1 0 0,1 0 0,-8 4 0,9-6 0,0 1 0,1 0 0,-1 0 0,0-1 0,0 1 0,0-1 0,0 0 0,0 0 0,0 0 0,0 1 0,0-2 0,0 1 0,0 0 0,0 0 0,0-1 0,0 1 0,0-1 0,1 1 0,-1-1 0,0 0 0,0 0 0,0 0 0,1 0 0,-1 0 0,1 0 0,-1 0 0,1-1 0,-1 1 0,1-1 0,-1 1 0,1-1 0,0 1 0,0-1 0,0 0 0,0 1 0,0-1 0,0 0 0,1 0 0,-1 0 0,1 0 0,-1 1 0,1-1 0,-1 0 0,1 0 0,0-2 0,-2-30-1365,4-1-5461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4T07:10:56.30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176 0 24575,'-8'0'0,"0"1"0,1-1 0,-1 2 0,0-1 0,1 1 0,0 0 0,-1 0 0,1 1 0,0 0 0,0 0 0,0 1 0,1-1 0,-1 2 0,1-1 0,0 1 0,0 0 0,0 0 0,1 0 0,0 1 0,0 0 0,0 0 0,1 0 0,0 1 0,0 0 0,0 0 0,1-1 0,0 2 0,1-1 0,-3 8 0,5-13 0,0 0 0,0-1 0,0 1 0,0 0 0,0-1 0,0 1 0,0 0 0,0 0 0,1-1 0,-1 1 0,0-1 0,1 1 0,0 0 0,-1-1 0,1 1 0,0-1 0,0 1 0,0-1 0,0 0 0,0 1 0,0-1 0,0 0 0,0 0 0,1 0 0,-1 1 0,0-1 0,1-1 0,-1 1 0,1 0 0,-1 0 0,1 0 0,-1-1 0,1 1 0,0-1 0,-1 1 0,1-1 0,0 0 0,-1 0 0,4 0 0,10 2 0,1 0 0,-1-2 0,23-1 0,-22 0 0,-6 1 0,1 0 0,-1 0 0,1 1 0,-1 0 0,0 1 0,16 4 0,-23-4 0,1-1 0,-1 1 0,0-1 0,0 1 0,0 0 0,0 0 0,-1 0 0,1 0 0,0 1 0,-1-1 0,0 1 0,1 0 0,-1-1 0,0 1 0,0 0 0,-1 0 0,1 0 0,-1 1 0,1-1 0,-1 0 0,0 0 0,0 1 0,0 4 0,1 3 0,-1 0 0,-1 0 0,0 0 0,0 0 0,-1 1 0,0-1 0,-5 15 0,6-23 0,-1 0 0,1 1 0,-1-1 0,0 0 0,-1 1 0,1-1 0,-1 0 0,1 0 0,-1 0 0,0 0 0,0-1 0,0 1 0,0 0 0,-1-1 0,1 0 0,-1 1 0,1-1 0,-1 0 0,0 0 0,0 0 0,0-1 0,0 1 0,0-1 0,0 1 0,0-1 0,-1 0 0,-5 1 0,8-2 4,0 0-1,0 0 0,0-1 0,-1 1 1,1 0-1,0 0 0,0-1 1,0 1-1,0 0 0,0-1 0,0 1 1,0-1-1,0 1 0,0-1 0,0 0 1,0 1-1,1-1 0,-1 0 1,0 0-1,0 0 0,1 0 0,-1 1 1,0-1-1,1 0 0,-1 0 1,0-2-1,-8-27-1457,5 4-5372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4T07:10:56.67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24575,'4'0'0,"7"0"0,0 5 0,4 5 0,-2 10 0,-2 6 0,-3 3 0,-3 1 0,-3 4 0,-1 1 0,3-5 0,1-13 0,0-14 0,-1-11 0,-1-4-8191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4T07:10:57.01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4T07:10:57.81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24575,'20'538'0,"-19"-489"0,-2-36 0,1 0 0,1 0 0,-1 1 0,2-1 0,0 0 0,1 0 0,0 0 0,9 22 0,-12-34 0,1 0 0,-1 0 0,1 0 0,-1 0 0,1 0 0,0 0 0,0 0 0,0 0 0,-1 0 0,1 0 0,0-1 0,0 1 0,0 0 0,0-1 0,0 1 0,1-1 0,-1 1 0,0-1 0,0 1 0,0-1 0,0 0 0,1 1 0,-1-1 0,2 0 0,0 0 0,-1-1 0,0 1 0,1-1 0,-1 0 0,0 0 0,0 0 0,0 0 0,1 0 0,-1 0 0,0-1 0,0 1 0,1-2 0,8-7 0,-1 0 0,-1-1 0,12-17 0,-17 22 0,48-74 0,-40 58 0,1 1 0,0 0 0,2 1 0,1 1 0,25-25 0,-40 43 0,0-1 0,1 1 0,-1 0 0,1-1 0,-1 1 0,1 0 0,0 0 0,0 0 0,-1 0 0,1 1 0,0-1 0,0 0 0,0 1 0,0-1 0,0 1 0,0-1 0,0 1 0,0 0 0,0 0 0,0 0 0,0 0 0,4 1 0,-4 0 0,0 1 0,-1-1 0,1 0 0,0 1 0,-1-1 0,1 1 0,-1-1 0,1 1 0,-1-1 0,0 1 0,0 0 0,0 0 0,0 0 0,0 0 0,0 0 0,0 0 0,0 3 0,2 7 0,-1 0 0,0 0 0,-1 0 0,0 0 0,-1 0 0,-1 17 0,-1-21 6,0 1 0,0-1 0,-1 0 0,0 0 0,0 0 0,-1 0 0,0-1 0,0 1 0,-1-1 0,0 0 0,0 0 0,-1-1 0,1 1 0,-2-1 0,1-1 0,-1 1 0,1-1 0,-1 0 0,-13 6 0,11-6-93,0-1-1,0 1 1,0-2 0,-1 1-1,0-1 1,0-1 0,0 0-1,0 0 1,0-1-1,0 0 1,0-1 0,0 0-1,0 0 1,-1-1 0,1-1-1,-13-3 1,6-2-6739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4T07:10:58.26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24575,'0'4'0,"0"11"0,4 15 0,2 17 0,0 13 0,3 5 0,0 0 0,-2-6 0,-1-9 0,-3-8 0,4-8 0,4-4 0,5-8 0,0-3 0,-4 0 0,-2-4-8191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4T07:10:58.95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0 137 24575,'29'1'0,"0"2"0,29 6 0,-36-4 0,1-2 0,0 0 0,0-1 0,29-3 0,-48 1 0,-1-1 0,1 0 0,0 0 0,-1 0 0,1 0 0,-1-1 0,0 1 0,1-1 0,-1 0 0,0 0 0,0 0 0,0-1 0,0 1 0,0-1 0,-1 1 0,1-1 0,-1 0 0,0 0 0,0 0 0,0 0 0,0-1 0,0 1 0,-1 0 0,1-1 0,0-3 0,-1 4 0,0 0 0,-1 0 0,1 0 0,-1 1 0,0-1 0,1 0 0,-1 0 0,0 0 0,-1 0 0,1 0 0,-1 0 0,1 1 0,-1-1 0,0 0 0,0 0 0,0 1 0,0-1 0,0 1 0,-1-1 0,1 1 0,-1-1 0,0 1 0,0 0 0,0 0 0,0 0 0,0 0 0,0 0 0,0 0 0,-1 0 0,1 1 0,0-1 0,-6-1 0,2 0 0,-2 0 0,1 1 0,0-1 0,0 2 0,-1-1 0,1 1 0,-1 0 0,1 0 0,-1 1 0,0 0 0,1 1 0,-1 0 0,1 0 0,-1 0 0,1 1 0,0 0 0,-1 0 0,1 1 0,0 0 0,1 0 0,-1 1 0,0 0 0,1 0 0,0 1 0,0-1 0,0 1 0,1 0 0,-1 1 0,1 0 0,1 0 0,-1 0 0,1 0 0,0 0 0,0 1 0,1 0 0,0 0 0,0 0 0,0 0 0,-1 9 0,0 3 0,2 0 0,0 0 0,1-1 0,1 1 0,0 0 0,2 0 0,0 0 0,9 35 0,-10-52 0,1 0 0,-1 0 0,0 0 0,1 0 0,-1 0 0,1-1 0,0 1 0,0 0 0,-1-1 0,1 1 0,0-1 0,0 0 0,1 1 0,-1-1 0,0 0 0,0 0 0,0-1 0,1 1 0,-1 0 0,4 0 0,52 3 0,-45-4 0,22 0 40,1-1 0,44-7 0,-70 6-154,1 1 0,-1-2-1,-1 1 1,1-2 0,0 1 0,-1-1-1,0-1 1,1 1 0,-2-1 0,1-1-1,-1 0 1,14-12 0,-10 3-6712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4T07:11:00.44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24575,'3'0'0,"0"0"0,-1 0 0,1 1 0,0-1 0,0 1 0,-1 0 0,1 0 0,0 0 0,-1 0 0,1 0 0,-1 0 0,1 1 0,-1-1 0,1 1 0,-1 0 0,0 0 0,4 4 0,-2-1 0,0 0 0,-1 0 0,1 1 0,-1 0 0,0 0 0,-1 0 0,4 9 0,0 9 0,-1 0 0,-1 0 0,1 27 0,-4-48 0,1 92 0,-3-71 0,1 1 0,1-1 0,1 1 0,2-1 0,9 38 0,-13-61 0,1 0 0,-1 1 0,1-1 0,-1 1 0,1-1 0,-1 1 0,1-1 0,0 0 0,0 1 0,0-1 0,0 0 0,0 0 0,0 0 0,2 2 0,-2-3 0,-1 0 0,1 0 0,-1 0 0,1 0 0,-1 0 0,0 0 0,1 0 0,-1 0 0,1 0 0,-1-1 0,0 1 0,1 0 0,-1 0 0,1 0 0,-1-1 0,0 1 0,1 0 0,-1 0 0,0-1 0,1 1 0,-1 0 0,0-1 0,0 1 0,1 0 0,-1-1 0,0 1 0,0-1 0,0 1 0,0 0 0,1-1 0,-1 0 0,11-45 0,-1-25 0,3 1 0,3 0 0,26-71 0,-40 135 0,0 0 0,1 1 0,-1-1 0,1 1 0,1 0 0,-1 0 0,1 0 0,-1 0 0,6-4 0,-8 8 0,1 0 0,-1 0 0,0 0 0,0 0 0,1 1 0,-1-1 0,0 1 0,1-1 0,-1 1 0,1-1 0,-1 1 0,1 0 0,-1-1 0,1 1 0,-1 0 0,1 0 0,-1 0 0,1 0 0,-1 1 0,1-1 0,-1 0 0,1 1 0,-1-1 0,1 1 0,-1-1 0,0 1 0,1 0 0,-1-1 0,0 1 0,1 0 0,-1 0 0,0 0 0,0 0 0,0 0 0,0 0 0,0 0 0,0 1 0,0-1 0,0 0 0,-1 0 0,2 3 0,8 10 0,-1 1 0,0 0 0,-1 1 0,-1 0 0,0 0 0,9 34 0,-6-3 0,6 61 0,-16-106 0,0-1 0,0 1 0,0-1 0,0 1 0,1-1 0,-1 0 0,0 1 0,1-1 0,-1 1 0,1-1 0,-1 1 0,1-1 0,0 0 0,-1 0 0,1 1 0,0-1 0,0 0 0,1 2 0,-1-3 0,0 0 0,-1 0 0,1-1 0,0 1 0,-1 0 0,1 0 0,0 0 0,-1-1 0,1 1 0,0 0 0,-1-1 0,1 1 0,-1 0 0,1-1 0,0 1 0,-1-1 0,1 1 0,-1-1 0,1 1 0,-1-1 0,0 1 0,1-1 0,-1 0 0,0 1 0,1-2 0,25-53 0,-22 44 0,0 0 0,1 0 0,-1 0 0,2 0 0,11-17 0,-17 27 0,1 0 0,0-1 0,0 1 0,0 0 0,0 0 0,0 0 0,0 0 0,1 0 0,-1 0 0,0 0 0,0 0 0,1 0 0,-1 1 0,0-1 0,1 0 0,-1 1 0,1-1 0,-1 1 0,1 0 0,-1-1 0,1 1 0,-1 0 0,1 0 0,-1 0 0,1 0 0,-1 0 0,1 0 0,-1 1 0,1-1 0,-1 0 0,1 1 0,-1-1 0,1 1 0,-1 0 0,1-1 0,-1 1 0,0 0 0,0 0 0,1 0 0,-1 0 0,0 0 0,0 0 0,0 0 0,0 0 0,2 3 0,31 50 0,-29-44 0,1 0 0,-1-1 0,1 0 0,1 0 0,13 14 0,-18-21 0,0 0 0,1 0 0,-1-1 0,0 0 0,1 1 0,-1-1 0,1 0 0,-1 0 0,1 0 0,-1 0 0,1-1 0,0 1 0,-1-1 0,1 0 0,0 1 0,0-1 0,-1-1 0,1 1 0,0 0 0,-1 0 0,1-1 0,0 0 0,-1 1 0,1-1 0,0 0 0,-1-1 0,5-1 0,5-5 0,-1-1 0,0 0 0,0 0 0,-1-1 0,0 0 0,-1-1 0,0 0 0,-1 0 0,0-1 0,-1 0 0,0-1 0,-1 0 0,0 0 0,-1 0 0,0 0 0,-1-1 0,-1 0 0,0 0 0,-1 0 0,0-21 0,-7 16 0,-2 35 0,-2 35 0,7-38 0,1 0 0,1 0 0,0 0 0,1 0 0,5 25 0,-5-36 0,0 1 0,0 0 0,0-1 0,0 1 0,0 0 0,1-1 0,-1 0 0,1 1 0,0-1 0,-1 0 0,1 0 0,0 0 0,0 0 0,1 0 0,-1 0 0,0-1 0,1 1 0,-1-1 0,1 1 0,-1-1 0,1 0 0,-1 0 0,1 0 0,0-1 0,0 1 0,0 0 0,-1-1 0,1 0 0,0 0 0,0 0 0,0 0 0,0 0 0,3-1 0,-2 0 0,-1 0 0,1 1 0,-1-2 0,1 1 0,-1 0 0,0-1 0,1 1 0,-1-1 0,0 0 0,0 0 0,0 0 0,-1-1 0,1 1 0,0-1 0,-1 1 0,0-1 0,0 0 0,1 0 0,-1 0 0,-1 0 0,1-1 0,-1 1 0,1 0 0,-1-1 0,0 1 0,0 0 0,1-6 0,1-5 0,-1 0 0,0 0 0,-1 0 0,-1 0 0,-2-25 0,2 36-59,0 0 0,0 0-1,-1 1 1,1-1-1,-1 0 1,0 1 0,0-1-1,0 0 1,0 1 0,0-1-1,0 1 1,-1 0 0,0-1-1,1 1 1,-1 0-1,0 0 1,0 0 0,0 0-1,0 0 1,0 1 0,0-1-1,-4-1 1,-10-4-6767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4T07:11:02.66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261 529 24575,'0'0'0,"1"0"0,-1 0 0,0 0 0,0 0 0,1 1 0,-1-1 0,0 0 0,0 0 0,1 0 0,-1 0 0,0 0 0,0 0 0,1 0 0,-1 0 0,0 0 0,1 0 0,-1 0 0,0 0 0,0 0 0,1 0 0,-1 0 0,0 0 0,0-1 0,1 1 0,-1 0 0,0 0 0,0 0 0,0 0 0,1 0 0,-1-1 0,0 1 0,0 0 0,0 0 0,1 0 0,-1-1 0,0 1 0,0 0 0,0 0 0,0 0 0,0-1 0,1 1 0,-1 0 0,0 0 0,0-1 0,0 1 0,0 0 0,0 0 0,0-1 0,0 1 0,0 0 0,0-1 0,0 1 0,0 0 0,0 0 0,0-1 0,0 1 0,0 0 0,0 0 0,-1-1 0,1 1 0,0 0 0,0 0 0,0-1 0,0 1 0,-17-11 0,3 8 0,-1 0 0,1 1 0,-1 0 0,0 2 0,-20 0 0,30 1 0,1-1 0,-1 0 0,1 1 0,-1 0 0,1 0 0,0 0 0,0 1 0,-1-1 0,1 1 0,0 0 0,0 0 0,1 1 0,-1-1 0,0 1 0,1 0 0,0 0 0,-1 0 0,1 0 0,0 0 0,1 1 0,-5 6 0,-2 7 0,0 1 0,2 0 0,0 1 0,1 0 0,1 0 0,1 0 0,0 1 0,1-1 0,1 23 0,2-41 0,-1 1 0,1 0 0,0-1 0,1 1 0,-1-1 0,0 1 0,0-1 0,1 1 0,-1-1 0,1 0 0,-1 1 0,1-1 0,-1 1 0,1-1 0,0 0 0,0 1 0,0-1 0,0 0 0,0 0 0,0 0 0,1 1 0,-1-1 0,0-1 0,1 1 0,-1-1 0,0 0 0,0 0 0,1 0 0,-1 1 0,0-1 0,1 0 0,-1-1 0,0 1 0,0 0 0,1 0 0,-1 0 0,0-1 0,0 1 0,1-1 0,-1 1 0,1-2 0,7-3 0,0 0 0,0-1 0,-1-1 0,14-12 0,-3 0 0,-2-1 0,0-1 0,-1-1 0,-1 0 0,-1-1 0,0-1 0,-2 0 0,-2 0 0,0-1 0,-1-1 0,8-37 0,-7 10 0,-2-1 0,-2 0 0,-3 0 0,-6-93 0,2 135 0,0 1 0,0-1 0,-1 0 0,-4-12 0,6 24 0,0 0 0,0 0 0,0 0 0,0 0 0,-1 0 0,1 0 0,0 0 0,0 1 0,0-1 0,0 0 0,0 0 0,0 0 0,0 0 0,0 0 0,0 0 0,0 0 0,0 0 0,0 0 0,0 0 0,0 1 0,0-1 0,0 0 0,0 0 0,-1 0 0,1 0 0,0 0 0,0 0 0,0 0 0,0 0 0,0 0 0,0 0 0,0 0 0,0 0 0,-1 0 0,1 0 0,0 0 0,0 0 0,0 0 0,0 0 0,0 0 0,0 0 0,0 0 0,0 0 0,-1 0 0,1 0 0,0 0 0,0 0 0,0 0 0,0 0 0,0 0 0,0 0 0,0 0 0,0 0 0,0-1 0,0 1 0,-1 0 0,1 0 0,0 0 0,0 0 0,0 0 0,0 0 0,0 0 0,0 0 0,0-1 0,-5 18 0,0 20 0,2 402 0,4-416 0,0-1 0,2 1 0,1 0 0,0-1 0,11 32 0,-12-46 0,0-1 0,0 1 0,1-1 0,0 0 0,0 0 0,1 0 0,0-1 0,0 1 0,1-1 0,-1 0 0,1-1 0,0 0 0,1 0 0,0 0 0,-1 0 0,1-1 0,1 0 0,10 4 0,3-2 0,0 0 0,-1-2 0,2 0 0,-1-2 0,0 0 0,0-1 0,30-3 0,-35 1 0,-1-1 0,0 0 0,1-1 0,-1-1 0,0-1 0,-1 0 0,1 0 0,-1-2 0,0 0 0,23-15 0,-32 17 0,0 1 0,0-2 0,-1 1 0,1 0 0,-1-1 0,0 0 0,-1 0 0,1 0 0,-1 0 0,-1-1 0,1 1 0,-1-1 0,0 0 0,0 1 0,-1-1 0,0 0 0,0-8 0,0-14 0,-1 1 0,-7-53 0,5 64 0,2 15 0,0-1 0,0 1 0,0 0 0,-1-1 0,1 1 0,-1-1 0,1 1 0,-1-1 0,0 1 0,0 0 0,0 0 0,0-1 0,0 1 0,0 0 0,-1 0 0,1 0 0,-1 0 0,1 0 0,-1 0 0,0 1 0,0-1 0,0 1 0,0-1 0,0 1 0,0 0 0,0-1 0,0 1 0,-1 0 0,1 0 0,0 1 0,-4-2 0,1 2 0,0 1 0,0-1 0,0 1 0,0 0 0,1 0 0,-1 0 0,0 1 0,1 0 0,-1 0 0,1 0 0,-1 0 0,1 1 0,0-1 0,-7 7 0,3-2 0,0 0 0,1 1 0,0 0 0,0 0 0,0 1 0,1 0 0,1 0 0,0 0 0,0 1 0,1 0 0,0-1 0,-4 14 0,4-7 0,1-1 0,0 1 0,1 0 0,1 0 0,0 0 0,1 0 0,3 25 0,-2-36 0,0-1 0,1 0 0,-1 0 0,1 0 0,0 0 0,0 0 0,0 0 0,1 0 0,0-1 0,-1 1 0,1-1 0,0 0 0,0 0 0,1 0 0,-1 0 0,1 0 0,-1-1 0,1 1 0,0-1 0,0 0 0,0 0 0,0-1 0,1 1 0,5 0 0,11 4 0,0-1 0,1-1 0,31 1 0,-53-5 0,49 2 0,1-2 0,-1-2 0,0-3 0,-1-1 0,92-26 0,-74 13 0,-2-4 0,0-2 0,100-57 0,-151 75 0,-1-1 0,0 0 0,0-1 0,0 0 0,-1-1 0,-1 0 0,0-1 0,0 0 0,-1-1 0,0 0 0,12-23 0,-16 23 0,0-1 0,-1 1 0,0-1 0,-1 0 0,0 0 0,-1 0 0,-1-1 0,0 1 0,-1 0 0,0 0 0,-1-1 0,0 1 0,-4-14 0,1 10 0,0 1 0,-1 1 0,0-1 0,-2 1 0,1 0 0,-2 0 0,0 1 0,-1 0 0,0 0 0,-1 1 0,-1 1 0,0-1 0,-1 2 0,0 0 0,-1 0 0,-27-18 0,39 29 0,1-1 0,-1 0 0,0 1 0,0-1 0,0 1 0,0-1 0,0 1 0,0-1 0,1 1 0,-1 0 0,0-1 0,0 1 0,0 0 0,0 0 0,0 0 0,-1 0 0,1 0 0,0 0 0,0 0 0,0 0 0,0 0 0,0 0 0,0 0 0,0 1 0,0-1 0,0 0 0,-1 2 0,0-1 0,1 1 0,0-1 0,-1 1 0,1 0 0,0-1 0,0 1 0,0 0 0,0 0 0,1 0 0,-1 0 0,0 0 0,1 0 0,-1 3 0,-2 12 0,2 0 0,1 32 0,0-35 0,2 52 0,2 0 0,4-1 0,2 1 0,3-2 0,37 107 0,-47-161 0,1-1 0,-1 0 0,2 0 0,-1-1 0,1 1 0,1-1 0,-1 0 0,1-1 0,9 9 0,-11-12 0,1 0 0,0-1 0,0 0 0,1 0 0,-1 0 0,1-1 0,-1 1 0,1-1 0,0-1 0,0 1 0,0-1 0,0 0 0,0 0 0,0-1 0,12 0 0,-1-1 0,1 0 0,-1-2 0,0 0 0,0 0 0,0-2 0,0 0 0,0-1 0,-1-1 0,0 0 0,-1-2 0,0 1 0,0-2 0,14-11 0,-18 12 0,-1-1 0,1 0 0,-2 0 0,1-1 0,-2 0 0,1-1 0,-2 0 0,1-1 0,-2 1 0,1-1 0,-2-1 0,0 1 0,-1-1 0,0 0 0,-1 0 0,2-18 0,-9 228 0,-1 40 0,5-231 0,-1 0 0,0 0 0,0-1 0,-1 1 0,0 0 0,1-1 0,-1 0 0,-1 1 0,1-1 0,-1 0 0,1 0 0,-1 0 0,0 0 0,-1-1 0,1 1 0,-6 3 0,-5 4 0,-1 0 0,-1-1 0,-17 8 0,-9 5 0,-165 121-1365,137-89-5461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4T07:11:04.69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24575,'0'9'0,"0"11"0,0 16 0,0 11 0,5 1 0,1-2 0,-1-1 0,0-4 0,-2-4 0,-1-8-8191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4T07:11:11.06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25 185 24575,'-1'0'0,"0"-1"0,0 1 0,0-1 0,0 1 0,0-1 0,0 1 0,1-1 0,-1 0 0,0 0 0,0 1 0,0-1 0,1 0 0,-1 0 0,0 0 0,1 0 0,-1 0 0,1 0 0,-1 0 0,1 0 0,-1 0 0,1 0 0,0 0 0,-1 0 0,1 0 0,0 0 0,0-2 0,-5-35 0,4 33 0,0-4 0,1 0 0,-1 0 0,2 1 0,-1-1 0,1 0 0,0 0 0,4-11 0,-4 18 0,-1 0 0,1 0 0,0 0 0,0 0 0,0 0 0,0 0 0,0 1 0,1-1 0,-1 0 0,1 1 0,-1-1 0,1 1 0,-1-1 0,1 1 0,0 0 0,-1 0 0,1 0 0,0 0 0,0 0 0,0 0 0,0 0 0,0 1 0,0-1 0,0 1 0,0-1 0,0 1 0,0 0 0,0 0 0,1 0 0,-1 0 0,0 0 0,0 0 0,0 0 0,0 1 0,0-1 0,3 2 0,-1 0 0,1 0 0,-1 0 0,0 0 0,0 1 0,-1-1 0,1 1 0,-1 0 0,1 0 0,-1 0 0,0 1 0,0-1 0,0 1 0,0 0 0,-1 0 0,0-1 0,0 2 0,0-1 0,0 0 0,0 0 0,-1 1 0,1 4 0,3 9 0,0 0 0,-2 1 0,2 33 0,-4-42 0,-1-1 0,-1 1 0,0 0 0,0 0 0,-1 0 0,0-1 0,-1 1 0,-7 17 0,1-9 0,-1 0 0,0-1 0,-17 21 0,11-6 0,16-31 0,0 0 0,-1-1 0,1 1 0,0-1 0,0 1 0,0-1 0,0 1 0,0-1 0,0 1 0,0 0 0,0-1 0,0 1 0,1-1 0,-1 1 0,0-1 0,0 1 0,0-1 0,1 1 0,-1-1 0,0 1 0,1-1 0,-1 1 0,0-1 0,1 1 0,-1-1 0,0 0 0,1 1 0,-1-1 0,1 0 0,-1 1 0,1-1 0,-1 0 0,1 0 0,-1 1 0,1-1 0,-1 0 0,1 0 0,-1 0 0,1 0 0,-1 1 0,1-1 0,0 0 0,-1 0 0,1 0 0,-1 0 0,1 0 0,-1-1 0,1 1 0,0 0 0,-1 0 0,1 0 0,-1 0 0,1-1 0,-1 1 0,1 0 0,-1 0 0,1-1 0,-1 1 0,1-1 0,25-9 0,0-1 0,0-2 0,-2 0 0,0-2 0,32-24 0,-5 4 0,31-15-1365,-55 37-5461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4T07:11:12.17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1 209 24575,'0'-13'0,"0"0"0,1 0 0,0 1 0,1-1 0,1 1 0,4-14 0,-5 21 0,0 0 0,0 0 0,1 1 0,-1-1 0,1 1 0,1-1 0,-1 1 0,0 0 0,1 0 0,0 0 0,0 1 0,0-1 0,1 1 0,-1 0 0,1 0 0,8-4 0,0 1 0,0 1 0,0 0 0,1 0 0,-1 2 0,1-1 0,0 2 0,17-2 0,-28 4 0,1 0 0,-1 0 0,0 0 0,0 1 0,0-1 0,1 1 0,-1-1 0,0 1 0,0 0 0,0 0 0,0 1 0,0-1 0,0 1 0,0-1 0,-1 1 0,1 0 0,-1 0 0,1 0 0,-1 0 0,1 1 0,-1-1 0,0 1 0,0-1 0,0 1 0,-1 0 0,1 0 0,-1-1 0,1 1 0,-1 0 0,0 0 0,0 1 0,0-1 0,-1 0 0,1 0 0,-1 0 0,0 7 0,2 29 0,-3 1 0,-1-1 0,-7 40 0,8-75 0,1-1 0,-1 0 0,1 0 0,0 1 0,0-1 0,1 0 0,-1 1 0,1-1 0,-1 0 0,3 5 0,-3-7 0,1 0 0,0 1 0,-1-1 0,1 0 0,0 0 0,0 0 0,0 0 0,-1 0 0,1 0 0,0-1 0,0 1 0,1 0 0,-1 0 0,0-1 0,0 1 0,0-1 0,0 1 0,3 0 0,3 0 0,0-1 0,0 0 0,0 0 0,0 0 0,0-1 0,-1 0 0,14-4 0,-12 3 0,-1 0 0,0 1 0,0 0 0,1 0 0,-1 1 0,0 0 0,9 0 0,-14 1 0,0 0 0,0 0 0,0 1 0,0-1 0,0 0 0,0 1 0,0-1 0,0 1 0,0 0 0,-1 0 0,1-1 0,-1 1 0,1 0 0,-1 0 0,0 0 0,0 1 0,0-1 0,0 0 0,0 0 0,0 1 0,-1-1 0,1 0 0,-1 1 0,0-1 0,1 4 0,0 70 0,-1-63 0,0-3 0,-1 0 0,0 0 0,0 0 0,-1-1 0,0 1 0,-1-1 0,0 1 0,-6 14 0,5-18 0,1-1 0,-1 1 0,0-1 0,-1 0 0,1 0 0,-1-1 0,0 1 0,0-1 0,0 0 0,-1 0 0,1-1 0,-1 0 0,-11 5 0,2-3-170,1 0-1,0-2 0,-1 0 1,1 0-1,-1-1 0,0-1 1,-21-1-1,13-1-6655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4T07:11:13.46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79 0 24575,'-2'23'0,"-1"0"0,-1 0 0,-1 0 0,-1-1 0,0 1 0,-13 25 0,-10 36 0,28-82 0,0 0 0,1 0 0,-1 0 0,1 1 0,-1-1 0,1 0 0,0 0 0,0 0 0,0 1 0,0-1 0,0 0 0,0 0 0,1 0 0,-1 1 0,1-1 0,-1 0 0,1 0 0,0 0 0,0 0 0,0 0 0,0 0 0,0 0 0,0 0 0,1-1 0,1 4 0,0-4 0,0 1 0,0 0 0,0-1 0,0 1 0,0-1 0,0 0 0,1 0 0,-1-1 0,0 1 0,0 0 0,1-1 0,-1 0 0,0 0 0,1 0 0,3-1 0,0 1 0,-1-1 0,0 0 0,0 0 0,-1 0 0,1-1 0,0 0 0,0 0 0,-1 0 0,1-1 0,-1 0 0,0 0 0,0 0 0,0 0 0,0-1 0,0 0 0,-1 0 0,0-1 0,7-8 0,-2-29 0,-9 38 0,-1 27 0,-1 386 0,5-365-1365,3-8-5461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4T07:11:14.49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0 127 24575,'0'-5'0,"5"0"0,1-5 0,4-1 0,0-2 0,4 1 0,7-2 0,5 1 0,2-1 0,6 1 0,1 3 0,-6 4-8191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4T07:11:15.12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 0 24575,'0'20'0,"-1"-11"0,1 0 0,0 1 0,0-1 0,1 0 0,4 15 0,-5-22 0,1 0 0,0 0 0,0 0 0,0 0 0,0-1 0,0 1 0,0 0 0,0 0 0,1-1 0,-1 1 0,1-1 0,-1 1 0,1-1 0,-1 0 0,1 1 0,0-1 0,0 0 0,0 0 0,-1 0 0,1-1 0,0 1 0,0 0 0,0-1 0,0 1 0,0-1 0,1 0 0,-1 1 0,0-1 0,0 0 0,2 0 0,6-1 0,0-1 0,-1 0 0,1 0 0,0 0 0,-1-2 0,11-4 0,-12 5 0,0 0 0,0 0 0,1 0 0,-1 1 0,1 1 0,14-2 0,-20 3 0,0 0 0,1 1 0,-1 0 0,0-1 0,0 1 0,0 0 0,0 1 0,0-1 0,0 0 0,0 1 0,0 0 0,-1-1 0,1 1 0,-1 0 0,1 1 0,-1-1 0,0 0 0,1 1 0,-1-1 0,0 1 0,-1 0 0,3 4 0,4 8-85,-1 0 0,-1 1-1,0 0 1,-1 0 0,-1 0-1,0 0 1,-2 1 0,0-1-1,0 1 1,-2 0 0,0-1-1,-1 1 1,0 0 0,-1-1-1,-6 21 1,1-19-6741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4T07:11:16.19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57 0 24575,'-1'19'0,"-1"0"0,-1 0 0,-1 0 0,-8 23 0,-6 27 0,12-35 0,1 1 0,-1 47 0,6-74 0,0 0 0,1 0 0,-1 0 0,1 0 0,1 0 0,0 0 0,0 0 0,0 0 0,1 0 0,0-1 0,0 0 0,1 1 0,0-1 0,1-1 0,-1 1 0,7 7 0,-3-7 0,-1 0 0,1-1 0,0 0 0,0 0 0,1 0 0,0-1 0,-1 0 0,19 6 0,-23-10 0,-1-1 0,0 1 0,1-1 0,-1 1 0,0-1 0,1 0 0,-1-1 0,0 1 0,1 0 0,-1-1 0,0 0 0,1 0 0,-1 0 0,0 0 0,0 0 0,0-1 0,0 1 0,0-1 0,0 0 0,0 0 0,-1 0 0,1 0 0,-1 0 0,1-1 0,-1 1 0,0-1 0,0 1 0,0-1 0,3-6 0,-1 2 0,0-1 0,0 0 0,-1 1 0,0-2 0,0 1 0,0 0 0,-1 0 0,-1-1 0,0 1 0,0-1 0,0 0 0,-2-13 0,1 19 0,0 0 0,-1 0 0,0 1 0,1-1 0,-1 0 0,0 1 0,0-1 0,0 0 0,-1 1 0,1 0 0,-1-1 0,1 1 0,-1 0 0,0 0 0,0 0 0,-4-4 0,3 4 0,0 1 0,0-1 0,-1 1 0,1 0 0,0 0 0,-1 0 0,1 0 0,0 1 0,-1-1 0,1 1 0,-1 0 0,1 0 0,-1 0 0,1 0 0,0 1 0,-1-1 0,-3 2 0,2-1 0,1 0 0,-1 1 0,1-1 0,0 1 0,0-1 0,0 1 0,0 1 0,0-1 0,0 0 0,0 1 0,1 0 0,-1 0 0,-3 4 0,1 1 0,0 1 0,1-1 0,0 1 0,-6 13 0,1-1 0,9-18-136,-1 0-1,1 0 1,-1-1-1,0 1 1,0-1-1,0 0 1,0 1-1,-1-1 0,-3 3 1,-8 3-6690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4T07:11:17.48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58 24575,'0'-2'0,"0"0"0,1 0 0,-1-1 0,1 1 0,-1 0 0,1 0 0,0 0 0,0 0 0,-1 0 0,2 0 0,-1 0 0,0 0 0,0 0 0,1 1 0,-1-1 0,0 0 0,1 1 0,0-1 0,-1 1 0,1 0 0,0 0 0,0-1 0,0 1 0,0 0 0,0 0 0,0 1 0,0-1 0,0 0 0,4 0 0,6-2 0,1 1 0,0 0 0,23 0 0,-27 2 0,-7 0 0,-1-1 0,1 1 0,0 0 0,-1 0 0,1 1 0,0-1 0,-1 0 0,1 0 0,0 1 0,-1-1 0,1 1 0,-1 0 0,1-1 0,0 1 0,-1 0 0,0 0 0,1 0 0,-1 0 0,1 0 0,-1 0 0,0 0 0,2 3 0,-2-2 0,0 1 0,1 0 0,-2-1 0,1 1 0,0 0 0,0-1 0,-1 1 0,0 0 0,1 0 0,-1 0 0,0-1 0,-1 6 0,-2 10 0,-1-1 0,0 1 0,-12 27 0,9-24 0,-59 192-1365,56-181-5461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4T07:11:18.88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18 217 24575,'-9'48'0,"7"-44"0,0 1 0,1 0 0,0 0 0,0 0 0,0 0 0,0 10 0,2-12 0,-1-1 0,1 1 0,0-1 0,-1 0 0,1 1 0,0-1 0,1 0 0,-1 0 0,0 1 0,0-1 0,1 0 0,-1 0 0,1 0 0,0-1 0,0 1 0,0 0 0,0-1 0,3 3 0,14 8 0,0-1 0,24 10 0,-31-16 0,0 0 0,-1 0 0,1 1 0,-1 1 0,0 0 0,-1 0 0,0 1 0,0 1 0,-1 0 0,14 15 0,-21-20 0,0 0 0,0 1 0,0-1 0,0 0 0,-1 1 0,0 0 0,0-1 0,0 1 0,0 0 0,-1-1 0,0 1 0,0 0 0,0 0 0,0-1 0,-1 1 0,0 0 0,0-1 0,0 1 0,0 0 0,-1-1 0,0 0 0,0 1 0,0-1 0,0 0 0,-1 0 0,0 0 0,0 0 0,0-1 0,0 1 0,0-1 0,-1 1 0,0-1 0,1-1 0,-1 1 0,0 0 0,0-1 0,-1 0 0,1 0 0,0 0 0,-1 0 0,1-1 0,-7 2 0,9-3 0,0 1 0,0-1 0,0 0 0,0 0 0,0 0 0,-1 0 0,1 0 0,0 0 0,0-1 0,0 1 0,0-1 0,0 1 0,0-1 0,0 0 0,0 0 0,1 0 0,-1 0 0,0 0 0,0 0 0,1 0 0,-1-1 0,0 1 0,1-1 0,-2-1 0,0-1 0,1 0 0,-1-1 0,1 1 0,0-1 0,0 0 0,0 0 0,1 1 0,-1-1 0,0-10 0,0-4 0,1-1 0,1 1 0,1-1 0,4-25 0,0 18 0,2 1 0,0-1 0,2 2 0,1-1 0,26-45 0,81-110 0,-90 134 0,-27 47 0,1-1 0,-1 0 0,0 0 0,0 0 0,1 0 0,-1 0 0,0 0 0,0 1 0,0-1 0,0 0 0,0 0 0,0 0 0,0 0 0,0 0 0,0 0 0,-1 0 0,1 0 0,0 0 0,-1 1 0,1-2 0,-1 1 0,0 1 0,0-1 0,0 1 0,0-1 0,0 1 0,0-1 0,0 1 0,0 0 0,0-1 0,0 1 0,0 0 0,0 0 0,0 0 0,0 0 0,0 0 0,0 0 0,0 0 0,0 0 0,0 0 0,0 1 0,0-1 0,-2 1 0,-8 2 0,0 1 0,1 1 0,0-1 0,-1 2 0,2-1 0,-1 1 0,1 1 0,0 0 0,-15 14 0,0 3 0,2 0 0,-22 31 0,2 6-1365,27-40-5461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4T07:18:08.05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0 181 24575,'1850'0'0,"-1559"-14"0,-20 1 0,160-7 0,-292 16 0,-91 4 0,91-11 0,95-10 0,-117 14 0,245-29 0,-195 33 0,-14 1 0,-73-10 0,-52 6 0,44-1 0,129-18 0,129 26 0,409 53 0,200 35 0,-660-75 0,46 5 0,403 14 0,4-34 0,-274-2 0,911 3 0,-1350-1 0,-1-2 0,0 0 0,0-1 0,0-1 0,-1 0 0,20-10 0,31-9 0,-23 12 0,2 1 0,-1 3 0,1 1 0,83 0 0,156 6 0,284 4 0,-241 34 0,-72-5 0,804 3 0,-439-6 0,-236-5 0,-195-16 0,366 10 0,-457-15 0,148 26 0,-208-23 0,96 6 0,239-8 0,-194-7 0,170 5 0,328-5 0,-479-7 0,342-63 0,-478 63 0,120-2 0,-117 10 0,102-15 0,-34-2 94,26-6-1553,-137 20-5367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4T07:20:23.92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471 0 24575,'-5'9'0,"-10"16"0,-6 21 0,-10 21 0,-11 12 0,-4 6 0,-8 6 0,2-4 0,1-8 0,4-12 0,2-14 0,8-11 0,15-22 0,20-18 0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4T07:20:24.56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671 0 24575,'-1'12'0,"0"1"0,-1-1 0,0 0 0,-1 0 0,0 0 0,-1 0 0,0-1 0,-1 1 0,-7 11 0,-10 14 0,-33 43 0,44-64 0,-189 235 0,81-107 0,118-143-3,-192 234-1359,161-199-5464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4T08:08:42.24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5 979 24575,'-2'120'0,"-1"-41"0,14 130 0,-10-200 0,0-1 0,1 1 0,0 0 0,0-1 0,1 0 0,6 12 0,-9-18 0,1-1 0,0 1 0,0-1 0,0 0 0,0 1 0,0-1 0,0 0 0,1 0 0,-1 0 0,0 0 0,1 0 0,-1 0 0,0 0 0,1 0 0,0 0 0,-1-1 0,1 1 0,-1 0 0,1-1 0,0 0 0,-1 1 0,1-1 0,0 0 0,-1 0 0,1 0 0,0 0 0,-1 0 0,1 0 0,0 0 0,-1-1 0,1 1 0,0-1 0,-1 1 0,1-1 0,-1 0 0,1 1 0,-1-1 0,1 0 0,2-2 0,16-11 0,-1-1 0,-1-1 0,-1-1 0,0-1 0,-1 0 0,0-1 0,19-32 0,-6 11 0,278-388 0,82-109 0,-202 310-1365,-121 156-5461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4T08:08:42.68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1 179 24575,'6'368'0,"2"-256"0,26 139 0,-32-240 0,0 1 0,1 0 0,0 0 0,7 18 0,-9-28 0,0-1 0,-1 1 0,1 0 0,0 0 0,0 0 0,0-1 0,0 1 0,0-1 0,1 1 0,-1-1 0,1 1 0,-1-1 0,1 0 0,-1 1 0,1-1 0,-1 0 0,1 0 0,0 0 0,0 0 0,0-1 0,-1 1 0,1 0 0,0-1 0,0 1 0,0-1 0,0 0 0,0 0 0,4 0 0,3-2 0,0-2 0,0 1 0,-1-1 0,1-1 0,-1 1 0,0-1 0,0-1 0,-1 1 0,1-2 0,-1 1 0,6-8 0,-10 11 0,220-221 0,-39 37 0,363-302-1365,-488 438-5461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4T08:10:14.78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28 647 24575,'0'-4'0,"0"2"0,0 11 0,0 17 0,-5 13 0,-5 4 0,-2 0 0,11-13 0,23-24 0,33-35 0,40-40 0,37-29 0,24-16 0,3-11 0,-4-2 0,-11 13 0,-25 20 0,-33 27-8191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4T08:10:15.16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54 601 24575,'-2'0'0,"0"0"0,0 1 0,0-1 0,0 1 0,0 0 0,0-1 0,0 1 0,0 0 0,0 0 0,1 0 0,-1 0 0,0 1 0,1-1 0,-1 0 0,1 1 0,-1-1 0,1 1 0,0-1 0,-1 1 0,1 0 0,0-1 0,0 1 0,0 0 0,0 0 0,1 0 0,-1 0 0,0 0 0,1 0 0,-1 3 0,-2 10 0,1-1 0,0 1 0,0 16 0,2-17 0,-1-8 0,1 0 0,0 1 0,0-1 0,1 0 0,-1 0 0,1 0 0,3 7 0,-4-11 0,1 0 0,0 0 0,0-1 0,0 1 0,0 0 0,0-1 0,1 1 0,-1-1 0,0 1 0,1-1 0,-1 0 0,1 0 0,0 1 0,-1-1 0,1 0 0,0 0 0,-1-1 0,1 1 0,0 0 0,0 0 0,0-1 0,0 0 0,0 1 0,0-1 0,0 0 0,0 0 0,0 0 0,2 0 0,17-2 0,-1-1 0,0-1 0,1-1 0,-2-1 0,1-1 0,28-13 0,-27 11 0,229-92 13,423-163-748,497-106-631,-1060 344-4737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4T08:15:21.48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1 873 24575,'0'29'0,"2"0"0,1 0 0,2-1 0,8 32 0,-9-44 0,1 0 0,1-1 0,0 0 0,1 0 0,1-1 0,0 1 0,1-2 0,18 22 0,-24-31 0,0-1 0,0 0 0,0 0 0,1-1 0,-1 1 0,1-1 0,0 1 0,-1-1 0,1 0 0,0-1 0,0 1 0,0-1 0,0 0 0,1 0 0,-1 0 0,0 0 0,1-1 0,-1 1 0,0-1 0,0 0 0,1-1 0,-1 1 0,0-1 0,1 0 0,-1 0 0,0 0 0,0 0 0,0-1 0,5-2 0,9-6 0,0 0 0,-1-2 0,0 0 0,29-27 0,-29 24 0,1311-1016 0,-1306 1016 0,-1 0 0,0 1 0,1 1 0,1 1 0,24-9 0,-45 19 4,0 1-1,1 1 0,-1-1 0,1 0 0,-1 0 1,1 1-1,-1 0 0,1-1 0,-1 1 1,1 0-1,-1 0 0,1 0 0,0 1 1,-1-1-1,1 1 0,-1-1 0,0 1 1,1 0-1,-1 0 0,1 0 0,-1 0 1,0 0-1,0 1 0,0-1 0,0 1 1,0-1-1,0 1 0,0 0 0,0 0 1,0 0-1,-1 0 0,1 0 0,1 3 1,1 5-215,0-1 0,0 1 0,-1 0 0,-1 0 1,1 0-1,0 19 0,3 33-6615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4T08:15:22.00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1 275 24575,'0'125'0,"11"341"0,-11-465 0,2 19 0,0 0 0,1 0 0,12 37 0,-14-53 0,0 0 0,1 0 0,-1 0 0,1 0 0,0 0 0,0-1 0,1 1 0,-1-1 0,1 0 0,-1 0 0,1 0 0,0 0 0,0 0 0,1 0 0,-1-1 0,1 1 0,-1-1 0,1 0 0,0 0 0,-1-1 0,1 1 0,0-1 0,0 0 0,0 0 0,6 1 0,-1-2 0,1 0 0,-1 0 0,0-1 0,1 0 0,-1-1 0,0 0 0,0-1 0,0 0 0,12-5 0,10-7 0,36-24 0,-41 24 0,411-268 0,-94 57 0,-291 194 0,335-198 0,-308 189 0,2 3 0,170-54 0,-236 88-107,3-2 187,0 2 0,28-4 1,-43 7-156,1 1 0,-1 0 0,1 0 0,-1 0 0,0 0 0,1 0 0,-1 1 0,1-1 0,-1 1 0,0 0 0,0 0 0,1 0 0,-1 1 1,0-1-1,0 1 0,0 0 0,0 0 0,-1 0 0,6 4 0,5 14-6751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4T18:47:25.04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30 24575,'27'-2'0,"0"0"0,30-8 0,-27 5 0,48-3 0,878 6 0,-466 4 0,4308-2 0,-4362 26 0,-81-2 0,-48-18 0,179 6 0,-94 0 0,57 2 0,386 54 0,-413-41 0,108 13 0,-44-6 0,-257-25 0,239 5 0,-168-12 0,444-5 0,-526-9 0,93-2 0,903 15 0,-1168-4 0,1-1 0,65-16 0,-67 11 0,0 2 0,75-3 0,-52 10 0,114-14 0,-141 9 20,1 2 0,-1 1 0,1 3 0,-1 1 0,44 9 0,197 55-1505,-236-53-5341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4T18:47:26.54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54 24575,'464'14'0,"-14"0"0,-74-1 0,-1-1 0,432-13 0,-772-1 0,-1-2 0,-1-1 0,53-15 0,-15 3 0,-21 6 0,18-4 0,1 3 0,100-6 0,646 17 0,-376 3 0,237 24 0,81 1-1365,-722-28-5461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4T19:03:07.06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1 369 24575,'4'0'0,"6"0"0,10-9 0,11-11 0,8-8 0,7-7 0,9-6 0,7-6 0,-1 1 0,-3 5 0,-2-1 0,-6 8 0,-12 9-8191</inkml:trace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4T19:03:07.44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0 596 24575,'0'-4'0,"5"-6"0,10-6 0,11-13 0,10-11 0,17-15 0,7-13 0,8-3 0,1-2 0,-3 1 0,1 5 0,-7 14 0,-13 15-8191</inkml:trace>
</inkml:ink>
</file>

<file path=ppt/ink/ink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4T19:03:08.94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24575,'5'0'0</inkml:trace>
</inkml:ink>
</file>

<file path=ppt/ink/ink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4T19:03:12.35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81 24575,'251'1'0,"277"-3"0,-336-11 0,78-1 0,48 0 0,103 1 0,-8 0 0,222 0 0,-386 16 0,640 50 0,-166-3 0,375-7 0,-579-2 0,-117-10 0,-52-6 0,450-6 0,-505-22 0,-12 1 0,293 5 0,-382 9 0,69 2 0,-124-14-1365,-83 0-5461</inkml:trace>
</inkml:ink>
</file>

<file path=ppt/ink/ink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4T19:19:19.46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81 24575,'510'0'0,"-460"-3"0,0-2 0,57-12 0,38-5 0,175-4 0,230 19 0,-311 9 0,5959-2 0,-6025 14 0,-15-2 0,548-11 0,-335-2 0,-181 14 0,-13 1 0,119-1 0,69 0 0,-323-14 0,75 1 0,138 16 0,-121-5 0,206-9 0,-156-5 0,2644 3 0,-1898 41 0,-188-4 0,-656-36-1365,-59-1-5461</inkml:trace>
</inkml:ink>
</file>

<file path=ppt/ink/ink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4T19:20:34.27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26 1 24575,'-4'0'0,"-6"0"0,-2 0-8191</inkml:trace>
</inkml:ink>
</file>

<file path=ppt/ink/ink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4T19:47:44.79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24575,'2505'0'0,"-1954"27"0,-239-6 0,-142-12-100,445 14-1165,-551-23-5561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C15E3D8-DDB0-4D1F-BC26-95A94F663B19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C03963F-15E3-4F9A-906F-AFE85BBD62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10787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7">
            <a:extLst>
              <a:ext uri="{FF2B5EF4-FFF2-40B4-BE49-F238E27FC236}">
                <a16:creationId xmlns:a16="http://schemas.microsoft.com/office/drawing/2014/main" id="{AB0AE690-C76A-A67F-2866-2796526557D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7D3265A2-CDCE-4AAC-8D9F-558E34C0516C}" type="slidenum">
              <a:rPr lang="en-GB" altLang="en-US" smtClean="0"/>
              <a:pPr>
                <a:spcBef>
                  <a:spcPct val="0"/>
                </a:spcBef>
              </a:pPr>
              <a:t>10</a:t>
            </a:fld>
            <a:endParaRPr lang="en-GB" altLang="en-US"/>
          </a:p>
        </p:txBody>
      </p:sp>
      <p:sp>
        <p:nvSpPr>
          <p:cNvPr id="23555" name="Rectangle 2">
            <a:extLst>
              <a:ext uri="{FF2B5EF4-FFF2-40B4-BE49-F238E27FC236}">
                <a16:creationId xmlns:a16="http://schemas.microsoft.com/office/drawing/2014/main" id="{0C74D828-8136-6DAE-8D93-6CB94233B5E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098550" y="676275"/>
            <a:ext cx="4603750" cy="3452813"/>
          </a:xfrm>
          <a:ln/>
        </p:spPr>
      </p:sp>
      <p:sp>
        <p:nvSpPr>
          <p:cNvPr id="23556" name="Rectangle 3">
            <a:extLst>
              <a:ext uri="{FF2B5EF4-FFF2-40B4-BE49-F238E27FC236}">
                <a16:creationId xmlns:a16="http://schemas.microsoft.com/office/drawing/2014/main" id="{F7ADF5C8-8498-63D9-BCBE-3F0CE6A2DA9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96938" y="4352925"/>
            <a:ext cx="5083175" cy="4129088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7">
            <a:extLst>
              <a:ext uri="{FF2B5EF4-FFF2-40B4-BE49-F238E27FC236}">
                <a16:creationId xmlns:a16="http://schemas.microsoft.com/office/drawing/2014/main" id="{A490C80A-8CA6-BCD5-4E42-0DCFF7451DD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95AE0DE5-D9D3-4A34-9ACB-3605123ACD17}" type="slidenum">
              <a:rPr lang="en-US" altLang="en-US" smtClean="0"/>
              <a:pPr>
                <a:spcBef>
                  <a:spcPct val="0"/>
                </a:spcBef>
              </a:pPr>
              <a:t>33</a:t>
            </a:fld>
            <a:endParaRPr lang="en-US" altLang="en-US"/>
          </a:p>
        </p:txBody>
      </p:sp>
      <p:sp>
        <p:nvSpPr>
          <p:cNvPr id="50179" name="Rectangle 2">
            <a:extLst>
              <a:ext uri="{FF2B5EF4-FFF2-40B4-BE49-F238E27FC236}">
                <a16:creationId xmlns:a16="http://schemas.microsoft.com/office/drawing/2014/main" id="{323A517D-C8BC-46DA-CB78-40221A78081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0180" name="Rectangle 3">
            <a:extLst>
              <a:ext uri="{FF2B5EF4-FFF2-40B4-BE49-F238E27FC236}">
                <a16:creationId xmlns:a16="http://schemas.microsoft.com/office/drawing/2014/main" id="{7EB78E7A-9694-EBE3-9036-CD561AE3050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Rectangle 7">
            <a:extLst>
              <a:ext uri="{FF2B5EF4-FFF2-40B4-BE49-F238E27FC236}">
                <a16:creationId xmlns:a16="http://schemas.microsoft.com/office/drawing/2014/main" id="{4B7D35C3-0644-58F9-7D9F-FC1C5B146E0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9412A281-D118-4EC7-BDEE-700B21792AC4}" type="slidenum">
              <a:rPr lang="en-US" altLang="en-US" smtClean="0"/>
              <a:pPr>
                <a:spcBef>
                  <a:spcPct val="0"/>
                </a:spcBef>
              </a:pPr>
              <a:t>41</a:t>
            </a:fld>
            <a:endParaRPr lang="en-US" altLang="en-US"/>
          </a:p>
        </p:txBody>
      </p:sp>
      <p:sp>
        <p:nvSpPr>
          <p:cNvPr id="100355" name="Rectangle 2">
            <a:extLst>
              <a:ext uri="{FF2B5EF4-FFF2-40B4-BE49-F238E27FC236}">
                <a16:creationId xmlns:a16="http://schemas.microsoft.com/office/drawing/2014/main" id="{6394979E-80AC-C905-2EBC-B4D72B8C5F5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0356" name="Rectangle 3">
            <a:extLst>
              <a:ext uri="{FF2B5EF4-FFF2-40B4-BE49-F238E27FC236}">
                <a16:creationId xmlns:a16="http://schemas.microsoft.com/office/drawing/2014/main" id="{6B09C2EA-DFD0-AF63-A1B2-B39885D4133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E6D8A0-2B96-027A-711B-1550DF8D1C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Rectangle 7">
            <a:extLst>
              <a:ext uri="{FF2B5EF4-FFF2-40B4-BE49-F238E27FC236}">
                <a16:creationId xmlns:a16="http://schemas.microsoft.com/office/drawing/2014/main" id="{18609AF5-F111-CF19-14D7-A2CA409886A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9412A281-D118-4EC7-BDEE-700B21792AC4}" type="slidenum">
              <a:rPr lang="en-US" altLang="en-US" smtClean="0"/>
              <a:pPr>
                <a:spcBef>
                  <a:spcPct val="0"/>
                </a:spcBef>
              </a:pPr>
              <a:t>45</a:t>
            </a:fld>
            <a:endParaRPr lang="en-US" altLang="en-US"/>
          </a:p>
        </p:txBody>
      </p:sp>
      <p:sp>
        <p:nvSpPr>
          <p:cNvPr id="100355" name="Rectangle 2">
            <a:extLst>
              <a:ext uri="{FF2B5EF4-FFF2-40B4-BE49-F238E27FC236}">
                <a16:creationId xmlns:a16="http://schemas.microsoft.com/office/drawing/2014/main" id="{2213F91B-71D1-C642-7DEE-262CE4F84F1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0356" name="Rectangle 3">
            <a:extLst>
              <a:ext uri="{FF2B5EF4-FFF2-40B4-BE49-F238E27FC236}">
                <a16:creationId xmlns:a16="http://schemas.microsoft.com/office/drawing/2014/main" id="{AC373121-DD5A-9975-13BC-E94EE7365EE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1114386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D233E0-4195-D8E7-B92A-DEC79835D9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35EDE0B-0ED5-43A4-C54F-17B3C186C96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671E2A9-9135-7E48-FE78-E513D76F323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983EF8-3A8D-49CD-7417-ADE9338ABB6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C03963F-15E3-4F9A-906F-AFE85BBD6231}" type="slidenum">
              <a:rPr lang="en-US" smtClean="0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029538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8091" y="3085765"/>
            <a:ext cx="8240108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2" y="990600"/>
            <a:ext cx="7989752" cy="1504844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2" y="2495444"/>
            <a:ext cx="7989752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6ECD0B64-F392-4469-B10B-622E9378706B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6176B7BD-3197-4DA1-BA2E-B38AE6E9DD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84718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8092" y="599725"/>
            <a:ext cx="8238707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228003"/>
            <a:ext cx="7989752" cy="36307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CD0B64-F392-4469-B10B-622E9378706B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76B7BD-3197-4DA1-BA2E-B38AE6E9DD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84703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52646" y="5141973"/>
            <a:ext cx="8238707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3036573"/>
            <a:ext cx="7989751" cy="1504844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3" y="4541417"/>
            <a:ext cx="7989751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6ECD0B64-F392-4469-B10B-622E9378706B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6176B7BD-3197-4DA1-BA2E-B38AE6E9DD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14306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8092" y="599725"/>
            <a:ext cx="8238707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2" y="2228002"/>
            <a:ext cx="3899527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63282" y="2228003"/>
            <a:ext cx="3907662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CD0B64-F392-4469-B10B-622E9378706B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76B7BD-3197-4DA1-BA2E-B38AE6E9DD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34699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>
            <a:spLocks noChangeAspect="1"/>
          </p:cNvSpPr>
          <p:nvPr/>
        </p:nvSpPr>
        <p:spPr>
          <a:xfrm>
            <a:off x="448092" y="599725"/>
            <a:ext cx="8238707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7219" y="2228003"/>
            <a:ext cx="3593500" cy="576262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2" y="2926051"/>
            <a:ext cx="3899527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969308" y="2228003"/>
            <a:ext cx="3601635" cy="576262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63282" y="2926051"/>
            <a:ext cx="3907662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CD0B64-F392-4469-B10B-622E9378706B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76B7BD-3197-4DA1-BA2E-B38AE6E9DD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78835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>
            <a:spLocks noChangeAspect="1"/>
          </p:cNvSpPr>
          <p:nvPr/>
        </p:nvSpPr>
        <p:spPr>
          <a:xfrm>
            <a:off x="448092" y="599725"/>
            <a:ext cx="8238707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CD0B64-F392-4469-B10B-622E9378706B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76B7BD-3197-4DA1-BA2E-B38AE6E9DD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95352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CD0B64-F392-4469-B10B-622E9378706B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76B7BD-3197-4DA1-BA2E-B38AE6E9DD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18436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52646" y="5141973"/>
            <a:ext cx="8238707" cy="127470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352" y="5262296"/>
            <a:ext cx="3536625" cy="689514"/>
          </a:xfrm>
        </p:spPr>
        <p:txBody>
          <a:bodyPr anchor="ctr"/>
          <a:lstStyle>
            <a:lvl1pPr algn="l">
              <a:defRPr sz="2000" b="0"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6399" y="601200"/>
            <a:ext cx="8240400" cy="4204800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305617" y="5262295"/>
            <a:ext cx="4265327" cy="689515"/>
          </a:xfrm>
        </p:spPr>
        <p:txBody>
          <a:bodyPr anchor="ctr">
            <a:normAutofit/>
          </a:bodyPr>
          <a:lstStyle>
            <a:lvl1pPr marL="0" indent="0" algn="r">
              <a:buNone/>
              <a:defRPr sz="1100">
                <a:solidFill>
                  <a:schemeClr val="bg1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6ECD0B64-F392-4469-B10B-622E9378706B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6176B7BD-3197-4DA1-BA2E-B38AE6E9DD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9474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4693389"/>
            <a:ext cx="7989752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8093" y="599725"/>
            <a:ext cx="8238706" cy="355725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6"/>
            <a:ext cx="7989752" cy="598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CD0B64-F392-4469-B10B-622E9378706B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76B7BD-3197-4DA1-BA2E-B38AE6E9DD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61800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8092" y="599725"/>
            <a:ext cx="8238707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CD0B64-F392-4469-B10B-622E9378706B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76B7BD-3197-4DA1-BA2E-B38AE6E9DD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47676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6629400" y="599725"/>
            <a:ext cx="2057399" cy="581695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675725"/>
            <a:ext cx="1503123" cy="5183073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81192" y="675725"/>
            <a:ext cx="5922209" cy="5183073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745255" y="5956136"/>
            <a:ext cx="947672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6ECD0B64-F392-4469-B10B-622E9378706B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81192" y="5951810"/>
            <a:ext cx="5922209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6176B7BD-3197-4DA1-BA2E-B38AE6E9DD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465770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E15902B-52C6-0B2A-97C6-59E4597E0BC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63A955D-DF3B-0B86-D83D-8AA589FCA6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DB09E10-A051-8107-DCEB-91C7425C67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624522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A0E9F2F-D431-46BA-B5AD-ABB2B8E2ED8F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23710560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687474"/>
            <a:ext cx="7989752" cy="108332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2228003"/>
            <a:ext cx="7989752" cy="36307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559327" y="5956136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6ECD0B64-F392-4469-B10B-622E9378706B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1192" y="5951810"/>
            <a:ext cx="487058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accent2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800476" y="5956136"/>
            <a:ext cx="77046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6176B7BD-3197-4DA1-BA2E-B38AE6E9DD9D}" type="slidenum">
              <a:rPr lang="en-US" smtClean="0"/>
              <a:t>‹#›</a:t>
            </a:fld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448091" y="441325"/>
            <a:ext cx="2719909" cy="108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5976001" y="441325"/>
            <a:ext cx="2710800" cy="108000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3216601" y="441325"/>
            <a:ext cx="2710800" cy="10800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60028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98" r:id="rId1"/>
    <p:sldLayoutId id="2147483899" r:id="rId2"/>
    <p:sldLayoutId id="2147483900" r:id="rId3"/>
    <p:sldLayoutId id="2147483901" r:id="rId4"/>
    <p:sldLayoutId id="2147483902" r:id="rId5"/>
    <p:sldLayoutId id="2147483903" r:id="rId6"/>
    <p:sldLayoutId id="2147483904" r:id="rId7"/>
    <p:sldLayoutId id="2147483905" r:id="rId8"/>
    <p:sldLayoutId id="2147483906" r:id="rId9"/>
    <p:sldLayoutId id="2147483907" r:id="rId10"/>
    <p:sldLayoutId id="2147483908" r:id="rId11"/>
    <p:sldLayoutId id="2147483909" r:id="rId12"/>
  </p:sldLayoutIdLst>
  <p:txStyles>
    <p:titleStyle>
      <a:lvl1pPr algn="l" defTabSz="457200" rtl="0" eaLnBrk="1" latinLnBrk="0" hangingPunct="1">
        <a:spcBef>
          <a:spcPct val="0"/>
        </a:spcBef>
        <a:buNone/>
        <a:defRPr sz="2800" b="0" kern="1200" cap="all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charset="2"/>
        <a:buChar char=""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charset="2"/>
        <a:buChar char="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charset="2"/>
        <a:buChar char="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charset="2"/>
        <a:buChar char=""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charset="2"/>
        <a:buChar char=""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charset="2"/>
        <a:buChar char="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charset="2"/>
        <a:buChar char="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charset="2"/>
        <a:buChar char="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charset="2"/>
        <a:buChar char="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5" Type="http://schemas.openxmlformats.org/officeDocument/2006/relationships/customXml" Target="../ink/ink2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0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ustomXml" Target="../ink/ink3.xml"/><Relationship Id="rId2" Type="http://schemas.openxmlformats.org/officeDocument/2006/relationships/image" Target="../media/image31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customXml" Target="../ink/ink4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410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0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ustomXml" Target="../ink/ink5.xml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.png"/><Relationship Id="rId4" Type="http://schemas.openxmlformats.org/officeDocument/2006/relationships/image" Target="../media/image9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customXml" Target="../ink/ink6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6" Type="http://schemas.openxmlformats.org/officeDocument/2006/relationships/customXml" Target="../ink/ink19.xml"/><Relationship Id="rId21" Type="http://schemas.openxmlformats.org/officeDocument/2006/relationships/image" Target="../media/image21.png"/><Relationship Id="rId42" Type="http://schemas.openxmlformats.org/officeDocument/2006/relationships/customXml" Target="../ink/ink27.xml"/><Relationship Id="rId47" Type="http://schemas.openxmlformats.org/officeDocument/2006/relationships/image" Target="../media/image34.png"/><Relationship Id="rId63" Type="http://schemas.openxmlformats.org/officeDocument/2006/relationships/image" Target="../media/image42.png"/><Relationship Id="rId68" Type="http://schemas.openxmlformats.org/officeDocument/2006/relationships/customXml" Target="../ink/ink40.xml"/><Relationship Id="rId84" Type="http://schemas.openxmlformats.org/officeDocument/2006/relationships/customXml" Target="../ink/ink48.xml"/><Relationship Id="rId89" Type="http://schemas.openxmlformats.org/officeDocument/2006/relationships/image" Target="../media/image55.png"/><Relationship Id="rId16" Type="http://schemas.openxmlformats.org/officeDocument/2006/relationships/customXml" Target="../ink/ink14.xml"/><Relationship Id="rId11" Type="http://schemas.openxmlformats.org/officeDocument/2006/relationships/image" Target="../media/image16.png"/><Relationship Id="rId32" Type="http://schemas.openxmlformats.org/officeDocument/2006/relationships/customXml" Target="../ink/ink22.xml"/><Relationship Id="rId37" Type="http://schemas.openxmlformats.org/officeDocument/2006/relationships/image" Target="../media/image29.png"/><Relationship Id="rId53" Type="http://schemas.openxmlformats.org/officeDocument/2006/relationships/image" Target="../media/image37.png"/><Relationship Id="rId58" Type="http://schemas.openxmlformats.org/officeDocument/2006/relationships/customXml" Target="../ink/ink35.xml"/><Relationship Id="rId74" Type="http://schemas.openxmlformats.org/officeDocument/2006/relationships/customXml" Target="../ink/ink43.xml"/><Relationship Id="rId79" Type="http://schemas.openxmlformats.org/officeDocument/2006/relationships/image" Target="../media/image50.png"/><Relationship Id="rId5" Type="http://schemas.openxmlformats.org/officeDocument/2006/relationships/image" Target="../media/image13.png"/><Relationship Id="rId90" Type="http://schemas.openxmlformats.org/officeDocument/2006/relationships/customXml" Target="../ink/ink51.xml"/><Relationship Id="rId95" Type="http://schemas.openxmlformats.org/officeDocument/2006/relationships/image" Target="../media/image58.png"/><Relationship Id="rId22" Type="http://schemas.openxmlformats.org/officeDocument/2006/relationships/customXml" Target="../ink/ink17.xml"/><Relationship Id="rId27" Type="http://schemas.openxmlformats.org/officeDocument/2006/relationships/image" Target="../media/image24.png"/><Relationship Id="rId43" Type="http://schemas.openxmlformats.org/officeDocument/2006/relationships/image" Target="../media/image32.png"/><Relationship Id="rId48" Type="http://schemas.openxmlformats.org/officeDocument/2006/relationships/customXml" Target="../ink/ink30.xml"/><Relationship Id="rId64" Type="http://schemas.openxmlformats.org/officeDocument/2006/relationships/customXml" Target="../ink/ink38.xml"/><Relationship Id="rId69" Type="http://schemas.openxmlformats.org/officeDocument/2006/relationships/image" Target="../media/image45.png"/><Relationship Id="rId80" Type="http://schemas.openxmlformats.org/officeDocument/2006/relationships/customXml" Target="../ink/ink46.xml"/><Relationship Id="rId85" Type="http://schemas.openxmlformats.org/officeDocument/2006/relationships/image" Target="../media/image53.png"/><Relationship Id="rId3" Type="http://schemas.openxmlformats.org/officeDocument/2006/relationships/image" Target="../media/image12.png"/><Relationship Id="rId12" Type="http://schemas.openxmlformats.org/officeDocument/2006/relationships/customXml" Target="../ink/ink12.xml"/><Relationship Id="rId17" Type="http://schemas.openxmlformats.org/officeDocument/2006/relationships/image" Target="../media/image19.png"/><Relationship Id="rId25" Type="http://schemas.openxmlformats.org/officeDocument/2006/relationships/image" Target="../media/image23.png"/><Relationship Id="rId33" Type="http://schemas.openxmlformats.org/officeDocument/2006/relationships/image" Target="../media/image27.png"/><Relationship Id="rId38" Type="http://schemas.openxmlformats.org/officeDocument/2006/relationships/customXml" Target="../ink/ink25.xml"/><Relationship Id="rId46" Type="http://schemas.openxmlformats.org/officeDocument/2006/relationships/customXml" Target="../ink/ink29.xml"/><Relationship Id="rId59" Type="http://schemas.openxmlformats.org/officeDocument/2006/relationships/image" Target="../media/image40.png"/><Relationship Id="rId67" Type="http://schemas.openxmlformats.org/officeDocument/2006/relationships/image" Target="../media/image44.png"/><Relationship Id="rId20" Type="http://schemas.openxmlformats.org/officeDocument/2006/relationships/customXml" Target="../ink/ink16.xml"/><Relationship Id="rId41" Type="http://schemas.openxmlformats.org/officeDocument/2006/relationships/image" Target="../media/image31.png"/><Relationship Id="rId54" Type="http://schemas.openxmlformats.org/officeDocument/2006/relationships/customXml" Target="../ink/ink33.xml"/><Relationship Id="rId62" Type="http://schemas.openxmlformats.org/officeDocument/2006/relationships/customXml" Target="../ink/ink37.xml"/><Relationship Id="rId70" Type="http://schemas.openxmlformats.org/officeDocument/2006/relationships/customXml" Target="../ink/ink41.xml"/><Relationship Id="rId75" Type="http://schemas.openxmlformats.org/officeDocument/2006/relationships/image" Target="../media/image48.png"/><Relationship Id="rId83" Type="http://schemas.openxmlformats.org/officeDocument/2006/relationships/image" Target="../media/image52.png"/><Relationship Id="rId88" Type="http://schemas.openxmlformats.org/officeDocument/2006/relationships/customXml" Target="../ink/ink50.xml"/><Relationship Id="rId91" Type="http://schemas.openxmlformats.org/officeDocument/2006/relationships/image" Target="../media/image56.png"/><Relationship Id="rId96" Type="http://schemas.openxmlformats.org/officeDocument/2006/relationships/customXml" Target="../ink/ink54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9.xml"/><Relationship Id="rId15" Type="http://schemas.openxmlformats.org/officeDocument/2006/relationships/image" Target="../media/image18.png"/><Relationship Id="rId23" Type="http://schemas.openxmlformats.org/officeDocument/2006/relationships/image" Target="../media/image22.png"/><Relationship Id="rId28" Type="http://schemas.openxmlformats.org/officeDocument/2006/relationships/customXml" Target="../ink/ink20.xml"/><Relationship Id="rId36" Type="http://schemas.openxmlformats.org/officeDocument/2006/relationships/customXml" Target="../ink/ink24.xml"/><Relationship Id="rId49" Type="http://schemas.openxmlformats.org/officeDocument/2006/relationships/image" Target="../media/image35.png"/><Relationship Id="rId57" Type="http://schemas.openxmlformats.org/officeDocument/2006/relationships/image" Target="../media/image39.png"/><Relationship Id="rId10" Type="http://schemas.openxmlformats.org/officeDocument/2006/relationships/customXml" Target="../ink/ink11.xml"/><Relationship Id="rId31" Type="http://schemas.openxmlformats.org/officeDocument/2006/relationships/image" Target="../media/image26.png"/><Relationship Id="rId44" Type="http://schemas.openxmlformats.org/officeDocument/2006/relationships/customXml" Target="../ink/ink28.xml"/><Relationship Id="rId52" Type="http://schemas.openxmlformats.org/officeDocument/2006/relationships/customXml" Target="../ink/ink32.xml"/><Relationship Id="rId60" Type="http://schemas.openxmlformats.org/officeDocument/2006/relationships/customXml" Target="../ink/ink36.xml"/><Relationship Id="rId65" Type="http://schemas.openxmlformats.org/officeDocument/2006/relationships/image" Target="../media/image43.png"/><Relationship Id="rId73" Type="http://schemas.openxmlformats.org/officeDocument/2006/relationships/image" Target="../media/image47.png"/><Relationship Id="rId78" Type="http://schemas.openxmlformats.org/officeDocument/2006/relationships/customXml" Target="../ink/ink45.xml"/><Relationship Id="rId81" Type="http://schemas.openxmlformats.org/officeDocument/2006/relationships/image" Target="../media/image51.png"/><Relationship Id="rId86" Type="http://schemas.openxmlformats.org/officeDocument/2006/relationships/customXml" Target="../ink/ink49.xml"/><Relationship Id="rId94" Type="http://schemas.openxmlformats.org/officeDocument/2006/relationships/customXml" Target="../ink/ink53.xml"/><Relationship Id="rId99" Type="http://schemas.openxmlformats.org/officeDocument/2006/relationships/image" Target="../media/image60.png"/><Relationship Id="rId4" Type="http://schemas.openxmlformats.org/officeDocument/2006/relationships/customXml" Target="../ink/ink8.xml"/><Relationship Id="rId9" Type="http://schemas.openxmlformats.org/officeDocument/2006/relationships/image" Target="../media/image15.png"/><Relationship Id="rId13" Type="http://schemas.openxmlformats.org/officeDocument/2006/relationships/image" Target="../media/image17.png"/><Relationship Id="rId18" Type="http://schemas.openxmlformats.org/officeDocument/2006/relationships/customXml" Target="../ink/ink15.xml"/><Relationship Id="rId39" Type="http://schemas.openxmlformats.org/officeDocument/2006/relationships/image" Target="../media/image30.png"/><Relationship Id="rId34" Type="http://schemas.openxmlformats.org/officeDocument/2006/relationships/customXml" Target="../ink/ink23.xml"/><Relationship Id="rId50" Type="http://schemas.openxmlformats.org/officeDocument/2006/relationships/customXml" Target="../ink/ink31.xml"/><Relationship Id="rId55" Type="http://schemas.openxmlformats.org/officeDocument/2006/relationships/image" Target="../media/image38.png"/><Relationship Id="rId76" Type="http://schemas.openxmlformats.org/officeDocument/2006/relationships/customXml" Target="../ink/ink44.xml"/><Relationship Id="rId97" Type="http://schemas.openxmlformats.org/officeDocument/2006/relationships/image" Target="../media/image59.png"/><Relationship Id="rId7" Type="http://schemas.openxmlformats.org/officeDocument/2006/relationships/image" Target="../media/image14.png"/><Relationship Id="rId71" Type="http://schemas.openxmlformats.org/officeDocument/2006/relationships/image" Target="../media/image46.png"/><Relationship Id="rId92" Type="http://schemas.openxmlformats.org/officeDocument/2006/relationships/customXml" Target="../ink/ink52.xml"/><Relationship Id="rId2" Type="http://schemas.openxmlformats.org/officeDocument/2006/relationships/customXml" Target="../ink/ink7.xml"/><Relationship Id="rId29" Type="http://schemas.openxmlformats.org/officeDocument/2006/relationships/image" Target="../media/image25.png"/><Relationship Id="rId24" Type="http://schemas.openxmlformats.org/officeDocument/2006/relationships/customXml" Target="../ink/ink18.xml"/><Relationship Id="rId40" Type="http://schemas.openxmlformats.org/officeDocument/2006/relationships/customXml" Target="../ink/ink26.xml"/><Relationship Id="rId45" Type="http://schemas.openxmlformats.org/officeDocument/2006/relationships/image" Target="../media/image33.png"/><Relationship Id="rId66" Type="http://schemas.openxmlformats.org/officeDocument/2006/relationships/customXml" Target="../ink/ink39.xml"/><Relationship Id="rId87" Type="http://schemas.openxmlformats.org/officeDocument/2006/relationships/image" Target="../media/image54.png"/><Relationship Id="rId61" Type="http://schemas.openxmlformats.org/officeDocument/2006/relationships/image" Target="../media/image41.png"/><Relationship Id="rId82" Type="http://schemas.openxmlformats.org/officeDocument/2006/relationships/customXml" Target="../ink/ink47.xml"/><Relationship Id="rId19" Type="http://schemas.openxmlformats.org/officeDocument/2006/relationships/image" Target="../media/image20.png"/><Relationship Id="rId14" Type="http://schemas.openxmlformats.org/officeDocument/2006/relationships/customXml" Target="../ink/ink13.xml"/><Relationship Id="rId30" Type="http://schemas.openxmlformats.org/officeDocument/2006/relationships/customXml" Target="../ink/ink21.xml"/><Relationship Id="rId35" Type="http://schemas.openxmlformats.org/officeDocument/2006/relationships/image" Target="../media/image28.png"/><Relationship Id="rId56" Type="http://schemas.openxmlformats.org/officeDocument/2006/relationships/customXml" Target="../ink/ink34.xml"/><Relationship Id="rId77" Type="http://schemas.openxmlformats.org/officeDocument/2006/relationships/image" Target="../media/image49.png"/><Relationship Id="rId8" Type="http://schemas.openxmlformats.org/officeDocument/2006/relationships/customXml" Target="../ink/ink10.xml"/><Relationship Id="rId51" Type="http://schemas.openxmlformats.org/officeDocument/2006/relationships/image" Target="../media/image36.png"/><Relationship Id="rId72" Type="http://schemas.openxmlformats.org/officeDocument/2006/relationships/customXml" Target="../ink/ink42.xml"/><Relationship Id="rId93" Type="http://schemas.openxmlformats.org/officeDocument/2006/relationships/image" Target="../media/image57.png"/><Relationship Id="rId98" Type="http://schemas.openxmlformats.org/officeDocument/2006/relationships/customXml" Target="../ink/ink5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customXml" Target="../ink/ink56.xml"/><Relationship Id="rId2" Type="http://schemas.openxmlformats.org/officeDocument/2006/relationships/image" Target="../media/image11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customXml" Target="../ink/ink57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3.png"/><Relationship Id="rId4" Type="http://schemas.openxmlformats.org/officeDocument/2006/relationships/customXml" Target="../ink/ink58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0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0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0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0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0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image" Target="../media/image170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8.png"/><Relationship Id="rId3" Type="http://schemas.openxmlformats.org/officeDocument/2006/relationships/customXml" Target="../ink/ink59.xml"/><Relationship Id="rId7" Type="http://schemas.openxmlformats.org/officeDocument/2006/relationships/customXml" Target="../ink/ink61.xml"/><Relationship Id="rId2" Type="http://schemas.openxmlformats.org/officeDocument/2006/relationships/image" Target="../media/image20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7.png"/><Relationship Id="rId5" Type="http://schemas.openxmlformats.org/officeDocument/2006/relationships/customXml" Target="../ink/ink60.xml"/><Relationship Id="rId10" Type="http://schemas.openxmlformats.org/officeDocument/2006/relationships/image" Target="../media/image69.png"/><Relationship Id="rId4" Type="http://schemas.openxmlformats.org/officeDocument/2006/relationships/image" Target="../media/image66.png"/><Relationship Id="rId9" Type="http://schemas.openxmlformats.org/officeDocument/2006/relationships/customXml" Target="../ink/ink6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0.png"/><Relationship Id="rId2" Type="http://schemas.openxmlformats.org/officeDocument/2006/relationships/image" Target="../media/image211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customXml" Target="../ink/ink63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1.png"/><Relationship Id="rId4" Type="http://schemas.openxmlformats.org/officeDocument/2006/relationships/customXml" Target="../ink/ink64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0.png"/><Relationship Id="rId2" Type="http://schemas.openxmlformats.org/officeDocument/2006/relationships/image" Target="../media/image230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png"/><Relationship Id="rId2" Type="http://schemas.openxmlformats.org/officeDocument/2006/relationships/customXml" Target="../ink/ink65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3.png"/><Relationship Id="rId4" Type="http://schemas.openxmlformats.org/officeDocument/2006/relationships/customXml" Target="../ink/ink66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6.png"/><Relationship Id="rId3" Type="http://schemas.openxmlformats.org/officeDocument/2006/relationships/customXml" Target="../ink/ink67.xml"/><Relationship Id="rId7" Type="http://schemas.openxmlformats.org/officeDocument/2006/relationships/customXml" Target="../ink/ink69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5.png"/><Relationship Id="rId5" Type="http://schemas.openxmlformats.org/officeDocument/2006/relationships/customXml" Target="../ink/ink68.xml"/><Relationship Id="rId10" Type="http://schemas.openxmlformats.org/officeDocument/2006/relationships/image" Target="../media/image77.png"/><Relationship Id="rId4" Type="http://schemas.openxmlformats.org/officeDocument/2006/relationships/image" Target="../media/image74.png"/><Relationship Id="rId9" Type="http://schemas.openxmlformats.org/officeDocument/2006/relationships/customXml" Target="../ink/ink70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customXml" Target="../ink/ink71.xml"/><Relationship Id="rId2" Type="http://schemas.openxmlformats.org/officeDocument/2006/relationships/image" Target="../media/image25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9.png"/><Relationship Id="rId5" Type="http://schemas.openxmlformats.org/officeDocument/2006/relationships/customXml" Target="../ink/ink72.xml"/><Relationship Id="rId4" Type="http://schemas.openxmlformats.org/officeDocument/2006/relationships/image" Target="../media/image78.png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0.png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customXml" Target="../ink/ink73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0.png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F5D087E4-6954-FD2F-ABCB-633814FDC1C8}"/>
              </a:ext>
            </a:extLst>
          </p:cNvPr>
          <p:cNvSpPr txBox="1"/>
          <p:nvPr/>
        </p:nvSpPr>
        <p:spPr>
          <a:xfrm>
            <a:off x="728131" y="3736776"/>
            <a:ext cx="7687733" cy="615553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ctr"/>
            <a:r>
              <a:rPr lang="en-US" sz="4000" dirty="0">
                <a:solidFill>
                  <a:schemeClr val="bg1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Propositional Logic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E214D9D-2F9E-D295-0F59-4E5091EF0BAA}"/>
              </a:ext>
            </a:extLst>
          </p:cNvPr>
          <p:cNvSpPr txBox="1"/>
          <p:nvPr/>
        </p:nvSpPr>
        <p:spPr>
          <a:xfrm>
            <a:off x="1231898" y="1138762"/>
            <a:ext cx="6680200" cy="1354217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ctr"/>
            <a:r>
              <a:rPr lang="en-US" sz="4400" dirty="0">
                <a:solidFill>
                  <a:schemeClr val="accent1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CSE 440 </a:t>
            </a:r>
          </a:p>
          <a:p>
            <a:pPr algn="ctr"/>
            <a:r>
              <a:rPr lang="en-US" sz="4400" dirty="0">
                <a:solidFill>
                  <a:schemeClr val="accent1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Artificial Intelligence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6D60280-9426-4BB9-15A1-74F21142D85D}"/>
              </a:ext>
            </a:extLst>
          </p:cNvPr>
          <p:cNvSpPr txBox="1"/>
          <p:nvPr/>
        </p:nvSpPr>
        <p:spPr>
          <a:xfrm>
            <a:off x="927094" y="4920620"/>
            <a:ext cx="7289805" cy="923330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ctr"/>
            <a:r>
              <a:rPr lang="en-US" sz="2000" dirty="0">
                <a:solidFill>
                  <a:schemeClr val="bg1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Dr. Mohammad Mahmudul Alam</a:t>
            </a:r>
          </a:p>
          <a:p>
            <a:pPr algn="ctr"/>
            <a:r>
              <a:rPr lang="en-US" sz="2000" dirty="0">
                <a:solidFill>
                  <a:schemeClr val="bg1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Department of Electrical &amp; Computer Engineering (ECE)</a:t>
            </a:r>
          </a:p>
          <a:p>
            <a:pPr algn="ctr"/>
            <a:r>
              <a:rPr lang="en-US" sz="2000" dirty="0">
                <a:solidFill>
                  <a:schemeClr val="bg1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North South University (NSU)</a:t>
            </a:r>
          </a:p>
        </p:txBody>
      </p:sp>
    </p:spTree>
    <p:extLst>
      <p:ext uri="{BB962C8B-B14F-4D97-AF65-F5344CB8AC3E}">
        <p14:creationId xmlns:p14="http://schemas.microsoft.com/office/powerpoint/2010/main" val="30983229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6FF0489-4613-FD77-968A-F05F145DEFFD}"/>
              </a:ext>
            </a:extLst>
          </p:cNvPr>
          <p:cNvSpPr txBox="1"/>
          <p:nvPr/>
        </p:nvSpPr>
        <p:spPr>
          <a:xfrm>
            <a:off x="452966" y="649870"/>
            <a:ext cx="8238067" cy="553998"/>
          </a:xfrm>
          <a:prstGeom prst="rect">
            <a:avLst/>
          </a:prstGeom>
          <a:noFill/>
          <a:ln w="12700">
            <a:solidFill>
              <a:schemeClr val="accent4"/>
            </a:solidFill>
          </a:ln>
        </p:spPr>
        <p:txBody>
          <a:bodyPr wrap="square" lIns="0" tIns="0" rIns="0" bIns="0" rtlCol="0" anchor="ctr">
            <a:spAutoFit/>
          </a:bodyPr>
          <a:lstStyle/>
          <a:p>
            <a:r>
              <a:rPr lang="en-US" sz="3600" dirty="0">
                <a:solidFill>
                  <a:schemeClr val="accent1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Last Time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42BF3A4-D40D-15A7-322A-018C0F218C55}"/>
              </a:ext>
            </a:extLst>
          </p:cNvPr>
          <p:cNvSpPr txBox="1"/>
          <p:nvPr/>
        </p:nvSpPr>
        <p:spPr>
          <a:xfrm>
            <a:off x="452965" y="1450343"/>
            <a:ext cx="8238067" cy="5124480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marL="342900" indent="-342900" algn="just"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22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Intelligent agents need </a:t>
            </a:r>
            <a:r>
              <a:rPr lang="en-US" sz="2200" dirty="0">
                <a:solidFill>
                  <a:schemeClr val="accent1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knowledge</a:t>
            </a:r>
            <a:r>
              <a:rPr lang="en-US" sz="22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 about the world for making good decisions.</a:t>
            </a:r>
          </a:p>
          <a:p>
            <a:pPr marL="342900" indent="-342900" algn="just"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22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The knowledge of an agent is stored in </a:t>
            </a:r>
            <a:r>
              <a:rPr lang="en-US" sz="2200" dirty="0">
                <a:solidFill>
                  <a:schemeClr val="accent1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knowledge base</a:t>
            </a:r>
            <a:r>
              <a:rPr lang="en-US" sz="22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 (KB) in the form of sentences in a knowledge representation language.</a:t>
            </a:r>
          </a:p>
          <a:p>
            <a:pPr marL="342900" indent="-342900" algn="just"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22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A </a:t>
            </a:r>
            <a:r>
              <a:rPr lang="en-US" sz="2200" dirty="0">
                <a:solidFill>
                  <a:schemeClr val="accent1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knowledge-based agent</a:t>
            </a:r>
            <a:r>
              <a:rPr lang="en-US" sz="22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 needs a knowledge base (KB) and an inference mechanism.</a:t>
            </a:r>
          </a:p>
          <a:p>
            <a:pPr marL="342900" indent="-342900" algn="just"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22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It operates by storing sentences in its knowledge base, inferring new sentences with the </a:t>
            </a:r>
            <a:r>
              <a:rPr lang="en-US" sz="2200" dirty="0">
                <a:solidFill>
                  <a:schemeClr val="accent1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inference mechanism </a:t>
            </a:r>
            <a:r>
              <a:rPr lang="en-US" sz="22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and using them to deduce which actions to take. </a:t>
            </a:r>
          </a:p>
          <a:p>
            <a:pPr marL="342900" indent="-342900" algn="just"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22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A representation language is defined by its </a:t>
            </a:r>
            <a:r>
              <a:rPr lang="en-US" sz="2200" dirty="0">
                <a:solidFill>
                  <a:schemeClr val="accent1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syntax</a:t>
            </a:r>
            <a:r>
              <a:rPr lang="en-US" sz="22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 and </a:t>
            </a:r>
            <a:r>
              <a:rPr lang="en-US" sz="2200" dirty="0">
                <a:solidFill>
                  <a:schemeClr val="accent1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semantics</a:t>
            </a:r>
            <a:r>
              <a:rPr lang="en-US" sz="22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, which specify structure of sentences and how they relate to world facts.</a:t>
            </a:r>
          </a:p>
          <a:p>
            <a:pPr marL="342900" indent="-342900" algn="just"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22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The interpretation of a sentence is the fact to which it refers. If this fact is part of the actual world, then the sentence is true.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96EB412-0519-E415-7E72-1622DEC1253D}"/>
              </a:ext>
            </a:extLst>
          </p:cNvPr>
          <p:cNvSpPr txBox="1"/>
          <p:nvPr/>
        </p:nvSpPr>
        <p:spPr>
          <a:xfrm>
            <a:off x="452966" y="649870"/>
            <a:ext cx="8238067" cy="553998"/>
          </a:xfrm>
          <a:prstGeom prst="rect">
            <a:avLst/>
          </a:prstGeom>
          <a:noFill/>
          <a:ln w="12700">
            <a:solidFill>
              <a:schemeClr val="accent4"/>
            </a:solidFill>
          </a:ln>
        </p:spPr>
        <p:txBody>
          <a:bodyPr wrap="square" lIns="0" tIns="0" rIns="0" bIns="0" rtlCol="0" anchor="ctr">
            <a:spAutoFit/>
          </a:bodyPr>
          <a:lstStyle/>
          <a:p>
            <a:r>
              <a:rPr lang="en-US" sz="3600" dirty="0">
                <a:solidFill>
                  <a:schemeClr val="accent1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Propositional Logic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E9A43AE-1293-D4A5-677B-C6BF38B1A9E6}"/>
              </a:ext>
            </a:extLst>
          </p:cNvPr>
          <p:cNvSpPr txBox="1"/>
          <p:nvPr/>
        </p:nvSpPr>
        <p:spPr>
          <a:xfrm>
            <a:off x="452965" y="2656582"/>
            <a:ext cx="8238067" cy="2154436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marL="342900" indent="-342900" algn="just">
              <a:spcAft>
                <a:spcPts val="120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24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A simple language consisting of propositional symbols and logical connectives. </a:t>
            </a:r>
          </a:p>
          <a:p>
            <a:pPr marL="342900" indent="-342900" algn="just">
              <a:spcAft>
                <a:spcPts val="120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24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Symbols, like P and Q are defined with their semantics. </a:t>
            </a:r>
          </a:p>
          <a:p>
            <a:pPr marL="342900" indent="-342900" algn="just">
              <a:spcAft>
                <a:spcPts val="120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24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Propositional symbols combined using  logical connectives yield logical expressions.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D3C1FD0-CFE6-2EEA-8776-57E2A1FB733A}"/>
              </a:ext>
            </a:extLst>
          </p:cNvPr>
          <p:cNvSpPr txBox="1"/>
          <p:nvPr/>
        </p:nvSpPr>
        <p:spPr>
          <a:xfrm>
            <a:off x="452966" y="649870"/>
            <a:ext cx="8238067" cy="553998"/>
          </a:xfrm>
          <a:prstGeom prst="rect">
            <a:avLst/>
          </a:prstGeom>
          <a:noFill/>
          <a:ln w="12700">
            <a:solidFill>
              <a:schemeClr val="accent4"/>
            </a:solidFill>
          </a:ln>
        </p:spPr>
        <p:txBody>
          <a:bodyPr wrap="square" lIns="0" tIns="0" rIns="0" bIns="0" rtlCol="0" anchor="ctr">
            <a:spAutoFit/>
          </a:bodyPr>
          <a:lstStyle/>
          <a:p>
            <a:r>
              <a:rPr lang="en-US" sz="3600" dirty="0">
                <a:solidFill>
                  <a:schemeClr val="accent1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Syntax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978129CB-08BD-AA28-205A-B051592BE3E7}"/>
                  </a:ext>
                </a:extLst>
              </p:cNvPr>
              <p:cNvSpPr txBox="1"/>
              <p:nvPr/>
            </p:nvSpPr>
            <p:spPr>
              <a:xfrm>
                <a:off x="452965" y="1853668"/>
                <a:ext cx="8238067" cy="4354462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spAutoFit/>
              </a:bodyPr>
              <a:lstStyle/>
              <a:p>
                <a:pPr marL="342900" indent="-342900" algn="just">
                  <a:spcAft>
                    <a:spcPts val="1200"/>
                  </a:spcAft>
                  <a:buClr>
                    <a:schemeClr val="accent1"/>
                  </a:buClr>
                  <a:buFont typeface="Arial" panose="020B0604020202020204" pitchFamily="34" charset="0"/>
                  <a:buChar char="•"/>
                </a:pPr>
                <a:r>
                  <a:rPr lang="en-US" sz="2200" dirty="0">
                    <a:latin typeface="CMU Serif" panose="02000603000000000000" pitchFamily="2" charset="0"/>
                    <a:ea typeface="CMU Serif" panose="02000603000000000000" pitchFamily="2" charset="0"/>
                    <a:cs typeface="CMU Serif" panose="02000603000000000000" pitchFamily="2" charset="0"/>
                  </a:rPr>
                  <a:t>The syntax of </a:t>
                </a:r>
                <a:r>
                  <a:rPr lang="en-US" sz="2200" dirty="0">
                    <a:solidFill>
                      <a:schemeClr val="accent1"/>
                    </a:solidFill>
                    <a:latin typeface="CMU Serif" panose="02000603000000000000" pitchFamily="2" charset="0"/>
                    <a:ea typeface="CMU Serif" panose="02000603000000000000" pitchFamily="2" charset="0"/>
                    <a:cs typeface="CMU Serif" panose="02000603000000000000" pitchFamily="2" charset="0"/>
                  </a:rPr>
                  <a:t>propositional logic</a:t>
                </a:r>
                <a:r>
                  <a:rPr lang="en-US" sz="2200" dirty="0">
                    <a:latin typeface="CMU Serif" panose="02000603000000000000" pitchFamily="2" charset="0"/>
                    <a:ea typeface="CMU Serif" panose="02000603000000000000" pitchFamily="2" charset="0"/>
                    <a:cs typeface="CMU Serif" panose="02000603000000000000" pitchFamily="2" charset="0"/>
                  </a:rPr>
                  <a:t> defines the allowable sentences. The atomic sentences consist of a single proposition symbol.</a:t>
                </a:r>
              </a:p>
              <a:p>
                <a:pPr marL="342900" indent="-342900" algn="just">
                  <a:spcAft>
                    <a:spcPts val="1200"/>
                  </a:spcAft>
                  <a:buClr>
                    <a:schemeClr val="accent1"/>
                  </a:buClr>
                  <a:buFont typeface="Arial" panose="020B0604020202020204" pitchFamily="34" charset="0"/>
                  <a:buChar char="•"/>
                </a:pPr>
                <a:r>
                  <a:rPr lang="en-US" sz="2200" dirty="0">
                    <a:latin typeface="CMU Serif" panose="02000603000000000000" pitchFamily="2" charset="0"/>
                    <a:ea typeface="CMU Serif" panose="02000603000000000000" pitchFamily="2" charset="0"/>
                    <a:cs typeface="CMU Serif" panose="02000603000000000000" pitchFamily="2" charset="0"/>
                  </a:rPr>
                  <a:t>Each symbol stands for a proposition that can be </a:t>
                </a:r>
                <a:r>
                  <a:rPr lang="en-US" sz="2200" dirty="0">
                    <a:solidFill>
                      <a:schemeClr val="accent1"/>
                    </a:solidFill>
                    <a:latin typeface="CMU Serif" panose="02000603000000000000" pitchFamily="2" charset="0"/>
                    <a:ea typeface="CMU Serif" panose="02000603000000000000" pitchFamily="2" charset="0"/>
                    <a:cs typeface="CMU Serif" panose="02000603000000000000" pitchFamily="2" charset="0"/>
                  </a:rPr>
                  <a:t>true or false.</a:t>
                </a:r>
              </a:p>
              <a:p>
                <a:pPr marL="342900" indent="-342900" algn="just">
                  <a:spcAft>
                    <a:spcPts val="1200"/>
                  </a:spcAft>
                  <a:buClr>
                    <a:schemeClr val="accent1"/>
                  </a:buClr>
                  <a:buFont typeface="Arial" panose="020B0604020202020204" pitchFamily="34" charset="0"/>
                  <a:buChar char="•"/>
                </a:pPr>
                <a:r>
                  <a:rPr lang="en-US" sz="2200" dirty="0">
                    <a:latin typeface="CMU Serif" panose="02000603000000000000" pitchFamily="2" charset="0"/>
                    <a:ea typeface="CMU Serif" panose="02000603000000000000" pitchFamily="2" charset="0"/>
                    <a:cs typeface="CMU Serif" panose="02000603000000000000" pitchFamily="2" charset="0"/>
                  </a:rPr>
                  <a:t>We use symbols that start with an </a:t>
                </a:r>
                <a:r>
                  <a:rPr lang="en-US" sz="2200" dirty="0">
                    <a:solidFill>
                      <a:schemeClr val="accent1"/>
                    </a:solidFill>
                    <a:latin typeface="CMU Serif" panose="02000603000000000000" pitchFamily="2" charset="0"/>
                    <a:ea typeface="CMU Serif" panose="02000603000000000000" pitchFamily="2" charset="0"/>
                    <a:cs typeface="CMU Serif" panose="02000603000000000000" pitchFamily="2" charset="0"/>
                  </a:rPr>
                  <a:t>uppercase letter </a:t>
                </a:r>
                <a:r>
                  <a:rPr lang="en-US" sz="2200" dirty="0">
                    <a:latin typeface="CMU Serif" panose="02000603000000000000" pitchFamily="2" charset="0"/>
                    <a:ea typeface="CMU Serif" panose="02000603000000000000" pitchFamily="2" charset="0"/>
                    <a:cs typeface="CMU Serif" panose="02000603000000000000" pitchFamily="2" charset="0"/>
                  </a:rPr>
                  <a:t>and may contain other letters or subscripts, for example: P, Q, R,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200" b="0" i="1" smtClean="0">
                            <a:latin typeface="Cambria Math" panose="02040503050406030204" pitchFamily="18" charset="0"/>
                            <a:ea typeface="CMU Serif" panose="02000603000000000000" pitchFamily="2" charset="0"/>
                            <a:cs typeface="CMU Serif" panose="02000603000000000000" pitchFamily="2" charset="0"/>
                          </a:rPr>
                        </m:ctrlPr>
                      </m:sSubPr>
                      <m:e>
                        <m:r>
                          <a:rPr lang="en-US" sz="2200" b="0" i="1" smtClean="0">
                            <a:latin typeface="Cambria Math" panose="02040503050406030204" pitchFamily="18" charset="0"/>
                            <a:ea typeface="CMU Serif" panose="02000603000000000000" pitchFamily="2" charset="0"/>
                            <a:cs typeface="CMU Serif" panose="02000603000000000000" pitchFamily="2" charset="0"/>
                          </a:rPr>
                          <m:t>𝑊</m:t>
                        </m:r>
                      </m:e>
                      <m:sub>
                        <m:r>
                          <a:rPr lang="en-US" sz="2200" b="0" i="1" smtClean="0">
                            <a:latin typeface="Cambria Math" panose="02040503050406030204" pitchFamily="18" charset="0"/>
                            <a:ea typeface="CMU Serif" panose="02000603000000000000" pitchFamily="2" charset="0"/>
                            <a:cs typeface="CMU Serif" panose="02000603000000000000" pitchFamily="2" charset="0"/>
                          </a:rPr>
                          <m:t>1,3</m:t>
                        </m:r>
                      </m:sub>
                    </m:sSub>
                  </m:oMath>
                </a14:m>
                <a:r>
                  <a:rPr lang="en-US" sz="2200" dirty="0">
                    <a:latin typeface="CMU Serif" panose="02000603000000000000" pitchFamily="2" charset="0"/>
                    <a:ea typeface="CMU Serif" panose="02000603000000000000" pitchFamily="2" charset="0"/>
                    <a:cs typeface="CMU Serif" panose="02000603000000000000" pitchFamily="2" charset="0"/>
                  </a:rPr>
                  <a:t> and FacingEast. </a:t>
                </a:r>
              </a:p>
              <a:p>
                <a:pPr marL="342900" indent="-342900" algn="just">
                  <a:spcAft>
                    <a:spcPts val="1200"/>
                  </a:spcAft>
                  <a:buClr>
                    <a:schemeClr val="accent1"/>
                  </a:buClr>
                  <a:buFont typeface="Arial" panose="020B0604020202020204" pitchFamily="34" charset="0"/>
                  <a:buChar char="•"/>
                </a:pPr>
                <a:r>
                  <a:rPr lang="en-US" sz="2200" dirty="0">
                    <a:latin typeface="CMU Serif" panose="02000603000000000000" pitchFamily="2" charset="0"/>
                    <a:ea typeface="CMU Serif" panose="02000603000000000000" pitchFamily="2" charset="0"/>
                    <a:cs typeface="CMU Serif" panose="02000603000000000000" pitchFamily="2" charset="0"/>
                  </a:rPr>
                  <a:t>The names are arbitrary but are often chosen to have some </a:t>
                </a:r>
                <a:r>
                  <a:rPr lang="en-US" sz="2200" dirty="0">
                    <a:solidFill>
                      <a:schemeClr val="accent1"/>
                    </a:solidFill>
                    <a:latin typeface="CMU Serif" panose="02000603000000000000" pitchFamily="2" charset="0"/>
                    <a:ea typeface="CMU Serif" panose="02000603000000000000" pitchFamily="2" charset="0"/>
                    <a:cs typeface="CMU Serif" panose="02000603000000000000" pitchFamily="2" charset="0"/>
                  </a:rPr>
                  <a:t>mnemonic value</a:t>
                </a:r>
                <a:r>
                  <a:rPr lang="en-US" sz="2200" dirty="0">
                    <a:latin typeface="CMU Serif" panose="02000603000000000000" pitchFamily="2" charset="0"/>
                    <a:ea typeface="CMU Serif" panose="02000603000000000000" pitchFamily="2" charset="0"/>
                    <a:cs typeface="CMU Serif" panose="02000603000000000000" pitchFamily="2" charset="0"/>
                  </a:rPr>
                  <a:t>. </a:t>
                </a:r>
              </a:p>
              <a:p>
                <a:pPr marL="342900" indent="-342900" algn="just">
                  <a:spcAft>
                    <a:spcPts val="1200"/>
                  </a:spcAft>
                  <a:buClr>
                    <a:schemeClr val="accent1"/>
                  </a:buClr>
                  <a:buFont typeface="Arial" panose="020B0604020202020204" pitchFamily="34" charset="0"/>
                  <a:buChar char="•"/>
                </a:pPr>
                <a:r>
                  <a:rPr lang="en-US" sz="2200" dirty="0">
                    <a:latin typeface="CMU Serif" panose="02000603000000000000" pitchFamily="2" charset="0"/>
                    <a:ea typeface="CMU Serif" panose="02000603000000000000" pitchFamily="2" charset="0"/>
                    <a:cs typeface="CMU Serif" panose="02000603000000000000" pitchFamily="2" charset="0"/>
                  </a:rPr>
                  <a:t>Complex sentences are constructed from simpler sentences, using </a:t>
                </a:r>
                <a:r>
                  <a:rPr lang="en-US" sz="2200" dirty="0">
                    <a:solidFill>
                      <a:schemeClr val="accent1"/>
                    </a:solidFill>
                    <a:latin typeface="CMU Serif" panose="02000603000000000000" pitchFamily="2" charset="0"/>
                    <a:ea typeface="CMU Serif" panose="02000603000000000000" pitchFamily="2" charset="0"/>
                    <a:cs typeface="CMU Serif" panose="02000603000000000000" pitchFamily="2" charset="0"/>
                  </a:rPr>
                  <a:t>parentheses</a:t>
                </a:r>
                <a:r>
                  <a:rPr lang="en-US" sz="2200" dirty="0">
                    <a:latin typeface="CMU Serif" panose="02000603000000000000" pitchFamily="2" charset="0"/>
                    <a:ea typeface="CMU Serif" panose="02000603000000000000" pitchFamily="2" charset="0"/>
                    <a:cs typeface="CMU Serif" panose="02000603000000000000" pitchFamily="2" charset="0"/>
                  </a:rPr>
                  <a:t> and operators called </a:t>
                </a:r>
                <a:r>
                  <a:rPr lang="en-US" sz="2200" dirty="0">
                    <a:solidFill>
                      <a:schemeClr val="accent1"/>
                    </a:solidFill>
                    <a:latin typeface="CMU Serif" panose="02000603000000000000" pitchFamily="2" charset="0"/>
                    <a:ea typeface="CMU Serif" panose="02000603000000000000" pitchFamily="2" charset="0"/>
                    <a:cs typeface="CMU Serif" panose="02000603000000000000" pitchFamily="2" charset="0"/>
                  </a:rPr>
                  <a:t>logical connectives</a:t>
                </a:r>
                <a:r>
                  <a:rPr lang="en-US" sz="2200" dirty="0">
                    <a:latin typeface="CMU Serif" panose="02000603000000000000" pitchFamily="2" charset="0"/>
                    <a:ea typeface="CMU Serif" panose="02000603000000000000" pitchFamily="2" charset="0"/>
                    <a:cs typeface="CMU Serif" panose="02000603000000000000" pitchFamily="2" charset="0"/>
                  </a:rPr>
                  <a:t>.</a:t>
                </a: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978129CB-08BD-AA28-205A-B051592BE3E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2965" y="1853668"/>
                <a:ext cx="8238067" cy="4354462"/>
              </a:xfrm>
              <a:prstGeom prst="rect">
                <a:avLst/>
              </a:prstGeom>
              <a:blipFill>
                <a:blip r:embed="rId2"/>
                <a:stretch>
                  <a:fillRect l="-1923" t="-1821" r="-1997" b="-36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78057FD5-86D0-4946-8781-8519C04AF123}"/>
                  </a:ext>
                </a:extLst>
              </p14:cNvPr>
              <p14:cNvContentPartPr/>
              <p14:nvPr/>
            </p14:nvContentPartPr>
            <p14:xfrm>
              <a:off x="8192424" y="2575278"/>
              <a:ext cx="468720" cy="36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78057FD5-86D0-4946-8781-8519C04AF123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8183424" y="2566278"/>
                <a:ext cx="48636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A9DEF00B-2A15-4835-83EF-091C6CBD6391}"/>
                  </a:ext>
                </a:extLst>
              </p14:cNvPr>
              <p14:cNvContentPartPr/>
              <p14:nvPr/>
            </p14:nvContentPartPr>
            <p14:xfrm>
              <a:off x="1007544" y="2864358"/>
              <a:ext cx="5577840" cy="12240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A9DEF00B-2A15-4835-83EF-091C6CBD6391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998904" y="2855718"/>
                <a:ext cx="5595480" cy="14004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5AEB211-B30B-5491-C428-2EFF3C676A92}"/>
              </a:ext>
            </a:extLst>
          </p:cNvPr>
          <p:cNvSpPr txBox="1"/>
          <p:nvPr/>
        </p:nvSpPr>
        <p:spPr>
          <a:xfrm>
            <a:off x="452966" y="649870"/>
            <a:ext cx="8238067" cy="553998"/>
          </a:xfrm>
          <a:prstGeom prst="rect">
            <a:avLst/>
          </a:prstGeom>
          <a:noFill/>
          <a:ln w="12700">
            <a:solidFill>
              <a:schemeClr val="accent4"/>
            </a:solidFill>
          </a:ln>
        </p:spPr>
        <p:txBody>
          <a:bodyPr wrap="square" lIns="0" tIns="0" rIns="0" bIns="0" rtlCol="0" anchor="ctr">
            <a:spAutoFit/>
          </a:bodyPr>
          <a:lstStyle/>
          <a:p>
            <a:r>
              <a:rPr lang="en-US" sz="3600" dirty="0">
                <a:solidFill>
                  <a:schemeClr val="accent1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Syntax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09775BFA-6220-9B04-9BCB-2808CD96AD93}"/>
                  </a:ext>
                </a:extLst>
              </p:cNvPr>
              <p:cNvSpPr txBox="1"/>
              <p:nvPr/>
            </p:nvSpPr>
            <p:spPr>
              <a:xfrm>
                <a:off x="452965" y="2163817"/>
                <a:ext cx="8238067" cy="3477875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spAutoFit/>
              </a:bodyPr>
              <a:lstStyle/>
              <a:p>
                <a:pPr marL="342900" indent="-342900" algn="just">
                  <a:spcAft>
                    <a:spcPts val="1200"/>
                  </a:spcAft>
                  <a:buClr>
                    <a:schemeClr val="accent1"/>
                  </a:buClr>
                  <a:buFont typeface="Arial" panose="020B0604020202020204" pitchFamily="34" charset="0"/>
                  <a:buChar char="•"/>
                </a:pPr>
                <a:r>
                  <a:rPr lang="en-US" sz="2200" dirty="0">
                    <a:latin typeface="CMU Serif" panose="02000603000000000000" pitchFamily="2" charset="0"/>
                    <a:ea typeface="CMU Serif" panose="02000603000000000000" pitchFamily="2" charset="0"/>
                    <a:cs typeface="CMU Serif" panose="02000603000000000000" pitchFamily="2" charset="0"/>
                  </a:rPr>
                  <a:t>There are five connectives in common use:</a:t>
                </a:r>
              </a:p>
              <a:p>
                <a:pPr marL="342900" indent="-342900" algn="just">
                  <a:spcAft>
                    <a:spcPts val="1200"/>
                  </a:spcAft>
                  <a:buClr>
                    <a:schemeClr val="accent1"/>
                  </a:buClr>
                  <a:buFont typeface="Courier New" panose="02070309020205020404" pitchFamily="49" charset="0"/>
                  <a:buChar char="o"/>
                </a:pPr>
                <a14:m>
                  <m:oMath xmlns:m="http://schemas.openxmlformats.org/officeDocument/2006/math">
                    <m:r>
                      <a:rPr lang="en-US" sz="220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MU Serif" panose="02000603000000000000" pitchFamily="2" charset="0"/>
                      </a:rPr>
                      <m:t>¬</m:t>
                    </m:r>
                  </m:oMath>
                </a14:m>
                <a:r>
                  <a:rPr lang="en-US" sz="2200" dirty="0">
                    <a:latin typeface="CMU Serif" panose="02000603000000000000" pitchFamily="2" charset="0"/>
                    <a:ea typeface="CMU Serif" panose="02000603000000000000" pitchFamily="2" charset="0"/>
                    <a:cs typeface="CMU Serif" panose="02000603000000000000" pitchFamily="2" charset="0"/>
                  </a:rPr>
                  <a:t> (NOT), </a:t>
                </a:r>
                <a:r>
                  <a:rPr lang="en-US" sz="2200" dirty="0">
                    <a:solidFill>
                      <a:schemeClr val="accent1"/>
                    </a:solidFill>
                    <a:latin typeface="CMU Serif" panose="02000603000000000000" pitchFamily="2" charset="0"/>
                    <a:ea typeface="CMU Serif" panose="02000603000000000000" pitchFamily="2" charset="0"/>
                    <a:cs typeface="CMU Serif" panose="02000603000000000000" pitchFamily="2" charset="0"/>
                  </a:rPr>
                  <a:t>negation</a:t>
                </a:r>
                <a:r>
                  <a:rPr lang="en-US" sz="2200" dirty="0">
                    <a:latin typeface="CMU Serif" panose="02000603000000000000" pitchFamily="2" charset="0"/>
                    <a:ea typeface="CMU Serif" panose="02000603000000000000" pitchFamily="2" charset="0"/>
                    <a:cs typeface="CMU Serif" panose="02000603000000000000" pitchFamily="2" charset="0"/>
                  </a:rPr>
                  <a:t>.</a:t>
                </a:r>
              </a:p>
              <a:p>
                <a:pPr marL="342900" indent="-342900" algn="just">
                  <a:spcAft>
                    <a:spcPts val="1200"/>
                  </a:spcAft>
                  <a:buClr>
                    <a:schemeClr val="accent1"/>
                  </a:buClr>
                  <a:buFont typeface="Courier New" panose="02070309020205020404" pitchFamily="49" charset="0"/>
                  <a:buChar char="o"/>
                </a:pPr>
                <a14:m>
                  <m:oMath xmlns:m="http://schemas.openxmlformats.org/officeDocument/2006/math">
                    <m:r>
                      <a:rPr lang="en-US" sz="220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MU Serif" panose="02000603000000000000" pitchFamily="2" charset="0"/>
                      </a:rPr>
                      <m:t>⋀</m:t>
                    </m:r>
                  </m:oMath>
                </a14:m>
                <a:r>
                  <a:rPr lang="en-US" sz="2200" dirty="0">
                    <a:latin typeface="CMU Serif" panose="02000603000000000000" pitchFamily="2" charset="0"/>
                    <a:ea typeface="CMU Serif" panose="02000603000000000000" pitchFamily="2" charset="0"/>
                    <a:cs typeface="CMU Serif" panose="02000603000000000000" pitchFamily="2" charset="0"/>
                  </a:rPr>
                  <a:t> (AND), </a:t>
                </a:r>
                <a:r>
                  <a:rPr lang="en-US" sz="2200" dirty="0">
                    <a:solidFill>
                      <a:schemeClr val="accent1"/>
                    </a:solidFill>
                    <a:latin typeface="CMU Serif" panose="02000603000000000000" pitchFamily="2" charset="0"/>
                    <a:ea typeface="CMU Serif" panose="02000603000000000000" pitchFamily="2" charset="0"/>
                    <a:cs typeface="CMU Serif" panose="02000603000000000000" pitchFamily="2" charset="0"/>
                  </a:rPr>
                  <a:t>conjunction</a:t>
                </a:r>
                <a:r>
                  <a:rPr lang="en-US" sz="2200" dirty="0">
                    <a:latin typeface="CMU Serif" panose="02000603000000000000" pitchFamily="2" charset="0"/>
                    <a:ea typeface="CMU Serif" panose="02000603000000000000" pitchFamily="2" charset="0"/>
                    <a:cs typeface="CMU Serif" panose="02000603000000000000" pitchFamily="2" charset="0"/>
                  </a:rPr>
                  <a:t>, operands are  conjuncts.</a:t>
                </a:r>
              </a:p>
              <a:p>
                <a:pPr marL="342900" indent="-342900" algn="just">
                  <a:spcAft>
                    <a:spcPts val="1200"/>
                  </a:spcAft>
                  <a:buClr>
                    <a:schemeClr val="accent1"/>
                  </a:buClr>
                  <a:buFont typeface="Courier New" panose="02070309020205020404" pitchFamily="49" charset="0"/>
                  <a:buChar char="o"/>
                </a:pPr>
                <a14:m>
                  <m:oMath xmlns:m="http://schemas.openxmlformats.org/officeDocument/2006/math">
                    <m:r>
                      <a:rPr lang="en-US" sz="220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MU Serif" panose="02000603000000000000" pitchFamily="2" charset="0"/>
                      </a:rPr>
                      <m:t>⋁</m:t>
                    </m:r>
                  </m:oMath>
                </a14:m>
                <a:r>
                  <a:rPr lang="en-US" sz="2200" dirty="0">
                    <a:latin typeface="CMU Serif" panose="02000603000000000000" pitchFamily="2" charset="0"/>
                    <a:ea typeface="CMU Serif" panose="02000603000000000000" pitchFamily="2" charset="0"/>
                    <a:cs typeface="CMU Serif" panose="02000603000000000000" pitchFamily="2" charset="0"/>
                  </a:rPr>
                  <a:t> (OR), </a:t>
                </a:r>
                <a:r>
                  <a:rPr lang="en-US" sz="2200" dirty="0">
                    <a:solidFill>
                      <a:schemeClr val="accent1"/>
                    </a:solidFill>
                    <a:latin typeface="CMU Serif" panose="02000603000000000000" pitchFamily="2" charset="0"/>
                    <a:ea typeface="CMU Serif" panose="02000603000000000000" pitchFamily="2" charset="0"/>
                    <a:cs typeface="CMU Serif" panose="02000603000000000000" pitchFamily="2" charset="0"/>
                  </a:rPr>
                  <a:t>disjunction</a:t>
                </a:r>
                <a:r>
                  <a:rPr lang="en-US" sz="2200" dirty="0">
                    <a:latin typeface="CMU Serif" panose="02000603000000000000" pitchFamily="2" charset="0"/>
                    <a:ea typeface="CMU Serif" panose="02000603000000000000" pitchFamily="2" charset="0"/>
                    <a:cs typeface="CMU Serif" panose="02000603000000000000" pitchFamily="2" charset="0"/>
                  </a:rPr>
                  <a:t>, operands are disjuncts.</a:t>
                </a:r>
              </a:p>
              <a:p>
                <a:pPr marL="342900" indent="-342900" algn="just">
                  <a:spcAft>
                    <a:spcPts val="1200"/>
                  </a:spcAft>
                  <a:buClr>
                    <a:schemeClr val="accent1"/>
                  </a:buClr>
                  <a:buFont typeface="Courier New" panose="02070309020205020404" pitchFamily="49" charset="0"/>
                  <a:buChar char="o"/>
                </a:pPr>
                <a14:m>
                  <m:oMath xmlns:m="http://schemas.openxmlformats.org/officeDocument/2006/math">
                    <m:r>
                      <a:rPr lang="en-US" sz="220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MU Serif" panose="02000603000000000000" pitchFamily="2" charset="0"/>
                      </a:rPr>
                      <m:t>⇒</m:t>
                    </m:r>
                  </m:oMath>
                </a14:m>
                <a:r>
                  <a:rPr lang="en-US" sz="2200" dirty="0">
                    <a:latin typeface="CMU Serif" panose="02000603000000000000" pitchFamily="2" charset="0"/>
                    <a:ea typeface="CMU Serif" panose="02000603000000000000" pitchFamily="2" charset="0"/>
                    <a:cs typeface="CMU Serif" panose="02000603000000000000" pitchFamily="2" charset="0"/>
                  </a:rPr>
                  <a:t> (IMPLIES), </a:t>
                </a:r>
                <a:r>
                  <a:rPr lang="en-US" sz="2200" dirty="0">
                    <a:solidFill>
                      <a:schemeClr val="accent1"/>
                    </a:solidFill>
                    <a:latin typeface="CMU Serif" panose="02000603000000000000" pitchFamily="2" charset="0"/>
                    <a:ea typeface="CMU Serif" panose="02000603000000000000" pitchFamily="2" charset="0"/>
                    <a:cs typeface="CMU Serif" panose="02000603000000000000" pitchFamily="2" charset="0"/>
                  </a:rPr>
                  <a:t>conditional</a:t>
                </a:r>
                <a:r>
                  <a:rPr lang="en-US" sz="2200" dirty="0">
                    <a:latin typeface="CMU Serif" panose="02000603000000000000" pitchFamily="2" charset="0"/>
                    <a:ea typeface="CMU Serif" panose="02000603000000000000" pitchFamily="2" charset="0"/>
                    <a:cs typeface="CMU Serif" panose="02000603000000000000" pitchFamily="2" charset="0"/>
                  </a:rPr>
                  <a:t>, A ⇒ B, A is the premise or antecedent and B is the conclusion or consequent. It is also known as rule or if-then statement.</a:t>
                </a:r>
              </a:p>
              <a:p>
                <a:pPr marL="342900" indent="-342900" algn="just">
                  <a:spcAft>
                    <a:spcPts val="1200"/>
                  </a:spcAft>
                  <a:buClr>
                    <a:schemeClr val="accent1"/>
                  </a:buClr>
                  <a:buFont typeface="Courier New" panose="02070309020205020404" pitchFamily="49" charset="0"/>
                  <a:buChar char="o"/>
                </a:pPr>
                <a14:m>
                  <m:oMath xmlns:m="http://schemas.openxmlformats.org/officeDocument/2006/math">
                    <m:r>
                      <a:rPr lang="en-US" sz="220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MU Serif" panose="02000603000000000000" pitchFamily="2" charset="0"/>
                      </a:rPr>
                      <m:t>⇔</m:t>
                    </m:r>
                  </m:oMath>
                </a14:m>
                <a:r>
                  <a:rPr lang="en-US" sz="2200" dirty="0">
                    <a:latin typeface="CMU Serif" panose="02000603000000000000" pitchFamily="2" charset="0"/>
                    <a:ea typeface="CMU Serif" panose="02000603000000000000" pitchFamily="2" charset="0"/>
                    <a:cs typeface="CMU Serif" panose="02000603000000000000" pitchFamily="2" charset="0"/>
                  </a:rPr>
                  <a:t> (if and only if), </a:t>
                </a:r>
                <a:r>
                  <a:rPr lang="en-US" sz="2200" dirty="0">
                    <a:solidFill>
                      <a:schemeClr val="accent1"/>
                    </a:solidFill>
                    <a:latin typeface="CMU Serif" panose="02000603000000000000" pitchFamily="2" charset="0"/>
                    <a:ea typeface="CMU Serif" panose="02000603000000000000" pitchFamily="2" charset="0"/>
                    <a:cs typeface="CMU Serif" panose="02000603000000000000" pitchFamily="2" charset="0"/>
                  </a:rPr>
                  <a:t>biconditional</a:t>
                </a:r>
                <a:r>
                  <a:rPr lang="en-US" sz="2200" dirty="0">
                    <a:latin typeface="CMU Serif" panose="02000603000000000000" pitchFamily="2" charset="0"/>
                    <a:ea typeface="CMU Serif" panose="02000603000000000000" pitchFamily="2" charset="0"/>
                    <a:cs typeface="CMU Serif" panose="02000603000000000000" pitchFamily="2" charset="0"/>
                  </a:rPr>
                  <a:t>.</a:t>
                </a: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09775BFA-6220-9B04-9BCB-2808CD96AD9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2965" y="2163817"/>
                <a:ext cx="8238067" cy="3477875"/>
              </a:xfrm>
              <a:prstGeom prst="rect">
                <a:avLst/>
              </a:prstGeom>
              <a:blipFill>
                <a:blip r:embed="rId2"/>
                <a:stretch>
                  <a:fillRect l="-1923" t="-2456" r="-1997" b="-473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A88C120-F769-1F06-2ADD-3F219B6C2E14}"/>
              </a:ext>
            </a:extLst>
          </p:cNvPr>
          <p:cNvSpPr txBox="1"/>
          <p:nvPr/>
        </p:nvSpPr>
        <p:spPr>
          <a:xfrm>
            <a:off x="452966" y="649870"/>
            <a:ext cx="8238067" cy="553998"/>
          </a:xfrm>
          <a:prstGeom prst="rect">
            <a:avLst/>
          </a:prstGeom>
          <a:noFill/>
          <a:ln w="12700">
            <a:solidFill>
              <a:schemeClr val="accent4"/>
            </a:solidFill>
          </a:ln>
        </p:spPr>
        <p:txBody>
          <a:bodyPr wrap="square" lIns="0" tIns="0" rIns="0" bIns="0" rtlCol="0" anchor="ctr">
            <a:spAutoFit/>
          </a:bodyPr>
          <a:lstStyle/>
          <a:p>
            <a:r>
              <a:rPr lang="en-US" sz="3600" dirty="0">
                <a:solidFill>
                  <a:schemeClr val="accent1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Syntax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2ABCA39B-20D3-8FEE-97E8-8DB3805EDE45}"/>
                  </a:ext>
                </a:extLst>
              </p:cNvPr>
              <p:cNvSpPr txBox="1"/>
              <p:nvPr/>
            </p:nvSpPr>
            <p:spPr>
              <a:xfrm>
                <a:off x="452966" y="1868480"/>
                <a:ext cx="8238067" cy="4339650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spAutoFit/>
              </a:bodyPr>
              <a:lstStyle/>
              <a:p>
                <a:pPr marL="342900" indent="-342900" algn="just">
                  <a:spcAft>
                    <a:spcPts val="600"/>
                  </a:spcAft>
                  <a:buClr>
                    <a:schemeClr val="accent1"/>
                  </a:buClr>
                  <a:buFont typeface="Arial" panose="020B0604020202020204" pitchFamily="34" charset="0"/>
                  <a:buChar char="•"/>
                </a:pPr>
                <a:r>
                  <a:rPr lang="en-US" sz="2200" dirty="0">
                    <a:latin typeface="CMU Serif" panose="02000603000000000000" pitchFamily="2" charset="0"/>
                    <a:ea typeface="CMU Serif" panose="02000603000000000000" pitchFamily="2" charset="0"/>
                    <a:cs typeface="CMU Serif" panose="02000603000000000000" pitchFamily="2" charset="0"/>
                  </a:rPr>
                  <a:t>Logical constants </a:t>
                </a:r>
                <a:r>
                  <a:rPr lang="en-US" sz="2200" dirty="0">
                    <a:solidFill>
                      <a:schemeClr val="accent1"/>
                    </a:solidFill>
                    <a:latin typeface="CMU Serif" panose="02000603000000000000" pitchFamily="2" charset="0"/>
                    <a:ea typeface="CMU Serif" panose="02000603000000000000" pitchFamily="2" charset="0"/>
                    <a:cs typeface="CMU Serif" panose="02000603000000000000" pitchFamily="2" charset="0"/>
                  </a:rPr>
                  <a:t>TRUE</a:t>
                </a:r>
                <a:r>
                  <a:rPr lang="en-US" sz="2200" dirty="0">
                    <a:latin typeface="CMU Serif" panose="02000603000000000000" pitchFamily="2" charset="0"/>
                    <a:ea typeface="CMU Serif" panose="02000603000000000000" pitchFamily="2" charset="0"/>
                    <a:cs typeface="CMU Serif" panose="02000603000000000000" pitchFamily="2" charset="0"/>
                  </a:rPr>
                  <a:t> and </a:t>
                </a:r>
                <a:r>
                  <a:rPr lang="en-US" sz="2200" dirty="0">
                    <a:solidFill>
                      <a:schemeClr val="accent1"/>
                    </a:solidFill>
                    <a:latin typeface="CMU Serif" panose="02000603000000000000" pitchFamily="2" charset="0"/>
                    <a:ea typeface="CMU Serif" panose="02000603000000000000" pitchFamily="2" charset="0"/>
                    <a:cs typeface="CMU Serif" panose="02000603000000000000" pitchFamily="2" charset="0"/>
                  </a:rPr>
                  <a:t>FALSE</a:t>
                </a:r>
                <a:r>
                  <a:rPr lang="en-US" sz="2200" dirty="0">
                    <a:latin typeface="CMU Serif" panose="02000603000000000000" pitchFamily="2" charset="0"/>
                    <a:ea typeface="CMU Serif" panose="02000603000000000000" pitchFamily="2" charset="0"/>
                    <a:cs typeface="CMU Serif" panose="02000603000000000000" pitchFamily="2" charset="0"/>
                  </a:rPr>
                  <a:t> are sentences.</a:t>
                </a:r>
              </a:p>
              <a:p>
                <a:pPr marL="342900" indent="-342900" algn="just">
                  <a:spcAft>
                    <a:spcPts val="600"/>
                  </a:spcAft>
                  <a:buClr>
                    <a:schemeClr val="accent1"/>
                  </a:buClr>
                  <a:buFont typeface="Arial" panose="020B0604020202020204" pitchFamily="34" charset="0"/>
                  <a:buChar char="•"/>
                </a:pPr>
                <a:r>
                  <a:rPr lang="en-US" sz="2200" dirty="0">
                    <a:latin typeface="CMU Serif" panose="02000603000000000000" pitchFamily="2" charset="0"/>
                    <a:ea typeface="CMU Serif" panose="02000603000000000000" pitchFamily="2" charset="0"/>
                    <a:cs typeface="CMU Serif" panose="02000603000000000000" pitchFamily="2" charset="0"/>
                  </a:rPr>
                  <a:t>Propositional symbols </a:t>
                </a:r>
                <a:r>
                  <a:rPr lang="en-US" sz="2200" dirty="0">
                    <a:solidFill>
                      <a:schemeClr val="accent1"/>
                    </a:solidFill>
                    <a:latin typeface="CMU Serif" panose="02000603000000000000" pitchFamily="2" charset="0"/>
                    <a:ea typeface="CMU Serif" panose="02000603000000000000" pitchFamily="2" charset="0"/>
                    <a:cs typeface="CMU Serif" panose="02000603000000000000" pitchFamily="2" charset="0"/>
                  </a:rPr>
                  <a:t>P1</a:t>
                </a:r>
                <a:r>
                  <a:rPr lang="en-US" sz="2200" dirty="0">
                    <a:latin typeface="CMU Serif" panose="02000603000000000000" pitchFamily="2" charset="0"/>
                    <a:ea typeface="CMU Serif" panose="02000603000000000000" pitchFamily="2" charset="0"/>
                    <a:cs typeface="CMU Serif" panose="02000603000000000000" pitchFamily="2" charset="0"/>
                  </a:rPr>
                  <a:t>, </a:t>
                </a:r>
                <a:r>
                  <a:rPr lang="en-US" sz="2200" dirty="0">
                    <a:solidFill>
                      <a:schemeClr val="accent1"/>
                    </a:solidFill>
                    <a:latin typeface="CMU Serif" panose="02000603000000000000" pitchFamily="2" charset="0"/>
                    <a:ea typeface="CMU Serif" panose="02000603000000000000" pitchFamily="2" charset="0"/>
                    <a:cs typeface="CMU Serif" panose="02000603000000000000" pitchFamily="2" charset="0"/>
                  </a:rPr>
                  <a:t>P2</a:t>
                </a:r>
                <a:r>
                  <a:rPr lang="en-US" sz="2200" dirty="0">
                    <a:latin typeface="CMU Serif" panose="02000603000000000000" pitchFamily="2" charset="0"/>
                    <a:ea typeface="CMU Serif" panose="02000603000000000000" pitchFamily="2" charset="0"/>
                    <a:cs typeface="CMU Serif" panose="02000603000000000000" pitchFamily="2" charset="0"/>
                  </a:rPr>
                  <a:t> etc. are sentences.</a:t>
                </a:r>
              </a:p>
              <a:p>
                <a:pPr marL="342900" indent="-342900" algn="just">
                  <a:spcAft>
                    <a:spcPts val="600"/>
                  </a:spcAft>
                  <a:buClr>
                    <a:schemeClr val="accent1"/>
                  </a:buClr>
                  <a:buFont typeface="Arial" panose="020B0604020202020204" pitchFamily="34" charset="0"/>
                  <a:buChar char="•"/>
                </a:pPr>
                <a:r>
                  <a:rPr lang="en-US" sz="2200" dirty="0">
                    <a:latin typeface="CMU Serif" panose="02000603000000000000" pitchFamily="2" charset="0"/>
                    <a:ea typeface="CMU Serif" panose="02000603000000000000" pitchFamily="2" charset="0"/>
                    <a:cs typeface="CMU Serif" panose="02000603000000000000" pitchFamily="2" charset="0"/>
                  </a:rPr>
                  <a:t>Symbols P1 and negated symbols </a:t>
                </a:r>
                <a14:m>
                  <m:oMath xmlns:m="http://schemas.openxmlformats.org/officeDocument/2006/math">
                    <m:r>
                      <a:rPr lang="en-US" sz="220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MU Serif" panose="02000603000000000000" pitchFamily="2" charset="0"/>
                      </a:rPr>
                      <m:t>¬</m:t>
                    </m:r>
                  </m:oMath>
                </a14:m>
                <a:r>
                  <a:rPr lang="en-US" sz="2200" dirty="0">
                    <a:latin typeface="CMU Serif" panose="02000603000000000000" pitchFamily="2" charset="0"/>
                    <a:ea typeface="CMU Serif" panose="02000603000000000000" pitchFamily="2" charset="0"/>
                    <a:cs typeface="CMU Serif" panose="02000603000000000000" pitchFamily="2" charset="0"/>
                  </a:rPr>
                  <a:t> P1 are called </a:t>
                </a:r>
                <a:r>
                  <a:rPr lang="en-US" sz="2200" dirty="0">
                    <a:solidFill>
                      <a:schemeClr val="accent1"/>
                    </a:solidFill>
                    <a:latin typeface="CMU Serif" panose="02000603000000000000" pitchFamily="2" charset="0"/>
                    <a:ea typeface="CMU Serif" panose="02000603000000000000" pitchFamily="2" charset="0"/>
                    <a:cs typeface="CMU Serif" panose="02000603000000000000" pitchFamily="2" charset="0"/>
                  </a:rPr>
                  <a:t>literals</a:t>
                </a:r>
                <a:r>
                  <a:rPr lang="en-US" sz="2200" dirty="0">
                    <a:latin typeface="CMU Serif" panose="02000603000000000000" pitchFamily="2" charset="0"/>
                    <a:ea typeface="CMU Serif" panose="02000603000000000000" pitchFamily="2" charset="0"/>
                    <a:cs typeface="CMU Serif" panose="02000603000000000000" pitchFamily="2" charset="0"/>
                  </a:rPr>
                  <a:t>.</a:t>
                </a:r>
              </a:p>
              <a:p>
                <a:pPr marL="342900" indent="-342900" algn="just">
                  <a:spcAft>
                    <a:spcPts val="600"/>
                  </a:spcAft>
                  <a:buClr>
                    <a:schemeClr val="accent1"/>
                  </a:buClr>
                  <a:buFont typeface="Arial" panose="020B0604020202020204" pitchFamily="34" charset="0"/>
                  <a:buChar char="•"/>
                </a:pPr>
                <a:r>
                  <a:rPr lang="en-US" sz="2200" dirty="0">
                    <a:latin typeface="CMU Serif" panose="02000603000000000000" pitchFamily="2" charset="0"/>
                    <a:ea typeface="CMU Serif" panose="02000603000000000000" pitchFamily="2" charset="0"/>
                    <a:cs typeface="CMU Serif" panose="02000603000000000000" pitchFamily="2" charset="0"/>
                  </a:rPr>
                  <a:t>A </a:t>
                </a:r>
                <a:r>
                  <a:rPr lang="en-US" sz="2200" dirty="0">
                    <a:solidFill>
                      <a:schemeClr val="accent1"/>
                    </a:solidFill>
                    <a:latin typeface="CMU Serif" panose="02000603000000000000" pitchFamily="2" charset="0"/>
                    <a:ea typeface="CMU Serif" panose="02000603000000000000" pitchFamily="2" charset="0"/>
                    <a:cs typeface="CMU Serif" panose="02000603000000000000" pitchFamily="2" charset="0"/>
                  </a:rPr>
                  <a:t>literal</a:t>
                </a:r>
                <a:r>
                  <a:rPr lang="en-US" sz="2200" dirty="0">
                    <a:latin typeface="CMU Serif" panose="02000603000000000000" pitchFamily="2" charset="0"/>
                    <a:ea typeface="CMU Serif" panose="02000603000000000000" pitchFamily="2" charset="0"/>
                    <a:cs typeface="CMU Serif" panose="02000603000000000000" pitchFamily="2" charset="0"/>
                  </a:rPr>
                  <a:t> is either an atomic sentence (a positive literal) or a negated atomic sentence (a negative literal). 	</a:t>
                </a:r>
              </a:p>
              <a:p>
                <a:pPr marL="800100" lvl="1" indent="-342900" algn="just">
                  <a:spcAft>
                    <a:spcPts val="600"/>
                  </a:spcAft>
                  <a:buClr>
                    <a:schemeClr val="accent1"/>
                  </a:buClr>
                  <a:buFont typeface="Courier New" panose="02070309020205020404" pitchFamily="49" charset="0"/>
                  <a:buChar char="o"/>
                </a:pPr>
                <a:r>
                  <a:rPr lang="en-US" sz="2200" dirty="0">
                    <a:latin typeface="CMU Serif" panose="02000603000000000000" pitchFamily="2" charset="0"/>
                    <a:ea typeface="CMU Serif" panose="02000603000000000000" pitchFamily="2" charset="0"/>
                    <a:cs typeface="CMU Serif" panose="02000603000000000000" pitchFamily="2" charset="0"/>
                  </a:rPr>
                  <a:t>If S is a sentence, </a:t>
                </a:r>
                <a14:m>
                  <m:oMath xmlns:m="http://schemas.openxmlformats.org/officeDocument/2006/math">
                    <m:r>
                      <a:rPr lang="en-US" sz="220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MU Serif" panose="02000603000000000000" pitchFamily="2" charset="0"/>
                      </a:rPr>
                      <m:t>¬ </m:t>
                    </m:r>
                  </m:oMath>
                </a14:m>
                <a:r>
                  <a:rPr lang="en-US" sz="2200" dirty="0">
                    <a:latin typeface="CMU Serif" panose="02000603000000000000" pitchFamily="2" charset="0"/>
                    <a:ea typeface="CMU Serif" panose="02000603000000000000" pitchFamily="2" charset="0"/>
                    <a:cs typeface="CMU Serif" panose="02000603000000000000" pitchFamily="2" charset="0"/>
                  </a:rPr>
                  <a:t>S is a sentence (NOT).</a:t>
                </a:r>
              </a:p>
              <a:p>
                <a:pPr marL="800100" lvl="1" indent="-342900" algn="just">
                  <a:spcAft>
                    <a:spcPts val="600"/>
                  </a:spcAft>
                  <a:buClr>
                    <a:schemeClr val="accent1"/>
                  </a:buClr>
                  <a:buFont typeface="Courier New" panose="02070309020205020404" pitchFamily="49" charset="0"/>
                  <a:buChar char="o"/>
                </a:pPr>
                <a:r>
                  <a:rPr lang="en-US" sz="2200" dirty="0">
                    <a:latin typeface="CMU Serif" panose="02000603000000000000" pitchFamily="2" charset="0"/>
                    <a:ea typeface="CMU Serif" panose="02000603000000000000" pitchFamily="2" charset="0"/>
                    <a:cs typeface="CMU Serif" panose="02000603000000000000" pitchFamily="2" charset="0"/>
                  </a:rPr>
                  <a:t>If S1 and S2 is a sentence, S1 </a:t>
                </a:r>
                <a14:m>
                  <m:oMath xmlns:m="http://schemas.openxmlformats.org/officeDocument/2006/math">
                    <m:r>
                      <a:rPr lang="en-US" sz="220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MU Serif" panose="02000603000000000000" pitchFamily="2" charset="0"/>
                      </a:rPr>
                      <m:t>⋀</m:t>
                    </m:r>
                  </m:oMath>
                </a14:m>
                <a:r>
                  <a:rPr lang="en-US" sz="2200" dirty="0">
                    <a:latin typeface="CMU Serif" panose="02000603000000000000" pitchFamily="2" charset="0"/>
                    <a:ea typeface="CMU Serif" panose="02000603000000000000" pitchFamily="2" charset="0"/>
                    <a:cs typeface="CMU Serif" panose="02000603000000000000" pitchFamily="2" charset="0"/>
                  </a:rPr>
                  <a:t> S2 is a sentence (AND).</a:t>
                </a:r>
              </a:p>
              <a:p>
                <a:pPr marL="800100" lvl="1" indent="-342900" algn="just">
                  <a:spcAft>
                    <a:spcPts val="600"/>
                  </a:spcAft>
                  <a:buClr>
                    <a:schemeClr val="accent1"/>
                  </a:buClr>
                  <a:buFont typeface="Courier New" panose="02070309020205020404" pitchFamily="49" charset="0"/>
                  <a:buChar char="o"/>
                </a:pPr>
                <a:r>
                  <a:rPr lang="en-US" sz="2200" dirty="0">
                    <a:latin typeface="CMU Serif" panose="02000603000000000000" pitchFamily="2" charset="0"/>
                    <a:ea typeface="CMU Serif" panose="02000603000000000000" pitchFamily="2" charset="0"/>
                    <a:cs typeface="CMU Serif" panose="02000603000000000000" pitchFamily="2" charset="0"/>
                  </a:rPr>
                  <a:t>If S1 and S2 is a sentence, S1 </a:t>
                </a:r>
                <a14:m>
                  <m:oMath xmlns:m="http://schemas.openxmlformats.org/officeDocument/2006/math">
                    <m:r>
                      <a:rPr lang="en-US" sz="220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MU Serif" panose="02000603000000000000" pitchFamily="2" charset="0"/>
                      </a:rPr>
                      <m:t>⋁</m:t>
                    </m:r>
                  </m:oMath>
                </a14:m>
                <a:r>
                  <a:rPr lang="en-US" sz="2200" dirty="0">
                    <a:latin typeface="CMU Serif" panose="02000603000000000000" pitchFamily="2" charset="0"/>
                    <a:ea typeface="CMU Serif" panose="02000603000000000000" pitchFamily="2" charset="0"/>
                    <a:cs typeface="CMU Serif" panose="02000603000000000000" pitchFamily="2" charset="0"/>
                  </a:rPr>
                  <a:t> S2 is a sentence (OR).</a:t>
                </a:r>
              </a:p>
              <a:p>
                <a:pPr marL="800100" lvl="1" indent="-342900" algn="just">
                  <a:spcAft>
                    <a:spcPts val="600"/>
                  </a:spcAft>
                  <a:buClr>
                    <a:schemeClr val="accent1"/>
                  </a:buClr>
                  <a:buFont typeface="Courier New" panose="02070309020205020404" pitchFamily="49" charset="0"/>
                  <a:buChar char="o"/>
                </a:pPr>
                <a:r>
                  <a:rPr lang="en-US" sz="2200" dirty="0">
                    <a:latin typeface="CMU Serif" panose="02000603000000000000" pitchFamily="2" charset="0"/>
                    <a:ea typeface="CMU Serif" panose="02000603000000000000" pitchFamily="2" charset="0"/>
                    <a:cs typeface="CMU Serif" panose="02000603000000000000" pitchFamily="2" charset="0"/>
                  </a:rPr>
                  <a:t>If S1 and S2 is a sentence, S1 </a:t>
                </a:r>
                <a14:m>
                  <m:oMath xmlns:m="http://schemas.openxmlformats.org/officeDocument/2006/math">
                    <m:r>
                      <a:rPr lang="en-US" sz="220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MU Serif" panose="02000603000000000000" pitchFamily="2" charset="0"/>
                      </a:rPr>
                      <m:t>⇒</m:t>
                    </m:r>
                  </m:oMath>
                </a14:m>
                <a:r>
                  <a:rPr lang="en-US" sz="2200" dirty="0">
                    <a:latin typeface="CMU Serif" panose="02000603000000000000" pitchFamily="2" charset="0"/>
                    <a:ea typeface="CMU Serif" panose="02000603000000000000" pitchFamily="2" charset="0"/>
                    <a:cs typeface="CMU Serif" panose="02000603000000000000" pitchFamily="2" charset="0"/>
                  </a:rPr>
                  <a:t> S2 is a sentence (Implies).</a:t>
                </a:r>
              </a:p>
              <a:p>
                <a:pPr marL="800100" lvl="1" indent="-342900" algn="just">
                  <a:spcAft>
                    <a:spcPts val="600"/>
                  </a:spcAft>
                  <a:buClr>
                    <a:schemeClr val="accent1"/>
                  </a:buClr>
                  <a:buFont typeface="Courier New" panose="02070309020205020404" pitchFamily="49" charset="0"/>
                  <a:buChar char="o"/>
                </a:pPr>
                <a:r>
                  <a:rPr lang="en-US" sz="2200" dirty="0">
                    <a:latin typeface="CMU Serif" panose="02000603000000000000" pitchFamily="2" charset="0"/>
                    <a:ea typeface="CMU Serif" panose="02000603000000000000" pitchFamily="2" charset="0"/>
                    <a:cs typeface="CMU Serif" panose="02000603000000000000" pitchFamily="2" charset="0"/>
                  </a:rPr>
                  <a:t>If S1 and S2 is a sentence, S1 </a:t>
                </a:r>
                <a14:m>
                  <m:oMath xmlns:m="http://schemas.openxmlformats.org/officeDocument/2006/math">
                    <m:r>
                      <a:rPr lang="en-US" sz="220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MU Serif" panose="02000603000000000000" pitchFamily="2" charset="0"/>
                      </a:rPr>
                      <m:t>⇔ </m:t>
                    </m:r>
                  </m:oMath>
                </a14:m>
                <a:r>
                  <a:rPr lang="en-US" sz="2200" dirty="0">
                    <a:latin typeface="CMU Serif" panose="02000603000000000000" pitchFamily="2" charset="0"/>
                    <a:ea typeface="CMU Serif" panose="02000603000000000000" pitchFamily="2" charset="0"/>
                    <a:cs typeface="CMU Serif" panose="02000603000000000000" pitchFamily="2" charset="0"/>
                  </a:rPr>
                  <a:t>S2 is an equivalent sentence.</a:t>
                </a: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2ABCA39B-20D3-8FEE-97E8-8DB3805EDE4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2966" y="1868480"/>
                <a:ext cx="8238067" cy="4339650"/>
              </a:xfrm>
              <a:prstGeom prst="rect">
                <a:avLst/>
              </a:prstGeom>
              <a:blipFill>
                <a:blip r:embed="rId2"/>
                <a:stretch>
                  <a:fillRect l="-1923" t="-1969" r="-1997" b="-35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24FF572B-5070-4D39-AEEF-5E69E4D5454A}"/>
                  </a:ext>
                </a:extLst>
              </p14:cNvPr>
              <p14:cNvContentPartPr/>
              <p14:nvPr/>
            </p14:nvContentPartPr>
            <p14:xfrm>
              <a:off x="5915424" y="5950998"/>
              <a:ext cx="2824920" cy="14220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24FF572B-5070-4D39-AEEF-5E69E4D5454A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906784" y="5941998"/>
                <a:ext cx="2842560" cy="159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54EA07BD-4536-4F14-AEF0-D05D6DB0058B}"/>
                  </a:ext>
                </a:extLst>
              </p14:cNvPr>
              <p14:cNvContentPartPr/>
              <p14:nvPr/>
            </p14:nvContentPartPr>
            <p14:xfrm>
              <a:off x="4469304" y="6148278"/>
              <a:ext cx="957600" cy="1044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54EA07BD-4536-4F14-AEF0-D05D6DB0058B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4460304" y="6139278"/>
                <a:ext cx="975240" cy="2808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>
            <a:extLst>
              <a:ext uri="{FF2B5EF4-FFF2-40B4-BE49-F238E27FC236}">
                <a16:creationId xmlns:a16="http://schemas.microsoft.com/office/drawing/2014/main" id="{26604500-7CD4-CA54-BC6C-8E62005316CD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0" y="274638"/>
            <a:ext cx="8229600" cy="706437"/>
          </a:xfrm>
        </p:spPr>
        <p:txBody>
          <a:bodyPr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fr-FR" i="1">
                <a:latin typeface="Garamond" pitchFamily="18" charset="0"/>
              </a:rPr>
              <a:t>Knoweldge Representation &amp; Reasoning</a:t>
            </a:r>
          </a:p>
        </p:txBody>
      </p:sp>
      <p:sp>
        <p:nvSpPr>
          <p:cNvPr id="15363" name="Rectangle 3">
            <a:extLst>
              <a:ext uri="{FF2B5EF4-FFF2-40B4-BE49-F238E27FC236}">
                <a16:creationId xmlns:a16="http://schemas.microsoft.com/office/drawing/2014/main" id="{BB2E51A0-6DB1-02CD-C474-A37CC31141C9}"/>
              </a:ext>
            </a:extLst>
          </p:cNvPr>
          <p:cNvSpPr>
            <a:spLocks noGrp="1"/>
          </p:cNvSpPr>
          <p:nvPr>
            <p:ph sz="quarter" idx="4294967295"/>
          </p:nvPr>
        </p:nvSpPr>
        <p:spPr>
          <a:xfrm>
            <a:off x="0" y="1052513"/>
            <a:ext cx="8229600" cy="5073650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endParaRPr lang="fr-FR" altLang="en-US" sz="4400" dirty="0">
              <a:solidFill>
                <a:schemeClr val="accent2"/>
              </a:solidFill>
              <a:latin typeface="Garamond" panose="02020404030301010803" pitchFamily="18" charset="0"/>
              <a:cs typeface="Times New Roman" panose="02020603050405020304" pitchFamily="18" charset="0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endParaRPr lang="fr-FR" altLang="en-US" sz="3600" dirty="0">
              <a:solidFill>
                <a:schemeClr val="accent2"/>
              </a:solidFill>
              <a:latin typeface="Garamond" panose="02020404030301010803" pitchFamily="18" charset="0"/>
              <a:cs typeface="Times New Roman" panose="02020603050405020304" pitchFamily="18" charset="0"/>
            </a:endParaRPr>
          </a:p>
          <a:p>
            <a:pPr algn="just" eaLnBrk="1" hangingPunct="1">
              <a:buFont typeface="Wingdings" panose="05000000000000000000" pitchFamily="2" charset="2"/>
              <a:buNone/>
            </a:pPr>
            <a:endParaRPr lang="en-US" altLang="en-US" sz="2800" dirty="0">
              <a:latin typeface="Garamond" panose="02020404030301010803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6D9538D-4B97-1686-F4C5-767DD5CD9003}"/>
              </a:ext>
            </a:extLst>
          </p:cNvPr>
          <p:cNvSpPr txBox="1"/>
          <p:nvPr/>
        </p:nvSpPr>
        <p:spPr>
          <a:xfrm>
            <a:off x="452966" y="649870"/>
            <a:ext cx="8238067" cy="553998"/>
          </a:xfrm>
          <a:prstGeom prst="rect">
            <a:avLst/>
          </a:prstGeom>
          <a:noFill/>
          <a:ln w="12700">
            <a:solidFill>
              <a:schemeClr val="accent4"/>
            </a:solidFill>
          </a:ln>
        </p:spPr>
        <p:txBody>
          <a:bodyPr wrap="square" lIns="0" tIns="0" rIns="0" bIns="0" rtlCol="0" anchor="ctr">
            <a:spAutoFit/>
          </a:bodyPr>
          <a:lstStyle/>
          <a:p>
            <a:r>
              <a:rPr lang="en-US" sz="3600" dirty="0">
                <a:solidFill>
                  <a:schemeClr val="accent1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Precedence Order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A448692-3E2D-E0FD-454A-5148EB1DFD05}"/>
              </a:ext>
            </a:extLst>
          </p:cNvPr>
          <p:cNvSpPr txBox="1"/>
          <p:nvPr/>
        </p:nvSpPr>
        <p:spPr>
          <a:xfrm>
            <a:off x="448732" y="1585810"/>
            <a:ext cx="8238067" cy="338554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marL="342900" indent="-342900" algn="just">
              <a:spcAft>
                <a:spcPts val="1200"/>
              </a:spcAft>
              <a:buClr>
                <a:schemeClr val="accent1"/>
              </a:buClr>
              <a:buFont typeface="Wingdings" panose="05000000000000000000" pitchFamily="2" charset="2"/>
              <a:buChar char="Ø"/>
            </a:pPr>
            <a:r>
              <a:rPr lang="en-US" sz="22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From higher to lower: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F0BBD5C3-B7AC-4314-9507-8BA4416AEC6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210378949"/>
                  </p:ext>
                </p:extLst>
              </p:nvPr>
            </p:nvGraphicFramePr>
            <p:xfrm>
              <a:off x="457196" y="2306306"/>
              <a:ext cx="8229600" cy="2560320"/>
            </p:xfrm>
            <a:graphic>
              <a:graphicData uri="http://schemas.openxmlformats.org/drawingml/2006/table">
                <a:tbl>
                  <a:tblPr firstRow="1" bandRow="1">
                    <a:tableStyleId>{BC89EF96-8CEA-46FF-86C4-4CE0E7609802}</a:tableStyleId>
                  </a:tblPr>
                  <a:tblGrid>
                    <a:gridCol w="2743200">
                      <a:extLst>
                        <a:ext uri="{9D8B030D-6E8A-4147-A177-3AD203B41FA5}">
                          <a16:colId xmlns:a16="http://schemas.microsoft.com/office/drawing/2014/main" val="385021505"/>
                        </a:ext>
                      </a:extLst>
                    </a:gridCol>
                    <a:gridCol w="2743200">
                      <a:extLst>
                        <a:ext uri="{9D8B030D-6E8A-4147-A177-3AD203B41FA5}">
                          <a16:colId xmlns:a16="http://schemas.microsoft.com/office/drawing/2014/main" val="1192261978"/>
                        </a:ext>
                      </a:extLst>
                    </a:gridCol>
                    <a:gridCol w="2743200">
                      <a:extLst>
                        <a:ext uri="{9D8B030D-6E8A-4147-A177-3AD203B41FA5}">
                          <a16:colId xmlns:a16="http://schemas.microsoft.com/office/drawing/2014/main" val="1754935958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200" b="0" dirty="0">
                              <a:latin typeface="CMU Serif" panose="02000603000000000000" pitchFamily="2" charset="0"/>
                              <a:ea typeface="CMU Serif" panose="02000603000000000000" pitchFamily="2" charset="0"/>
                              <a:cs typeface="CMU Serif" panose="02000603000000000000" pitchFamily="2" charset="0"/>
                            </a:rPr>
                            <a:t>Parenthesis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200" b="0" dirty="0">
                              <a:latin typeface="CMU Serif" panose="02000603000000000000" pitchFamily="2" charset="0"/>
                              <a:ea typeface="CMU Serif" panose="02000603000000000000" pitchFamily="2" charset="0"/>
                              <a:cs typeface="CMU Serif" panose="02000603000000000000" pitchFamily="2" charset="0"/>
                            </a:rPr>
                            <a:t>(Sentence)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200" b="0" dirty="0">
                            <a:latin typeface="CMU Serif" panose="02000603000000000000" pitchFamily="2" charset="0"/>
                            <a:ea typeface="CMU Serif" panose="02000603000000000000" pitchFamily="2" charset="0"/>
                            <a:cs typeface="CMU Serif" panose="02000603000000000000" pitchFamily="2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10527970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200" b="0" dirty="0">
                              <a:latin typeface="CMU Serif" panose="02000603000000000000" pitchFamily="2" charset="0"/>
                              <a:ea typeface="CMU Serif" panose="02000603000000000000" pitchFamily="2" charset="0"/>
                              <a:cs typeface="CMU Serif" panose="02000603000000000000" pitchFamily="2" charset="0"/>
                            </a:rPr>
                            <a:t>NOT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CMU Serif" panose="02000603000000000000" pitchFamily="2" charset="0"/>
                                  </a:rPr>
                                  <m:t>¬</m:t>
                                </m:r>
                              </m:oMath>
                            </m:oMathPara>
                          </a14:m>
                          <a:endParaRPr lang="en-US" sz="2200" b="0" dirty="0">
                            <a:latin typeface="CMU Serif" panose="02000603000000000000" pitchFamily="2" charset="0"/>
                            <a:ea typeface="CMU Serif" panose="02000603000000000000" pitchFamily="2" charset="0"/>
                            <a:cs typeface="CMU Serif" panose="02000603000000000000" pitchFamily="2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200" b="0" dirty="0">
                              <a:latin typeface="CMU Serif" panose="02000603000000000000" pitchFamily="2" charset="0"/>
                              <a:ea typeface="CMU Serif" panose="02000603000000000000" pitchFamily="2" charset="0"/>
                              <a:cs typeface="CMU Serif" panose="02000603000000000000" pitchFamily="2" charset="0"/>
                            </a:rPr>
                            <a:t>Negation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64126104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200" b="0" dirty="0">
                              <a:latin typeface="CMU Serif" panose="02000603000000000000" pitchFamily="2" charset="0"/>
                              <a:ea typeface="CMU Serif" panose="02000603000000000000" pitchFamily="2" charset="0"/>
                              <a:cs typeface="CMU Serif" panose="02000603000000000000" pitchFamily="2" charset="0"/>
                            </a:rPr>
                            <a:t>AND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20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CMU Serif" panose="02000603000000000000" pitchFamily="2" charset="0"/>
                                  </a:rPr>
                                  <m:t>⋀</m:t>
                                </m:r>
                              </m:oMath>
                            </m:oMathPara>
                          </a14:m>
                          <a:endParaRPr lang="en-US" sz="2200" b="0" dirty="0">
                            <a:latin typeface="CMU Serif" panose="02000603000000000000" pitchFamily="2" charset="0"/>
                            <a:ea typeface="CMU Serif" panose="02000603000000000000" pitchFamily="2" charset="0"/>
                            <a:cs typeface="CMU Serif" panose="02000603000000000000" pitchFamily="2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200" b="0" dirty="0">
                              <a:latin typeface="CMU Serif" panose="02000603000000000000" pitchFamily="2" charset="0"/>
                              <a:ea typeface="CMU Serif" panose="02000603000000000000" pitchFamily="2" charset="0"/>
                              <a:cs typeface="CMU Serif" panose="02000603000000000000" pitchFamily="2" charset="0"/>
                            </a:rPr>
                            <a:t>Conjunction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60566767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200" b="0" dirty="0">
                              <a:latin typeface="CMU Serif" panose="02000603000000000000" pitchFamily="2" charset="0"/>
                              <a:ea typeface="CMU Serif" panose="02000603000000000000" pitchFamily="2" charset="0"/>
                              <a:cs typeface="CMU Serif" panose="02000603000000000000" pitchFamily="2" charset="0"/>
                            </a:rPr>
                            <a:t>OR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20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CMU Serif" panose="02000603000000000000" pitchFamily="2" charset="0"/>
                                  </a:rPr>
                                  <m:t>⋁</m:t>
                                </m:r>
                              </m:oMath>
                            </m:oMathPara>
                          </a14:m>
                          <a:endParaRPr lang="en-US" sz="2200" b="0" dirty="0">
                            <a:latin typeface="CMU Serif" panose="02000603000000000000" pitchFamily="2" charset="0"/>
                            <a:ea typeface="CMU Serif" panose="02000603000000000000" pitchFamily="2" charset="0"/>
                            <a:cs typeface="CMU Serif" panose="02000603000000000000" pitchFamily="2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200" b="0" dirty="0">
                              <a:latin typeface="CMU Serif" panose="02000603000000000000" pitchFamily="2" charset="0"/>
                              <a:ea typeface="CMU Serif" panose="02000603000000000000" pitchFamily="2" charset="0"/>
                              <a:cs typeface="CMU Serif" panose="02000603000000000000" pitchFamily="2" charset="0"/>
                            </a:rPr>
                            <a:t>Disjunction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21243071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200" b="0" dirty="0">
                              <a:latin typeface="CMU Serif" panose="02000603000000000000" pitchFamily="2" charset="0"/>
                              <a:ea typeface="CMU Serif" panose="02000603000000000000" pitchFamily="2" charset="0"/>
                              <a:cs typeface="CMU Serif" panose="02000603000000000000" pitchFamily="2" charset="0"/>
                            </a:rPr>
                            <a:t>IMPLIES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20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CMU Serif" panose="02000603000000000000" pitchFamily="2" charset="0"/>
                                  </a:rPr>
                                  <m:t>⇒</m:t>
                                </m:r>
                              </m:oMath>
                            </m:oMathPara>
                          </a14:m>
                          <a:endParaRPr lang="en-US" sz="2200" b="0" dirty="0">
                            <a:latin typeface="CMU Serif" panose="02000603000000000000" pitchFamily="2" charset="0"/>
                            <a:ea typeface="CMU Serif" panose="02000603000000000000" pitchFamily="2" charset="0"/>
                            <a:cs typeface="CMU Serif" panose="02000603000000000000" pitchFamily="2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200" b="0" dirty="0">
                              <a:latin typeface="CMU Serif" panose="02000603000000000000" pitchFamily="2" charset="0"/>
                              <a:ea typeface="CMU Serif" panose="02000603000000000000" pitchFamily="2" charset="0"/>
                              <a:cs typeface="CMU Serif" panose="02000603000000000000" pitchFamily="2" charset="0"/>
                            </a:rPr>
                            <a:t>Implication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93317571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200" b="0" dirty="0">
                              <a:latin typeface="CMU Serif" panose="02000603000000000000" pitchFamily="2" charset="0"/>
                              <a:ea typeface="CMU Serif" panose="02000603000000000000" pitchFamily="2" charset="0"/>
                              <a:cs typeface="CMU Serif" panose="02000603000000000000" pitchFamily="2" charset="0"/>
                            </a:rPr>
                            <a:t>EQUIVALENT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20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CMU Serif" panose="02000603000000000000" pitchFamily="2" charset="0"/>
                                  </a:rPr>
                                  <m:t>⇔</m:t>
                                </m:r>
                              </m:oMath>
                            </m:oMathPara>
                          </a14:m>
                          <a:endParaRPr lang="en-US" sz="2200" b="0" dirty="0">
                            <a:latin typeface="CMU Serif" panose="02000603000000000000" pitchFamily="2" charset="0"/>
                            <a:ea typeface="CMU Serif" panose="02000603000000000000" pitchFamily="2" charset="0"/>
                            <a:cs typeface="CMU Serif" panose="02000603000000000000" pitchFamily="2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200" b="0" dirty="0">
                              <a:latin typeface="CMU Serif" panose="02000603000000000000" pitchFamily="2" charset="0"/>
                              <a:ea typeface="CMU Serif" panose="02000603000000000000" pitchFamily="2" charset="0"/>
                              <a:cs typeface="CMU Serif" panose="02000603000000000000" pitchFamily="2" charset="0"/>
                            </a:rPr>
                            <a:t>Equivalence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89672480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F0BBD5C3-B7AC-4314-9507-8BA4416AEC6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210378949"/>
                  </p:ext>
                </p:extLst>
              </p:nvPr>
            </p:nvGraphicFramePr>
            <p:xfrm>
              <a:off x="457196" y="2306306"/>
              <a:ext cx="8229600" cy="2560320"/>
            </p:xfrm>
            <a:graphic>
              <a:graphicData uri="http://schemas.openxmlformats.org/drawingml/2006/table">
                <a:tbl>
                  <a:tblPr firstRow="1" bandRow="1">
                    <a:tableStyleId>{BC89EF96-8CEA-46FF-86C4-4CE0E7609802}</a:tableStyleId>
                  </a:tblPr>
                  <a:tblGrid>
                    <a:gridCol w="2743200">
                      <a:extLst>
                        <a:ext uri="{9D8B030D-6E8A-4147-A177-3AD203B41FA5}">
                          <a16:colId xmlns:a16="http://schemas.microsoft.com/office/drawing/2014/main" val="385021505"/>
                        </a:ext>
                      </a:extLst>
                    </a:gridCol>
                    <a:gridCol w="2743200">
                      <a:extLst>
                        <a:ext uri="{9D8B030D-6E8A-4147-A177-3AD203B41FA5}">
                          <a16:colId xmlns:a16="http://schemas.microsoft.com/office/drawing/2014/main" val="1192261978"/>
                        </a:ext>
                      </a:extLst>
                    </a:gridCol>
                    <a:gridCol w="2743200">
                      <a:extLst>
                        <a:ext uri="{9D8B030D-6E8A-4147-A177-3AD203B41FA5}">
                          <a16:colId xmlns:a16="http://schemas.microsoft.com/office/drawing/2014/main" val="1754935958"/>
                        </a:ext>
                      </a:extLst>
                    </a:gridCol>
                  </a:tblGrid>
                  <a:tr h="42672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200" b="0" dirty="0">
                              <a:latin typeface="CMU Serif" panose="02000603000000000000" pitchFamily="2" charset="0"/>
                              <a:ea typeface="CMU Serif" panose="02000603000000000000" pitchFamily="2" charset="0"/>
                              <a:cs typeface="CMU Serif" panose="02000603000000000000" pitchFamily="2" charset="0"/>
                            </a:rPr>
                            <a:t>Parenthesis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200" b="0" dirty="0">
                              <a:latin typeface="CMU Serif" panose="02000603000000000000" pitchFamily="2" charset="0"/>
                              <a:ea typeface="CMU Serif" panose="02000603000000000000" pitchFamily="2" charset="0"/>
                              <a:cs typeface="CMU Serif" panose="02000603000000000000" pitchFamily="2" charset="0"/>
                            </a:rPr>
                            <a:t>(Sentence)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200" b="0" dirty="0">
                            <a:latin typeface="CMU Serif" panose="02000603000000000000" pitchFamily="2" charset="0"/>
                            <a:ea typeface="CMU Serif" panose="02000603000000000000" pitchFamily="2" charset="0"/>
                            <a:cs typeface="CMU Serif" panose="02000603000000000000" pitchFamily="2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105279703"/>
                      </a:ext>
                    </a:extLst>
                  </a:tr>
                  <a:tr h="42672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200" b="0" dirty="0">
                              <a:latin typeface="CMU Serif" panose="02000603000000000000" pitchFamily="2" charset="0"/>
                              <a:ea typeface="CMU Serif" panose="02000603000000000000" pitchFamily="2" charset="0"/>
                              <a:cs typeface="CMU Serif" panose="02000603000000000000" pitchFamily="2" charset="0"/>
                            </a:rPr>
                            <a:t>NOT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00000" t="-108571" r="-100665" b="-43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200" b="0" dirty="0">
                              <a:latin typeface="CMU Serif" panose="02000603000000000000" pitchFamily="2" charset="0"/>
                              <a:ea typeface="CMU Serif" panose="02000603000000000000" pitchFamily="2" charset="0"/>
                              <a:cs typeface="CMU Serif" panose="02000603000000000000" pitchFamily="2" charset="0"/>
                            </a:rPr>
                            <a:t>Negation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641261049"/>
                      </a:ext>
                    </a:extLst>
                  </a:tr>
                  <a:tr h="42672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200" b="0" dirty="0">
                              <a:latin typeface="CMU Serif" panose="02000603000000000000" pitchFamily="2" charset="0"/>
                              <a:ea typeface="CMU Serif" panose="02000603000000000000" pitchFamily="2" charset="0"/>
                              <a:cs typeface="CMU Serif" panose="02000603000000000000" pitchFamily="2" charset="0"/>
                            </a:rPr>
                            <a:t>AND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00000" t="-205634" r="-100665" b="-32394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200" b="0" dirty="0">
                              <a:latin typeface="CMU Serif" panose="02000603000000000000" pitchFamily="2" charset="0"/>
                              <a:ea typeface="CMU Serif" panose="02000603000000000000" pitchFamily="2" charset="0"/>
                              <a:cs typeface="CMU Serif" panose="02000603000000000000" pitchFamily="2" charset="0"/>
                            </a:rPr>
                            <a:t>Conjunction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605667679"/>
                      </a:ext>
                    </a:extLst>
                  </a:tr>
                  <a:tr h="42672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200" b="0" dirty="0">
                              <a:latin typeface="CMU Serif" panose="02000603000000000000" pitchFamily="2" charset="0"/>
                              <a:ea typeface="CMU Serif" panose="02000603000000000000" pitchFamily="2" charset="0"/>
                              <a:cs typeface="CMU Serif" panose="02000603000000000000" pitchFamily="2" charset="0"/>
                            </a:rPr>
                            <a:t>OR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00000" t="-310000" r="-100665" b="-22857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200" b="0" dirty="0">
                              <a:latin typeface="CMU Serif" panose="02000603000000000000" pitchFamily="2" charset="0"/>
                              <a:ea typeface="CMU Serif" panose="02000603000000000000" pitchFamily="2" charset="0"/>
                              <a:cs typeface="CMU Serif" panose="02000603000000000000" pitchFamily="2" charset="0"/>
                            </a:rPr>
                            <a:t>Disjunction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212430712"/>
                      </a:ext>
                    </a:extLst>
                  </a:tr>
                  <a:tr h="42672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200" b="0" dirty="0">
                              <a:latin typeface="CMU Serif" panose="02000603000000000000" pitchFamily="2" charset="0"/>
                              <a:ea typeface="CMU Serif" panose="02000603000000000000" pitchFamily="2" charset="0"/>
                              <a:cs typeface="CMU Serif" panose="02000603000000000000" pitchFamily="2" charset="0"/>
                            </a:rPr>
                            <a:t>IMPLIES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00000" t="-410000" r="-100665" b="-12857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200" b="0" dirty="0">
                              <a:latin typeface="CMU Serif" panose="02000603000000000000" pitchFamily="2" charset="0"/>
                              <a:ea typeface="CMU Serif" panose="02000603000000000000" pitchFamily="2" charset="0"/>
                              <a:cs typeface="CMU Serif" panose="02000603000000000000" pitchFamily="2" charset="0"/>
                            </a:rPr>
                            <a:t>Implication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933175716"/>
                      </a:ext>
                    </a:extLst>
                  </a:tr>
                  <a:tr h="42672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200" b="0" dirty="0">
                              <a:latin typeface="CMU Serif" panose="02000603000000000000" pitchFamily="2" charset="0"/>
                              <a:ea typeface="CMU Serif" panose="02000603000000000000" pitchFamily="2" charset="0"/>
                              <a:cs typeface="CMU Serif" panose="02000603000000000000" pitchFamily="2" charset="0"/>
                            </a:rPr>
                            <a:t>EQUIVALENT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00000" t="-510000" r="-100665" b="-2857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200" b="0" dirty="0">
                              <a:latin typeface="CMU Serif" panose="02000603000000000000" pitchFamily="2" charset="0"/>
                              <a:ea typeface="CMU Serif" panose="02000603000000000000" pitchFamily="2" charset="0"/>
                              <a:cs typeface="CMU Serif" panose="02000603000000000000" pitchFamily="2" charset="0"/>
                            </a:rPr>
                            <a:t>Equivalence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896724804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CC6D854A-294B-9884-923D-74839D7C6407}"/>
                  </a:ext>
                </a:extLst>
              </p:cNvPr>
              <p:cNvSpPr txBox="1"/>
              <p:nvPr/>
            </p:nvSpPr>
            <p:spPr>
              <a:xfrm>
                <a:off x="579358" y="5272916"/>
                <a:ext cx="8238067" cy="853247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spAutoFit/>
              </a:bodyPr>
              <a:lstStyle/>
              <a:p>
                <a:pPr algn="just">
                  <a:spcAft>
                    <a:spcPts val="1200"/>
                  </a:spcAft>
                  <a:buClr>
                    <a:schemeClr val="accent1"/>
                  </a:buClr>
                </a:pPr>
                <a:r>
                  <a:rPr lang="en-US" sz="2200" dirty="0">
                    <a:latin typeface="CMU Serif" panose="02000603000000000000" pitchFamily="2" charset="0"/>
                    <a:ea typeface="CMU Serif" panose="02000603000000000000" pitchFamily="2" charset="0"/>
                    <a:cs typeface="CMU Serif" panose="02000603000000000000" pitchFamily="2" charset="0"/>
                  </a:rPr>
                  <a:t>Special cases: 	A </a:t>
                </a:r>
                <a14:m>
                  <m:oMath xmlns:m="http://schemas.openxmlformats.org/officeDocument/2006/math">
                    <m:r>
                      <a:rPr lang="en-US" sz="220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MU Serif" panose="02000603000000000000" pitchFamily="2" charset="0"/>
                      </a:rPr>
                      <m:t>⋁</m:t>
                    </m:r>
                  </m:oMath>
                </a14:m>
                <a:r>
                  <a:rPr lang="en-US" sz="2200" dirty="0">
                    <a:latin typeface="CMU Serif" panose="02000603000000000000" pitchFamily="2" charset="0"/>
                    <a:ea typeface="CMU Serif" panose="02000603000000000000" pitchFamily="2" charset="0"/>
                    <a:cs typeface="CMU Serif" panose="02000603000000000000" pitchFamily="2" charset="0"/>
                  </a:rPr>
                  <a:t> B </a:t>
                </a:r>
                <a14:m>
                  <m:oMath xmlns:m="http://schemas.openxmlformats.org/officeDocument/2006/math">
                    <m:r>
                      <a:rPr lang="en-US" sz="22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CMU Serif" panose="02000603000000000000" pitchFamily="2" charset="0"/>
                      </a:rPr>
                      <m:t>⋁</m:t>
                    </m:r>
                  </m:oMath>
                </a14:m>
                <a:r>
                  <a:rPr lang="en-US" sz="2200" dirty="0">
                    <a:latin typeface="CMU Serif" panose="02000603000000000000" pitchFamily="2" charset="0"/>
                    <a:ea typeface="CMU Serif" panose="02000603000000000000" pitchFamily="2" charset="0"/>
                    <a:cs typeface="CMU Serif" panose="02000603000000000000" pitchFamily="2" charset="0"/>
                  </a:rPr>
                  <a:t> C no parentheses are needed.</a:t>
                </a:r>
              </a:p>
              <a:p>
                <a:pPr algn="just">
                  <a:spcAft>
                    <a:spcPts val="1200"/>
                  </a:spcAft>
                  <a:buClr>
                    <a:schemeClr val="accent1"/>
                  </a:buClr>
                </a:pPr>
                <a:r>
                  <a:rPr lang="en-US" sz="2200" dirty="0">
                    <a:latin typeface="CMU Serif" panose="02000603000000000000" pitchFamily="2" charset="0"/>
                    <a:ea typeface="CMU Serif" panose="02000603000000000000" pitchFamily="2" charset="0"/>
                    <a:cs typeface="CMU Serif" panose="02000603000000000000" pitchFamily="2" charset="0"/>
                  </a:rPr>
                  <a:t>What about: A </a:t>
                </a:r>
                <a14:m>
                  <m:oMath xmlns:m="http://schemas.openxmlformats.org/officeDocument/2006/math">
                    <m:r>
                      <a:rPr lang="en-US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MU Serif" panose="02000603000000000000" pitchFamily="2" charset="0"/>
                      </a:rPr>
                      <m:t>⇒</m:t>
                    </m:r>
                  </m:oMath>
                </a14:m>
                <a:r>
                  <a:rPr lang="en-US" sz="2200" dirty="0">
                    <a:latin typeface="CMU Serif" panose="02000603000000000000" pitchFamily="2" charset="0"/>
                    <a:ea typeface="CMU Serif" panose="02000603000000000000" pitchFamily="2" charset="0"/>
                    <a:cs typeface="CMU Serif" panose="02000603000000000000" pitchFamily="2" charset="0"/>
                  </a:rPr>
                  <a:t> B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CMU Serif" panose="02000603000000000000" pitchFamily="2" charset="0"/>
                      </a:rPr>
                      <m:t>⇒</m:t>
                    </m:r>
                  </m:oMath>
                </a14:m>
                <a:r>
                  <a:rPr lang="en-US" sz="2200" dirty="0">
                    <a:latin typeface="CMU Serif" panose="02000603000000000000" pitchFamily="2" charset="0"/>
                    <a:ea typeface="CMU Serif" panose="02000603000000000000" pitchFamily="2" charset="0"/>
                    <a:cs typeface="CMU Serif" panose="02000603000000000000" pitchFamily="2" charset="0"/>
                  </a:rPr>
                  <a:t> C ???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CC6D854A-294B-9884-923D-74839D7C640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9358" y="5272916"/>
                <a:ext cx="8238067" cy="853247"/>
              </a:xfrm>
              <a:prstGeom prst="rect">
                <a:avLst/>
              </a:prstGeom>
              <a:blipFill>
                <a:blip r:embed="rId3"/>
                <a:stretch>
                  <a:fillRect l="-2073" t="-10000" b="-2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17CB5EE-4252-C6F9-D0AD-BAE5BCBC9588}"/>
              </a:ext>
            </a:extLst>
          </p:cNvPr>
          <p:cNvSpPr txBox="1"/>
          <p:nvPr/>
        </p:nvSpPr>
        <p:spPr>
          <a:xfrm>
            <a:off x="452966" y="649870"/>
            <a:ext cx="8238067" cy="553998"/>
          </a:xfrm>
          <a:prstGeom prst="rect">
            <a:avLst/>
          </a:prstGeom>
          <a:noFill/>
          <a:ln w="12700">
            <a:solidFill>
              <a:schemeClr val="accent4"/>
            </a:solidFill>
          </a:ln>
        </p:spPr>
        <p:txBody>
          <a:bodyPr wrap="square" lIns="0" tIns="0" rIns="0" bIns="0" rtlCol="0" anchor="ctr">
            <a:spAutoFit/>
          </a:bodyPr>
          <a:lstStyle/>
          <a:p>
            <a:r>
              <a:rPr lang="en-US" sz="3600" dirty="0">
                <a:solidFill>
                  <a:schemeClr val="accent1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Example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6F858F73-3994-8D52-3431-4118B5CD2403}"/>
                  </a:ext>
                </a:extLst>
              </p:cNvPr>
              <p:cNvSpPr txBox="1"/>
              <p:nvPr/>
            </p:nvSpPr>
            <p:spPr>
              <a:xfrm>
                <a:off x="452965" y="1714592"/>
                <a:ext cx="8238067" cy="4493538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spAutoFit/>
              </a:bodyPr>
              <a:lstStyle/>
              <a:p>
                <a:pPr marL="342900" indent="-342900" algn="just">
                  <a:spcAft>
                    <a:spcPts val="600"/>
                  </a:spcAft>
                  <a:buClr>
                    <a:schemeClr val="accent1"/>
                  </a:buClr>
                  <a:buFont typeface="Arial" panose="020B0604020202020204" pitchFamily="34" charset="0"/>
                  <a:buChar char="•"/>
                </a:pPr>
                <a:r>
                  <a:rPr lang="en-US" sz="2200" dirty="0">
                    <a:latin typeface="CMU Serif" panose="02000603000000000000" pitchFamily="2" charset="0"/>
                    <a:ea typeface="CMU Serif" panose="02000603000000000000" pitchFamily="2" charset="0"/>
                    <a:cs typeface="CMU Serif" panose="02000603000000000000" pitchFamily="2" charset="0"/>
                  </a:rPr>
                  <a:t>P means “It is hot.”</a:t>
                </a:r>
              </a:p>
              <a:p>
                <a:pPr marL="342900" indent="-342900" algn="just">
                  <a:spcAft>
                    <a:spcPts val="600"/>
                  </a:spcAft>
                  <a:buClr>
                    <a:schemeClr val="accent1"/>
                  </a:buClr>
                  <a:buFont typeface="Arial" panose="020B0604020202020204" pitchFamily="34" charset="0"/>
                  <a:buChar char="•"/>
                </a:pPr>
                <a:r>
                  <a:rPr lang="en-US" sz="2200" dirty="0">
                    <a:latin typeface="CMU Serif" panose="02000603000000000000" pitchFamily="2" charset="0"/>
                    <a:ea typeface="CMU Serif" panose="02000603000000000000" pitchFamily="2" charset="0"/>
                    <a:cs typeface="CMU Serif" panose="02000603000000000000" pitchFamily="2" charset="0"/>
                  </a:rPr>
                  <a:t>Q means “It is humid.”</a:t>
                </a:r>
              </a:p>
              <a:p>
                <a:pPr marL="342900" indent="-342900" algn="just">
                  <a:spcAft>
                    <a:spcPts val="600"/>
                  </a:spcAft>
                  <a:buClr>
                    <a:schemeClr val="accent1"/>
                  </a:buClr>
                  <a:buFont typeface="Arial" panose="020B0604020202020204" pitchFamily="34" charset="0"/>
                  <a:buChar char="•"/>
                </a:pPr>
                <a:r>
                  <a:rPr lang="en-US" sz="2200" dirty="0">
                    <a:latin typeface="CMU Serif" panose="02000603000000000000" pitchFamily="2" charset="0"/>
                    <a:ea typeface="CMU Serif" panose="02000603000000000000" pitchFamily="2" charset="0"/>
                    <a:cs typeface="CMU Serif" panose="02000603000000000000" pitchFamily="2" charset="0"/>
                  </a:rPr>
                  <a:t>R means “It is raining.”</a:t>
                </a:r>
              </a:p>
              <a:p>
                <a:pPr marL="342900" indent="-342900" algn="just">
                  <a:spcAft>
                    <a:spcPts val="600"/>
                  </a:spcAft>
                  <a:buClr>
                    <a:schemeClr val="accent1"/>
                  </a:buClr>
                  <a:buFont typeface="Arial" panose="020B0604020202020204" pitchFamily="34" charset="0"/>
                  <a:buChar char="•"/>
                </a:pPr>
                <a:r>
                  <a:rPr lang="en-US" sz="2200" dirty="0">
                    <a:latin typeface="CMU Serif" panose="02000603000000000000" pitchFamily="2" charset="0"/>
                    <a:ea typeface="CMU Serif" panose="02000603000000000000" pitchFamily="2" charset="0"/>
                    <a:cs typeface="CMU Serif" panose="02000603000000000000" pitchFamily="2" charset="0"/>
                  </a:rPr>
                  <a:t>(P </a:t>
                </a:r>
                <a14:m>
                  <m:oMath xmlns:m="http://schemas.openxmlformats.org/officeDocument/2006/math">
                    <m:r>
                      <a:rPr lang="en-US" sz="220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MU Serif" panose="02000603000000000000" pitchFamily="2" charset="0"/>
                      </a:rPr>
                      <m:t>⋀</m:t>
                    </m:r>
                  </m:oMath>
                </a14:m>
                <a:r>
                  <a:rPr lang="en-US" sz="2200" dirty="0">
                    <a:latin typeface="CMU Serif" panose="02000603000000000000" pitchFamily="2" charset="0"/>
                    <a:ea typeface="CMU Serif" panose="02000603000000000000" pitchFamily="2" charset="0"/>
                    <a:cs typeface="CMU Serif" panose="02000603000000000000" pitchFamily="2" charset="0"/>
                  </a:rPr>
                  <a:t> Q) </a:t>
                </a:r>
                <a14:m>
                  <m:oMath xmlns:m="http://schemas.openxmlformats.org/officeDocument/2006/math">
                    <m:r>
                      <a:rPr lang="en-US" sz="22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CMU Serif" panose="02000603000000000000" pitchFamily="2" charset="0"/>
                      </a:rPr>
                      <m:t>⇒</m:t>
                    </m:r>
                  </m:oMath>
                </a14:m>
                <a:r>
                  <a:rPr lang="en-US" sz="2200" dirty="0">
                    <a:latin typeface="CMU Serif" panose="02000603000000000000" pitchFamily="2" charset="0"/>
                    <a:ea typeface="CMU Serif" panose="02000603000000000000" pitchFamily="2" charset="0"/>
                    <a:cs typeface="CMU Serif" panose="02000603000000000000" pitchFamily="2" charset="0"/>
                  </a:rPr>
                  <a:t> R </a:t>
                </a:r>
              </a:p>
              <a:p>
                <a:pPr marL="800100" lvl="1" indent="-342900" algn="just">
                  <a:spcAft>
                    <a:spcPts val="600"/>
                  </a:spcAft>
                  <a:buClr>
                    <a:schemeClr val="accent1"/>
                  </a:buClr>
                  <a:buFont typeface="Courier New" panose="02070309020205020404" pitchFamily="49" charset="0"/>
                  <a:buChar char="o"/>
                </a:pPr>
                <a:r>
                  <a:rPr lang="en-US" sz="2200" dirty="0">
                    <a:latin typeface="CMU Serif" panose="02000603000000000000" pitchFamily="2" charset="0"/>
                    <a:ea typeface="CMU Serif" panose="02000603000000000000" pitchFamily="2" charset="0"/>
                    <a:cs typeface="CMU Serif" panose="02000603000000000000" pitchFamily="2" charset="0"/>
                  </a:rPr>
                  <a:t>“If it is hot and humid, then it is raining”</a:t>
                </a:r>
              </a:p>
              <a:p>
                <a:pPr marL="342900" indent="-342900" algn="just">
                  <a:spcAft>
                    <a:spcPts val="600"/>
                  </a:spcAft>
                  <a:buClr>
                    <a:schemeClr val="accent1"/>
                  </a:buClr>
                  <a:buFont typeface="Arial" panose="020B0604020202020204" pitchFamily="34" charset="0"/>
                  <a:buChar char="•"/>
                </a:pPr>
                <a:r>
                  <a:rPr lang="en-US" sz="2200" dirty="0">
                    <a:latin typeface="CMU Serif" panose="02000603000000000000" pitchFamily="2" charset="0"/>
                    <a:ea typeface="CMU Serif" panose="02000603000000000000" pitchFamily="2" charset="0"/>
                    <a:cs typeface="CMU Serif" panose="02000603000000000000" pitchFamily="2" charset="0"/>
                  </a:rPr>
                  <a:t>Q </a:t>
                </a:r>
                <a14:m>
                  <m:oMath xmlns:m="http://schemas.openxmlformats.org/officeDocument/2006/math">
                    <m:r>
                      <a:rPr lang="en-US" sz="220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MU Serif" panose="02000603000000000000" pitchFamily="2" charset="0"/>
                      </a:rPr>
                      <m:t>⇒</m:t>
                    </m:r>
                  </m:oMath>
                </a14:m>
                <a:r>
                  <a:rPr lang="en-US" sz="2200" dirty="0">
                    <a:latin typeface="CMU Serif" panose="02000603000000000000" pitchFamily="2" charset="0"/>
                    <a:ea typeface="CMU Serif" panose="02000603000000000000" pitchFamily="2" charset="0"/>
                    <a:cs typeface="CMU Serif" panose="02000603000000000000" pitchFamily="2" charset="0"/>
                  </a:rPr>
                  <a:t> P </a:t>
                </a:r>
              </a:p>
              <a:p>
                <a:pPr marL="800100" lvl="1" indent="-342900" algn="just">
                  <a:spcAft>
                    <a:spcPts val="600"/>
                  </a:spcAft>
                  <a:buClr>
                    <a:schemeClr val="accent1"/>
                  </a:buClr>
                  <a:buFont typeface="Courier New" panose="02070309020205020404" pitchFamily="49" charset="0"/>
                  <a:buChar char="o"/>
                </a:pPr>
                <a:r>
                  <a:rPr lang="en-US" sz="2200" dirty="0">
                    <a:latin typeface="CMU Serif" panose="02000603000000000000" pitchFamily="2" charset="0"/>
                    <a:ea typeface="CMU Serif" panose="02000603000000000000" pitchFamily="2" charset="0"/>
                    <a:cs typeface="CMU Serif" panose="02000603000000000000" pitchFamily="2" charset="0"/>
                  </a:rPr>
                  <a:t>“If it is humid, then it is hot”</a:t>
                </a:r>
              </a:p>
              <a:p>
                <a:pPr marL="342900" indent="-342900" algn="just">
                  <a:spcAft>
                    <a:spcPts val="600"/>
                  </a:spcAft>
                  <a:buClr>
                    <a:schemeClr val="accent1"/>
                  </a:buClr>
                  <a:buFont typeface="Arial" panose="020B0604020202020204" pitchFamily="34" charset="0"/>
                  <a:buChar char="•"/>
                </a:pPr>
                <a:r>
                  <a:rPr lang="en-US" sz="2200" dirty="0">
                    <a:latin typeface="CMU Serif" panose="02000603000000000000" pitchFamily="2" charset="0"/>
                    <a:ea typeface="CMU Serif" panose="02000603000000000000" pitchFamily="2" charset="0"/>
                    <a:cs typeface="CMU Serif" panose="02000603000000000000" pitchFamily="2" charset="0"/>
                  </a:rPr>
                  <a:t>A better way:</a:t>
                </a:r>
              </a:p>
              <a:p>
                <a:pPr marL="800100" lvl="1" indent="-342900" algn="just">
                  <a:spcAft>
                    <a:spcPts val="600"/>
                  </a:spcAft>
                  <a:buClr>
                    <a:schemeClr val="accent1"/>
                  </a:buClr>
                  <a:buFont typeface="Courier New" panose="02070309020205020404" pitchFamily="49" charset="0"/>
                  <a:buChar char="o"/>
                </a:pPr>
                <a:r>
                  <a:rPr lang="en-US" sz="2200" dirty="0">
                    <a:latin typeface="CMU Serif" panose="02000603000000000000" pitchFamily="2" charset="0"/>
                    <a:ea typeface="CMU Serif" panose="02000603000000000000" pitchFamily="2" charset="0"/>
                    <a:cs typeface="CMU Serif" panose="02000603000000000000" pitchFamily="2" charset="0"/>
                  </a:rPr>
                  <a:t>Hot = “It is hot”</a:t>
                </a:r>
              </a:p>
              <a:p>
                <a:pPr marL="800100" lvl="1" indent="-342900" algn="just">
                  <a:spcAft>
                    <a:spcPts val="600"/>
                  </a:spcAft>
                  <a:buClr>
                    <a:schemeClr val="accent1"/>
                  </a:buClr>
                  <a:buFont typeface="Courier New" panose="02070309020205020404" pitchFamily="49" charset="0"/>
                  <a:buChar char="o"/>
                </a:pPr>
                <a:r>
                  <a:rPr lang="en-US" sz="2200" dirty="0">
                    <a:latin typeface="CMU Serif" panose="02000603000000000000" pitchFamily="2" charset="0"/>
                    <a:ea typeface="CMU Serif" panose="02000603000000000000" pitchFamily="2" charset="0"/>
                    <a:cs typeface="CMU Serif" panose="02000603000000000000" pitchFamily="2" charset="0"/>
                  </a:rPr>
                  <a:t>Humid = “It is humid”</a:t>
                </a:r>
              </a:p>
              <a:p>
                <a:pPr marL="800100" lvl="1" indent="-342900" algn="just">
                  <a:spcAft>
                    <a:spcPts val="600"/>
                  </a:spcAft>
                  <a:buClr>
                    <a:schemeClr val="accent1"/>
                  </a:buClr>
                  <a:buFont typeface="Courier New" panose="02070309020205020404" pitchFamily="49" charset="0"/>
                  <a:buChar char="o"/>
                </a:pPr>
                <a:r>
                  <a:rPr lang="en-US" sz="2200" dirty="0">
                    <a:latin typeface="CMU Serif" panose="02000603000000000000" pitchFamily="2" charset="0"/>
                    <a:ea typeface="CMU Serif" panose="02000603000000000000" pitchFamily="2" charset="0"/>
                    <a:cs typeface="CMU Serif" panose="02000603000000000000" pitchFamily="2" charset="0"/>
                  </a:rPr>
                  <a:t>Raining = “It is raining”</a:t>
                </a: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6F858F73-3994-8D52-3431-4118B5CD240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2965" y="1714592"/>
                <a:ext cx="8238067" cy="4493538"/>
              </a:xfrm>
              <a:prstGeom prst="rect">
                <a:avLst/>
              </a:prstGeom>
              <a:blipFill>
                <a:blip r:embed="rId2"/>
                <a:stretch>
                  <a:fillRect l="-1923" t="-1764" b="-33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A6C9603-ADF5-64FA-7273-F2725B4797FF}"/>
              </a:ext>
            </a:extLst>
          </p:cNvPr>
          <p:cNvSpPr txBox="1"/>
          <p:nvPr/>
        </p:nvSpPr>
        <p:spPr>
          <a:xfrm>
            <a:off x="452966" y="649870"/>
            <a:ext cx="8238067" cy="553998"/>
          </a:xfrm>
          <a:prstGeom prst="rect">
            <a:avLst/>
          </a:prstGeom>
          <a:noFill/>
          <a:ln w="12700">
            <a:solidFill>
              <a:schemeClr val="accent4"/>
            </a:solidFill>
          </a:ln>
        </p:spPr>
        <p:txBody>
          <a:bodyPr wrap="square" lIns="0" tIns="0" rIns="0" bIns="0" rtlCol="0" anchor="ctr">
            <a:spAutoFit/>
          </a:bodyPr>
          <a:lstStyle/>
          <a:p>
            <a:r>
              <a:rPr lang="en-US" sz="3600" dirty="0">
                <a:solidFill>
                  <a:schemeClr val="accent1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Semantic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691C186C-3753-814C-0E3B-DA3B01C407EC}"/>
                  </a:ext>
                </a:extLst>
              </p:cNvPr>
              <p:cNvSpPr txBox="1"/>
              <p:nvPr/>
            </p:nvSpPr>
            <p:spPr>
              <a:xfrm>
                <a:off x="452966" y="2142461"/>
                <a:ext cx="8238067" cy="3538276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spAutoFit/>
              </a:bodyPr>
              <a:lstStyle/>
              <a:p>
                <a:pPr marL="342900" indent="-342900" algn="just">
                  <a:spcAft>
                    <a:spcPts val="1200"/>
                  </a:spcAft>
                  <a:buClr>
                    <a:schemeClr val="accent1"/>
                  </a:buClr>
                  <a:buFont typeface="Arial" panose="020B0604020202020204" pitchFamily="34" charset="0"/>
                  <a:buChar char="•"/>
                </a:pPr>
                <a:r>
                  <a:rPr lang="en-US" sz="2200" dirty="0">
                    <a:latin typeface="CMU Serif" panose="02000603000000000000" pitchFamily="2" charset="0"/>
                    <a:ea typeface="CMU Serif" panose="02000603000000000000" pitchFamily="2" charset="0"/>
                    <a:cs typeface="CMU Serif" panose="02000603000000000000" pitchFamily="2" charset="0"/>
                  </a:rPr>
                  <a:t>The semantics for propositional logic must specify how to compute the truth value of any sentence, given a model. </a:t>
                </a:r>
              </a:p>
              <a:p>
                <a:pPr marL="342900" indent="-342900" algn="just">
                  <a:spcAft>
                    <a:spcPts val="1200"/>
                  </a:spcAft>
                  <a:buClr>
                    <a:schemeClr val="accent1"/>
                  </a:buClr>
                  <a:buFont typeface="Arial" panose="020B0604020202020204" pitchFamily="34" charset="0"/>
                  <a:buChar char="•"/>
                </a:pPr>
                <a:r>
                  <a:rPr lang="en-US" sz="2200" dirty="0">
                    <a:latin typeface="CMU Serif" panose="02000603000000000000" pitchFamily="2" charset="0"/>
                    <a:ea typeface="CMU Serif" panose="02000603000000000000" pitchFamily="2" charset="0"/>
                    <a:cs typeface="CMU Serif" panose="02000603000000000000" pitchFamily="2" charset="0"/>
                  </a:rPr>
                  <a:t>In propositional logic, a model simply sets the truth value - </a:t>
                </a:r>
                <a:r>
                  <a:rPr lang="en-US" sz="2200" dirty="0">
                    <a:solidFill>
                      <a:schemeClr val="accent1"/>
                    </a:solidFill>
                    <a:latin typeface="CMU Serif" panose="02000603000000000000" pitchFamily="2" charset="0"/>
                    <a:ea typeface="CMU Serif" panose="02000603000000000000" pitchFamily="2" charset="0"/>
                    <a:cs typeface="CMU Serif" panose="02000603000000000000" pitchFamily="2" charset="0"/>
                  </a:rPr>
                  <a:t>true or false</a:t>
                </a:r>
                <a:r>
                  <a:rPr lang="en-US" sz="2200" dirty="0">
                    <a:latin typeface="CMU Serif" panose="02000603000000000000" pitchFamily="2" charset="0"/>
                    <a:ea typeface="CMU Serif" panose="02000603000000000000" pitchFamily="2" charset="0"/>
                    <a:cs typeface="CMU Serif" panose="02000603000000000000" pitchFamily="2" charset="0"/>
                  </a:rPr>
                  <a:t> -</a:t>
                </a:r>
                <a:r>
                  <a:rPr lang="en-US" sz="2200" dirty="0">
                    <a:solidFill>
                      <a:schemeClr val="accent1"/>
                    </a:solidFill>
                    <a:latin typeface="CMU Serif" panose="02000603000000000000" pitchFamily="2" charset="0"/>
                    <a:ea typeface="CMU Serif" panose="02000603000000000000" pitchFamily="2" charset="0"/>
                    <a:cs typeface="CMU Serif" panose="02000603000000000000" pitchFamily="2" charset="0"/>
                  </a:rPr>
                  <a:t> </a:t>
                </a:r>
                <a:r>
                  <a:rPr lang="en-US" sz="2200" dirty="0">
                    <a:latin typeface="CMU Serif" panose="02000603000000000000" pitchFamily="2" charset="0"/>
                    <a:ea typeface="CMU Serif" panose="02000603000000000000" pitchFamily="2" charset="0"/>
                    <a:cs typeface="CMU Serif" panose="02000603000000000000" pitchFamily="2" charset="0"/>
                  </a:rPr>
                  <a:t>for every proposition symbol. </a:t>
                </a:r>
              </a:p>
              <a:p>
                <a:pPr marL="342900" indent="-342900" algn="just">
                  <a:spcAft>
                    <a:spcPts val="1200"/>
                  </a:spcAft>
                  <a:buClr>
                    <a:schemeClr val="accent1"/>
                  </a:buClr>
                  <a:buFont typeface="Arial" panose="020B0604020202020204" pitchFamily="34" charset="0"/>
                  <a:buChar char="•"/>
                </a:pPr>
                <a:r>
                  <a:rPr lang="en-US" sz="2200" dirty="0">
                    <a:latin typeface="CMU Serif" panose="02000603000000000000" pitchFamily="2" charset="0"/>
                    <a:ea typeface="CMU Serif" panose="02000603000000000000" pitchFamily="2" charset="0"/>
                    <a:cs typeface="CMU Serif" panose="02000603000000000000" pitchFamily="2" charset="0"/>
                  </a:rPr>
                  <a:t>For example, if the sentences in the knowledge base make use of the proposition symbols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200" b="0" i="1" smtClean="0">
                            <a:latin typeface="Cambria Math" panose="02040503050406030204" pitchFamily="18" charset="0"/>
                            <a:ea typeface="CMU Serif" panose="02000603000000000000" pitchFamily="2" charset="0"/>
                            <a:cs typeface="CMU Serif" panose="02000603000000000000" pitchFamily="2" charset="0"/>
                          </a:rPr>
                        </m:ctrlPr>
                      </m:sSubPr>
                      <m:e>
                        <m:r>
                          <a:rPr lang="en-US" sz="2200" b="0" i="1" smtClean="0">
                            <a:latin typeface="Cambria Math" panose="02040503050406030204" pitchFamily="18" charset="0"/>
                            <a:ea typeface="CMU Serif" panose="02000603000000000000" pitchFamily="2" charset="0"/>
                            <a:cs typeface="CMU Serif" panose="02000603000000000000" pitchFamily="2" charset="0"/>
                          </a:rPr>
                          <m:t>𝑃</m:t>
                        </m:r>
                      </m:e>
                      <m:sub>
                        <m:r>
                          <a:rPr lang="en-US" sz="2200" b="0" i="1" smtClean="0">
                            <a:latin typeface="Cambria Math" panose="02040503050406030204" pitchFamily="18" charset="0"/>
                            <a:ea typeface="CMU Serif" panose="02000603000000000000" pitchFamily="2" charset="0"/>
                            <a:cs typeface="CMU Serif" panose="02000603000000000000" pitchFamily="2" charset="0"/>
                          </a:rPr>
                          <m:t>1, 2</m:t>
                        </m:r>
                      </m:sub>
                    </m:sSub>
                  </m:oMath>
                </a14:m>
                <a:r>
                  <a:rPr lang="en-US" sz="2200" dirty="0">
                    <a:latin typeface="CMU Serif" panose="02000603000000000000" pitchFamily="2" charset="0"/>
                    <a:ea typeface="CMU Serif" panose="02000603000000000000" pitchFamily="2" charset="0"/>
                    <a:cs typeface="CMU Serif" panose="02000603000000000000" pitchFamily="2" charset="0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200" i="1">
                            <a:latin typeface="Cambria Math" panose="02040503050406030204" pitchFamily="18" charset="0"/>
                            <a:ea typeface="CMU Serif" panose="02000603000000000000" pitchFamily="2" charset="0"/>
                            <a:cs typeface="CMU Serif" panose="02000603000000000000" pitchFamily="2" charset="0"/>
                          </a:rPr>
                        </m:ctrlPr>
                      </m:sSubPr>
                      <m:e>
                        <m:r>
                          <a:rPr lang="en-US" sz="2200" i="1">
                            <a:latin typeface="Cambria Math" panose="02040503050406030204" pitchFamily="18" charset="0"/>
                            <a:ea typeface="CMU Serif" panose="02000603000000000000" pitchFamily="2" charset="0"/>
                            <a:cs typeface="CMU Serif" panose="02000603000000000000" pitchFamily="2" charset="0"/>
                          </a:rPr>
                          <m:t>𝑃</m:t>
                        </m:r>
                      </m:e>
                      <m:sub>
                        <m:r>
                          <a:rPr lang="en-US" sz="2200" b="0" i="1" smtClean="0">
                            <a:latin typeface="Cambria Math" panose="02040503050406030204" pitchFamily="18" charset="0"/>
                            <a:ea typeface="CMU Serif" panose="02000603000000000000" pitchFamily="2" charset="0"/>
                            <a:cs typeface="CMU Serif" panose="02000603000000000000" pitchFamily="2" charset="0"/>
                          </a:rPr>
                          <m:t>2,  </m:t>
                        </m:r>
                        <m:r>
                          <a:rPr lang="en-US" sz="2200" i="1">
                            <a:latin typeface="Cambria Math" panose="02040503050406030204" pitchFamily="18" charset="0"/>
                            <a:ea typeface="CMU Serif" panose="02000603000000000000" pitchFamily="2" charset="0"/>
                            <a:cs typeface="CMU Serif" panose="02000603000000000000" pitchFamily="2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200" dirty="0">
                    <a:latin typeface="CMU Serif" panose="02000603000000000000" pitchFamily="2" charset="0"/>
                    <a:ea typeface="CMU Serif" panose="02000603000000000000" pitchFamily="2" charset="0"/>
                    <a:cs typeface="CMU Serif" panose="02000603000000000000" pitchFamily="2" charset="0"/>
                  </a:rPr>
                  <a:t>,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200" i="1">
                            <a:latin typeface="Cambria Math" panose="02040503050406030204" pitchFamily="18" charset="0"/>
                            <a:ea typeface="CMU Serif" panose="02000603000000000000" pitchFamily="2" charset="0"/>
                            <a:cs typeface="CMU Serif" panose="02000603000000000000" pitchFamily="2" charset="0"/>
                          </a:rPr>
                        </m:ctrlPr>
                      </m:sSubPr>
                      <m:e>
                        <m:r>
                          <a:rPr lang="en-US" sz="2200" i="1">
                            <a:latin typeface="Cambria Math" panose="02040503050406030204" pitchFamily="18" charset="0"/>
                            <a:ea typeface="CMU Serif" panose="02000603000000000000" pitchFamily="2" charset="0"/>
                            <a:cs typeface="CMU Serif" panose="02000603000000000000" pitchFamily="2" charset="0"/>
                          </a:rPr>
                          <m:t>𝑃</m:t>
                        </m:r>
                      </m:e>
                      <m:sub>
                        <m:r>
                          <a:rPr lang="en-US" sz="2200" b="0" i="1" smtClean="0">
                            <a:latin typeface="Cambria Math" panose="02040503050406030204" pitchFamily="18" charset="0"/>
                            <a:ea typeface="CMU Serif" panose="02000603000000000000" pitchFamily="2" charset="0"/>
                            <a:cs typeface="CMU Serif" panose="02000603000000000000" pitchFamily="2" charset="0"/>
                          </a:rPr>
                          <m:t>3</m:t>
                        </m:r>
                        <m:r>
                          <a:rPr lang="en-US" sz="2200" i="1">
                            <a:latin typeface="Cambria Math" panose="02040503050406030204" pitchFamily="18" charset="0"/>
                            <a:ea typeface="CMU Serif" panose="02000603000000000000" pitchFamily="2" charset="0"/>
                            <a:cs typeface="CMU Serif" panose="02000603000000000000" pitchFamily="2" charset="0"/>
                          </a:rPr>
                          <m:t>, </m:t>
                        </m:r>
                        <m:r>
                          <a:rPr lang="en-US" sz="2200" b="0" i="1" smtClean="0">
                            <a:latin typeface="Cambria Math" panose="02040503050406030204" pitchFamily="18" charset="0"/>
                            <a:ea typeface="CMU Serif" panose="02000603000000000000" pitchFamily="2" charset="0"/>
                            <a:cs typeface="CMU Serif" panose="02000603000000000000" pitchFamily="2" charset="0"/>
                          </a:rPr>
                          <m:t>1</m:t>
                        </m:r>
                      </m:sub>
                    </m:sSub>
                    <m:r>
                      <a:rPr lang="en-US" sz="2200" i="1">
                        <a:latin typeface="Cambria Math" panose="02040503050406030204" pitchFamily="18" charset="0"/>
                        <a:ea typeface="CMU Serif" panose="02000603000000000000" pitchFamily="2" charset="0"/>
                        <a:cs typeface="CMU Serif" panose="02000603000000000000" pitchFamily="2" charset="0"/>
                      </a:rPr>
                      <m:t> </m:t>
                    </m:r>
                  </m:oMath>
                </a14:m>
                <a:r>
                  <a:rPr lang="en-US" sz="2200" dirty="0">
                    <a:latin typeface="CMU Serif" panose="02000603000000000000" pitchFamily="2" charset="0"/>
                    <a:ea typeface="CMU Serif" panose="02000603000000000000" pitchFamily="2" charset="0"/>
                    <a:cs typeface="CMU Serif" panose="02000603000000000000" pitchFamily="2" charset="0"/>
                  </a:rPr>
                  <a:t>then one possible model is </a:t>
                </a:r>
                <a:r>
                  <a:rPr lang="en-US" sz="2200" b="1" dirty="0">
                    <a:latin typeface="CMU Serif" panose="02000603000000000000" pitchFamily="2" charset="0"/>
                    <a:ea typeface="CMU Serif" panose="02000603000000000000" pitchFamily="2" charset="0"/>
                    <a:cs typeface="CMU Serif" panose="02000603000000000000" pitchFamily="2" charset="0"/>
                  </a:rPr>
                  <a:t>m = </a:t>
                </a:r>
                <a:r>
                  <a:rPr lang="en-US" sz="2000" dirty="0">
                    <a:latin typeface="CMU Serif" panose="02000603000000000000" pitchFamily="2" charset="0"/>
                    <a:ea typeface="CMU Serif" panose="02000603000000000000" pitchFamily="2" charset="0"/>
                    <a:cs typeface="CMU Serif" panose="02000603000000000000" pitchFamily="2" charset="0"/>
                  </a:rPr>
                  <a:t>{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  <a:ea typeface="CMU Serif" panose="02000603000000000000" pitchFamily="2" charset="0"/>
                            <a:cs typeface="CMU Serif" panose="02000603000000000000" pitchFamily="2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000" b="0" i="0">
                            <a:latin typeface="Cambria Math" panose="02040503050406030204" pitchFamily="18" charset="0"/>
                            <a:ea typeface="CMU Serif" panose="02000603000000000000" pitchFamily="2" charset="0"/>
                            <a:cs typeface="CMU Serif" panose="02000603000000000000" pitchFamily="2" charset="0"/>
                          </a:rPr>
                          <m:t>P</m:t>
                        </m:r>
                      </m:e>
                      <m:sub>
                        <m:r>
                          <a:rPr lang="en-US" sz="2000" b="0" i="0">
                            <a:latin typeface="Cambria Math" panose="02040503050406030204" pitchFamily="18" charset="0"/>
                            <a:ea typeface="CMU Serif" panose="02000603000000000000" pitchFamily="2" charset="0"/>
                            <a:cs typeface="CMU Serif" panose="02000603000000000000" pitchFamily="2" charset="0"/>
                          </a:rPr>
                          <m:t>1, 2</m:t>
                        </m:r>
                      </m:sub>
                    </m:sSub>
                    <m:r>
                      <a:rPr lang="en-US" sz="2000" b="0" i="0" smtClean="0">
                        <a:latin typeface="Cambria Math" panose="02040503050406030204" pitchFamily="18" charset="0"/>
                        <a:ea typeface="CMU Serif" panose="02000603000000000000" pitchFamily="2" charset="0"/>
                        <a:cs typeface="CMU Serif" panose="02000603000000000000" pitchFamily="2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sz="2000" b="0" i="0" smtClean="0">
                        <a:latin typeface="Cambria Math" panose="02040503050406030204" pitchFamily="18" charset="0"/>
                        <a:ea typeface="CMU Serif" panose="02000603000000000000" pitchFamily="2" charset="0"/>
                        <a:cs typeface="CMU Serif" panose="02000603000000000000" pitchFamily="2" charset="0"/>
                      </a:rPr>
                      <m:t>false</m:t>
                    </m:r>
                    <m:r>
                      <a:rPr lang="en-US" sz="2000" b="0" i="0" smtClean="0">
                        <a:latin typeface="Cambria Math" panose="02040503050406030204" pitchFamily="18" charset="0"/>
                        <a:ea typeface="CMU Serif" panose="02000603000000000000" pitchFamily="2" charset="0"/>
                        <a:cs typeface="CMU Serif" panose="02000603000000000000" pitchFamily="2" charset="0"/>
                      </a:rPr>
                      <m:t>, </m:t>
                    </m:r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  <a:ea typeface="CMU Serif" panose="02000603000000000000" pitchFamily="2" charset="0"/>
                            <a:cs typeface="CMU Serif" panose="02000603000000000000" pitchFamily="2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000" b="0" i="0">
                            <a:latin typeface="Cambria Math" panose="02040503050406030204" pitchFamily="18" charset="0"/>
                            <a:ea typeface="CMU Serif" panose="02000603000000000000" pitchFamily="2" charset="0"/>
                            <a:cs typeface="CMU Serif" panose="02000603000000000000" pitchFamily="2" charset="0"/>
                          </a:rPr>
                          <m:t>P</m:t>
                        </m:r>
                      </m:e>
                      <m:sub>
                        <m:r>
                          <a:rPr lang="en-US" sz="2000" b="0" i="0">
                            <a:latin typeface="Cambria Math" panose="02040503050406030204" pitchFamily="18" charset="0"/>
                            <a:ea typeface="CMU Serif" panose="02000603000000000000" pitchFamily="2" charset="0"/>
                            <a:cs typeface="CMU Serif" panose="02000603000000000000" pitchFamily="2" charset="0"/>
                          </a:rPr>
                          <m:t>2,  2</m:t>
                        </m:r>
                      </m:sub>
                    </m:sSub>
                    <m:r>
                      <a:rPr lang="en-US" sz="2000" b="0" i="0" smtClean="0">
                        <a:latin typeface="Cambria Math" panose="02040503050406030204" pitchFamily="18" charset="0"/>
                        <a:ea typeface="CMU Serif" panose="02000603000000000000" pitchFamily="2" charset="0"/>
                        <a:cs typeface="CMU Serif" panose="02000603000000000000" pitchFamily="2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sz="2000" b="0" i="0" smtClean="0">
                        <a:latin typeface="Cambria Math" panose="02040503050406030204" pitchFamily="18" charset="0"/>
                        <a:ea typeface="CMU Serif" panose="02000603000000000000" pitchFamily="2" charset="0"/>
                        <a:cs typeface="CMU Serif" panose="02000603000000000000" pitchFamily="2" charset="0"/>
                      </a:rPr>
                      <m:t>false</m:t>
                    </m:r>
                    <m:r>
                      <m:rPr>
                        <m:nor/>
                      </m:rPr>
                      <a:rPr lang="en-US" sz="2000" dirty="0">
                        <a:latin typeface="CMU Serif" panose="02000603000000000000" pitchFamily="2" charset="0"/>
                        <a:ea typeface="CMU Serif" panose="02000603000000000000" pitchFamily="2" charset="0"/>
                        <a:cs typeface="CMU Serif" panose="02000603000000000000" pitchFamily="2" charset="0"/>
                      </a:rPr>
                      <m:t>, </m:t>
                    </m:r>
                    <m:r>
                      <m:rPr>
                        <m:nor/>
                      </m:rPr>
                      <a:rPr lang="en-US" sz="2000" dirty="0">
                        <a:latin typeface="CMU Serif" panose="02000603000000000000" pitchFamily="2" charset="0"/>
                        <a:ea typeface="CMU Serif" panose="02000603000000000000" pitchFamily="2" charset="0"/>
                        <a:cs typeface="CMU Serif" panose="02000603000000000000" pitchFamily="2" charset="0"/>
                      </a:rPr>
                      <m:t>and</m:t>
                    </m:r>
                    <m:r>
                      <m:rPr>
                        <m:nor/>
                      </m:rPr>
                      <a:rPr lang="en-US" sz="2000" dirty="0">
                        <a:latin typeface="CMU Serif" panose="02000603000000000000" pitchFamily="2" charset="0"/>
                        <a:ea typeface="CMU Serif" panose="02000603000000000000" pitchFamily="2" charset="0"/>
                        <a:cs typeface="CMU Serif" panose="02000603000000000000" pitchFamily="2" charset="0"/>
                      </a:rPr>
                      <m:t> </m:t>
                    </m:r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  <a:ea typeface="CMU Serif" panose="02000603000000000000" pitchFamily="2" charset="0"/>
                            <a:cs typeface="CMU Serif" panose="02000603000000000000" pitchFamily="2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000" b="0" i="0">
                            <a:latin typeface="Cambria Math" panose="02040503050406030204" pitchFamily="18" charset="0"/>
                            <a:ea typeface="CMU Serif" panose="02000603000000000000" pitchFamily="2" charset="0"/>
                            <a:cs typeface="CMU Serif" panose="02000603000000000000" pitchFamily="2" charset="0"/>
                          </a:rPr>
                          <m:t>P</m:t>
                        </m:r>
                      </m:e>
                      <m:sub>
                        <m:r>
                          <a:rPr lang="en-US" sz="2000" b="0" i="0">
                            <a:latin typeface="Cambria Math" panose="02040503050406030204" pitchFamily="18" charset="0"/>
                            <a:ea typeface="CMU Serif" panose="02000603000000000000" pitchFamily="2" charset="0"/>
                            <a:cs typeface="CMU Serif" panose="02000603000000000000" pitchFamily="2" charset="0"/>
                          </a:rPr>
                          <m:t>3, 1</m:t>
                        </m:r>
                      </m:sub>
                    </m:sSub>
                    <m:r>
                      <a:rPr lang="en-US" sz="2000" b="0" i="0" smtClean="0">
                        <a:latin typeface="Cambria Math" panose="02040503050406030204" pitchFamily="18" charset="0"/>
                        <a:ea typeface="CMU Serif" panose="02000603000000000000" pitchFamily="2" charset="0"/>
                        <a:cs typeface="CMU Serif" panose="02000603000000000000" pitchFamily="2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sz="2000" b="0" i="0" smtClean="0">
                        <a:latin typeface="Cambria Math" panose="02040503050406030204" pitchFamily="18" charset="0"/>
                        <a:ea typeface="CMU Serif" panose="02000603000000000000" pitchFamily="2" charset="0"/>
                        <a:cs typeface="CMU Serif" panose="02000603000000000000" pitchFamily="2" charset="0"/>
                      </a:rPr>
                      <m:t>true</m:t>
                    </m:r>
                  </m:oMath>
                </a14:m>
                <a:r>
                  <a:rPr lang="en-US" sz="2000" dirty="0">
                    <a:latin typeface="CMU Serif" panose="02000603000000000000" pitchFamily="2" charset="0"/>
                    <a:ea typeface="CMU Serif" panose="02000603000000000000" pitchFamily="2" charset="0"/>
                    <a:cs typeface="CMU Serif" panose="02000603000000000000" pitchFamily="2" charset="0"/>
                  </a:rPr>
                  <a:t>}</a:t>
                </a:r>
              </a:p>
              <a:p>
                <a:pPr marL="342900" indent="-342900" algn="just">
                  <a:spcAft>
                    <a:spcPts val="1200"/>
                  </a:spcAft>
                  <a:buClr>
                    <a:schemeClr val="accent1"/>
                  </a:buClr>
                  <a:buFont typeface="Arial" panose="020B0604020202020204" pitchFamily="34" charset="0"/>
                  <a:buChar char="•"/>
                </a:pPr>
                <a:r>
                  <a:rPr lang="en-US" sz="2200" dirty="0">
                    <a:latin typeface="CMU Serif" panose="02000603000000000000" pitchFamily="2" charset="0"/>
                    <a:ea typeface="CMU Serif" panose="02000603000000000000" pitchFamily="2" charset="0"/>
                    <a:cs typeface="CMU Serif" panose="02000603000000000000" pitchFamily="2" charset="0"/>
                  </a:rPr>
                  <a:t>With three proposition symbols, there are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200" b="0" i="1" smtClean="0">
                            <a:latin typeface="Cambria Math" panose="02040503050406030204" pitchFamily="18" charset="0"/>
                            <a:ea typeface="CMU Serif" panose="02000603000000000000" pitchFamily="2" charset="0"/>
                            <a:cs typeface="CMU Serif" panose="02000603000000000000" pitchFamily="2" charset="0"/>
                          </a:rPr>
                        </m:ctrlPr>
                      </m:sSupPr>
                      <m:e>
                        <m:r>
                          <a:rPr lang="en-US" sz="2200" b="0" i="1" smtClean="0">
                            <a:latin typeface="Cambria Math" panose="02040503050406030204" pitchFamily="18" charset="0"/>
                            <a:ea typeface="CMU Serif" panose="02000603000000000000" pitchFamily="2" charset="0"/>
                            <a:cs typeface="CMU Serif" panose="02000603000000000000" pitchFamily="2" charset="0"/>
                          </a:rPr>
                          <m:t>2</m:t>
                        </m:r>
                      </m:e>
                      <m:sup>
                        <m:r>
                          <a:rPr lang="en-US" sz="2200" b="0" i="1" smtClean="0">
                            <a:latin typeface="Cambria Math" panose="02040503050406030204" pitchFamily="18" charset="0"/>
                            <a:ea typeface="CMU Serif" panose="02000603000000000000" pitchFamily="2" charset="0"/>
                            <a:cs typeface="CMU Serif" panose="02000603000000000000" pitchFamily="2" charset="0"/>
                          </a:rPr>
                          <m:t>3</m:t>
                        </m:r>
                      </m:sup>
                    </m:sSup>
                    <m:r>
                      <a:rPr lang="en-US" sz="2200" b="0" i="1" smtClean="0">
                        <a:latin typeface="Cambria Math" panose="02040503050406030204" pitchFamily="18" charset="0"/>
                        <a:ea typeface="CMU Serif" panose="02000603000000000000" pitchFamily="2" charset="0"/>
                        <a:cs typeface="CMU Serif" panose="02000603000000000000" pitchFamily="2" charset="0"/>
                      </a:rPr>
                      <m:t>=8</m:t>
                    </m:r>
                  </m:oMath>
                </a14:m>
                <a:r>
                  <a:rPr lang="en-US" sz="2200" dirty="0">
                    <a:latin typeface="CMU Serif" panose="02000603000000000000" pitchFamily="2" charset="0"/>
                    <a:ea typeface="CMU Serif" panose="02000603000000000000" pitchFamily="2" charset="0"/>
                    <a:cs typeface="CMU Serif" panose="02000603000000000000" pitchFamily="2" charset="0"/>
                  </a:rPr>
                  <a:t>possible models.</a:t>
                </a: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691C186C-3753-814C-0E3B-DA3B01C407E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2966" y="2142461"/>
                <a:ext cx="8238067" cy="3538276"/>
              </a:xfrm>
              <a:prstGeom prst="rect">
                <a:avLst/>
              </a:prstGeom>
              <a:blipFill>
                <a:blip r:embed="rId2"/>
                <a:stretch>
                  <a:fillRect l="-1923" t="-2065" r="-1997" b="-413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DD12A042-047C-42AA-970B-7EC39B6E5EA9}"/>
                  </a:ext>
                </a:extLst>
              </p14:cNvPr>
              <p14:cNvContentPartPr/>
              <p14:nvPr/>
            </p14:nvContentPartPr>
            <p14:xfrm>
              <a:off x="1016904" y="5569398"/>
              <a:ext cx="6991200" cy="31860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DD12A042-047C-42AA-970B-7EC39B6E5EA9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007904" y="5560758"/>
                <a:ext cx="7008840" cy="33624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1393929-6F54-D7BB-4FEE-1FBBD5748D77}"/>
              </a:ext>
            </a:extLst>
          </p:cNvPr>
          <p:cNvSpPr txBox="1"/>
          <p:nvPr/>
        </p:nvSpPr>
        <p:spPr>
          <a:xfrm>
            <a:off x="452966" y="649870"/>
            <a:ext cx="8238067" cy="553998"/>
          </a:xfrm>
          <a:prstGeom prst="rect">
            <a:avLst/>
          </a:prstGeom>
          <a:noFill/>
          <a:ln w="12700">
            <a:solidFill>
              <a:schemeClr val="accent4"/>
            </a:solidFill>
          </a:ln>
        </p:spPr>
        <p:txBody>
          <a:bodyPr wrap="square" lIns="0" tIns="0" rIns="0" bIns="0" rtlCol="0" anchor="ctr">
            <a:spAutoFit/>
          </a:bodyPr>
          <a:lstStyle/>
          <a:p>
            <a:r>
              <a:rPr lang="en-US" sz="3600" dirty="0">
                <a:solidFill>
                  <a:schemeClr val="accent1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Truth Table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19DB16F-CAE6-908E-588B-A0CEF65E5F17}"/>
              </a:ext>
            </a:extLst>
          </p:cNvPr>
          <p:cNvSpPr txBox="1"/>
          <p:nvPr/>
        </p:nvSpPr>
        <p:spPr>
          <a:xfrm>
            <a:off x="452966" y="1579879"/>
            <a:ext cx="8238067" cy="338554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just">
              <a:spcAft>
                <a:spcPts val="1200"/>
              </a:spcAft>
              <a:buClr>
                <a:schemeClr val="accent1"/>
              </a:buClr>
            </a:pPr>
            <a:r>
              <a:rPr lang="en-US" sz="22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Truth table for five logical connectives: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F61625C-A62E-EFAD-5B9C-43FC872616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2963" y="1918433"/>
            <a:ext cx="8238067" cy="178688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A03D6147-6BD8-235D-7B93-B04E9767219C}"/>
                  </a:ext>
                </a:extLst>
              </p:cNvPr>
              <p:cNvSpPr txBox="1"/>
              <p:nvPr/>
            </p:nvSpPr>
            <p:spPr>
              <a:xfrm>
                <a:off x="452962" y="4043873"/>
                <a:ext cx="8238067" cy="338554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spAutoFit/>
              </a:bodyPr>
              <a:lstStyle/>
              <a:p>
                <a:pPr algn="just">
                  <a:spcAft>
                    <a:spcPts val="1200"/>
                  </a:spcAft>
                  <a:buClr>
                    <a:schemeClr val="accent1"/>
                  </a:buClr>
                </a:pPr>
                <a:r>
                  <a:rPr lang="en-US" sz="2200" dirty="0">
                    <a:latin typeface="CMU Serif" panose="02000603000000000000" pitchFamily="2" charset="0"/>
                    <a:ea typeface="CMU Serif" panose="02000603000000000000" pitchFamily="2" charset="0"/>
                    <a:cs typeface="CMU Serif" panose="02000603000000000000" pitchFamily="2" charset="0"/>
                  </a:rPr>
                  <a:t>A complex sentence: </a:t>
                </a:r>
                <a:r>
                  <a:rPr lang="en-US" sz="2000" b="0" i="1" dirty="0">
                    <a:solidFill>
                      <a:schemeClr val="tx1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((P </a:t>
                </a:r>
                <a14:m>
                  <m:oMath xmlns:m="http://schemas.openxmlformats.org/officeDocument/2006/math">
                    <m:r>
                      <a:rPr lang="en-US" sz="20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MU Serif" panose="02000603000000000000" pitchFamily="2" charset="0"/>
                      </a:rPr>
                      <m:t>⋁</m:t>
                    </m:r>
                  </m:oMath>
                </a14:m>
                <a:r>
                  <a:rPr lang="en-US" sz="2000" b="0" i="1" dirty="0">
                    <a:solidFill>
                      <a:schemeClr val="tx1"/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CMU Serif" panose="02000603000000000000" pitchFamily="2" charset="0"/>
                  </a:rPr>
                  <a:t> </a:t>
                </a:r>
                <a:r>
                  <a:rPr lang="en-US" sz="2000" b="0" i="1" dirty="0">
                    <a:solidFill>
                      <a:schemeClr val="tx1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H)</a:t>
                </a:r>
                <a:r>
                  <a:rPr lang="en-US" sz="2000" b="0" i="1" baseline="0" dirty="0">
                    <a:solidFill>
                      <a:schemeClr val="tx1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MU Serif" panose="02000603000000000000" pitchFamily="2" charset="0"/>
                      </a:rPr>
                      <m:t>⋀</m:t>
                    </m:r>
                  </m:oMath>
                </a14:m>
                <a:r>
                  <a:rPr lang="en-US" sz="2000" b="0" i="1" dirty="0">
                    <a:solidFill>
                      <a:schemeClr val="tx1"/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CMU Serif" panose="02000603000000000000" pitchFamily="2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MU Serif" panose="02000603000000000000" pitchFamily="2" charset="0"/>
                      </a:rPr>
                      <m:t>¬</m:t>
                    </m:r>
                  </m:oMath>
                </a14:m>
                <a:r>
                  <a:rPr lang="en-US" sz="2000" b="0" i="1" dirty="0">
                    <a:solidFill>
                      <a:schemeClr val="tx1"/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CMU Serif" panose="02000603000000000000" pitchFamily="2" charset="0"/>
                  </a:rPr>
                  <a:t>H</a:t>
                </a:r>
                <a:r>
                  <a:rPr lang="en-US" sz="2000" b="0" i="1" dirty="0">
                    <a:solidFill>
                      <a:schemeClr val="tx1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) </a:t>
                </a:r>
                <a14:m>
                  <m:oMath xmlns:m="http://schemas.openxmlformats.org/officeDocument/2006/math">
                    <m:r>
                      <a:rPr lang="en-US" sz="20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MU Serif" panose="02000603000000000000" pitchFamily="2" charset="0"/>
                      </a:rPr>
                      <m:t>⇒</m:t>
                    </m:r>
                  </m:oMath>
                </a14:m>
                <a:r>
                  <a:rPr lang="en-US" sz="2000" b="0" i="1" dirty="0">
                    <a:solidFill>
                      <a:schemeClr val="tx1"/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CMU Serif" panose="02000603000000000000" pitchFamily="2" charset="0"/>
                  </a:rPr>
                  <a:t> </a:t>
                </a:r>
                <a:r>
                  <a:rPr lang="en-US" sz="2000" b="0" i="1" dirty="0">
                    <a:solidFill>
                      <a:schemeClr val="tx1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P</a:t>
                </a:r>
                <a:endParaRPr lang="en-US" sz="2200" b="0" i="1" dirty="0">
                  <a:solidFill>
                    <a:schemeClr val="tx1"/>
                  </a:solidFill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A03D6147-6BD8-235D-7B93-B04E9767219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2962" y="4043873"/>
                <a:ext cx="8238067" cy="338554"/>
              </a:xfrm>
              <a:prstGeom prst="rect">
                <a:avLst/>
              </a:prstGeom>
              <a:blipFill>
                <a:blip r:embed="rId4"/>
                <a:stretch>
                  <a:fillRect l="-2071" t="-23214" b="-517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7" name="Table 6">
                <a:extLst>
                  <a:ext uri="{FF2B5EF4-FFF2-40B4-BE49-F238E27FC236}">
                    <a16:creationId xmlns:a16="http://schemas.microsoft.com/office/drawing/2014/main" id="{16B20DE7-DA1C-FF10-5BDF-0735B6BC07B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863339673"/>
                  </p:ext>
                </p:extLst>
              </p:nvPr>
            </p:nvGraphicFramePr>
            <p:xfrm>
              <a:off x="524928" y="4484159"/>
              <a:ext cx="8094134" cy="18542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349022">
                      <a:extLst>
                        <a:ext uri="{9D8B030D-6E8A-4147-A177-3AD203B41FA5}">
                          <a16:colId xmlns:a16="http://schemas.microsoft.com/office/drawing/2014/main" val="1308669210"/>
                        </a:ext>
                      </a:extLst>
                    </a:gridCol>
                    <a:gridCol w="1349022">
                      <a:extLst>
                        <a:ext uri="{9D8B030D-6E8A-4147-A177-3AD203B41FA5}">
                          <a16:colId xmlns:a16="http://schemas.microsoft.com/office/drawing/2014/main" val="4199095390"/>
                        </a:ext>
                      </a:extLst>
                    </a:gridCol>
                    <a:gridCol w="91233">
                      <a:extLst>
                        <a:ext uri="{9D8B030D-6E8A-4147-A177-3AD203B41FA5}">
                          <a16:colId xmlns:a16="http://schemas.microsoft.com/office/drawing/2014/main" val="3954461060"/>
                        </a:ext>
                      </a:extLst>
                    </a:gridCol>
                    <a:gridCol w="1295228">
                      <a:extLst>
                        <a:ext uri="{9D8B030D-6E8A-4147-A177-3AD203B41FA5}">
                          <a16:colId xmlns:a16="http://schemas.microsoft.com/office/drawing/2014/main" val="817005539"/>
                        </a:ext>
                      </a:extLst>
                    </a:gridCol>
                    <a:gridCol w="1804335">
                      <a:extLst>
                        <a:ext uri="{9D8B030D-6E8A-4147-A177-3AD203B41FA5}">
                          <a16:colId xmlns:a16="http://schemas.microsoft.com/office/drawing/2014/main" val="1374926404"/>
                        </a:ext>
                      </a:extLst>
                    </a:gridCol>
                    <a:gridCol w="2205294">
                      <a:extLst>
                        <a:ext uri="{9D8B030D-6E8A-4147-A177-3AD203B41FA5}">
                          <a16:colId xmlns:a16="http://schemas.microsoft.com/office/drawing/2014/main" val="2044416239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b="0" i="1" dirty="0">
                              <a:solidFill>
                                <a:schemeClr val="tx1"/>
                              </a:solidFill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a:t>P</a:t>
                          </a:r>
                        </a:p>
                      </a:txBody>
                      <a:tcPr marL="0" marR="0" marT="0" marB="0" anchor="ctr">
                        <a:lnL w="38100" cap="flat" cmpd="sng" algn="ctr">
                          <a:solidFill>
                            <a:schemeClr val="accent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accent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solidFill>
                            <a:schemeClr val="accent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accent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b="0" i="1" dirty="0">
                              <a:solidFill>
                                <a:schemeClr val="tx1"/>
                              </a:solidFill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a:t>H</a:t>
                          </a:r>
                        </a:p>
                      </a:txBody>
                      <a:tcPr marL="0" marR="0" marT="0" marB="0" anchor="ctr">
                        <a:lnL w="38100" cap="flat" cmpd="sng" algn="ctr">
                          <a:solidFill>
                            <a:schemeClr val="accent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accent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solidFill>
                            <a:schemeClr val="accent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accent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600" b="0" i="1" dirty="0">
                            <a:solidFill>
                              <a:schemeClr val="tx1"/>
                            </a:solidFill>
                            <a:latin typeface="Cambria" panose="02040503050406030204" pitchFamily="18" charset="0"/>
                            <a:ea typeface="Cambria" panose="02040503050406030204" pitchFamily="18" charset="0"/>
                          </a:endParaRPr>
                        </a:p>
                      </a:txBody>
                      <a:tcPr marL="0" marR="0" marT="0" marB="0" anchor="ctr">
                        <a:lnL w="38100" cap="flat" cmpd="sng" algn="ctr">
                          <a:solidFill>
                            <a:schemeClr val="accent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accent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solidFill>
                            <a:schemeClr val="accent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accent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600" b="0" i="1" dirty="0">
                              <a:solidFill>
                                <a:schemeClr val="tx1"/>
                              </a:solidFill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a:t>P </a:t>
                          </a:r>
                          <a14:m>
                            <m:oMath xmlns:m="http://schemas.openxmlformats.org/officeDocument/2006/math">
                              <m:r>
                                <a:rPr lang="en-US" sz="160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MU Serif" panose="02000603000000000000" pitchFamily="2" charset="0"/>
                                </a:rPr>
                                <m:t>⋁</m:t>
                              </m:r>
                            </m:oMath>
                          </a14:m>
                          <a:r>
                            <a:rPr lang="en-US" sz="1600" b="0" i="1" dirty="0">
                              <a:solidFill>
                                <a:schemeClr val="tx1"/>
                              </a:solidFill>
                              <a:latin typeface="Cambria" panose="02040503050406030204" pitchFamily="18" charset="0"/>
                              <a:ea typeface="Cambria" panose="02040503050406030204" pitchFamily="18" charset="0"/>
                              <a:cs typeface="CMU Serif" panose="02000603000000000000" pitchFamily="2" charset="0"/>
                            </a:rPr>
                            <a:t> </a:t>
                          </a:r>
                          <a:r>
                            <a:rPr lang="en-US" sz="1600" b="0" i="1" dirty="0">
                              <a:solidFill>
                                <a:schemeClr val="tx1"/>
                              </a:solidFill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a:t>H</a:t>
                          </a:r>
                        </a:p>
                      </a:txBody>
                      <a:tcPr marL="0" marR="0" marT="0" marB="0" anchor="ctr">
                        <a:lnL w="38100" cap="flat" cmpd="sng" algn="ctr">
                          <a:solidFill>
                            <a:schemeClr val="accent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accent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solidFill>
                            <a:schemeClr val="accent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accent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600" b="0" i="1" dirty="0">
                              <a:solidFill>
                                <a:schemeClr val="tx1"/>
                              </a:solidFill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a:t>(P </a:t>
                          </a:r>
                          <a14:m>
                            <m:oMath xmlns:m="http://schemas.openxmlformats.org/officeDocument/2006/math">
                              <m:r>
                                <a:rPr lang="en-US" sz="160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MU Serif" panose="02000603000000000000" pitchFamily="2" charset="0"/>
                                </a:rPr>
                                <m:t>⋁</m:t>
                              </m:r>
                            </m:oMath>
                          </a14:m>
                          <a:r>
                            <a:rPr lang="en-US" sz="1600" b="0" i="1" dirty="0">
                              <a:solidFill>
                                <a:schemeClr val="tx1"/>
                              </a:solidFill>
                              <a:latin typeface="Cambria" panose="02040503050406030204" pitchFamily="18" charset="0"/>
                              <a:ea typeface="Cambria" panose="02040503050406030204" pitchFamily="18" charset="0"/>
                              <a:cs typeface="CMU Serif" panose="02000603000000000000" pitchFamily="2" charset="0"/>
                            </a:rPr>
                            <a:t> </a:t>
                          </a:r>
                          <a:r>
                            <a:rPr lang="en-US" sz="1600" b="0" i="1" dirty="0">
                              <a:solidFill>
                                <a:schemeClr val="tx1"/>
                              </a:solidFill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a:t>H)</a:t>
                          </a:r>
                          <a:r>
                            <a:rPr lang="en-US" sz="1600" b="0" i="1" baseline="0" dirty="0">
                              <a:solidFill>
                                <a:schemeClr val="tx1"/>
                              </a:solidFill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lang="en-US" sz="160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MU Serif" panose="02000603000000000000" pitchFamily="2" charset="0"/>
                                </a:rPr>
                                <m:t>⋀</m:t>
                              </m:r>
                            </m:oMath>
                          </a14:m>
                          <a:r>
                            <a:rPr lang="en-US" sz="1600" b="0" i="1" dirty="0">
                              <a:solidFill>
                                <a:schemeClr val="tx1"/>
                              </a:solidFill>
                              <a:latin typeface="Cambria" panose="02040503050406030204" pitchFamily="18" charset="0"/>
                              <a:ea typeface="Cambria" panose="02040503050406030204" pitchFamily="18" charset="0"/>
                              <a:cs typeface="CMU Serif" panose="02000603000000000000" pitchFamily="2" charset="0"/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lang="en-US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MU Serif" panose="02000603000000000000" pitchFamily="2" charset="0"/>
                                </a:rPr>
                                <m:t>¬</m:t>
                              </m:r>
                            </m:oMath>
                          </a14:m>
                          <a:r>
                            <a:rPr lang="en-US" sz="1600" b="0" i="1" dirty="0">
                              <a:solidFill>
                                <a:schemeClr val="tx1"/>
                              </a:solidFill>
                              <a:latin typeface="Cambria" panose="02040503050406030204" pitchFamily="18" charset="0"/>
                              <a:ea typeface="Cambria" panose="02040503050406030204" pitchFamily="18" charset="0"/>
                              <a:cs typeface="CMU Serif" panose="02000603000000000000" pitchFamily="2" charset="0"/>
                            </a:rPr>
                            <a:t>H</a:t>
                          </a:r>
                        </a:p>
                      </a:txBody>
                      <a:tcPr marL="0" marR="0" marT="0" marB="0" anchor="ctr">
                        <a:lnL w="38100" cap="flat" cmpd="sng" algn="ctr">
                          <a:solidFill>
                            <a:schemeClr val="accent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accent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solidFill>
                            <a:schemeClr val="accent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accent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600" b="0" i="1" dirty="0">
                              <a:solidFill>
                                <a:schemeClr val="tx1"/>
                              </a:solidFill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a:t>((P </a:t>
                          </a:r>
                          <a14:m>
                            <m:oMath xmlns:m="http://schemas.openxmlformats.org/officeDocument/2006/math">
                              <m:r>
                                <a:rPr lang="en-US" sz="160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MU Serif" panose="02000603000000000000" pitchFamily="2" charset="0"/>
                                </a:rPr>
                                <m:t>⋁</m:t>
                              </m:r>
                            </m:oMath>
                          </a14:m>
                          <a:r>
                            <a:rPr lang="en-US" sz="1600" b="0" i="1" dirty="0">
                              <a:solidFill>
                                <a:schemeClr val="tx1"/>
                              </a:solidFill>
                              <a:latin typeface="Cambria" panose="02040503050406030204" pitchFamily="18" charset="0"/>
                              <a:ea typeface="Cambria" panose="02040503050406030204" pitchFamily="18" charset="0"/>
                              <a:cs typeface="CMU Serif" panose="02000603000000000000" pitchFamily="2" charset="0"/>
                            </a:rPr>
                            <a:t> </a:t>
                          </a:r>
                          <a:r>
                            <a:rPr lang="en-US" sz="1600" b="0" i="1" dirty="0">
                              <a:solidFill>
                                <a:schemeClr val="tx1"/>
                              </a:solidFill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a:t>H)</a:t>
                          </a:r>
                          <a:r>
                            <a:rPr lang="en-US" sz="1600" b="0" i="1" baseline="0" dirty="0">
                              <a:solidFill>
                                <a:schemeClr val="tx1"/>
                              </a:solidFill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lang="en-US" sz="160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MU Serif" panose="02000603000000000000" pitchFamily="2" charset="0"/>
                                </a:rPr>
                                <m:t>⋀</m:t>
                              </m:r>
                            </m:oMath>
                          </a14:m>
                          <a:r>
                            <a:rPr lang="en-US" sz="1600" b="0" i="1" dirty="0">
                              <a:solidFill>
                                <a:schemeClr val="tx1"/>
                              </a:solidFill>
                              <a:latin typeface="Cambria" panose="02040503050406030204" pitchFamily="18" charset="0"/>
                              <a:ea typeface="Cambria" panose="02040503050406030204" pitchFamily="18" charset="0"/>
                              <a:cs typeface="CMU Serif" panose="02000603000000000000" pitchFamily="2" charset="0"/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lang="en-US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MU Serif" panose="02000603000000000000" pitchFamily="2" charset="0"/>
                                </a:rPr>
                                <m:t>¬</m:t>
                              </m:r>
                            </m:oMath>
                          </a14:m>
                          <a:r>
                            <a:rPr lang="en-US" sz="1600" b="0" i="1" dirty="0">
                              <a:solidFill>
                                <a:schemeClr val="tx1"/>
                              </a:solidFill>
                              <a:latin typeface="Cambria" panose="02040503050406030204" pitchFamily="18" charset="0"/>
                              <a:ea typeface="Cambria" panose="02040503050406030204" pitchFamily="18" charset="0"/>
                              <a:cs typeface="CMU Serif" panose="02000603000000000000" pitchFamily="2" charset="0"/>
                            </a:rPr>
                            <a:t>H</a:t>
                          </a:r>
                          <a:r>
                            <a:rPr lang="en-US" sz="1600" b="0" i="1" dirty="0">
                              <a:solidFill>
                                <a:schemeClr val="tx1"/>
                              </a:solidFill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a:t>) </a:t>
                          </a:r>
                          <a14:m>
                            <m:oMath xmlns:m="http://schemas.openxmlformats.org/officeDocument/2006/math">
                              <m:r>
                                <a:rPr lang="en-US" sz="160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MU Serif" panose="02000603000000000000" pitchFamily="2" charset="0"/>
                                </a:rPr>
                                <m:t>⇒</m:t>
                              </m:r>
                            </m:oMath>
                          </a14:m>
                          <a:r>
                            <a:rPr lang="en-US" sz="1600" b="0" i="1" dirty="0">
                              <a:solidFill>
                                <a:schemeClr val="tx1"/>
                              </a:solidFill>
                              <a:latin typeface="Cambria" panose="02040503050406030204" pitchFamily="18" charset="0"/>
                              <a:ea typeface="Cambria" panose="02040503050406030204" pitchFamily="18" charset="0"/>
                              <a:cs typeface="CMU Serif" panose="02000603000000000000" pitchFamily="2" charset="0"/>
                            </a:rPr>
                            <a:t> </a:t>
                          </a:r>
                          <a:r>
                            <a:rPr lang="en-US" sz="1600" b="0" i="1" dirty="0">
                              <a:solidFill>
                                <a:schemeClr val="tx1"/>
                              </a:solidFill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a:t>P</a:t>
                          </a:r>
                        </a:p>
                      </a:txBody>
                      <a:tcPr marL="0" marR="0" marT="0" marB="0" anchor="ctr">
                        <a:lnL w="38100" cap="flat" cmpd="sng" algn="ctr">
                          <a:solidFill>
                            <a:schemeClr val="accent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accent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solidFill>
                            <a:schemeClr val="accent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accent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80203597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b="0" i="1" dirty="0">
                              <a:solidFill>
                                <a:schemeClr val="tx1"/>
                              </a:solidFill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a:t>false</a:t>
                          </a:r>
                        </a:p>
                      </a:txBody>
                      <a:tcPr marL="0" marR="0" marT="0" marB="0" anchor="ctr">
                        <a:lnL w="38100" cap="flat" cmpd="sng" algn="ctr">
                          <a:solidFill>
                            <a:schemeClr val="accent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accent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solidFill>
                            <a:schemeClr val="accent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b="0" i="1" dirty="0">
                              <a:solidFill>
                                <a:schemeClr val="tx1"/>
                              </a:solidFill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a:t>false</a:t>
                          </a:r>
                        </a:p>
                      </a:txBody>
                      <a:tcPr marL="0" marR="0" marT="0" marB="0" anchor="ctr">
                        <a:lnL w="38100" cap="flat" cmpd="sng" algn="ctr">
                          <a:solidFill>
                            <a:schemeClr val="accent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accent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solidFill>
                            <a:schemeClr val="accent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600" b="0" i="1" dirty="0">
                            <a:solidFill>
                              <a:schemeClr val="tx1"/>
                            </a:solidFill>
                            <a:latin typeface="Cambria" panose="02040503050406030204" pitchFamily="18" charset="0"/>
                            <a:ea typeface="Cambria" panose="02040503050406030204" pitchFamily="18" charset="0"/>
                          </a:endParaRPr>
                        </a:p>
                      </a:txBody>
                      <a:tcPr marL="0" marR="0" marT="0" marB="0" anchor="ctr">
                        <a:lnL w="38100" cap="flat" cmpd="sng" algn="ctr">
                          <a:solidFill>
                            <a:schemeClr val="accent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accent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solidFill>
                            <a:schemeClr val="accent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b="0" i="1" dirty="0">
                              <a:solidFill>
                                <a:schemeClr val="tx1"/>
                              </a:solidFill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a:t>false</a:t>
                          </a:r>
                        </a:p>
                      </a:txBody>
                      <a:tcPr marL="0" marR="0" marT="0" marB="0" anchor="ctr">
                        <a:lnL w="38100" cap="flat" cmpd="sng" algn="ctr">
                          <a:solidFill>
                            <a:schemeClr val="accent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accent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solidFill>
                            <a:schemeClr val="accent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b="0" i="1" dirty="0">
                              <a:solidFill>
                                <a:schemeClr val="tx1"/>
                              </a:solidFill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a:t>false</a:t>
                          </a:r>
                        </a:p>
                      </a:txBody>
                      <a:tcPr marL="0" marR="0" marT="0" marB="0" anchor="ctr">
                        <a:lnL w="38100" cap="flat" cmpd="sng" algn="ctr">
                          <a:solidFill>
                            <a:schemeClr val="accent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accent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solidFill>
                            <a:schemeClr val="accent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b="0" i="1" dirty="0">
                              <a:solidFill>
                                <a:schemeClr val="tx1"/>
                              </a:solidFill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a:t>true</a:t>
                          </a:r>
                        </a:p>
                      </a:txBody>
                      <a:tcPr marL="0" marR="0" marT="0" marB="0" anchor="ctr">
                        <a:lnL w="38100" cap="flat" cmpd="sng" algn="ctr">
                          <a:solidFill>
                            <a:schemeClr val="accent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accent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solidFill>
                            <a:schemeClr val="accent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94329192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b="0" i="1" dirty="0">
                              <a:solidFill>
                                <a:schemeClr val="tx1"/>
                              </a:solidFill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a:t>false</a:t>
                          </a:r>
                        </a:p>
                      </a:txBody>
                      <a:tcPr marL="0" marR="0" marT="0" marB="0" anchor="ctr">
                        <a:lnL w="38100" cap="flat" cmpd="sng" algn="ctr">
                          <a:solidFill>
                            <a:schemeClr val="accent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accent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b="0" i="1" dirty="0">
                              <a:solidFill>
                                <a:schemeClr val="tx1"/>
                              </a:solidFill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a:t>true</a:t>
                          </a:r>
                        </a:p>
                      </a:txBody>
                      <a:tcPr marL="0" marR="0" marT="0" marB="0" anchor="ctr">
                        <a:lnL w="38100" cap="flat" cmpd="sng" algn="ctr">
                          <a:solidFill>
                            <a:schemeClr val="accent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accent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600" b="0" i="1" dirty="0">
                            <a:solidFill>
                              <a:schemeClr val="tx1"/>
                            </a:solidFill>
                            <a:latin typeface="Cambria" panose="02040503050406030204" pitchFamily="18" charset="0"/>
                            <a:ea typeface="Cambria" panose="02040503050406030204" pitchFamily="18" charset="0"/>
                          </a:endParaRPr>
                        </a:p>
                      </a:txBody>
                      <a:tcPr marL="0" marR="0" marT="0" marB="0" anchor="ctr">
                        <a:lnL w="38100" cap="flat" cmpd="sng" algn="ctr">
                          <a:solidFill>
                            <a:schemeClr val="accent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accent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b="0" i="1" dirty="0">
                              <a:solidFill>
                                <a:schemeClr val="tx1"/>
                              </a:solidFill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a:t>true</a:t>
                          </a:r>
                        </a:p>
                      </a:txBody>
                      <a:tcPr marL="0" marR="0" marT="0" marB="0" anchor="ctr">
                        <a:lnL w="38100" cap="flat" cmpd="sng" algn="ctr">
                          <a:solidFill>
                            <a:schemeClr val="accent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accent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b="0" i="1" dirty="0">
                              <a:solidFill>
                                <a:schemeClr val="tx1"/>
                              </a:solidFill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a:t>false</a:t>
                          </a:r>
                        </a:p>
                      </a:txBody>
                      <a:tcPr marL="0" marR="0" marT="0" marB="0" anchor="ctr">
                        <a:lnL w="38100" cap="flat" cmpd="sng" algn="ctr">
                          <a:solidFill>
                            <a:schemeClr val="accent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accent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b="0" i="1" dirty="0">
                              <a:solidFill>
                                <a:schemeClr val="tx1"/>
                              </a:solidFill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a:t>true</a:t>
                          </a:r>
                        </a:p>
                      </a:txBody>
                      <a:tcPr marL="0" marR="0" marT="0" marB="0" anchor="ctr">
                        <a:lnL w="38100" cap="flat" cmpd="sng" algn="ctr">
                          <a:solidFill>
                            <a:schemeClr val="accent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accent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22041117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b="0" i="1" dirty="0">
                              <a:solidFill>
                                <a:schemeClr val="tx1"/>
                              </a:solidFill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a:t>true</a:t>
                          </a:r>
                        </a:p>
                      </a:txBody>
                      <a:tcPr marL="0" marR="0" marT="0" marB="0" anchor="ctr">
                        <a:lnL w="38100" cap="flat" cmpd="sng" algn="ctr">
                          <a:solidFill>
                            <a:schemeClr val="accent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accent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b="0" i="1" dirty="0">
                              <a:solidFill>
                                <a:schemeClr val="tx1"/>
                              </a:solidFill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a:t>false</a:t>
                          </a:r>
                        </a:p>
                      </a:txBody>
                      <a:tcPr marL="0" marR="0" marT="0" marB="0" anchor="ctr">
                        <a:lnL w="38100" cap="flat" cmpd="sng" algn="ctr">
                          <a:solidFill>
                            <a:schemeClr val="accent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accent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600" b="0" i="1" dirty="0">
                            <a:solidFill>
                              <a:schemeClr val="tx1"/>
                            </a:solidFill>
                            <a:latin typeface="Cambria" panose="02040503050406030204" pitchFamily="18" charset="0"/>
                            <a:ea typeface="Cambria" panose="02040503050406030204" pitchFamily="18" charset="0"/>
                          </a:endParaRPr>
                        </a:p>
                      </a:txBody>
                      <a:tcPr marL="0" marR="0" marT="0" marB="0" anchor="ctr">
                        <a:lnL w="38100" cap="flat" cmpd="sng" algn="ctr">
                          <a:solidFill>
                            <a:schemeClr val="accent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accent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b="0" i="1" dirty="0">
                              <a:solidFill>
                                <a:schemeClr val="tx1"/>
                              </a:solidFill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a:t>true</a:t>
                          </a:r>
                        </a:p>
                      </a:txBody>
                      <a:tcPr marL="0" marR="0" marT="0" marB="0" anchor="ctr">
                        <a:lnL w="38100" cap="flat" cmpd="sng" algn="ctr">
                          <a:solidFill>
                            <a:schemeClr val="accent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accent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b="0" i="1" dirty="0">
                              <a:solidFill>
                                <a:schemeClr val="tx1"/>
                              </a:solidFill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a:t>true</a:t>
                          </a:r>
                        </a:p>
                      </a:txBody>
                      <a:tcPr marL="0" marR="0" marT="0" marB="0" anchor="ctr">
                        <a:lnL w="38100" cap="flat" cmpd="sng" algn="ctr">
                          <a:solidFill>
                            <a:schemeClr val="accent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accent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b="0" i="1" dirty="0">
                              <a:solidFill>
                                <a:schemeClr val="tx1"/>
                              </a:solidFill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a:t>true</a:t>
                          </a:r>
                        </a:p>
                      </a:txBody>
                      <a:tcPr marL="0" marR="0" marT="0" marB="0" anchor="ctr">
                        <a:lnL w="38100" cap="flat" cmpd="sng" algn="ctr">
                          <a:solidFill>
                            <a:schemeClr val="accent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accent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13248640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b="0" i="1" dirty="0">
                              <a:solidFill>
                                <a:schemeClr val="tx1"/>
                              </a:solidFill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a:t>true</a:t>
                          </a:r>
                        </a:p>
                      </a:txBody>
                      <a:tcPr marL="0" marR="0" marT="0" marB="0" anchor="ctr">
                        <a:lnL w="38100" cap="flat" cmpd="sng" algn="ctr">
                          <a:solidFill>
                            <a:schemeClr val="accent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accent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accent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b="0" i="1" dirty="0">
                              <a:solidFill>
                                <a:schemeClr val="tx1"/>
                              </a:solidFill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a:t>true</a:t>
                          </a:r>
                        </a:p>
                      </a:txBody>
                      <a:tcPr marL="0" marR="0" marT="0" marB="0" anchor="ctr">
                        <a:lnL w="38100" cap="flat" cmpd="sng" algn="ctr">
                          <a:solidFill>
                            <a:schemeClr val="accent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accent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accent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600" b="0" i="1" dirty="0">
                            <a:solidFill>
                              <a:schemeClr val="tx1"/>
                            </a:solidFill>
                            <a:latin typeface="Cambria" panose="02040503050406030204" pitchFamily="18" charset="0"/>
                            <a:ea typeface="Cambria" panose="02040503050406030204" pitchFamily="18" charset="0"/>
                          </a:endParaRPr>
                        </a:p>
                      </a:txBody>
                      <a:tcPr marL="0" marR="0" marT="0" marB="0" anchor="ctr">
                        <a:lnL w="38100" cap="flat" cmpd="sng" algn="ctr">
                          <a:solidFill>
                            <a:schemeClr val="accent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accent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accent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b="0" i="1" dirty="0">
                              <a:solidFill>
                                <a:schemeClr val="tx1"/>
                              </a:solidFill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a:t>true</a:t>
                          </a:r>
                        </a:p>
                      </a:txBody>
                      <a:tcPr marL="0" marR="0" marT="0" marB="0" anchor="ctr">
                        <a:lnL w="38100" cap="flat" cmpd="sng" algn="ctr">
                          <a:solidFill>
                            <a:schemeClr val="accent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accent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accent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b="0" i="1" dirty="0">
                              <a:solidFill>
                                <a:schemeClr val="tx1"/>
                              </a:solidFill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a:t>false</a:t>
                          </a:r>
                        </a:p>
                      </a:txBody>
                      <a:tcPr marL="0" marR="0" marT="0" marB="0" anchor="ctr">
                        <a:lnL w="38100" cap="flat" cmpd="sng" algn="ctr">
                          <a:solidFill>
                            <a:schemeClr val="accent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accent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accent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b="0" i="1" dirty="0">
                              <a:solidFill>
                                <a:schemeClr val="tx1"/>
                              </a:solidFill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a:t>true</a:t>
                          </a:r>
                        </a:p>
                      </a:txBody>
                      <a:tcPr marL="0" marR="0" marT="0" marB="0" anchor="ctr">
                        <a:lnL w="38100" cap="flat" cmpd="sng" algn="ctr">
                          <a:solidFill>
                            <a:schemeClr val="accent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accent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accent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71251146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7" name="Table 6">
                <a:extLst>
                  <a:ext uri="{FF2B5EF4-FFF2-40B4-BE49-F238E27FC236}">
                    <a16:creationId xmlns:a16="http://schemas.microsoft.com/office/drawing/2014/main" id="{16B20DE7-DA1C-FF10-5BDF-0735B6BC07B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863339673"/>
                  </p:ext>
                </p:extLst>
              </p:nvPr>
            </p:nvGraphicFramePr>
            <p:xfrm>
              <a:off x="524928" y="4484159"/>
              <a:ext cx="8094134" cy="18542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349022">
                      <a:extLst>
                        <a:ext uri="{9D8B030D-6E8A-4147-A177-3AD203B41FA5}">
                          <a16:colId xmlns:a16="http://schemas.microsoft.com/office/drawing/2014/main" val="1308669210"/>
                        </a:ext>
                      </a:extLst>
                    </a:gridCol>
                    <a:gridCol w="1349022">
                      <a:extLst>
                        <a:ext uri="{9D8B030D-6E8A-4147-A177-3AD203B41FA5}">
                          <a16:colId xmlns:a16="http://schemas.microsoft.com/office/drawing/2014/main" val="4199095390"/>
                        </a:ext>
                      </a:extLst>
                    </a:gridCol>
                    <a:gridCol w="91233">
                      <a:extLst>
                        <a:ext uri="{9D8B030D-6E8A-4147-A177-3AD203B41FA5}">
                          <a16:colId xmlns:a16="http://schemas.microsoft.com/office/drawing/2014/main" val="3954461060"/>
                        </a:ext>
                      </a:extLst>
                    </a:gridCol>
                    <a:gridCol w="1295228">
                      <a:extLst>
                        <a:ext uri="{9D8B030D-6E8A-4147-A177-3AD203B41FA5}">
                          <a16:colId xmlns:a16="http://schemas.microsoft.com/office/drawing/2014/main" val="817005539"/>
                        </a:ext>
                      </a:extLst>
                    </a:gridCol>
                    <a:gridCol w="1804335">
                      <a:extLst>
                        <a:ext uri="{9D8B030D-6E8A-4147-A177-3AD203B41FA5}">
                          <a16:colId xmlns:a16="http://schemas.microsoft.com/office/drawing/2014/main" val="1374926404"/>
                        </a:ext>
                      </a:extLst>
                    </a:gridCol>
                    <a:gridCol w="2205294">
                      <a:extLst>
                        <a:ext uri="{9D8B030D-6E8A-4147-A177-3AD203B41FA5}">
                          <a16:colId xmlns:a16="http://schemas.microsoft.com/office/drawing/2014/main" val="2044416239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b="0" i="1" dirty="0">
                              <a:solidFill>
                                <a:schemeClr val="tx1"/>
                              </a:solidFill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a:t>P</a:t>
                          </a:r>
                        </a:p>
                      </a:txBody>
                      <a:tcPr marL="0" marR="0" marT="0" marB="0" anchor="ctr">
                        <a:lnL w="38100" cap="flat" cmpd="sng" algn="ctr">
                          <a:solidFill>
                            <a:schemeClr val="accent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accent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solidFill>
                            <a:schemeClr val="accent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accent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b="0" i="1" dirty="0">
                              <a:solidFill>
                                <a:schemeClr val="tx1"/>
                              </a:solidFill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a:t>H</a:t>
                          </a:r>
                        </a:p>
                      </a:txBody>
                      <a:tcPr marL="0" marR="0" marT="0" marB="0" anchor="ctr">
                        <a:lnL w="38100" cap="flat" cmpd="sng" algn="ctr">
                          <a:solidFill>
                            <a:schemeClr val="accent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accent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solidFill>
                            <a:schemeClr val="accent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accent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600" b="0" i="1" dirty="0">
                            <a:solidFill>
                              <a:schemeClr val="tx1"/>
                            </a:solidFill>
                            <a:latin typeface="Cambria" panose="02040503050406030204" pitchFamily="18" charset="0"/>
                            <a:ea typeface="Cambria" panose="02040503050406030204" pitchFamily="18" charset="0"/>
                          </a:endParaRPr>
                        </a:p>
                      </a:txBody>
                      <a:tcPr marL="0" marR="0" marT="0" marB="0" anchor="ctr">
                        <a:lnL w="38100" cap="flat" cmpd="sng" algn="ctr">
                          <a:solidFill>
                            <a:schemeClr val="accent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accent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solidFill>
                            <a:schemeClr val="accent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accent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38100" cap="flat" cmpd="sng" algn="ctr">
                          <a:solidFill>
                            <a:schemeClr val="accent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accent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solidFill>
                            <a:schemeClr val="accent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accent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 l="-217925" t="-4918" r="-313679" b="-41475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38100" cap="flat" cmpd="sng" algn="ctr">
                          <a:solidFill>
                            <a:schemeClr val="accent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accent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solidFill>
                            <a:schemeClr val="accent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accent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 l="-227703" t="-4918" r="-124662" b="-41475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38100" cap="flat" cmpd="sng" algn="ctr">
                          <a:solidFill>
                            <a:schemeClr val="accent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accent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solidFill>
                            <a:schemeClr val="accent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accent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 l="-267956" t="-4918" r="-1934" b="-41475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80203597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b="0" i="1" dirty="0">
                              <a:solidFill>
                                <a:schemeClr val="tx1"/>
                              </a:solidFill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a:t>false</a:t>
                          </a:r>
                        </a:p>
                      </a:txBody>
                      <a:tcPr marL="0" marR="0" marT="0" marB="0" anchor="ctr">
                        <a:lnL w="38100" cap="flat" cmpd="sng" algn="ctr">
                          <a:solidFill>
                            <a:schemeClr val="accent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accent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solidFill>
                            <a:schemeClr val="accent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b="0" i="1" dirty="0">
                              <a:solidFill>
                                <a:schemeClr val="tx1"/>
                              </a:solidFill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a:t>false</a:t>
                          </a:r>
                        </a:p>
                      </a:txBody>
                      <a:tcPr marL="0" marR="0" marT="0" marB="0" anchor="ctr">
                        <a:lnL w="38100" cap="flat" cmpd="sng" algn="ctr">
                          <a:solidFill>
                            <a:schemeClr val="accent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accent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solidFill>
                            <a:schemeClr val="accent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600" b="0" i="1" dirty="0">
                            <a:solidFill>
                              <a:schemeClr val="tx1"/>
                            </a:solidFill>
                            <a:latin typeface="Cambria" panose="02040503050406030204" pitchFamily="18" charset="0"/>
                            <a:ea typeface="Cambria" panose="02040503050406030204" pitchFamily="18" charset="0"/>
                          </a:endParaRPr>
                        </a:p>
                      </a:txBody>
                      <a:tcPr marL="0" marR="0" marT="0" marB="0" anchor="ctr">
                        <a:lnL w="38100" cap="flat" cmpd="sng" algn="ctr">
                          <a:solidFill>
                            <a:schemeClr val="accent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accent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solidFill>
                            <a:schemeClr val="accent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b="0" i="1" dirty="0">
                              <a:solidFill>
                                <a:schemeClr val="tx1"/>
                              </a:solidFill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a:t>false</a:t>
                          </a:r>
                        </a:p>
                      </a:txBody>
                      <a:tcPr marL="0" marR="0" marT="0" marB="0" anchor="ctr">
                        <a:lnL w="38100" cap="flat" cmpd="sng" algn="ctr">
                          <a:solidFill>
                            <a:schemeClr val="accent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accent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solidFill>
                            <a:schemeClr val="accent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b="0" i="1" dirty="0">
                              <a:solidFill>
                                <a:schemeClr val="tx1"/>
                              </a:solidFill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a:t>false</a:t>
                          </a:r>
                        </a:p>
                      </a:txBody>
                      <a:tcPr marL="0" marR="0" marT="0" marB="0" anchor="ctr">
                        <a:lnL w="38100" cap="flat" cmpd="sng" algn="ctr">
                          <a:solidFill>
                            <a:schemeClr val="accent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accent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solidFill>
                            <a:schemeClr val="accent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b="0" i="1" dirty="0">
                              <a:solidFill>
                                <a:schemeClr val="tx1"/>
                              </a:solidFill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a:t>true</a:t>
                          </a:r>
                        </a:p>
                      </a:txBody>
                      <a:tcPr marL="0" marR="0" marT="0" marB="0" anchor="ctr">
                        <a:lnL w="38100" cap="flat" cmpd="sng" algn="ctr">
                          <a:solidFill>
                            <a:schemeClr val="accent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accent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solidFill>
                            <a:schemeClr val="accent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94329192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b="0" i="1" dirty="0">
                              <a:solidFill>
                                <a:schemeClr val="tx1"/>
                              </a:solidFill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a:t>false</a:t>
                          </a:r>
                        </a:p>
                      </a:txBody>
                      <a:tcPr marL="0" marR="0" marT="0" marB="0" anchor="ctr">
                        <a:lnL w="38100" cap="flat" cmpd="sng" algn="ctr">
                          <a:solidFill>
                            <a:schemeClr val="accent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accent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b="0" i="1" dirty="0">
                              <a:solidFill>
                                <a:schemeClr val="tx1"/>
                              </a:solidFill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a:t>true</a:t>
                          </a:r>
                        </a:p>
                      </a:txBody>
                      <a:tcPr marL="0" marR="0" marT="0" marB="0" anchor="ctr">
                        <a:lnL w="38100" cap="flat" cmpd="sng" algn="ctr">
                          <a:solidFill>
                            <a:schemeClr val="accent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accent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600" b="0" i="1" dirty="0">
                            <a:solidFill>
                              <a:schemeClr val="tx1"/>
                            </a:solidFill>
                            <a:latin typeface="Cambria" panose="02040503050406030204" pitchFamily="18" charset="0"/>
                            <a:ea typeface="Cambria" panose="02040503050406030204" pitchFamily="18" charset="0"/>
                          </a:endParaRPr>
                        </a:p>
                      </a:txBody>
                      <a:tcPr marL="0" marR="0" marT="0" marB="0" anchor="ctr">
                        <a:lnL w="38100" cap="flat" cmpd="sng" algn="ctr">
                          <a:solidFill>
                            <a:schemeClr val="accent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accent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b="0" i="1" dirty="0">
                              <a:solidFill>
                                <a:schemeClr val="tx1"/>
                              </a:solidFill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a:t>true</a:t>
                          </a:r>
                        </a:p>
                      </a:txBody>
                      <a:tcPr marL="0" marR="0" marT="0" marB="0" anchor="ctr">
                        <a:lnL w="38100" cap="flat" cmpd="sng" algn="ctr">
                          <a:solidFill>
                            <a:schemeClr val="accent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accent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b="0" i="1" dirty="0">
                              <a:solidFill>
                                <a:schemeClr val="tx1"/>
                              </a:solidFill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a:t>false</a:t>
                          </a:r>
                        </a:p>
                      </a:txBody>
                      <a:tcPr marL="0" marR="0" marT="0" marB="0" anchor="ctr">
                        <a:lnL w="38100" cap="flat" cmpd="sng" algn="ctr">
                          <a:solidFill>
                            <a:schemeClr val="accent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accent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b="0" i="1" dirty="0">
                              <a:solidFill>
                                <a:schemeClr val="tx1"/>
                              </a:solidFill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a:t>true</a:t>
                          </a:r>
                        </a:p>
                      </a:txBody>
                      <a:tcPr marL="0" marR="0" marT="0" marB="0" anchor="ctr">
                        <a:lnL w="38100" cap="flat" cmpd="sng" algn="ctr">
                          <a:solidFill>
                            <a:schemeClr val="accent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accent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22041117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b="0" i="1" dirty="0">
                              <a:solidFill>
                                <a:schemeClr val="tx1"/>
                              </a:solidFill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a:t>true</a:t>
                          </a:r>
                        </a:p>
                      </a:txBody>
                      <a:tcPr marL="0" marR="0" marT="0" marB="0" anchor="ctr">
                        <a:lnL w="38100" cap="flat" cmpd="sng" algn="ctr">
                          <a:solidFill>
                            <a:schemeClr val="accent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accent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b="0" i="1" dirty="0">
                              <a:solidFill>
                                <a:schemeClr val="tx1"/>
                              </a:solidFill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a:t>false</a:t>
                          </a:r>
                        </a:p>
                      </a:txBody>
                      <a:tcPr marL="0" marR="0" marT="0" marB="0" anchor="ctr">
                        <a:lnL w="38100" cap="flat" cmpd="sng" algn="ctr">
                          <a:solidFill>
                            <a:schemeClr val="accent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accent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600" b="0" i="1" dirty="0">
                            <a:solidFill>
                              <a:schemeClr val="tx1"/>
                            </a:solidFill>
                            <a:latin typeface="Cambria" panose="02040503050406030204" pitchFamily="18" charset="0"/>
                            <a:ea typeface="Cambria" panose="02040503050406030204" pitchFamily="18" charset="0"/>
                          </a:endParaRPr>
                        </a:p>
                      </a:txBody>
                      <a:tcPr marL="0" marR="0" marT="0" marB="0" anchor="ctr">
                        <a:lnL w="38100" cap="flat" cmpd="sng" algn="ctr">
                          <a:solidFill>
                            <a:schemeClr val="accent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accent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b="0" i="1" dirty="0">
                              <a:solidFill>
                                <a:schemeClr val="tx1"/>
                              </a:solidFill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a:t>true</a:t>
                          </a:r>
                        </a:p>
                      </a:txBody>
                      <a:tcPr marL="0" marR="0" marT="0" marB="0" anchor="ctr">
                        <a:lnL w="38100" cap="flat" cmpd="sng" algn="ctr">
                          <a:solidFill>
                            <a:schemeClr val="accent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accent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b="0" i="1" dirty="0">
                              <a:solidFill>
                                <a:schemeClr val="tx1"/>
                              </a:solidFill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a:t>true</a:t>
                          </a:r>
                        </a:p>
                      </a:txBody>
                      <a:tcPr marL="0" marR="0" marT="0" marB="0" anchor="ctr">
                        <a:lnL w="38100" cap="flat" cmpd="sng" algn="ctr">
                          <a:solidFill>
                            <a:schemeClr val="accent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accent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b="0" i="1" dirty="0">
                              <a:solidFill>
                                <a:schemeClr val="tx1"/>
                              </a:solidFill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a:t>true</a:t>
                          </a:r>
                        </a:p>
                      </a:txBody>
                      <a:tcPr marL="0" marR="0" marT="0" marB="0" anchor="ctr">
                        <a:lnL w="38100" cap="flat" cmpd="sng" algn="ctr">
                          <a:solidFill>
                            <a:schemeClr val="accent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accent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13248640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b="0" i="1" dirty="0">
                              <a:solidFill>
                                <a:schemeClr val="tx1"/>
                              </a:solidFill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a:t>true</a:t>
                          </a:r>
                        </a:p>
                      </a:txBody>
                      <a:tcPr marL="0" marR="0" marT="0" marB="0" anchor="ctr">
                        <a:lnL w="38100" cap="flat" cmpd="sng" algn="ctr">
                          <a:solidFill>
                            <a:schemeClr val="accent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accent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accent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b="0" i="1" dirty="0">
                              <a:solidFill>
                                <a:schemeClr val="tx1"/>
                              </a:solidFill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a:t>true</a:t>
                          </a:r>
                        </a:p>
                      </a:txBody>
                      <a:tcPr marL="0" marR="0" marT="0" marB="0" anchor="ctr">
                        <a:lnL w="38100" cap="flat" cmpd="sng" algn="ctr">
                          <a:solidFill>
                            <a:schemeClr val="accent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accent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accent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600" b="0" i="1" dirty="0">
                            <a:solidFill>
                              <a:schemeClr val="tx1"/>
                            </a:solidFill>
                            <a:latin typeface="Cambria" panose="02040503050406030204" pitchFamily="18" charset="0"/>
                            <a:ea typeface="Cambria" panose="02040503050406030204" pitchFamily="18" charset="0"/>
                          </a:endParaRPr>
                        </a:p>
                      </a:txBody>
                      <a:tcPr marL="0" marR="0" marT="0" marB="0" anchor="ctr">
                        <a:lnL w="38100" cap="flat" cmpd="sng" algn="ctr">
                          <a:solidFill>
                            <a:schemeClr val="accent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accent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accent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b="0" i="1" dirty="0">
                              <a:solidFill>
                                <a:schemeClr val="tx1"/>
                              </a:solidFill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a:t>true</a:t>
                          </a:r>
                        </a:p>
                      </a:txBody>
                      <a:tcPr marL="0" marR="0" marT="0" marB="0" anchor="ctr">
                        <a:lnL w="38100" cap="flat" cmpd="sng" algn="ctr">
                          <a:solidFill>
                            <a:schemeClr val="accent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accent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accent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b="0" i="1" dirty="0">
                              <a:solidFill>
                                <a:schemeClr val="tx1"/>
                              </a:solidFill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a:t>false</a:t>
                          </a:r>
                        </a:p>
                      </a:txBody>
                      <a:tcPr marL="0" marR="0" marT="0" marB="0" anchor="ctr">
                        <a:lnL w="38100" cap="flat" cmpd="sng" algn="ctr">
                          <a:solidFill>
                            <a:schemeClr val="accent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accent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accent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b="0" i="1" dirty="0">
                              <a:solidFill>
                                <a:schemeClr val="tx1"/>
                              </a:solidFill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a:t>true</a:t>
                          </a:r>
                        </a:p>
                      </a:txBody>
                      <a:tcPr marL="0" marR="0" marT="0" marB="0" anchor="ctr">
                        <a:lnL w="38100" cap="flat" cmpd="sng" algn="ctr">
                          <a:solidFill>
                            <a:schemeClr val="accent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accent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accent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712511462"/>
                      </a:ext>
                    </a:extLst>
                  </a:tr>
                </a:tbl>
              </a:graphicData>
            </a:graphic>
          </p:graphicFrame>
        </mc:Fallback>
      </mc:AlternateContent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12B8869-8636-DB53-25D0-F7A41EC7E456}"/>
              </a:ext>
            </a:extLst>
          </p:cNvPr>
          <p:cNvSpPr txBox="1"/>
          <p:nvPr/>
        </p:nvSpPr>
        <p:spPr>
          <a:xfrm>
            <a:off x="452966" y="649870"/>
            <a:ext cx="8238067" cy="553998"/>
          </a:xfrm>
          <a:prstGeom prst="rect">
            <a:avLst/>
          </a:prstGeom>
          <a:noFill/>
          <a:ln w="12700">
            <a:solidFill>
              <a:schemeClr val="accent4"/>
            </a:solidFill>
          </a:ln>
        </p:spPr>
        <p:txBody>
          <a:bodyPr wrap="square" lIns="0" tIns="0" rIns="0" bIns="0" rtlCol="0" anchor="ctr">
            <a:spAutoFit/>
          </a:bodyPr>
          <a:lstStyle/>
          <a:p>
            <a:r>
              <a:rPr lang="en-US" sz="3600" dirty="0">
                <a:solidFill>
                  <a:schemeClr val="accent1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Inference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5B8C5EA-B69E-20A3-7A63-918247E6E1D5}"/>
              </a:ext>
            </a:extLst>
          </p:cNvPr>
          <p:cNvSpPr txBox="1"/>
          <p:nvPr/>
        </p:nvSpPr>
        <p:spPr>
          <a:xfrm>
            <a:off x="452965" y="1805322"/>
            <a:ext cx="8238067" cy="4493538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marL="342900" indent="-342900" algn="just">
              <a:spcAft>
                <a:spcPts val="600"/>
              </a:spcAft>
              <a:buClr>
                <a:schemeClr val="accent1"/>
              </a:buClr>
              <a:buFont typeface="Wingdings" panose="05000000000000000000" pitchFamily="2" charset="2"/>
              <a:buChar char="§"/>
            </a:pPr>
            <a:r>
              <a:rPr lang="en-US" sz="22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Inference is the process of deriving new sentences from old ones.</a:t>
            </a:r>
          </a:p>
          <a:p>
            <a:pPr marL="342900" indent="-342900" algn="just">
              <a:spcAft>
                <a:spcPts val="600"/>
              </a:spcAft>
              <a:buClr>
                <a:schemeClr val="accent1"/>
              </a:buClr>
              <a:buFont typeface="Wingdings" panose="05000000000000000000" pitchFamily="2" charset="2"/>
              <a:buChar char="§"/>
            </a:pPr>
            <a:r>
              <a:rPr lang="en-US" sz="22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Given a Knowledge Base (KB) and query 𝛼 we check: </a:t>
            </a:r>
          </a:p>
          <a:p>
            <a:pPr marL="342900" indent="-342900" algn="just">
              <a:spcAft>
                <a:spcPts val="600"/>
              </a:spcAft>
              <a:buClr>
                <a:schemeClr val="accent1"/>
              </a:buClr>
              <a:buFont typeface="Wingdings" panose="05000000000000000000" pitchFamily="2" charset="2"/>
              <a:buChar char="§"/>
            </a:pPr>
            <a:r>
              <a:rPr lang="en-US" sz="22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Does KB╞ 𝛼 ? How can we proof?</a:t>
            </a:r>
          </a:p>
          <a:p>
            <a:pPr marL="342900" indent="-342900" algn="just">
              <a:spcAft>
                <a:spcPts val="600"/>
              </a:spcAft>
              <a:buClr>
                <a:schemeClr val="accent1"/>
              </a:buClr>
              <a:buFont typeface="Wingdings" panose="05000000000000000000" pitchFamily="2" charset="2"/>
              <a:buChar char="§"/>
            </a:pPr>
            <a:r>
              <a:rPr lang="en-US" sz="22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Methods:</a:t>
            </a:r>
          </a:p>
          <a:p>
            <a:pPr marL="800100" lvl="1" indent="-342900" algn="just"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22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Enumeration Method (both sound and complete)</a:t>
            </a:r>
          </a:p>
          <a:p>
            <a:pPr marL="800100" lvl="1" indent="-342900" algn="just"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22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Inference Rules (sound, but not complete)</a:t>
            </a:r>
          </a:p>
          <a:p>
            <a:pPr marL="800100" lvl="1" indent="-342900" algn="just"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22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If clauses are in Conjunctive Normal Form (CNF)</a:t>
            </a:r>
          </a:p>
          <a:p>
            <a:pPr marL="1257300" lvl="2" indent="-342900" algn="just">
              <a:spcAft>
                <a:spcPts val="600"/>
              </a:spcAft>
              <a:buClr>
                <a:schemeClr val="accent1"/>
              </a:buClr>
              <a:buFont typeface="Courier New" panose="02070309020205020404" pitchFamily="49" charset="0"/>
              <a:buChar char="o"/>
            </a:pPr>
            <a:r>
              <a:rPr lang="en-US" sz="22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Resolution (both sound and complete) </a:t>
            </a:r>
          </a:p>
          <a:p>
            <a:pPr marL="800100" lvl="1" indent="-342900" algn="just"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22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If clauses are in Horn Form </a:t>
            </a:r>
          </a:p>
          <a:p>
            <a:pPr marL="1257300" lvl="2" indent="-342900" algn="just">
              <a:spcAft>
                <a:spcPts val="600"/>
              </a:spcAft>
              <a:buClr>
                <a:schemeClr val="accent1"/>
              </a:buClr>
              <a:buFont typeface="Courier New" panose="02070309020205020404" pitchFamily="49" charset="0"/>
              <a:buChar char="o"/>
            </a:pPr>
            <a:r>
              <a:rPr lang="en-US" sz="22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Forward Chaining (both sound and complete) </a:t>
            </a:r>
          </a:p>
          <a:p>
            <a:pPr marL="1257300" lvl="2" indent="-342900" algn="just">
              <a:spcAft>
                <a:spcPts val="600"/>
              </a:spcAft>
              <a:buClr>
                <a:schemeClr val="accent1"/>
              </a:buClr>
              <a:buFont typeface="Courier New" panose="02070309020205020404" pitchFamily="49" charset="0"/>
              <a:buChar char="o"/>
            </a:pPr>
            <a:r>
              <a:rPr lang="en-US" sz="22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Backward Chaining (both sound and complete) 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F1FE0B23-3FCE-40CA-8671-0600C3D2FBCB}"/>
                  </a:ext>
                </a:extLst>
              </p14:cNvPr>
              <p14:cNvContentPartPr/>
              <p14:nvPr/>
            </p14:nvContentPartPr>
            <p14:xfrm>
              <a:off x="821064" y="2098638"/>
              <a:ext cx="7238880" cy="5760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F1FE0B23-3FCE-40CA-8671-0600C3D2FBCB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812424" y="2089998"/>
                <a:ext cx="7256520" cy="752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46080271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294" name="Group 6">
            <a:extLst>
              <a:ext uri="{FF2B5EF4-FFF2-40B4-BE49-F238E27FC236}">
                <a16:creationId xmlns:a16="http://schemas.microsoft.com/office/drawing/2014/main" id="{1E6CA8CD-4A89-9684-A008-F6013C495974}"/>
              </a:ext>
            </a:extLst>
          </p:cNvPr>
          <p:cNvGraphicFramePr>
            <a:graphicFrameLocks noGrp="1"/>
          </p:cNvGraphicFramePr>
          <p:nvPr>
            <p:ph sz="half" idx="4294967295"/>
            <p:extLst>
              <p:ext uri="{D42A27DB-BD31-4B8C-83A1-F6EECF244321}">
                <p14:modId xmlns:p14="http://schemas.microsoft.com/office/powerpoint/2010/main" val="3714074739"/>
              </p:ext>
            </p:extLst>
          </p:nvPr>
        </p:nvGraphicFramePr>
        <p:xfrm>
          <a:off x="452965" y="3152429"/>
          <a:ext cx="8238067" cy="3291948"/>
        </p:xfrm>
        <a:graphic>
          <a:graphicData uri="http://schemas.openxmlformats.org/drawingml/2006/table">
            <a:tbl>
              <a:tblPr/>
              <a:tblGrid>
                <a:gridCol w="124431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4431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4431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533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5175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MU Serif" panose="02000603000000000000" pitchFamily="2" charset="0"/>
                          <a:ea typeface="CMU Serif" panose="02000603000000000000" pitchFamily="2" charset="0"/>
                          <a:cs typeface="CMU Serif" panose="02000603000000000000" pitchFamily="2" charset="0"/>
                        </a:rPr>
                        <a:t>A</a:t>
                      </a:r>
                    </a:p>
                  </a:txBody>
                  <a:tcPr marT="45726" marB="45726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MU Serif" panose="02000603000000000000" pitchFamily="2" charset="0"/>
                          <a:ea typeface="CMU Serif" panose="02000603000000000000" pitchFamily="2" charset="0"/>
                          <a:cs typeface="CMU Serif" panose="02000603000000000000" pitchFamily="2" charset="0"/>
                        </a:rPr>
                        <a:t>B</a:t>
                      </a:r>
                    </a:p>
                  </a:txBody>
                  <a:tcPr marT="45726" marB="45726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MU Serif" panose="02000603000000000000" pitchFamily="2" charset="0"/>
                          <a:ea typeface="CMU Serif" panose="02000603000000000000" pitchFamily="2" charset="0"/>
                          <a:cs typeface="CMU Serif" panose="02000603000000000000" pitchFamily="2" charset="0"/>
                        </a:rPr>
                        <a:t>C</a:t>
                      </a:r>
                    </a:p>
                  </a:txBody>
                  <a:tcPr marT="45726" marB="45726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MU Serif" panose="02000603000000000000" pitchFamily="2" charset="0"/>
                          <a:ea typeface="CMU Serif" panose="02000603000000000000" pitchFamily="2" charset="0"/>
                          <a:cs typeface="CMU Serif" panose="02000603000000000000" pitchFamily="2" charset="0"/>
                          <a:sym typeface="Symbol" pitchFamily="18" charset="2"/>
                        </a:rPr>
                        <a:t>KB (  C)  B  C)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MU Serif" panose="02000603000000000000" pitchFamily="2" charset="0"/>
                        <a:ea typeface="CMU Serif" panose="02000603000000000000" pitchFamily="2" charset="0"/>
                        <a:cs typeface="CMU Serif" panose="02000603000000000000" pitchFamily="2" charset="0"/>
                      </a:endParaRPr>
                    </a:p>
                  </a:txBody>
                  <a:tcPr marT="45726" marB="45726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MU Serif" panose="02000603000000000000" pitchFamily="2" charset="0"/>
                          <a:ea typeface="CMU Serif" panose="02000603000000000000" pitchFamily="2" charset="0"/>
                          <a:cs typeface="CMU Serif" panose="02000603000000000000" pitchFamily="2" charset="0"/>
                          <a:sym typeface="Symbol" pitchFamily="18" charset="2"/>
                        </a:rPr>
                        <a:t> =   </a:t>
                      </a:r>
                    </a:p>
                  </a:txBody>
                  <a:tcPr marT="45726" marB="45726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MU Serif" panose="02000603000000000000" pitchFamily="2" charset="0"/>
                          <a:ea typeface="CMU Serif" panose="02000603000000000000" pitchFamily="2" charset="0"/>
                          <a:cs typeface="CMU Serif" panose="02000603000000000000" pitchFamily="2" charset="0"/>
                        </a:rPr>
                        <a:t>False</a:t>
                      </a:r>
                    </a:p>
                  </a:txBody>
                  <a:tcPr marT="45726" marB="45726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MU Serif" panose="02000603000000000000" pitchFamily="2" charset="0"/>
                          <a:ea typeface="CMU Serif" panose="02000603000000000000" pitchFamily="2" charset="0"/>
                          <a:cs typeface="CMU Serif" panose="02000603000000000000" pitchFamily="2" charset="0"/>
                        </a:rPr>
                        <a:t>False</a:t>
                      </a:r>
                    </a:p>
                  </a:txBody>
                  <a:tcPr marT="45726" marB="45726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MU Serif" panose="02000603000000000000" pitchFamily="2" charset="0"/>
                          <a:ea typeface="CMU Serif" panose="02000603000000000000" pitchFamily="2" charset="0"/>
                          <a:cs typeface="CMU Serif" panose="02000603000000000000" pitchFamily="2" charset="0"/>
                        </a:rPr>
                        <a:t>False</a:t>
                      </a:r>
                    </a:p>
                  </a:txBody>
                  <a:tcPr marT="45726" marB="45726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MU Serif" panose="02000603000000000000" pitchFamily="2" charset="0"/>
                          <a:ea typeface="CMU Serif" panose="02000603000000000000" pitchFamily="2" charset="0"/>
                          <a:cs typeface="CMU Serif" panose="02000603000000000000" pitchFamily="2" charset="0"/>
                        </a:rPr>
                        <a:t>False</a:t>
                      </a:r>
                    </a:p>
                  </a:txBody>
                  <a:tcPr marT="45726" marB="45726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MU Serif" panose="02000603000000000000" pitchFamily="2" charset="0"/>
                          <a:ea typeface="CMU Serif" panose="02000603000000000000" pitchFamily="2" charset="0"/>
                          <a:cs typeface="CMU Serif" panose="02000603000000000000" pitchFamily="2" charset="0"/>
                        </a:rPr>
                        <a:t>False</a:t>
                      </a:r>
                    </a:p>
                  </a:txBody>
                  <a:tcPr marT="45726" marB="45726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MU Serif" panose="02000603000000000000" pitchFamily="2" charset="0"/>
                          <a:ea typeface="CMU Serif" panose="02000603000000000000" pitchFamily="2" charset="0"/>
                          <a:cs typeface="CMU Serif" panose="02000603000000000000" pitchFamily="2" charset="0"/>
                        </a:rPr>
                        <a:t>False</a:t>
                      </a:r>
                    </a:p>
                  </a:txBody>
                  <a:tcPr marT="45726" marB="45726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MU Serif" panose="02000603000000000000" pitchFamily="2" charset="0"/>
                          <a:ea typeface="CMU Serif" panose="02000603000000000000" pitchFamily="2" charset="0"/>
                          <a:cs typeface="CMU Serif" panose="02000603000000000000" pitchFamily="2" charset="0"/>
                        </a:rPr>
                        <a:t>False</a:t>
                      </a:r>
                    </a:p>
                  </a:txBody>
                  <a:tcPr marT="45726" marB="45726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MU Serif" panose="02000603000000000000" pitchFamily="2" charset="0"/>
                          <a:ea typeface="CMU Serif" panose="02000603000000000000" pitchFamily="2" charset="0"/>
                          <a:cs typeface="CMU Serif" panose="02000603000000000000" pitchFamily="2" charset="0"/>
                        </a:rPr>
                        <a:t>True</a:t>
                      </a:r>
                    </a:p>
                  </a:txBody>
                  <a:tcPr marT="45726" marB="45726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MU Serif" panose="02000603000000000000" pitchFamily="2" charset="0"/>
                          <a:ea typeface="CMU Serif" panose="02000603000000000000" pitchFamily="2" charset="0"/>
                          <a:cs typeface="CMU Serif" panose="02000603000000000000" pitchFamily="2" charset="0"/>
                        </a:rPr>
                        <a:t>False</a:t>
                      </a:r>
                    </a:p>
                  </a:txBody>
                  <a:tcPr marT="45726" marB="45726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MU Serif" panose="02000603000000000000" pitchFamily="2" charset="0"/>
                          <a:ea typeface="CMU Serif" panose="02000603000000000000" pitchFamily="2" charset="0"/>
                          <a:cs typeface="CMU Serif" panose="02000603000000000000" pitchFamily="2" charset="0"/>
                        </a:rPr>
                        <a:t>False</a:t>
                      </a:r>
                    </a:p>
                  </a:txBody>
                  <a:tcPr marT="45726" marB="45726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MU Serif" panose="02000603000000000000" pitchFamily="2" charset="0"/>
                          <a:ea typeface="CMU Serif" panose="02000603000000000000" pitchFamily="2" charset="0"/>
                          <a:cs typeface="CMU Serif" panose="02000603000000000000" pitchFamily="2" charset="0"/>
                        </a:rPr>
                        <a:t>False</a:t>
                      </a:r>
                    </a:p>
                  </a:txBody>
                  <a:tcPr marT="45726" marB="45726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MU Serif" panose="02000603000000000000" pitchFamily="2" charset="0"/>
                          <a:ea typeface="CMU Serif" panose="02000603000000000000" pitchFamily="2" charset="0"/>
                          <a:cs typeface="CMU Serif" panose="02000603000000000000" pitchFamily="2" charset="0"/>
                        </a:rPr>
                        <a:t>True</a:t>
                      </a:r>
                    </a:p>
                  </a:txBody>
                  <a:tcPr marT="45726" marB="45726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MU Serif" panose="02000603000000000000" pitchFamily="2" charset="0"/>
                          <a:ea typeface="CMU Serif" panose="02000603000000000000" pitchFamily="2" charset="0"/>
                          <a:cs typeface="CMU Serif" panose="02000603000000000000" pitchFamily="2" charset="0"/>
                        </a:rPr>
                        <a:t>False</a:t>
                      </a:r>
                    </a:p>
                  </a:txBody>
                  <a:tcPr marT="45726" marB="45726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MU Serif" panose="02000603000000000000" pitchFamily="2" charset="0"/>
                          <a:ea typeface="CMU Serif" panose="02000603000000000000" pitchFamily="2" charset="0"/>
                          <a:cs typeface="CMU Serif" panose="02000603000000000000" pitchFamily="2" charset="0"/>
                        </a:rPr>
                        <a:t>False</a:t>
                      </a:r>
                    </a:p>
                  </a:txBody>
                  <a:tcPr marT="45726" marB="45726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MU Serif" panose="02000603000000000000" pitchFamily="2" charset="0"/>
                          <a:ea typeface="CMU Serif" panose="02000603000000000000" pitchFamily="2" charset="0"/>
                          <a:cs typeface="CMU Serif" panose="02000603000000000000" pitchFamily="2" charset="0"/>
                        </a:rPr>
                        <a:t>True</a:t>
                      </a:r>
                    </a:p>
                  </a:txBody>
                  <a:tcPr marT="45726" marB="45726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MU Serif" panose="02000603000000000000" pitchFamily="2" charset="0"/>
                          <a:ea typeface="CMU Serif" panose="02000603000000000000" pitchFamily="2" charset="0"/>
                          <a:cs typeface="CMU Serif" panose="02000603000000000000" pitchFamily="2" charset="0"/>
                        </a:rPr>
                        <a:t>False</a:t>
                      </a:r>
                    </a:p>
                  </a:txBody>
                  <a:tcPr marT="45726" marB="45726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MU Serif" panose="02000603000000000000" pitchFamily="2" charset="0"/>
                          <a:ea typeface="CMU Serif" panose="02000603000000000000" pitchFamily="2" charset="0"/>
                          <a:cs typeface="CMU Serif" panose="02000603000000000000" pitchFamily="2" charset="0"/>
                        </a:rPr>
                        <a:t>True</a:t>
                      </a:r>
                    </a:p>
                  </a:txBody>
                  <a:tcPr marT="45726" marB="45726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MU Serif" panose="02000603000000000000" pitchFamily="2" charset="0"/>
                          <a:ea typeface="CMU Serif" panose="02000603000000000000" pitchFamily="2" charset="0"/>
                          <a:cs typeface="CMU Serif" panose="02000603000000000000" pitchFamily="2" charset="0"/>
                        </a:rPr>
                        <a:t>True</a:t>
                      </a:r>
                    </a:p>
                  </a:txBody>
                  <a:tcPr marT="45726" marB="45726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MU Serif" panose="02000603000000000000" pitchFamily="2" charset="0"/>
                          <a:ea typeface="CMU Serif" panose="02000603000000000000" pitchFamily="2" charset="0"/>
                          <a:cs typeface="CMU Serif" panose="02000603000000000000" pitchFamily="2" charset="0"/>
                        </a:rPr>
                        <a:t>True</a:t>
                      </a:r>
                    </a:p>
                  </a:txBody>
                  <a:tcPr marT="45726" marB="45726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MU Serif" panose="02000603000000000000" pitchFamily="2" charset="0"/>
                          <a:ea typeface="CMU Serif" panose="02000603000000000000" pitchFamily="2" charset="0"/>
                          <a:cs typeface="CMU Serif" panose="02000603000000000000" pitchFamily="2" charset="0"/>
                        </a:rPr>
                        <a:t>True</a:t>
                      </a:r>
                    </a:p>
                  </a:txBody>
                  <a:tcPr marT="45726" marB="45726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MU Serif" panose="02000603000000000000" pitchFamily="2" charset="0"/>
                          <a:ea typeface="CMU Serif" panose="02000603000000000000" pitchFamily="2" charset="0"/>
                          <a:cs typeface="CMU Serif" panose="02000603000000000000" pitchFamily="2" charset="0"/>
                        </a:rPr>
                        <a:t>True</a:t>
                      </a:r>
                    </a:p>
                  </a:txBody>
                  <a:tcPr marT="45726" marB="45726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MU Serif" panose="02000603000000000000" pitchFamily="2" charset="0"/>
                          <a:ea typeface="CMU Serif" panose="02000603000000000000" pitchFamily="2" charset="0"/>
                          <a:cs typeface="CMU Serif" panose="02000603000000000000" pitchFamily="2" charset="0"/>
                        </a:rPr>
                        <a:t>False</a:t>
                      </a:r>
                    </a:p>
                  </a:txBody>
                  <a:tcPr marT="45726" marB="45726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MU Serif" panose="02000603000000000000" pitchFamily="2" charset="0"/>
                          <a:ea typeface="CMU Serif" panose="02000603000000000000" pitchFamily="2" charset="0"/>
                          <a:cs typeface="CMU Serif" panose="02000603000000000000" pitchFamily="2" charset="0"/>
                        </a:rPr>
                        <a:t>False</a:t>
                      </a:r>
                    </a:p>
                  </a:txBody>
                  <a:tcPr marT="45726" marB="45726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MU Serif" panose="02000603000000000000" pitchFamily="2" charset="0"/>
                          <a:ea typeface="CMU Serif" panose="02000603000000000000" pitchFamily="2" charset="0"/>
                          <a:cs typeface="CMU Serif" panose="02000603000000000000" pitchFamily="2" charset="0"/>
                        </a:rPr>
                        <a:t>True</a:t>
                      </a:r>
                    </a:p>
                  </a:txBody>
                  <a:tcPr marT="45726" marB="45726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MU Serif" panose="02000603000000000000" pitchFamily="2" charset="0"/>
                          <a:ea typeface="CMU Serif" panose="02000603000000000000" pitchFamily="2" charset="0"/>
                          <a:cs typeface="CMU Serif" panose="02000603000000000000" pitchFamily="2" charset="0"/>
                        </a:rPr>
                        <a:t>True</a:t>
                      </a:r>
                    </a:p>
                  </a:txBody>
                  <a:tcPr marT="45726" marB="45726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MU Serif" panose="02000603000000000000" pitchFamily="2" charset="0"/>
                          <a:ea typeface="CMU Serif" panose="02000603000000000000" pitchFamily="2" charset="0"/>
                          <a:cs typeface="CMU Serif" panose="02000603000000000000" pitchFamily="2" charset="0"/>
                        </a:rPr>
                        <a:t>True</a:t>
                      </a:r>
                    </a:p>
                  </a:txBody>
                  <a:tcPr marT="45726" marB="45726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MU Serif" panose="02000603000000000000" pitchFamily="2" charset="0"/>
                          <a:ea typeface="CMU Serif" panose="02000603000000000000" pitchFamily="2" charset="0"/>
                          <a:cs typeface="CMU Serif" panose="02000603000000000000" pitchFamily="2" charset="0"/>
                        </a:rPr>
                        <a:t>False</a:t>
                      </a:r>
                    </a:p>
                  </a:txBody>
                  <a:tcPr marT="45726" marB="45726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MU Serif" panose="02000603000000000000" pitchFamily="2" charset="0"/>
                          <a:ea typeface="CMU Serif" panose="02000603000000000000" pitchFamily="2" charset="0"/>
                          <a:cs typeface="CMU Serif" panose="02000603000000000000" pitchFamily="2" charset="0"/>
                        </a:rPr>
                        <a:t>True</a:t>
                      </a:r>
                    </a:p>
                  </a:txBody>
                  <a:tcPr marT="45726" marB="45726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MU Serif" panose="02000603000000000000" pitchFamily="2" charset="0"/>
                          <a:ea typeface="CMU Serif" panose="02000603000000000000" pitchFamily="2" charset="0"/>
                          <a:cs typeface="CMU Serif" panose="02000603000000000000" pitchFamily="2" charset="0"/>
                        </a:rPr>
                        <a:t>False</a:t>
                      </a:r>
                    </a:p>
                  </a:txBody>
                  <a:tcPr marT="45726" marB="45726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MU Serif" panose="02000603000000000000" pitchFamily="2" charset="0"/>
                          <a:ea typeface="CMU Serif" panose="02000603000000000000" pitchFamily="2" charset="0"/>
                          <a:cs typeface="CMU Serif" panose="02000603000000000000" pitchFamily="2" charset="0"/>
                        </a:rPr>
                        <a:t>True</a:t>
                      </a:r>
                    </a:p>
                  </a:txBody>
                  <a:tcPr marT="45726" marB="45726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MU Serif" panose="02000603000000000000" pitchFamily="2" charset="0"/>
                          <a:ea typeface="CMU Serif" panose="02000603000000000000" pitchFamily="2" charset="0"/>
                          <a:cs typeface="CMU Serif" panose="02000603000000000000" pitchFamily="2" charset="0"/>
                        </a:rPr>
                        <a:t>True</a:t>
                      </a:r>
                    </a:p>
                  </a:txBody>
                  <a:tcPr marT="45726" marB="45726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MU Serif" panose="02000603000000000000" pitchFamily="2" charset="0"/>
                          <a:ea typeface="CMU Serif" panose="02000603000000000000" pitchFamily="2" charset="0"/>
                          <a:cs typeface="CMU Serif" panose="02000603000000000000" pitchFamily="2" charset="0"/>
                        </a:rPr>
                        <a:t>True</a:t>
                      </a:r>
                    </a:p>
                  </a:txBody>
                  <a:tcPr marT="45726" marB="45726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MU Serif" panose="02000603000000000000" pitchFamily="2" charset="0"/>
                          <a:ea typeface="CMU Serif" panose="02000603000000000000" pitchFamily="2" charset="0"/>
                          <a:cs typeface="CMU Serif" panose="02000603000000000000" pitchFamily="2" charset="0"/>
                        </a:rPr>
                        <a:t>False</a:t>
                      </a:r>
                    </a:p>
                  </a:txBody>
                  <a:tcPr marT="45726" marB="45726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MU Serif" panose="02000603000000000000" pitchFamily="2" charset="0"/>
                          <a:ea typeface="CMU Serif" panose="02000603000000000000" pitchFamily="2" charset="0"/>
                          <a:cs typeface="CMU Serif" panose="02000603000000000000" pitchFamily="2" charset="0"/>
                        </a:rPr>
                        <a:t>True</a:t>
                      </a:r>
                    </a:p>
                  </a:txBody>
                  <a:tcPr marT="45726" marB="45726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MU Serif" panose="02000603000000000000" pitchFamily="2" charset="0"/>
                          <a:ea typeface="CMU Serif" panose="02000603000000000000" pitchFamily="2" charset="0"/>
                          <a:cs typeface="CMU Serif" panose="02000603000000000000" pitchFamily="2" charset="0"/>
                        </a:rPr>
                        <a:t>True</a:t>
                      </a:r>
                    </a:p>
                  </a:txBody>
                  <a:tcPr marT="45726" marB="45726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MU Serif" panose="02000603000000000000" pitchFamily="2" charset="0"/>
                          <a:ea typeface="CMU Serif" panose="02000603000000000000" pitchFamily="2" charset="0"/>
                          <a:cs typeface="CMU Serif" panose="02000603000000000000" pitchFamily="2" charset="0"/>
                        </a:rPr>
                        <a:t>True</a:t>
                      </a:r>
                    </a:p>
                  </a:txBody>
                  <a:tcPr marT="45726" marB="45726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MU Serif" panose="02000603000000000000" pitchFamily="2" charset="0"/>
                          <a:ea typeface="CMU Serif" panose="02000603000000000000" pitchFamily="2" charset="0"/>
                          <a:cs typeface="CMU Serif" panose="02000603000000000000" pitchFamily="2" charset="0"/>
                        </a:rPr>
                        <a:t>True</a:t>
                      </a:r>
                    </a:p>
                  </a:txBody>
                  <a:tcPr marT="45726" marB="45726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MU Serif" panose="02000603000000000000" pitchFamily="2" charset="0"/>
                          <a:ea typeface="CMU Serif" panose="02000603000000000000" pitchFamily="2" charset="0"/>
                          <a:cs typeface="CMU Serif" panose="02000603000000000000" pitchFamily="2" charset="0"/>
                        </a:rPr>
                        <a:t>True</a:t>
                      </a:r>
                    </a:p>
                  </a:txBody>
                  <a:tcPr marT="45726" marB="45726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MU Serif" panose="02000603000000000000" pitchFamily="2" charset="0"/>
                          <a:ea typeface="CMU Serif" panose="02000603000000000000" pitchFamily="2" charset="0"/>
                          <a:cs typeface="CMU Serif" panose="02000603000000000000" pitchFamily="2" charset="0"/>
                        </a:rPr>
                        <a:t>True</a:t>
                      </a:r>
                    </a:p>
                  </a:txBody>
                  <a:tcPr marT="45726" marB="45726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MU Serif" panose="02000603000000000000" pitchFamily="2" charset="0"/>
                          <a:ea typeface="CMU Serif" panose="02000603000000000000" pitchFamily="2" charset="0"/>
                          <a:cs typeface="CMU Serif" panose="02000603000000000000" pitchFamily="2" charset="0"/>
                        </a:rPr>
                        <a:t>True</a:t>
                      </a:r>
                    </a:p>
                  </a:txBody>
                  <a:tcPr marT="45726" marB="45726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25666" name="Line 68">
            <a:extLst>
              <a:ext uri="{FF2B5EF4-FFF2-40B4-BE49-F238E27FC236}">
                <a16:creationId xmlns:a16="http://schemas.microsoft.com/office/drawing/2014/main" id="{067F8D16-FB3B-3360-8DDC-636AD3759995}"/>
              </a:ext>
            </a:extLst>
          </p:cNvPr>
          <p:cNvSpPr>
            <a:spLocks noChangeShapeType="1"/>
          </p:cNvSpPr>
          <p:nvPr/>
        </p:nvSpPr>
        <p:spPr bwMode="auto">
          <a:xfrm>
            <a:off x="3419475" y="3789363"/>
            <a:ext cx="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E2A31A2-470A-B16A-E204-C82DF756D83F}"/>
              </a:ext>
            </a:extLst>
          </p:cNvPr>
          <p:cNvSpPr txBox="1"/>
          <p:nvPr/>
        </p:nvSpPr>
        <p:spPr>
          <a:xfrm>
            <a:off x="452966" y="649870"/>
            <a:ext cx="8238067" cy="553998"/>
          </a:xfrm>
          <a:prstGeom prst="rect">
            <a:avLst/>
          </a:prstGeom>
          <a:noFill/>
          <a:ln w="12700">
            <a:solidFill>
              <a:schemeClr val="accent4"/>
            </a:solidFill>
          </a:ln>
        </p:spPr>
        <p:txBody>
          <a:bodyPr wrap="square" lIns="0" tIns="0" rIns="0" bIns="0" rtlCol="0" anchor="ctr">
            <a:spAutoFit/>
          </a:bodyPr>
          <a:lstStyle/>
          <a:p>
            <a:r>
              <a:rPr lang="en-US" sz="3600" dirty="0">
                <a:solidFill>
                  <a:schemeClr val="accent1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Enumeration Method (Model Checking)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8D540A5-42E7-7374-233C-BFC59B53F2B2}"/>
              </a:ext>
            </a:extLst>
          </p:cNvPr>
          <p:cNvSpPr txBox="1"/>
          <p:nvPr/>
        </p:nvSpPr>
        <p:spPr>
          <a:xfrm>
            <a:off x="452966" y="1561256"/>
            <a:ext cx="8238066" cy="1508105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marL="342900" indent="-342900" algn="just"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22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Let 𝛼 = A ⋁ B and KB = (A ⋁ C) ⋀ (B ⋁ ¬C)</a:t>
            </a:r>
          </a:p>
          <a:p>
            <a:pPr marL="342900" indent="-342900" algn="just"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22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Is it the case that KB╞ 𝛼 ? </a:t>
            </a:r>
          </a:p>
          <a:p>
            <a:pPr marL="342900" indent="-342900" algn="just"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22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Check all possible models where 𝛼 must be true whenever </a:t>
            </a:r>
            <a:r>
              <a:rPr lang="en-US" sz="2200" dirty="0">
                <a:solidFill>
                  <a:schemeClr val="accent1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KB is true. 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EE102AB3-3E03-4C98-B784-71CAE8919132}"/>
              </a:ext>
            </a:extLst>
          </p:cNvPr>
          <p:cNvGrpSpPr/>
          <p:nvPr/>
        </p:nvGrpSpPr>
        <p:grpSpPr>
          <a:xfrm>
            <a:off x="242544" y="1051398"/>
            <a:ext cx="598680" cy="322560"/>
            <a:chOff x="242544" y="1051398"/>
            <a:chExt cx="598680" cy="322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E26A2EB4-6BCD-4CA3-96FD-E99C44506C37}"/>
                    </a:ext>
                  </a:extLst>
                </p14:cNvPr>
                <p14:cNvContentPartPr/>
                <p14:nvPr/>
              </p14:nvContentPartPr>
              <p14:xfrm>
                <a:off x="242544" y="1083078"/>
                <a:ext cx="304560" cy="290880"/>
              </p14:xfrm>
            </p:contentPart>
          </mc:Choice>
          <mc:Fallback xmlns=""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E26A2EB4-6BCD-4CA3-96FD-E99C44506C37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233544" y="1074078"/>
                  <a:ext cx="322200" cy="30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410E899E-2C6B-4F49-BAAE-7EB5FA6843BC}"/>
                    </a:ext>
                  </a:extLst>
                </p14:cNvPr>
                <p14:cNvContentPartPr/>
                <p14:nvPr/>
              </p14:nvContentPartPr>
              <p14:xfrm>
                <a:off x="485184" y="1051398"/>
                <a:ext cx="356040" cy="29088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410E899E-2C6B-4F49-BAAE-7EB5FA6843BC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476184" y="1042758"/>
                  <a:ext cx="373680" cy="308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2C126249-5818-4A31-B54F-29424EFC41BE}"/>
              </a:ext>
            </a:extLst>
          </p:cNvPr>
          <p:cNvGrpSpPr/>
          <p:nvPr/>
        </p:nvGrpSpPr>
        <p:grpSpPr>
          <a:xfrm>
            <a:off x="5571264" y="1102158"/>
            <a:ext cx="3389040" cy="1432440"/>
            <a:chOff x="5571264" y="1102158"/>
            <a:chExt cx="3389040" cy="1432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2E5E99B5-E08C-4492-9197-D8B52CDA0CDB}"/>
                    </a:ext>
                  </a:extLst>
                </p14:cNvPr>
                <p14:cNvContentPartPr/>
                <p14:nvPr/>
              </p14:nvContentPartPr>
              <p14:xfrm>
                <a:off x="6129264" y="1399518"/>
                <a:ext cx="177120" cy="27108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2E5E99B5-E08C-4492-9197-D8B52CDA0CDB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6120624" y="1390518"/>
                  <a:ext cx="194760" cy="28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D9D19C63-D26A-4C5F-8BE4-215F7278D035}"/>
                    </a:ext>
                  </a:extLst>
                </p14:cNvPr>
                <p14:cNvContentPartPr/>
                <p14:nvPr/>
              </p14:nvContentPartPr>
              <p14:xfrm>
                <a:off x="6186144" y="1519398"/>
                <a:ext cx="83160" cy="3888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D9D19C63-D26A-4C5F-8BE4-215F7278D035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6177144" y="1510758"/>
                  <a:ext cx="100800" cy="5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772D3B9E-5ACB-4F29-A3F2-CA850842553E}"/>
                    </a:ext>
                  </a:extLst>
                </p14:cNvPr>
                <p14:cNvContentPartPr/>
                <p14:nvPr/>
              </p14:nvContentPartPr>
              <p14:xfrm>
                <a:off x="6458304" y="1576998"/>
                <a:ext cx="73440" cy="10584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772D3B9E-5ACB-4F29-A3F2-CA850842553E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6449304" y="1567998"/>
                  <a:ext cx="91080" cy="12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8E052D08-9800-462C-ABCD-DEF613B9F18F}"/>
                    </a:ext>
                  </a:extLst>
                </p14:cNvPr>
                <p14:cNvContentPartPr/>
                <p14:nvPr/>
              </p14:nvContentPartPr>
              <p14:xfrm>
                <a:off x="6643344" y="1247238"/>
                <a:ext cx="196920" cy="31212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8E052D08-9800-462C-ABCD-DEF613B9F18F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6634704" y="1238238"/>
                  <a:ext cx="214560" cy="32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0FC8C02A-B70F-4C1B-8F4E-A77A71865960}"/>
                    </a:ext>
                  </a:extLst>
                </p14:cNvPr>
                <p14:cNvContentPartPr/>
                <p14:nvPr/>
              </p14:nvContentPartPr>
              <p14:xfrm>
                <a:off x="6954744" y="1474038"/>
                <a:ext cx="68760" cy="13572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0FC8C02A-B70F-4C1B-8F4E-A77A71865960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6946104" y="1465038"/>
                  <a:ext cx="86400" cy="15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4209DA5A-EAF0-455E-8A54-A60B047D9CC2}"/>
                    </a:ext>
                  </a:extLst>
                </p14:cNvPr>
                <p14:cNvContentPartPr/>
                <p14:nvPr/>
              </p14:nvContentPartPr>
              <p14:xfrm>
                <a:off x="7164984" y="1334358"/>
                <a:ext cx="116640" cy="17892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4209DA5A-EAF0-455E-8A54-A60B047D9CC2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7156344" y="1325718"/>
                  <a:ext cx="134280" cy="19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85579AF6-DA4B-40C7-A17D-D523E109474C}"/>
                    </a:ext>
                  </a:extLst>
                </p14:cNvPr>
                <p14:cNvContentPartPr/>
                <p14:nvPr/>
              </p14:nvContentPartPr>
              <p14:xfrm>
                <a:off x="5846304" y="1102158"/>
                <a:ext cx="1690200" cy="86400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85579AF6-DA4B-40C7-A17D-D523E109474C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5837664" y="1093158"/>
                  <a:ext cx="1707840" cy="88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4BB778BC-5CB8-4F2C-BE21-5C3EDA940DFB}"/>
                    </a:ext>
                  </a:extLst>
                </p14:cNvPr>
                <p14:cNvContentPartPr/>
                <p14:nvPr/>
              </p14:nvContentPartPr>
              <p14:xfrm>
                <a:off x="5571264" y="2033478"/>
                <a:ext cx="160920" cy="24156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4BB778BC-5CB8-4F2C-BE21-5C3EDA940DFB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5562624" y="2024478"/>
                  <a:ext cx="178560" cy="25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8BFC0804-03FF-43F3-9642-55A3DFF85649}"/>
                    </a:ext>
                  </a:extLst>
                </p14:cNvPr>
                <p14:cNvContentPartPr/>
                <p14:nvPr/>
              </p14:nvContentPartPr>
              <p14:xfrm>
                <a:off x="6026664" y="2173878"/>
                <a:ext cx="20520" cy="24912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8BFC0804-03FF-43F3-9642-55A3DFF85649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6018024" y="2165238"/>
                  <a:ext cx="38160" cy="26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9DE15ED0-2A5E-4D48-B002-C873E97DD5DA}"/>
                    </a:ext>
                  </a:extLst>
                </p14:cNvPr>
                <p14:cNvContentPartPr/>
                <p14:nvPr/>
              </p14:nvContentPartPr>
              <p14:xfrm>
                <a:off x="5980584" y="2144358"/>
                <a:ext cx="102960" cy="11520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9DE15ED0-2A5E-4D48-B002-C873E97DD5DA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5971944" y="2135718"/>
                  <a:ext cx="120600" cy="13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AAD9DF4D-D094-488C-BFBD-2BC887095376}"/>
                    </a:ext>
                  </a:extLst>
                </p14:cNvPr>
                <p14:cNvContentPartPr/>
                <p14:nvPr/>
              </p14:nvContentPartPr>
              <p14:xfrm>
                <a:off x="6092544" y="1988118"/>
                <a:ext cx="589320" cy="31284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AAD9DF4D-D094-488C-BFBD-2BC887095376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6083904" y="1979118"/>
                  <a:ext cx="606960" cy="33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1E2208B7-82B7-4302-8996-ADA67706D053}"/>
                    </a:ext>
                  </a:extLst>
                </p14:cNvPr>
                <p14:cNvContentPartPr/>
                <p14:nvPr/>
              </p14:nvContentPartPr>
              <p14:xfrm>
                <a:off x="6782664" y="1958238"/>
                <a:ext cx="393120" cy="21276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1E2208B7-82B7-4302-8996-ADA67706D053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6774024" y="1949238"/>
                  <a:ext cx="410760" cy="23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2D5610D3-C4C3-4E67-BF93-750EE8248563}"/>
                    </a:ext>
                  </a:extLst>
                </p14:cNvPr>
                <p14:cNvContentPartPr/>
                <p14:nvPr/>
              </p14:nvContentPartPr>
              <p14:xfrm>
                <a:off x="7063104" y="1837998"/>
                <a:ext cx="3960" cy="2052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2D5610D3-C4C3-4E67-BF93-750EE8248563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7054104" y="1828998"/>
                  <a:ext cx="21600" cy="3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B4ECB72A-6E9D-40DD-AAE2-17480342D16A}"/>
                    </a:ext>
                  </a:extLst>
                </p14:cNvPr>
                <p14:cNvContentPartPr/>
                <p14:nvPr/>
              </p14:nvContentPartPr>
              <p14:xfrm>
                <a:off x="7234464" y="1769238"/>
                <a:ext cx="417960" cy="33372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B4ECB72A-6E9D-40DD-AAE2-17480342D16A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7225824" y="1760598"/>
                  <a:ext cx="435600" cy="35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EF9DE973-F2DD-4564-B35B-1478D7E9F9C2}"/>
                    </a:ext>
                  </a:extLst>
                </p14:cNvPr>
                <p14:cNvContentPartPr/>
                <p14:nvPr/>
              </p14:nvContentPartPr>
              <p14:xfrm>
                <a:off x="7520304" y="1800918"/>
                <a:ext cx="360" cy="1332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EF9DE973-F2DD-4564-B35B-1478D7E9F9C2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7511664" y="1791918"/>
                  <a:ext cx="18000" cy="3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D86D9253-C056-4B9E-879F-BD83D236E1F5}"/>
                    </a:ext>
                  </a:extLst>
                </p14:cNvPr>
                <p14:cNvContentPartPr/>
                <p14:nvPr/>
              </p14:nvContentPartPr>
              <p14:xfrm>
                <a:off x="7297464" y="1949958"/>
                <a:ext cx="92880" cy="8748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D86D9253-C056-4B9E-879F-BD83D236E1F5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7288824" y="1941318"/>
                  <a:ext cx="110520" cy="10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5D788510-62B5-4138-A13D-5275BBA0E682}"/>
                    </a:ext>
                  </a:extLst>
                </p14:cNvPr>
                <p14:cNvContentPartPr/>
                <p14:nvPr/>
              </p14:nvContentPartPr>
              <p14:xfrm>
                <a:off x="7706424" y="1459998"/>
                <a:ext cx="701640" cy="56664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5D788510-62B5-4138-A13D-5275BBA0E682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7697784" y="1450998"/>
                  <a:ext cx="719280" cy="58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9831AF67-5499-42E6-B872-95D4923244E3}"/>
                    </a:ext>
                  </a:extLst>
                </p14:cNvPr>
                <p14:cNvContentPartPr/>
                <p14:nvPr/>
              </p14:nvContentPartPr>
              <p14:xfrm>
                <a:off x="7566384" y="2207358"/>
                <a:ext cx="98280" cy="24084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9831AF67-5499-42E6-B872-95D4923244E3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7557744" y="2198358"/>
                  <a:ext cx="115920" cy="25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320DE45F-CF99-4293-BB4C-4BBBD50D7EA7}"/>
                    </a:ext>
                  </a:extLst>
                </p14:cNvPr>
                <p14:cNvContentPartPr/>
                <p14:nvPr/>
              </p14:nvContentPartPr>
              <p14:xfrm>
                <a:off x="7688424" y="2267118"/>
                <a:ext cx="256680" cy="26748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320DE45F-CF99-4293-BB4C-4BBBD50D7EA7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7679424" y="2258118"/>
                  <a:ext cx="274320" cy="28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5F66488B-8EFA-4266-B7BE-CB8B08A5C464}"/>
                    </a:ext>
                  </a:extLst>
                </p14:cNvPr>
                <p14:cNvContentPartPr/>
                <p14:nvPr/>
              </p14:nvContentPartPr>
              <p14:xfrm>
                <a:off x="8061384" y="1724238"/>
                <a:ext cx="842040" cy="63576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5F66488B-8EFA-4266-B7BE-CB8B08A5C464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8052744" y="1715598"/>
                  <a:ext cx="859680" cy="65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360FB57E-A28C-4BA2-AC66-A6650F476913}"/>
                    </a:ext>
                  </a:extLst>
                </p14:cNvPr>
                <p14:cNvContentPartPr/>
                <p14:nvPr/>
              </p14:nvContentPartPr>
              <p14:xfrm>
                <a:off x="8555664" y="2054718"/>
                <a:ext cx="404640" cy="25956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360FB57E-A28C-4BA2-AC66-A6650F476913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8547024" y="2046078"/>
                  <a:ext cx="422280" cy="277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87A62640-C94F-4749-824B-EFE76CEDD8B2}"/>
              </a:ext>
            </a:extLst>
          </p:cNvPr>
          <p:cNvGrpSpPr/>
          <p:nvPr/>
        </p:nvGrpSpPr>
        <p:grpSpPr>
          <a:xfrm>
            <a:off x="1278264" y="1174158"/>
            <a:ext cx="591480" cy="463320"/>
            <a:chOff x="1278264" y="1174158"/>
            <a:chExt cx="591480" cy="463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A9D9FEC9-C948-4891-B1B7-5B397D00DC61}"/>
                    </a:ext>
                  </a:extLst>
                </p14:cNvPr>
                <p14:cNvContentPartPr/>
                <p14:nvPr/>
              </p14:nvContentPartPr>
              <p14:xfrm>
                <a:off x="1278264" y="1408158"/>
                <a:ext cx="272520" cy="22932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A9D9FEC9-C948-4891-B1B7-5B397D00DC61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1269264" y="1399158"/>
                  <a:ext cx="290160" cy="24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0BD24EF6-947C-4913-A249-72D1F9F78F7B}"/>
                    </a:ext>
                  </a:extLst>
                </p14:cNvPr>
                <p14:cNvContentPartPr/>
                <p14:nvPr/>
              </p14:nvContentPartPr>
              <p14:xfrm>
                <a:off x="1446024" y="1174158"/>
                <a:ext cx="214200" cy="24372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0BD24EF6-947C-4913-A249-72D1F9F78F7B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1437024" y="1165518"/>
                  <a:ext cx="231840" cy="26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EF24F80D-B367-4B7F-9DC3-DC8C5282855E}"/>
                    </a:ext>
                  </a:extLst>
                </p14:cNvPr>
                <p14:cNvContentPartPr/>
                <p14:nvPr/>
              </p14:nvContentPartPr>
              <p14:xfrm>
                <a:off x="1716744" y="1459638"/>
                <a:ext cx="113040" cy="8136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EF24F80D-B367-4B7F-9DC3-DC8C5282855E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1708104" y="1450638"/>
                  <a:ext cx="130680" cy="9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F56A080C-86B5-4EFD-B4AE-D4E8A22C884A}"/>
                    </a:ext>
                  </a:extLst>
                </p14:cNvPr>
                <p14:cNvContentPartPr/>
                <p14:nvPr/>
              </p14:nvContentPartPr>
              <p14:xfrm>
                <a:off x="1763544" y="1535598"/>
                <a:ext cx="106200" cy="2268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F56A080C-86B5-4EFD-B4AE-D4E8A22C884A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1754544" y="1526958"/>
                  <a:ext cx="123840" cy="403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56">
            <p14:nvContentPartPr>
              <p14:cNvPr id="34" name="Ink 33">
                <a:extLst>
                  <a:ext uri="{FF2B5EF4-FFF2-40B4-BE49-F238E27FC236}">
                    <a16:creationId xmlns:a16="http://schemas.microsoft.com/office/drawing/2014/main" id="{961AAE5E-A04C-4CE7-8897-E282E228E708}"/>
                  </a:ext>
                </a:extLst>
              </p14:cNvPr>
              <p14:cNvContentPartPr/>
              <p14:nvPr/>
            </p14:nvContentPartPr>
            <p14:xfrm>
              <a:off x="2094384" y="1280358"/>
              <a:ext cx="277920" cy="309240"/>
            </p14:xfrm>
          </p:contentPart>
        </mc:Choice>
        <mc:Fallback xmlns="">
          <p:pic>
            <p:nvPicPr>
              <p:cNvPr id="34" name="Ink 33">
                <a:extLst>
                  <a:ext uri="{FF2B5EF4-FFF2-40B4-BE49-F238E27FC236}">
                    <a16:creationId xmlns:a16="http://schemas.microsoft.com/office/drawing/2014/main" id="{961AAE5E-A04C-4CE7-8897-E282E228E708}"/>
                  </a:ext>
                </a:extLst>
              </p:cNvPr>
              <p:cNvPicPr/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2085384" y="1271718"/>
                <a:ext cx="295560" cy="326880"/>
              </a:xfrm>
              <a:prstGeom prst="rect">
                <a:avLst/>
              </a:prstGeom>
            </p:spPr>
          </p:pic>
        </mc:Fallback>
      </mc:AlternateContent>
      <p:grpSp>
        <p:nvGrpSpPr>
          <p:cNvPr id="50" name="Group 49">
            <a:extLst>
              <a:ext uri="{FF2B5EF4-FFF2-40B4-BE49-F238E27FC236}">
                <a16:creationId xmlns:a16="http://schemas.microsoft.com/office/drawing/2014/main" id="{6247741C-B54B-4A60-975B-C8E3B5B39476}"/>
              </a:ext>
            </a:extLst>
          </p:cNvPr>
          <p:cNvGrpSpPr/>
          <p:nvPr/>
        </p:nvGrpSpPr>
        <p:grpSpPr>
          <a:xfrm>
            <a:off x="2630784" y="1203318"/>
            <a:ext cx="1213560" cy="447840"/>
            <a:chOff x="2630784" y="1203318"/>
            <a:chExt cx="1213560" cy="447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49AA796C-7F9E-4BCA-89DE-C76B8FB59F11}"/>
                    </a:ext>
                  </a:extLst>
                </p14:cNvPr>
                <p14:cNvContentPartPr/>
                <p14:nvPr/>
              </p14:nvContentPartPr>
              <p14:xfrm>
                <a:off x="2630784" y="1304838"/>
                <a:ext cx="131040" cy="34632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49AA796C-7F9E-4BCA-89DE-C76B8FB59F11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2622144" y="1296198"/>
                  <a:ext cx="148680" cy="36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3719C517-E0BB-4046-8C73-947E44DD1B59}"/>
                    </a:ext>
                  </a:extLst>
                </p14:cNvPr>
                <p14:cNvContentPartPr/>
                <p14:nvPr/>
              </p14:nvContentPartPr>
              <p14:xfrm>
                <a:off x="2843904" y="1317078"/>
                <a:ext cx="41760" cy="10872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3719C517-E0BB-4046-8C73-947E44DD1B59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2835264" y="1308078"/>
                  <a:ext cx="59400" cy="12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16649AA9-BEFF-4971-8744-E08C90C89921}"/>
                    </a:ext>
                  </a:extLst>
                </p14:cNvPr>
                <p14:cNvContentPartPr/>
                <p14:nvPr/>
              </p14:nvContentPartPr>
              <p14:xfrm>
                <a:off x="2957304" y="1305918"/>
                <a:ext cx="39240" cy="14472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16649AA9-BEFF-4971-8744-E08C90C89921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2948664" y="1297278"/>
                  <a:ext cx="56880" cy="16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C1C44B5C-9FBB-4D5B-BCC0-5D7B3A5D0CFD}"/>
                    </a:ext>
                  </a:extLst>
                </p14:cNvPr>
                <p14:cNvContentPartPr/>
                <p14:nvPr/>
              </p14:nvContentPartPr>
              <p14:xfrm>
                <a:off x="2938224" y="1305558"/>
                <a:ext cx="66600" cy="14904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C1C44B5C-9FBB-4D5B-BCC0-5D7B3A5D0CFD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2929224" y="1296918"/>
                  <a:ext cx="84240" cy="16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210D48DD-3FF1-49B6-878E-D46E05981AA3}"/>
                    </a:ext>
                  </a:extLst>
                </p14:cNvPr>
                <p14:cNvContentPartPr/>
                <p14:nvPr/>
              </p14:nvContentPartPr>
              <p14:xfrm>
                <a:off x="3071784" y="1296918"/>
                <a:ext cx="102960" cy="15588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210D48DD-3FF1-49B6-878E-D46E05981AA3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3063144" y="1287918"/>
                  <a:ext cx="120600" cy="17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5FE3C6D9-FFFB-4A2E-B0EB-7BEE113FF5A2}"/>
                    </a:ext>
                  </a:extLst>
                </p14:cNvPr>
                <p14:cNvContentPartPr/>
                <p14:nvPr/>
              </p14:nvContentPartPr>
              <p14:xfrm>
                <a:off x="3237384" y="1334358"/>
                <a:ext cx="37080" cy="8640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5FE3C6D9-FFFB-4A2E-B0EB-7BEE113FF5A2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3228744" y="1325358"/>
                  <a:ext cx="54720" cy="10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AF5033CB-0910-4A48-A9DB-9A19E607DBA5}"/>
                    </a:ext>
                  </a:extLst>
                </p14:cNvPr>
                <p14:cNvContentPartPr/>
                <p14:nvPr/>
              </p14:nvContentPartPr>
              <p14:xfrm>
                <a:off x="3247104" y="1240758"/>
                <a:ext cx="360" cy="36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AF5033CB-0910-4A48-A9DB-9A19E607DBA5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3238104" y="1232118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E0CEE5B3-0EB8-41F6-85DA-9A6378057766}"/>
                    </a:ext>
                  </a:extLst>
                </p14:cNvPr>
                <p14:cNvContentPartPr/>
                <p14:nvPr/>
              </p14:nvContentPartPr>
              <p14:xfrm>
                <a:off x="3377424" y="1203318"/>
                <a:ext cx="142200" cy="26820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E0CEE5B3-0EB8-41F6-85DA-9A6378057766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3368784" y="1194678"/>
                  <a:ext cx="159840" cy="28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C8F0BDF9-2411-4D3D-8281-2C6E296EFDD6}"/>
                    </a:ext>
                  </a:extLst>
                </p14:cNvPr>
                <p14:cNvContentPartPr/>
                <p14:nvPr/>
              </p14:nvContentPartPr>
              <p14:xfrm>
                <a:off x="3582624" y="1222038"/>
                <a:ext cx="44280" cy="20808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C8F0BDF9-2411-4D3D-8281-2C6E296EFDD6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3573984" y="1213398"/>
                  <a:ext cx="61920" cy="22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E8BCFDF0-6E31-41DE-B8C3-1C3F1737D42C}"/>
                    </a:ext>
                  </a:extLst>
                </p14:cNvPr>
                <p14:cNvContentPartPr/>
                <p14:nvPr/>
              </p14:nvContentPartPr>
              <p14:xfrm>
                <a:off x="3676224" y="1313118"/>
                <a:ext cx="168120" cy="13572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E8BCFDF0-6E31-41DE-B8C3-1C3F1737D42C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3667224" y="1304118"/>
                  <a:ext cx="185760" cy="153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9" name="Group 48">
            <a:extLst>
              <a:ext uri="{FF2B5EF4-FFF2-40B4-BE49-F238E27FC236}">
                <a16:creationId xmlns:a16="http://schemas.microsoft.com/office/drawing/2014/main" id="{F458B2AC-4E5D-40F6-BB20-6DFDFB308D7F}"/>
              </a:ext>
            </a:extLst>
          </p:cNvPr>
          <p:cNvGrpSpPr/>
          <p:nvPr/>
        </p:nvGrpSpPr>
        <p:grpSpPr>
          <a:xfrm>
            <a:off x="4133064" y="1134558"/>
            <a:ext cx="1160640" cy="447480"/>
            <a:chOff x="4133064" y="1134558"/>
            <a:chExt cx="1160640" cy="447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2401E4CE-6827-4A87-823D-8153ACF2BA32}"/>
                    </a:ext>
                  </a:extLst>
                </p14:cNvPr>
                <p14:cNvContentPartPr/>
                <p14:nvPr/>
              </p14:nvContentPartPr>
              <p14:xfrm>
                <a:off x="4133064" y="1305918"/>
                <a:ext cx="366480" cy="18144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2401E4CE-6827-4A87-823D-8153ACF2BA32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4124424" y="1297278"/>
                  <a:ext cx="384120" cy="19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20C0ADA2-6854-47A5-8377-A5F323D1A1E7}"/>
                    </a:ext>
                  </a:extLst>
                </p14:cNvPr>
                <p14:cNvContentPartPr/>
                <p14:nvPr/>
              </p14:nvContentPartPr>
              <p14:xfrm>
                <a:off x="4534104" y="1134558"/>
                <a:ext cx="759600" cy="44748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20C0ADA2-6854-47A5-8377-A5F323D1A1E7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4525104" y="1125918"/>
                  <a:ext cx="777240" cy="4651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82">
            <p14:nvContentPartPr>
              <p14:cNvPr id="51" name="Ink 50">
                <a:extLst>
                  <a:ext uri="{FF2B5EF4-FFF2-40B4-BE49-F238E27FC236}">
                    <a16:creationId xmlns:a16="http://schemas.microsoft.com/office/drawing/2014/main" id="{D7FE0650-189E-4030-A824-4F633276E6F6}"/>
                  </a:ext>
                </a:extLst>
              </p14:cNvPr>
              <p14:cNvContentPartPr/>
              <p14:nvPr/>
            </p14:nvContentPartPr>
            <p14:xfrm>
              <a:off x="307704" y="3601278"/>
              <a:ext cx="9720" cy="129240"/>
            </p14:xfrm>
          </p:contentPart>
        </mc:Choice>
        <mc:Fallback xmlns="">
          <p:pic>
            <p:nvPicPr>
              <p:cNvPr id="51" name="Ink 50">
                <a:extLst>
                  <a:ext uri="{FF2B5EF4-FFF2-40B4-BE49-F238E27FC236}">
                    <a16:creationId xmlns:a16="http://schemas.microsoft.com/office/drawing/2014/main" id="{D7FE0650-189E-4030-A824-4F633276E6F6}"/>
                  </a:ext>
                </a:extLst>
              </p:cNvPr>
              <p:cNvPicPr/>
              <p:nvPr/>
            </p:nvPicPr>
            <p:blipFill>
              <a:blip r:embed="rId83"/>
              <a:stretch>
                <a:fillRect/>
              </a:stretch>
            </p:blipFill>
            <p:spPr>
              <a:xfrm>
                <a:off x="298704" y="3592638"/>
                <a:ext cx="27360" cy="146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4">
            <p14:nvContentPartPr>
              <p14:cNvPr id="53" name="Ink 52">
                <a:extLst>
                  <a:ext uri="{FF2B5EF4-FFF2-40B4-BE49-F238E27FC236}">
                    <a16:creationId xmlns:a16="http://schemas.microsoft.com/office/drawing/2014/main" id="{D0EEE741-9AAC-425C-AC93-1F795C0DDBCD}"/>
                  </a:ext>
                </a:extLst>
              </p14:cNvPr>
              <p14:cNvContentPartPr/>
              <p14:nvPr/>
            </p14:nvContentPartPr>
            <p14:xfrm>
              <a:off x="196104" y="4001598"/>
              <a:ext cx="154080" cy="156600"/>
            </p14:xfrm>
          </p:contentPart>
        </mc:Choice>
        <mc:Fallback xmlns="">
          <p:pic>
            <p:nvPicPr>
              <p:cNvPr id="53" name="Ink 52">
                <a:extLst>
                  <a:ext uri="{FF2B5EF4-FFF2-40B4-BE49-F238E27FC236}">
                    <a16:creationId xmlns:a16="http://schemas.microsoft.com/office/drawing/2014/main" id="{D0EEE741-9AAC-425C-AC93-1F795C0DDBCD}"/>
                  </a:ext>
                </a:extLst>
              </p:cNvPr>
              <p:cNvPicPr/>
              <p:nvPr/>
            </p:nvPicPr>
            <p:blipFill>
              <a:blip r:embed="rId85"/>
              <a:stretch>
                <a:fillRect/>
              </a:stretch>
            </p:blipFill>
            <p:spPr>
              <a:xfrm>
                <a:off x="187104" y="3992958"/>
                <a:ext cx="171720" cy="174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6">
            <p14:nvContentPartPr>
              <p14:cNvPr id="54" name="Ink 53">
                <a:extLst>
                  <a:ext uri="{FF2B5EF4-FFF2-40B4-BE49-F238E27FC236}">
                    <a16:creationId xmlns:a16="http://schemas.microsoft.com/office/drawing/2014/main" id="{DD3FAB18-2DC7-4E7F-B18A-27DBF3192636}"/>
                  </a:ext>
                </a:extLst>
              </p14:cNvPr>
              <p14:cNvContentPartPr/>
              <p14:nvPr/>
            </p14:nvContentPartPr>
            <p14:xfrm>
              <a:off x="139584" y="4291758"/>
              <a:ext cx="170280" cy="234720"/>
            </p14:xfrm>
          </p:contentPart>
        </mc:Choice>
        <mc:Fallback xmlns="">
          <p:pic>
            <p:nvPicPr>
              <p:cNvPr id="54" name="Ink 53">
                <a:extLst>
                  <a:ext uri="{FF2B5EF4-FFF2-40B4-BE49-F238E27FC236}">
                    <a16:creationId xmlns:a16="http://schemas.microsoft.com/office/drawing/2014/main" id="{DD3FAB18-2DC7-4E7F-B18A-27DBF3192636}"/>
                  </a:ext>
                </a:extLst>
              </p:cNvPr>
              <p:cNvPicPr/>
              <p:nvPr/>
            </p:nvPicPr>
            <p:blipFill>
              <a:blip r:embed="rId87"/>
              <a:stretch>
                <a:fillRect/>
              </a:stretch>
            </p:blipFill>
            <p:spPr>
              <a:xfrm>
                <a:off x="130944" y="4283118"/>
                <a:ext cx="187920" cy="252360"/>
              </a:xfrm>
              <a:prstGeom prst="rect">
                <a:avLst/>
              </a:prstGeom>
            </p:spPr>
          </p:pic>
        </mc:Fallback>
      </mc:AlternateContent>
      <p:grpSp>
        <p:nvGrpSpPr>
          <p:cNvPr id="62" name="Group 61">
            <a:extLst>
              <a:ext uri="{FF2B5EF4-FFF2-40B4-BE49-F238E27FC236}">
                <a16:creationId xmlns:a16="http://schemas.microsoft.com/office/drawing/2014/main" id="{035CBF23-620D-4AAE-9A3A-0C5F77851DD9}"/>
              </a:ext>
            </a:extLst>
          </p:cNvPr>
          <p:cNvGrpSpPr/>
          <p:nvPr/>
        </p:nvGrpSpPr>
        <p:grpSpPr>
          <a:xfrm>
            <a:off x="139224" y="4702518"/>
            <a:ext cx="125640" cy="536040"/>
            <a:chOff x="139224" y="4702518"/>
            <a:chExt cx="125640" cy="536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724C725B-A513-45F5-8A60-30B8218F2182}"/>
                    </a:ext>
                  </a:extLst>
                </p14:cNvPr>
                <p14:cNvContentPartPr/>
                <p14:nvPr/>
              </p14:nvContentPartPr>
              <p14:xfrm>
                <a:off x="195384" y="4702518"/>
                <a:ext cx="69480" cy="26892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724C725B-A513-45F5-8A60-30B8218F2182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186744" y="4693518"/>
                  <a:ext cx="87120" cy="28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50F797E8-0B2E-49AD-BFFC-4FE0F274C678}"/>
                    </a:ext>
                  </a:extLst>
                </p14:cNvPr>
                <p14:cNvContentPartPr/>
                <p14:nvPr/>
              </p14:nvContentPartPr>
              <p14:xfrm>
                <a:off x="167664" y="5030118"/>
                <a:ext cx="78840" cy="4572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50F797E8-0B2E-49AD-BFFC-4FE0F274C678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158664" y="5021478"/>
                  <a:ext cx="96480" cy="6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551ACA24-BB45-4B96-9BB7-4F0D28ECE405}"/>
                    </a:ext>
                  </a:extLst>
                </p14:cNvPr>
                <p14:cNvContentPartPr/>
                <p14:nvPr/>
              </p14:nvContentPartPr>
              <p14:xfrm>
                <a:off x="139224" y="5085198"/>
                <a:ext cx="114840" cy="15336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551ACA24-BB45-4B96-9BB7-4F0D28ECE405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130584" y="5076198"/>
                  <a:ext cx="132480" cy="171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94">
            <p14:nvContentPartPr>
              <p14:cNvPr id="59" name="Ink 58">
                <a:extLst>
                  <a:ext uri="{FF2B5EF4-FFF2-40B4-BE49-F238E27FC236}">
                    <a16:creationId xmlns:a16="http://schemas.microsoft.com/office/drawing/2014/main" id="{FF87134E-D553-4E48-A6D5-2FA71686F2D5}"/>
                  </a:ext>
                </a:extLst>
              </p14:cNvPr>
              <p14:cNvContentPartPr/>
              <p14:nvPr/>
            </p14:nvContentPartPr>
            <p14:xfrm>
              <a:off x="249744" y="5392998"/>
              <a:ext cx="93960" cy="192960"/>
            </p14:xfrm>
          </p:contentPart>
        </mc:Choice>
        <mc:Fallback xmlns="">
          <p:pic>
            <p:nvPicPr>
              <p:cNvPr id="59" name="Ink 58">
                <a:extLst>
                  <a:ext uri="{FF2B5EF4-FFF2-40B4-BE49-F238E27FC236}">
                    <a16:creationId xmlns:a16="http://schemas.microsoft.com/office/drawing/2014/main" id="{FF87134E-D553-4E48-A6D5-2FA71686F2D5}"/>
                  </a:ext>
                </a:extLst>
              </p:cNvPr>
              <p:cNvPicPr/>
              <p:nvPr/>
            </p:nvPicPr>
            <p:blipFill>
              <a:blip r:embed="rId95"/>
              <a:stretch>
                <a:fillRect/>
              </a:stretch>
            </p:blipFill>
            <p:spPr>
              <a:xfrm>
                <a:off x="240744" y="5383998"/>
                <a:ext cx="111600" cy="210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6">
            <p14:nvContentPartPr>
              <p14:cNvPr id="60" name="Ink 59">
                <a:extLst>
                  <a:ext uri="{FF2B5EF4-FFF2-40B4-BE49-F238E27FC236}">
                    <a16:creationId xmlns:a16="http://schemas.microsoft.com/office/drawing/2014/main" id="{0162D051-ED17-4FD6-9BA2-2FE2083BDF78}"/>
                  </a:ext>
                </a:extLst>
              </p14:cNvPr>
              <p14:cNvContentPartPr/>
              <p14:nvPr/>
            </p14:nvContentPartPr>
            <p14:xfrm>
              <a:off x="158304" y="5773518"/>
              <a:ext cx="61920" cy="151560"/>
            </p14:xfrm>
          </p:contentPart>
        </mc:Choice>
        <mc:Fallback xmlns="">
          <p:pic>
            <p:nvPicPr>
              <p:cNvPr id="60" name="Ink 59">
                <a:extLst>
                  <a:ext uri="{FF2B5EF4-FFF2-40B4-BE49-F238E27FC236}">
                    <a16:creationId xmlns:a16="http://schemas.microsoft.com/office/drawing/2014/main" id="{0162D051-ED17-4FD6-9BA2-2FE2083BDF78}"/>
                  </a:ext>
                </a:extLst>
              </p:cNvPr>
              <p:cNvPicPr/>
              <p:nvPr/>
            </p:nvPicPr>
            <p:blipFill>
              <a:blip r:embed="rId97"/>
              <a:stretch>
                <a:fillRect/>
              </a:stretch>
            </p:blipFill>
            <p:spPr>
              <a:xfrm>
                <a:off x="149664" y="5764518"/>
                <a:ext cx="79560" cy="169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8">
            <p14:nvContentPartPr>
              <p14:cNvPr id="61" name="Ink 60">
                <a:extLst>
                  <a:ext uri="{FF2B5EF4-FFF2-40B4-BE49-F238E27FC236}">
                    <a16:creationId xmlns:a16="http://schemas.microsoft.com/office/drawing/2014/main" id="{6A22C02A-4B93-482C-A812-9B60168C1EC8}"/>
                  </a:ext>
                </a:extLst>
              </p14:cNvPr>
              <p14:cNvContentPartPr/>
              <p14:nvPr/>
            </p14:nvContentPartPr>
            <p14:xfrm>
              <a:off x="217344" y="6126678"/>
              <a:ext cx="115200" cy="234720"/>
            </p14:xfrm>
          </p:contentPart>
        </mc:Choice>
        <mc:Fallback xmlns="">
          <p:pic>
            <p:nvPicPr>
              <p:cNvPr id="61" name="Ink 60">
                <a:extLst>
                  <a:ext uri="{FF2B5EF4-FFF2-40B4-BE49-F238E27FC236}">
                    <a16:creationId xmlns:a16="http://schemas.microsoft.com/office/drawing/2014/main" id="{6A22C02A-4B93-482C-A812-9B60168C1EC8}"/>
                  </a:ext>
                </a:extLst>
              </p:cNvPr>
              <p:cNvPicPr/>
              <p:nvPr/>
            </p:nvPicPr>
            <p:blipFill>
              <a:blip r:embed="rId99"/>
              <a:stretch>
                <a:fillRect/>
              </a:stretch>
            </p:blipFill>
            <p:spPr>
              <a:xfrm>
                <a:off x="208344" y="6118038"/>
                <a:ext cx="132840" cy="25236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02" name="Text Box 66">
            <a:extLst>
              <a:ext uri="{FF2B5EF4-FFF2-40B4-BE49-F238E27FC236}">
                <a16:creationId xmlns:a16="http://schemas.microsoft.com/office/drawing/2014/main" id="{3DAAABEB-461E-DA92-671D-5D75BF3C19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62696" y="1680494"/>
            <a:ext cx="1218603" cy="461665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wrap="none">
            <a:spAutoFit/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fr-FR" altLang="en-US" sz="24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 KB╞ </a:t>
            </a:r>
            <a:r>
              <a:rPr lang="el-GR" altLang="en-US" sz="24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α</a:t>
            </a:r>
          </a:p>
        </p:txBody>
      </p:sp>
      <p:graphicFrame>
        <p:nvGraphicFramePr>
          <p:cNvPr id="3" name="Group 6">
            <a:extLst>
              <a:ext uri="{FF2B5EF4-FFF2-40B4-BE49-F238E27FC236}">
                <a16:creationId xmlns:a16="http://schemas.microsoft.com/office/drawing/2014/main" id="{F43A8E47-6843-24ED-AE73-49DF0CCDB4E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794083692"/>
              </p:ext>
            </p:extLst>
          </p:nvPr>
        </p:nvGraphicFramePr>
        <p:xfrm>
          <a:off x="452965" y="2618785"/>
          <a:ext cx="8238067" cy="3291948"/>
        </p:xfrm>
        <a:graphic>
          <a:graphicData uri="http://schemas.openxmlformats.org/drawingml/2006/table">
            <a:tbl>
              <a:tblPr/>
              <a:tblGrid>
                <a:gridCol w="124431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4431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4431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533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5175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MU Serif" panose="02000603000000000000" pitchFamily="2" charset="0"/>
                          <a:ea typeface="CMU Serif" panose="02000603000000000000" pitchFamily="2" charset="0"/>
                          <a:cs typeface="CMU Serif" panose="02000603000000000000" pitchFamily="2" charset="0"/>
                        </a:rPr>
                        <a:t>A</a:t>
                      </a:r>
                    </a:p>
                  </a:txBody>
                  <a:tcPr marT="45726" marB="45726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MU Serif" panose="02000603000000000000" pitchFamily="2" charset="0"/>
                          <a:ea typeface="CMU Serif" panose="02000603000000000000" pitchFamily="2" charset="0"/>
                          <a:cs typeface="CMU Serif" panose="02000603000000000000" pitchFamily="2" charset="0"/>
                        </a:rPr>
                        <a:t>B</a:t>
                      </a:r>
                    </a:p>
                  </a:txBody>
                  <a:tcPr marT="45726" marB="45726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MU Serif" panose="02000603000000000000" pitchFamily="2" charset="0"/>
                          <a:ea typeface="CMU Serif" panose="02000603000000000000" pitchFamily="2" charset="0"/>
                          <a:cs typeface="CMU Serif" panose="02000603000000000000" pitchFamily="2" charset="0"/>
                        </a:rPr>
                        <a:t>C</a:t>
                      </a:r>
                    </a:p>
                  </a:txBody>
                  <a:tcPr marT="45726" marB="45726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MU Serif" panose="02000603000000000000" pitchFamily="2" charset="0"/>
                          <a:ea typeface="CMU Serif" panose="02000603000000000000" pitchFamily="2" charset="0"/>
                          <a:cs typeface="CMU Serif" panose="02000603000000000000" pitchFamily="2" charset="0"/>
                          <a:sym typeface="Symbol" pitchFamily="18" charset="2"/>
                        </a:rPr>
                        <a:t>KB (  C)  B  C)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MU Serif" panose="02000603000000000000" pitchFamily="2" charset="0"/>
                        <a:ea typeface="CMU Serif" panose="02000603000000000000" pitchFamily="2" charset="0"/>
                        <a:cs typeface="CMU Serif" panose="02000603000000000000" pitchFamily="2" charset="0"/>
                      </a:endParaRPr>
                    </a:p>
                  </a:txBody>
                  <a:tcPr marT="45726" marB="45726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MU Serif" panose="02000603000000000000" pitchFamily="2" charset="0"/>
                          <a:ea typeface="CMU Serif" panose="02000603000000000000" pitchFamily="2" charset="0"/>
                          <a:cs typeface="CMU Serif" panose="02000603000000000000" pitchFamily="2" charset="0"/>
                          <a:sym typeface="Symbol" pitchFamily="18" charset="2"/>
                        </a:rPr>
                        <a:t> =   </a:t>
                      </a:r>
                    </a:p>
                  </a:txBody>
                  <a:tcPr marT="45726" marB="45726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MU Serif" panose="02000603000000000000" pitchFamily="2" charset="0"/>
                          <a:ea typeface="CMU Serif" panose="02000603000000000000" pitchFamily="2" charset="0"/>
                          <a:cs typeface="CMU Serif" panose="02000603000000000000" pitchFamily="2" charset="0"/>
                        </a:rPr>
                        <a:t>False</a:t>
                      </a:r>
                    </a:p>
                  </a:txBody>
                  <a:tcPr marT="45726" marB="45726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MU Serif" panose="02000603000000000000" pitchFamily="2" charset="0"/>
                          <a:ea typeface="CMU Serif" panose="02000603000000000000" pitchFamily="2" charset="0"/>
                          <a:cs typeface="CMU Serif" panose="02000603000000000000" pitchFamily="2" charset="0"/>
                        </a:rPr>
                        <a:t>False</a:t>
                      </a:r>
                    </a:p>
                  </a:txBody>
                  <a:tcPr marT="45726" marB="45726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MU Serif" panose="02000603000000000000" pitchFamily="2" charset="0"/>
                          <a:ea typeface="CMU Serif" panose="02000603000000000000" pitchFamily="2" charset="0"/>
                          <a:cs typeface="CMU Serif" panose="02000603000000000000" pitchFamily="2" charset="0"/>
                        </a:rPr>
                        <a:t>False</a:t>
                      </a:r>
                    </a:p>
                  </a:txBody>
                  <a:tcPr marT="45726" marB="45726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MU Serif" panose="02000603000000000000" pitchFamily="2" charset="0"/>
                          <a:ea typeface="CMU Serif" panose="02000603000000000000" pitchFamily="2" charset="0"/>
                          <a:cs typeface="CMU Serif" panose="02000603000000000000" pitchFamily="2" charset="0"/>
                        </a:rPr>
                        <a:t>False</a:t>
                      </a:r>
                    </a:p>
                  </a:txBody>
                  <a:tcPr marT="45726" marB="45726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MU Serif" panose="02000603000000000000" pitchFamily="2" charset="0"/>
                          <a:ea typeface="CMU Serif" panose="02000603000000000000" pitchFamily="2" charset="0"/>
                          <a:cs typeface="CMU Serif" panose="02000603000000000000" pitchFamily="2" charset="0"/>
                        </a:rPr>
                        <a:t>False</a:t>
                      </a:r>
                    </a:p>
                  </a:txBody>
                  <a:tcPr marT="45726" marB="45726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MU Serif" panose="02000603000000000000" pitchFamily="2" charset="0"/>
                          <a:ea typeface="CMU Serif" panose="02000603000000000000" pitchFamily="2" charset="0"/>
                          <a:cs typeface="CMU Serif" panose="02000603000000000000" pitchFamily="2" charset="0"/>
                        </a:rPr>
                        <a:t>False</a:t>
                      </a:r>
                    </a:p>
                  </a:txBody>
                  <a:tcPr marT="45726" marB="45726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MU Serif" panose="02000603000000000000" pitchFamily="2" charset="0"/>
                          <a:ea typeface="CMU Serif" panose="02000603000000000000" pitchFamily="2" charset="0"/>
                          <a:cs typeface="CMU Serif" panose="02000603000000000000" pitchFamily="2" charset="0"/>
                        </a:rPr>
                        <a:t>False</a:t>
                      </a:r>
                    </a:p>
                  </a:txBody>
                  <a:tcPr marT="45726" marB="45726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MU Serif" panose="02000603000000000000" pitchFamily="2" charset="0"/>
                          <a:ea typeface="CMU Serif" panose="02000603000000000000" pitchFamily="2" charset="0"/>
                          <a:cs typeface="CMU Serif" panose="02000603000000000000" pitchFamily="2" charset="0"/>
                        </a:rPr>
                        <a:t>True</a:t>
                      </a:r>
                    </a:p>
                  </a:txBody>
                  <a:tcPr marT="45726" marB="45726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MU Serif" panose="02000603000000000000" pitchFamily="2" charset="0"/>
                          <a:ea typeface="CMU Serif" panose="02000603000000000000" pitchFamily="2" charset="0"/>
                          <a:cs typeface="CMU Serif" panose="02000603000000000000" pitchFamily="2" charset="0"/>
                        </a:rPr>
                        <a:t>False</a:t>
                      </a:r>
                    </a:p>
                  </a:txBody>
                  <a:tcPr marT="45726" marB="45726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MU Serif" panose="02000603000000000000" pitchFamily="2" charset="0"/>
                          <a:ea typeface="CMU Serif" panose="02000603000000000000" pitchFamily="2" charset="0"/>
                          <a:cs typeface="CMU Serif" panose="02000603000000000000" pitchFamily="2" charset="0"/>
                        </a:rPr>
                        <a:t>False</a:t>
                      </a:r>
                    </a:p>
                  </a:txBody>
                  <a:tcPr marT="45726" marB="45726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MU Serif" panose="02000603000000000000" pitchFamily="2" charset="0"/>
                          <a:ea typeface="CMU Serif" panose="02000603000000000000" pitchFamily="2" charset="0"/>
                          <a:cs typeface="CMU Serif" panose="02000603000000000000" pitchFamily="2" charset="0"/>
                        </a:rPr>
                        <a:t>False</a:t>
                      </a:r>
                    </a:p>
                  </a:txBody>
                  <a:tcPr marT="45726" marB="45726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MU Serif" panose="02000603000000000000" pitchFamily="2" charset="0"/>
                          <a:ea typeface="CMU Serif" panose="02000603000000000000" pitchFamily="2" charset="0"/>
                          <a:cs typeface="CMU Serif" panose="02000603000000000000" pitchFamily="2" charset="0"/>
                        </a:rPr>
                        <a:t>True</a:t>
                      </a:r>
                    </a:p>
                  </a:txBody>
                  <a:tcPr marT="45726" marB="45726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MU Serif" panose="02000603000000000000" pitchFamily="2" charset="0"/>
                          <a:ea typeface="CMU Serif" panose="02000603000000000000" pitchFamily="2" charset="0"/>
                          <a:cs typeface="CMU Serif" panose="02000603000000000000" pitchFamily="2" charset="0"/>
                        </a:rPr>
                        <a:t>False</a:t>
                      </a:r>
                    </a:p>
                  </a:txBody>
                  <a:tcPr marT="45726" marB="45726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MU Serif" panose="02000603000000000000" pitchFamily="2" charset="0"/>
                          <a:ea typeface="CMU Serif" panose="02000603000000000000" pitchFamily="2" charset="0"/>
                          <a:cs typeface="CMU Serif" panose="02000603000000000000" pitchFamily="2" charset="0"/>
                        </a:rPr>
                        <a:t>False</a:t>
                      </a:r>
                    </a:p>
                  </a:txBody>
                  <a:tcPr marT="45726" marB="45726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MU Serif" panose="02000603000000000000" pitchFamily="2" charset="0"/>
                          <a:ea typeface="CMU Serif" panose="02000603000000000000" pitchFamily="2" charset="0"/>
                          <a:cs typeface="CMU Serif" panose="02000603000000000000" pitchFamily="2" charset="0"/>
                        </a:rPr>
                        <a:t>True</a:t>
                      </a:r>
                    </a:p>
                  </a:txBody>
                  <a:tcPr marT="45726" marB="45726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MU Serif" panose="02000603000000000000" pitchFamily="2" charset="0"/>
                          <a:ea typeface="CMU Serif" panose="02000603000000000000" pitchFamily="2" charset="0"/>
                          <a:cs typeface="CMU Serif" panose="02000603000000000000" pitchFamily="2" charset="0"/>
                        </a:rPr>
                        <a:t>False</a:t>
                      </a:r>
                    </a:p>
                  </a:txBody>
                  <a:tcPr marT="45726" marB="45726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MU Serif" panose="02000603000000000000" pitchFamily="2" charset="0"/>
                          <a:ea typeface="CMU Serif" panose="02000603000000000000" pitchFamily="2" charset="0"/>
                          <a:cs typeface="CMU Serif" panose="02000603000000000000" pitchFamily="2" charset="0"/>
                        </a:rPr>
                        <a:t>True</a:t>
                      </a:r>
                    </a:p>
                  </a:txBody>
                  <a:tcPr marT="45726" marB="45726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MU Serif" panose="02000603000000000000" pitchFamily="2" charset="0"/>
                          <a:ea typeface="CMU Serif" panose="02000603000000000000" pitchFamily="2" charset="0"/>
                          <a:cs typeface="CMU Serif" panose="02000603000000000000" pitchFamily="2" charset="0"/>
                        </a:rPr>
                        <a:t>True</a:t>
                      </a:r>
                    </a:p>
                  </a:txBody>
                  <a:tcPr marT="45726" marB="45726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MU Serif" panose="02000603000000000000" pitchFamily="2" charset="0"/>
                          <a:ea typeface="CMU Serif" panose="02000603000000000000" pitchFamily="2" charset="0"/>
                          <a:cs typeface="CMU Serif" panose="02000603000000000000" pitchFamily="2" charset="0"/>
                        </a:rPr>
                        <a:t>True</a:t>
                      </a:r>
                    </a:p>
                  </a:txBody>
                  <a:tcPr marT="45726" marB="45726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MU Serif" panose="02000603000000000000" pitchFamily="2" charset="0"/>
                          <a:ea typeface="CMU Serif" panose="02000603000000000000" pitchFamily="2" charset="0"/>
                          <a:cs typeface="CMU Serif" panose="02000603000000000000" pitchFamily="2" charset="0"/>
                        </a:rPr>
                        <a:t>True</a:t>
                      </a:r>
                    </a:p>
                  </a:txBody>
                  <a:tcPr marT="45726" marB="45726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MU Serif" panose="02000603000000000000" pitchFamily="2" charset="0"/>
                          <a:ea typeface="CMU Serif" panose="02000603000000000000" pitchFamily="2" charset="0"/>
                          <a:cs typeface="CMU Serif" panose="02000603000000000000" pitchFamily="2" charset="0"/>
                        </a:rPr>
                        <a:t>True</a:t>
                      </a:r>
                    </a:p>
                  </a:txBody>
                  <a:tcPr marT="45726" marB="45726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MU Serif" panose="02000603000000000000" pitchFamily="2" charset="0"/>
                          <a:ea typeface="CMU Serif" panose="02000603000000000000" pitchFamily="2" charset="0"/>
                          <a:cs typeface="CMU Serif" panose="02000603000000000000" pitchFamily="2" charset="0"/>
                        </a:rPr>
                        <a:t>False</a:t>
                      </a:r>
                    </a:p>
                  </a:txBody>
                  <a:tcPr marT="45726" marB="45726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MU Serif" panose="02000603000000000000" pitchFamily="2" charset="0"/>
                          <a:ea typeface="CMU Serif" panose="02000603000000000000" pitchFamily="2" charset="0"/>
                          <a:cs typeface="CMU Serif" panose="02000603000000000000" pitchFamily="2" charset="0"/>
                        </a:rPr>
                        <a:t>False</a:t>
                      </a:r>
                    </a:p>
                  </a:txBody>
                  <a:tcPr marT="45726" marB="45726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MU Serif" panose="02000603000000000000" pitchFamily="2" charset="0"/>
                          <a:ea typeface="CMU Serif" panose="02000603000000000000" pitchFamily="2" charset="0"/>
                          <a:cs typeface="CMU Serif" panose="02000603000000000000" pitchFamily="2" charset="0"/>
                        </a:rPr>
                        <a:t>True</a:t>
                      </a:r>
                    </a:p>
                  </a:txBody>
                  <a:tcPr marT="45726" marB="45726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MU Serif" panose="02000603000000000000" pitchFamily="2" charset="0"/>
                          <a:ea typeface="CMU Serif" panose="02000603000000000000" pitchFamily="2" charset="0"/>
                          <a:cs typeface="CMU Serif" panose="02000603000000000000" pitchFamily="2" charset="0"/>
                        </a:rPr>
                        <a:t>True</a:t>
                      </a:r>
                    </a:p>
                  </a:txBody>
                  <a:tcPr marT="45726" marB="45726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MU Serif" panose="02000603000000000000" pitchFamily="2" charset="0"/>
                          <a:ea typeface="CMU Serif" panose="02000603000000000000" pitchFamily="2" charset="0"/>
                          <a:cs typeface="CMU Serif" panose="02000603000000000000" pitchFamily="2" charset="0"/>
                        </a:rPr>
                        <a:t>True</a:t>
                      </a:r>
                    </a:p>
                  </a:txBody>
                  <a:tcPr marT="45726" marB="45726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MU Serif" panose="02000603000000000000" pitchFamily="2" charset="0"/>
                          <a:ea typeface="CMU Serif" panose="02000603000000000000" pitchFamily="2" charset="0"/>
                          <a:cs typeface="CMU Serif" panose="02000603000000000000" pitchFamily="2" charset="0"/>
                        </a:rPr>
                        <a:t>False</a:t>
                      </a:r>
                    </a:p>
                  </a:txBody>
                  <a:tcPr marT="45726" marB="45726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MU Serif" panose="02000603000000000000" pitchFamily="2" charset="0"/>
                          <a:ea typeface="CMU Serif" panose="02000603000000000000" pitchFamily="2" charset="0"/>
                          <a:cs typeface="CMU Serif" panose="02000603000000000000" pitchFamily="2" charset="0"/>
                        </a:rPr>
                        <a:t>True</a:t>
                      </a:r>
                    </a:p>
                  </a:txBody>
                  <a:tcPr marT="45726" marB="45726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MU Serif" panose="02000603000000000000" pitchFamily="2" charset="0"/>
                          <a:ea typeface="CMU Serif" panose="02000603000000000000" pitchFamily="2" charset="0"/>
                          <a:cs typeface="CMU Serif" panose="02000603000000000000" pitchFamily="2" charset="0"/>
                        </a:rPr>
                        <a:t>False</a:t>
                      </a:r>
                    </a:p>
                  </a:txBody>
                  <a:tcPr marT="45726" marB="45726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MU Serif" panose="02000603000000000000" pitchFamily="2" charset="0"/>
                          <a:ea typeface="CMU Serif" panose="02000603000000000000" pitchFamily="2" charset="0"/>
                          <a:cs typeface="CMU Serif" panose="02000603000000000000" pitchFamily="2" charset="0"/>
                        </a:rPr>
                        <a:t>True</a:t>
                      </a:r>
                    </a:p>
                  </a:txBody>
                  <a:tcPr marT="45726" marB="45726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MU Serif" panose="02000603000000000000" pitchFamily="2" charset="0"/>
                          <a:ea typeface="CMU Serif" panose="02000603000000000000" pitchFamily="2" charset="0"/>
                          <a:cs typeface="CMU Serif" panose="02000603000000000000" pitchFamily="2" charset="0"/>
                        </a:rPr>
                        <a:t>True</a:t>
                      </a:r>
                    </a:p>
                  </a:txBody>
                  <a:tcPr marT="45726" marB="45726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MU Serif" panose="02000603000000000000" pitchFamily="2" charset="0"/>
                          <a:ea typeface="CMU Serif" panose="02000603000000000000" pitchFamily="2" charset="0"/>
                          <a:cs typeface="CMU Serif" panose="02000603000000000000" pitchFamily="2" charset="0"/>
                        </a:rPr>
                        <a:t>True</a:t>
                      </a:r>
                    </a:p>
                  </a:txBody>
                  <a:tcPr marT="45726" marB="45726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MU Serif" panose="02000603000000000000" pitchFamily="2" charset="0"/>
                          <a:ea typeface="CMU Serif" panose="02000603000000000000" pitchFamily="2" charset="0"/>
                          <a:cs typeface="CMU Serif" panose="02000603000000000000" pitchFamily="2" charset="0"/>
                        </a:rPr>
                        <a:t>False</a:t>
                      </a:r>
                    </a:p>
                  </a:txBody>
                  <a:tcPr marT="45726" marB="45726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MU Serif" panose="02000603000000000000" pitchFamily="2" charset="0"/>
                          <a:ea typeface="CMU Serif" panose="02000603000000000000" pitchFamily="2" charset="0"/>
                          <a:cs typeface="CMU Serif" panose="02000603000000000000" pitchFamily="2" charset="0"/>
                        </a:rPr>
                        <a:t>True</a:t>
                      </a:r>
                    </a:p>
                  </a:txBody>
                  <a:tcPr marT="45726" marB="45726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MU Serif" panose="02000603000000000000" pitchFamily="2" charset="0"/>
                          <a:ea typeface="CMU Serif" panose="02000603000000000000" pitchFamily="2" charset="0"/>
                          <a:cs typeface="CMU Serif" panose="02000603000000000000" pitchFamily="2" charset="0"/>
                        </a:rPr>
                        <a:t>True</a:t>
                      </a:r>
                    </a:p>
                  </a:txBody>
                  <a:tcPr marT="45726" marB="45726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MU Serif" panose="02000603000000000000" pitchFamily="2" charset="0"/>
                          <a:ea typeface="CMU Serif" panose="02000603000000000000" pitchFamily="2" charset="0"/>
                          <a:cs typeface="CMU Serif" panose="02000603000000000000" pitchFamily="2" charset="0"/>
                        </a:rPr>
                        <a:t>True</a:t>
                      </a:r>
                    </a:p>
                  </a:txBody>
                  <a:tcPr marT="45726" marB="45726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MU Serif" panose="02000603000000000000" pitchFamily="2" charset="0"/>
                          <a:ea typeface="CMU Serif" panose="02000603000000000000" pitchFamily="2" charset="0"/>
                          <a:cs typeface="CMU Serif" panose="02000603000000000000" pitchFamily="2" charset="0"/>
                        </a:rPr>
                        <a:t>True</a:t>
                      </a:r>
                    </a:p>
                  </a:txBody>
                  <a:tcPr marT="45726" marB="45726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MU Serif" panose="02000603000000000000" pitchFamily="2" charset="0"/>
                          <a:ea typeface="CMU Serif" panose="02000603000000000000" pitchFamily="2" charset="0"/>
                          <a:cs typeface="CMU Serif" panose="02000603000000000000" pitchFamily="2" charset="0"/>
                        </a:rPr>
                        <a:t>True</a:t>
                      </a:r>
                    </a:p>
                  </a:txBody>
                  <a:tcPr marT="45726" marB="45726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MU Serif" panose="02000603000000000000" pitchFamily="2" charset="0"/>
                          <a:ea typeface="CMU Serif" panose="02000603000000000000" pitchFamily="2" charset="0"/>
                          <a:cs typeface="CMU Serif" panose="02000603000000000000" pitchFamily="2" charset="0"/>
                        </a:rPr>
                        <a:t>True</a:t>
                      </a:r>
                    </a:p>
                  </a:txBody>
                  <a:tcPr marT="45726" marB="45726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MU Serif" panose="02000603000000000000" pitchFamily="2" charset="0"/>
                          <a:ea typeface="CMU Serif" panose="02000603000000000000" pitchFamily="2" charset="0"/>
                          <a:cs typeface="CMU Serif" panose="02000603000000000000" pitchFamily="2" charset="0"/>
                        </a:rPr>
                        <a:t>True</a:t>
                      </a:r>
                    </a:p>
                  </a:txBody>
                  <a:tcPr marT="45726" marB="45726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8C03F41E-44F8-DD8C-F8E1-D837DC9CCCF0}"/>
              </a:ext>
            </a:extLst>
          </p:cNvPr>
          <p:cNvSpPr txBox="1"/>
          <p:nvPr/>
        </p:nvSpPr>
        <p:spPr>
          <a:xfrm>
            <a:off x="452966" y="649870"/>
            <a:ext cx="8238067" cy="553998"/>
          </a:xfrm>
          <a:prstGeom prst="rect">
            <a:avLst/>
          </a:prstGeom>
          <a:noFill/>
          <a:ln w="12700">
            <a:solidFill>
              <a:schemeClr val="accent4"/>
            </a:solidFill>
          </a:ln>
        </p:spPr>
        <p:txBody>
          <a:bodyPr wrap="square" lIns="0" tIns="0" rIns="0" bIns="0" rtlCol="0" anchor="ctr">
            <a:spAutoFit/>
          </a:bodyPr>
          <a:lstStyle/>
          <a:p>
            <a:r>
              <a:rPr lang="en-US" sz="3600" dirty="0">
                <a:solidFill>
                  <a:schemeClr val="accent1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Enumeration Method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402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E67BB45-4E2B-5FC3-1BC1-6E4776077E2A}"/>
              </a:ext>
            </a:extLst>
          </p:cNvPr>
          <p:cNvSpPr txBox="1"/>
          <p:nvPr/>
        </p:nvSpPr>
        <p:spPr>
          <a:xfrm>
            <a:off x="452966" y="649870"/>
            <a:ext cx="8238067" cy="553998"/>
          </a:xfrm>
          <a:prstGeom prst="rect">
            <a:avLst/>
          </a:prstGeom>
          <a:noFill/>
          <a:ln w="12700">
            <a:solidFill>
              <a:schemeClr val="accent4"/>
            </a:solidFill>
          </a:ln>
        </p:spPr>
        <p:txBody>
          <a:bodyPr wrap="square" lIns="0" tIns="0" rIns="0" bIns="0" rtlCol="0" anchor="ctr">
            <a:spAutoFit/>
          </a:bodyPr>
          <a:lstStyle/>
          <a:p>
            <a:r>
              <a:rPr lang="en-US" sz="3600" dirty="0">
                <a:solidFill>
                  <a:schemeClr val="accent1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Enumeration Method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9F970DF7-1F6D-8EC1-CE2D-262A92FAB099}"/>
                  </a:ext>
                </a:extLst>
              </p:cNvPr>
              <p:cNvSpPr txBox="1"/>
              <p:nvPr/>
            </p:nvSpPr>
            <p:spPr>
              <a:xfrm>
                <a:off x="452967" y="2049617"/>
                <a:ext cx="8238066" cy="3770263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spAutoFit/>
              </a:bodyPr>
              <a:lstStyle/>
              <a:p>
                <a:pPr marL="342900" indent="-342900" algn="just">
                  <a:spcAft>
                    <a:spcPts val="600"/>
                  </a:spcAft>
                  <a:buClr>
                    <a:schemeClr val="accent1"/>
                  </a:buClr>
                  <a:buFont typeface="Arial" panose="020B0604020202020204" pitchFamily="34" charset="0"/>
                  <a:buChar char="•"/>
                </a:pPr>
                <a:r>
                  <a:rPr lang="en-US" sz="2200" dirty="0">
                    <a:latin typeface="CMU Serif" panose="02000603000000000000" pitchFamily="2" charset="0"/>
                    <a:ea typeface="CMU Serif" panose="02000603000000000000" pitchFamily="2" charset="0"/>
                    <a:cs typeface="CMU Serif" panose="02000603000000000000" pitchFamily="2" charset="0"/>
                  </a:rPr>
                  <a:t>Enumeration method is both </a:t>
                </a:r>
                <a:r>
                  <a:rPr lang="en-US" sz="2200" dirty="0">
                    <a:solidFill>
                      <a:schemeClr val="accent1"/>
                    </a:solidFill>
                    <a:latin typeface="CMU Serif" panose="02000603000000000000" pitchFamily="2" charset="0"/>
                    <a:ea typeface="CMU Serif" panose="02000603000000000000" pitchFamily="2" charset="0"/>
                    <a:cs typeface="CMU Serif" panose="02000603000000000000" pitchFamily="2" charset="0"/>
                  </a:rPr>
                  <a:t>sound</a:t>
                </a:r>
                <a:r>
                  <a:rPr lang="en-US" sz="2200" dirty="0">
                    <a:latin typeface="CMU Serif" panose="02000603000000000000" pitchFamily="2" charset="0"/>
                    <a:ea typeface="CMU Serif" panose="02000603000000000000" pitchFamily="2" charset="0"/>
                    <a:cs typeface="CMU Serif" panose="02000603000000000000" pitchFamily="2" charset="0"/>
                  </a:rPr>
                  <a:t> and </a:t>
                </a:r>
                <a:r>
                  <a:rPr lang="en-US" sz="2200" dirty="0">
                    <a:solidFill>
                      <a:schemeClr val="accent1"/>
                    </a:solidFill>
                    <a:latin typeface="CMU Serif" panose="02000603000000000000" pitchFamily="2" charset="0"/>
                    <a:ea typeface="CMU Serif" panose="02000603000000000000" pitchFamily="2" charset="0"/>
                    <a:cs typeface="CMU Serif" panose="02000603000000000000" pitchFamily="2" charset="0"/>
                  </a:rPr>
                  <a:t>complete</a:t>
                </a:r>
                <a:r>
                  <a:rPr lang="en-US" sz="2200" dirty="0">
                    <a:latin typeface="CMU Serif" panose="02000603000000000000" pitchFamily="2" charset="0"/>
                    <a:ea typeface="CMU Serif" panose="02000603000000000000" pitchFamily="2" charset="0"/>
                    <a:cs typeface="CMU Serif" panose="02000603000000000000" pitchFamily="2" charset="0"/>
                  </a:rPr>
                  <a:t>. </a:t>
                </a:r>
              </a:p>
              <a:p>
                <a:pPr marL="342900" indent="-342900" algn="just">
                  <a:spcAft>
                    <a:spcPts val="600"/>
                  </a:spcAft>
                  <a:buClr>
                    <a:schemeClr val="accent1"/>
                  </a:buClr>
                  <a:buFont typeface="Arial" panose="020B0604020202020204" pitchFamily="34" charset="0"/>
                  <a:buChar char="•"/>
                </a:pPr>
                <a:r>
                  <a:rPr lang="en-US" sz="2200" dirty="0">
                    <a:latin typeface="CMU Serif" panose="02000603000000000000" pitchFamily="2" charset="0"/>
                    <a:ea typeface="CMU Serif" panose="02000603000000000000" pitchFamily="2" charset="0"/>
                    <a:cs typeface="CMU Serif" panose="02000603000000000000" pitchFamily="2" charset="0"/>
                  </a:rPr>
                  <a:t>However, for n symbols, the time complexity is </a:t>
                </a:r>
                <a14:m>
                  <m:oMath xmlns:m="http://schemas.openxmlformats.org/officeDocument/2006/math">
                    <m:r>
                      <a:rPr lang="en-US" sz="2200" b="0" i="1" smtClean="0">
                        <a:latin typeface="Cambria Math" panose="02040503050406030204" pitchFamily="18" charset="0"/>
                        <a:ea typeface="CMU Serif" panose="02000603000000000000" pitchFamily="2" charset="0"/>
                        <a:cs typeface="CMU Serif" panose="02000603000000000000" pitchFamily="2" charset="0"/>
                      </a:rPr>
                      <m:t>𝑂</m:t>
                    </m:r>
                    <m:r>
                      <a:rPr lang="en-US" sz="2200" b="0" i="1" smtClean="0">
                        <a:latin typeface="Cambria Math" panose="02040503050406030204" pitchFamily="18" charset="0"/>
                        <a:ea typeface="CMU Serif" panose="02000603000000000000" pitchFamily="2" charset="0"/>
                        <a:cs typeface="CMU Serif" panose="02000603000000000000" pitchFamily="2" charset="0"/>
                      </a:rPr>
                      <m:t>(</m:t>
                    </m:r>
                    <m:sSup>
                      <m:sSupPr>
                        <m:ctrlPr>
                          <a:rPr lang="en-US" sz="2200" b="0" i="1" smtClean="0">
                            <a:latin typeface="Cambria Math" panose="02040503050406030204" pitchFamily="18" charset="0"/>
                            <a:ea typeface="CMU Serif" panose="02000603000000000000" pitchFamily="2" charset="0"/>
                            <a:cs typeface="CMU Serif" panose="02000603000000000000" pitchFamily="2" charset="0"/>
                          </a:rPr>
                        </m:ctrlPr>
                      </m:sSupPr>
                      <m:e>
                        <m:r>
                          <a:rPr lang="en-US" sz="2200" b="0" i="1" smtClean="0">
                            <a:latin typeface="Cambria Math" panose="02040503050406030204" pitchFamily="18" charset="0"/>
                            <a:ea typeface="CMU Serif" panose="02000603000000000000" pitchFamily="2" charset="0"/>
                            <a:cs typeface="CMU Serif" panose="02000603000000000000" pitchFamily="2" charset="0"/>
                          </a:rPr>
                          <m:t>2</m:t>
                        </m:r>
                      </m:e>
                      <m:sup>
                        <m:r>
                          <a:rPr lang="en-US" sz="2200" b="0" i="1" smtClean="0">
                            <a:latin typeface="Cambria Math" panose="02040503050406030204" pitchFamily="18" charset="0"/>
                            <a:ea typeface="CMU Serif" panose="02000603000000000000" pitchFamily="2" charset="0"/>
                            <a:cs typeface="CMU Serif" panose="02000603000000000000" pitchFamily="2" charset="0"/>
                          </a:rPr>
                          <m:t>𝑛</m:t>
                        </m:r>
                      </m:sup>
                    </m:sSup>
                    <m:r>
                      <a:rPr lang="en-US" sz="2200" b="0" i="1" smtClean="0">
                        <a:latin typeface="Cambria Math" panose="02040503050406030204" pitchFamily="18" charset="0"/>
                        <a:ea typeface="CMU Serif" panose="02000603000000000000" pitchFamily="2" charset="0"/>
                        <a:cs typeface="CMU Serif" panose="02000603000000000000" pitchFamily="2" charset="0"/>
                      </a:rPr>
                      <m:t>)</m:t>
                    </m:r>
                  </m:oMath>
                </a14:m>
                <a:r>
                  <a:rPr lang="en-US" sz="2200" dirty="0">
                    <a:latin typeface="CMU Serif" panose="02000603000000000000" pitchFamily="2" charset="0"/>
                    <a:ea typeface="CMU Serif" panose="02000603000000000000" pitchFamily="2" charset="0"/>
                    <a:cs typeface="CMU Serif" panose="02000603000000000000" pitchFamily="2" charset="0"/>
                  </a:rPr>
                  <a:t>.</a:t>
                </a:r>
              </a:p>
              <a:p>
                <a:pPr algn="just">
                  <a:spcAft>
                    <a:spcPts val="600"/>
                  </a:spcAft>
                  <a:buClr>
                    <a:schemeClr val="accent1"/>
                  </a:buClr>
                </a:pPr>
                <a:endParaRPr lang="en-US" sz="2200" dirty="0">
                  <a:latin typeface="CMU Serif" panose="02000603000000000000" pitchFamily="2" charset="0"/>
                  <a:ea typeface="CMU Serif" panose="02000603000000000000" pitchFamily="2" charset="0"/>
                  <a:cs typeface="CMU Serif" panose="02000603000000000000" pitchFamily="2" charset="0"/>
                </a:endParaRPr>
              </a:p>
              <a:p>
                <a:pPr algn="just">
                  <a:spcAft>
                    <a:spcPts val="600"/>
                  </a:spcAft>
                  <a:buClr>
                    <a:schemeClr val="accent1"/>
                  </a:buClr>
                </a:pPr>
                <a:r>
                  <a:rPr lang="en-US" sz="2200" dirty="0">
                    <a:latin typeface="CMU Serif" panose="02000603000000000000" pitchFamily="2" charset="0"/>
                    <a:ea typeface="CMU Serif" panose="02000603000000000000" pitchFamily="2" charset="0"/>
                    <a:cs typeface="CMU Serif" panose="02000603000000000000" pitchFamily="2" charset="0"/>
                  </a:rPr>
                  <a:t>We can improve the inference process by applying the inference rules. </a:t>
                </a:r>
              </a:p>
              <a:p>
                <a:pPr marL="342900" indent="-342900" algn="just">
                  <a:spcAft>
                    <a:spcPts val="600"/>
                  </a:spcAft>
                  <a:buClr>
                    <a:schemeClr val="accent1"/>
                  </a:buClr>
                  <a:buFont typeface="Arial" panose="020B0604020202020204" pitchFamily="34" charset="0"/>
                  <a:buChar char="•"/>
                </a:pPr>
                <a:r>
                  <a:rPr lang="en-US" sz="2200" dirty="0">
                    <a:latin typeface="CMU Serif" panose="02000603000000000000" pitchFamily="2" charset="0"/>
                    <a:ea typeface="CMU Serif" panose="02000603000000000000" pitchFamily="2" charset="0"/>
                    <a:cs typeface="CMU Serif" panose="02000603000000000000" pitchFamily="2" charset="0"/>
                  </a:rPr>
                  <a:t>Entailment can be done by theorem proving—applying rules of inference directly to the sentences in our knowledge base.</a:t>
                </a:r>
              </a:p>
              <a:p>
                <a:pPr marL="342900" indent="-342900" algn="just">
                  <a:spcAft>
                    <a:spcPts val="600"/>
                  </a:spcAft>
                  <a:buClr>
                    <a:schemeClr val="accent1"/>
                  </a:buClr>
                  <a:buFont typeface="Arial" panose="020B0604020202020204" pitchFamily="34" charset="0"/>
                  <a:buChar char="•"/>
                </a:pPr>
                <a:r>
                  <a:rPr lang="en-US" sz="2200" dirty="0">
                    <a:latin typeface="CMU Serif" panose="02000603000000000000" pitchFamily="2" charset="0"/>
                    <a:ea typeface="CMU Serif" panose="02000603000000000000" pitchFamily="2" charset="0"/>
                    <a:cs typeface="CMU Serif" panose="02000603000000000000" pitchFamily="2" charset="0"/>
                  </a:rPr>
                  <a:t>If the number of models is large but the length of the proof is short, then theorem proving can be more efficient than model checking.</a:t>
                </a: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9F970DF7-1F6D-8EC1-CE2D-262A92FAB0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2967" y="2049617"/>
                <a:ext cx="8238066" cy="3770263"/>
              </a:xfrm>
              <a:prstGeom prst="rect">
                <a:avLst/>
              </a:prstGeom>
              <a:blipFill>
                <a:blip r:embed="rId2"/>
                <a:stretch>
                  <a:fillRect l="-2071" t="-2100" r="-1997" b="-40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FF148398-EF89-43D6-9FEF-DE70151C1A5B}"/>
                  </a:ext>
                </a:extLst>
              </p14:cNvPr>
              <p14:cNvContentPartPr/>
              <p14:nvPr/>
            </p14:nvContentPartPr>
            <p14:xfrm>
              <a:off x="876864" y="3919158"/>
              <a:ext cx="6813360" cy="12276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FF148398-EF89-43D6-9FEF-DE70151C1A5B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867864" y="3910158"/>
                <a:ext cx="6831000" cy="1404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4D50E1E-6C7E-FBBA-6771-17AE39D17596}"/>
              </a:ext>
            </a:extLst>
          </p:cNvPr>
          <p:cNvSpPr txBox="1"/>
          <p:nvPr/>
        </p:nvSpPr>
        <p:spPr>
          <a:xfrm>
            <a:off x="452966" y="649870"/>
            <a:ext cx="8238067" cy="553998"/>
          </a:xfrm>
          <a:prstGeom prst="rect">
            <a:avLst/>
          </a:prstGeom>
          <a:noFill/>
          <a:ln w="12700">
            <a:solidFill>
              <a:schemeClr val="accent4"/>
            </a:solidFill>
          </a:ln>
        </p:spPr>
        <p:txBody>
          <a:bodyPr wrap="square" lIns="0" tIns="0" rIns="0" bIns="0" rtlCol="0" anchor="ctr">
            <a:spAutoFit/>
          </a:bodyPr>
          <a:lstStyle/>
          <a:p>
            <a:r>
              <a:rPr lang="en-US" sz="3600" dirty="0">
                <a:solidFill>
                  <a:schemeClr val="accent1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Validity and Satisfiability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C043DC2-5074-B38F-E9D1-4B9A066AC0D9}"/>
              </a:ext>
            </a:extLst>
          </p:cNvPr>
          <p:cNvSpPr txBox="1"/>
          <p:nvPr/>
        </p:nvSpPr>
        <p:spPr>
          <a:xfrm>
            <a:off x="452966" y="1677990"/>
            <a:ext cx="8238066" cy="4601260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marL="342900" indent="-342900" algn="just"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22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Before we diving into the theorem-proving algorithms, we will need some concepts related to entailment.</a:t>
            </a:r>
          </a:p>
          <a:p>
            <a:pPr marL="342900" indent="-342900" algn="just"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22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A sentence is </a:t>
            </a:r>
            <a:r>
              <a:rPr lang="en-US" sz="2200" dirty="0">
                <a:solidFill>
                  <a:schemeClr val="accent1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valid</a:t>
            </a:r>
            <a:r>
              <a:rPr lang="en-US" sz="22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, if it is true in all models, e.g., True,         A ⋁ ¬A, A ⇒ A, (A ⋀ (A ⇒ B)) ⇒ B</a:t>
            </a:r>
          </a:p>
          <a:p>
            <a:pPr marL="342900" indent="-342900" algn="just"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chemeClr val="accent1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Validity</a:t>
            </a:r>
            <a:r>
              <a:rPr lang="en-US" sz="22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 is connected to inference via the Deduction Theorem: KB ╞ α if and only if (KB ⋀ α) is valid.</a:t>
            </a:r>
          </a:p>
          <a:p>
            <a:pPr marL="342900" indent="-342900" algn="just"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22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A sentence is </a:t>
            </a:r>
            <a:r>
              <a:rPr lang="en-US" sz="2200" dirty="0">
                <a:solidFill>
                  <a:schemeClr val="accent1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satisfiable</a:t>
            </a:r>
            <a:r>
              <a:rPr lang="en-US" sz="22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 if it is true in some model, e.g., A ⋁ B</a:t>
            </a:r>
          </a:p>
          <a:p>
            <a:pPr marL="342900" indent="-342900" algn="just"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22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A sentence is </a:t>
            </a:r>
            <a:r>
              <a:rPr lang="en-US" sz="2200" dirty="0">
                <a:solidFill>
                  <a:schemeClr val="accent1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unsatisfiable</a:t>
            </a:r>
            <a:r>
              <a:rPr lang="en-US" sz="22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 if it is false in all models. e.g.,        A ⋀ ¬A</a:t>
            </a:r>
          </a:p>
          <a:p>
            <a:pPr marL="342900" indent="-342900" algn="just"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chemeClr val="accent1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Satisfiability</a:t>
            </a:r>
            <a:r>
              <a:rPr lang="en-US" sz="22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 is connected to inference via the following:</a:t>
            </a:r>
          </a:p>
          <a:p>
            <a:pPr marL="342900" indent="-342900" algn="just"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22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KB ╞ α if and only if (KB ⋀ ¬α) is unsatisfiable (there is no model for which KB = true and α is false). 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C03B61F1-1476-4395-99FA-75E3A010F172}"/>
              </a:ext>
            </a:extLst>
          </p:cNvPr>
          <p:cNvGrpSpPr/>
          <p:nvPr/>
        </p:nvGrpSpPr>
        <p:grpSpPr>
          <a:xfrm>
            <a:off x="224904" y="5533038"/>
            <a:ext cx="241560" cy="494280"/>
            <a:chOff x="224904" y="5533038"/>
            <a:chExt cx="241560" cy="494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984EED90-C3EF-47DA-828D-949D1D7A6F67}"/>
                    </a:ext>
                  </a:extLst>
                </p14:cNvPr>
                <p14:cNvContentPartPr/>
                <p14:nvPr/>
              </p14:nvContentPartPr>
              <p14:xfrm>
                <a:off x="269184" y="5533038"/>
                <a:ext cx="169560" cy="270720"/>
              </p14:xfrm>
            </p:contentPart>
          </mc:Choice>
          <mc:Fallback xmlns=""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984EED90-C3EF-47DA-828D-949D1D7A6F67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260544" y="5524038"/>
                  <a:ext cx="187200" cy="28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78CB43EA-6B1B-41D9-BF99-2AF94CFA9348}"/>
                    </a:ext>
                  </a:extLst>
                </p14:cNvPr>
                <p14:cNvContentPartPr/>
                <p14:nvPr/>
              </p14:nvContentPartPr>
              <p14:xfrm>
                <a:off x="224904" y="5691798"/>
                <a:ext cx="241560" cy="33552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78CB43EA-6B1B-41D9-BF99-2AF94CFA9348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216264" y="5682798"/>
                  <a:ext cx="259200" cy="353160"/>
                </a:xfrm>
                <a:prstGeom prst="rect">
                  <a:avLst/>
                </a:prstGeom>
              </p:spPr>
            </p:pic>
          </mc:Fallback>
        </mc:AlternateContent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75EEA6B-A50D-0183-0B37-8E7C92D6C577}"/>
              </a:ext>
            </a:extLst>
          </p:cNvPr>
          <p:cNvSpPr txBox="1"/>
          <p:nvPr/>
        </p:nvSpPr>
        <p:spPr>
          <a:xfrm>
            <a:off x="452966" y="649870"/>
            <a:ext cx="8238067" cy="553998"/>
          </a:xfrm>
          <a:prstGeom prst="rect">
            <a:avLst/>
          </a:prstGeom>
          <a:noFill/>
          <a:ln w="12700">
            <a:solidFill>
              <a:schemeClr val="accent4"/>
            </a:solidFill>
          </a:ln>
        </p:spPr>
        <p:txBody>
          <a:bodyPr wrap="square" lIns="0" tIns="0" rIns="0" bIns="0" rtlCol="0" anchor="ctr">
            <a:spAutoFit/>
          </a:bodyPr>
          <a:lstStyle/>
          <a:p>
            <a:r>
              <a:rPr lang="en-US" sz="3600" dirty="0">
                <a:solidFill>
                  <a:schemeClr val="accent1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Propositional Logic: Inference Rules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0E4233D9-7E91-8EF7-6E4F-D3723EBDA4A5}"/>
                  </a:ext>
                </a:extLst>
              </p:cNvPr>
              <p:cNvSpPr txBox="1"/>
              <p:nvPr/>
            </p:nvSpPr>
            <p:spPr>
              <a:xfrm>
                <a:off x="452966" y="2744349"/>
                <a:ext cx="8238066" cy="1980863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spAutoFit/>
              </a:bodyPr>
              <a:lstStyle/>
              <a:p>
                <a:pPr marL="342900" indent="-342900" algn="just">
                  <a:spcAft>
                    <a:spcPts val="600"/>
                  </a:spcAft>
                  <a:buClr>
                    <a:schemeClr val="accent1"/>
                  </a:buClr>
                  <a:buFont typeface="Arial" panose="020B0604020202020204" pitchFamily="34" charset="0"/>
                  <a:buChar char="•"/>
                </a:pPr>
                <a:r>
                  <a:rPr lang="en-US" sz="2400" dirty="0">
                    <a:latin typeface="CMU Serif" panose="02000603000000000000" pitchFamily="2" charset="0"/>
                    <a:ea typeface="CMU Serif" panose="02000603000000000000" pitchFamily="2" charset="0"/>
                    <a:cs typeface="CMU Serif" panose="02000603000000000000" pitchFamily="2" charset="0"/>
                  </a:rPr>
                  <a:t>An inference rule is sound if the conclusion is true in all cases where the premises are true.</a:t>
                </a:r>
              </a:p>
              <a:p>
                <a:pPr algn="just">
                  <a:spcAft>
                    <a:spcPts val="600"/>
                  </a:spcAft>
                  <a:buClr>
                    <a:schemeClr val="accent1"/>
                  </a:buClr>
                </a:pPr>
                <a:endParaRPr lang="en-US" sz="2400" dirty="0">
                  <a:latin typeface="CMU Serif" panose="02000603000000000000" pitchFamily="2" charset="0"/>
                  <a:ea typeface="CMU Serif" panose="02000603000000000000" pitchFamily="2" charset="0"/>
                  <a:cs typeface="CMU Serif" panose="02000603000000000000" pitchFamily="2" charset="0"/>
                </a:endParaRPr>
              </a:p>
              <a:p>
                <a:pPr algn="ctr">
                  <a:spcAft>
                    <a:spcPts val="600"/>
                  </a:spcAft>
                  <a:buClr>
                    <a:schemeClr val="accent1"/>
                  </a:buClr>
                </a:pPr>
                <a14:m>
                  <m:oMath xmlns:m="http://schemas.openxmlformats.org/officeDocument/2006/math">
                    <m:f>
                      <m:fPr>
                        <m:ctrlPr>
                          <a:rPr lang="en-US" sz="3200" i="1" smtClean="0">
                            <a:latin typeface="Cambria Math" panose="02040503050406030204" pitchFamily="18" charset="0"/>
                            <a:ea typeface="CMU Serif" panose="02000603000000000000" pitchFamily="2" charset="0"/>
                            <a:cs typeface="CMU Serif" panose="02000603000000000000" pitchFamily="2" charset="0"/>
                          </a:rPr>
                        </m:ctrlPr>
                      </m:fPr>
                      <m:num>
                        <m:r>
                          <a:rPr lang="en-US" sz="3200" b="0" i="1" smtClean="0">
                            <a:latin typeface="Cambria Math" panose="02040503050406030204" pitchFamily="18" charset="0"/>
                            <a:ea typeface="CMU Serif" panose="02000603000000000000" pitchFamily="2" charset="0"/>
                            <a:cs typeface="CMU Serif" panose="02000603000000000000" pitchFamily="2" charset="0"/>
                          </a:rPr>
                          <m:t>𝛼</m:t>
                        </m:r>
                      </m:num>
                      <m:den>
                        <m:r>
                          <a:rPr lang="en-US" sz="3200" b="0" i="1" smtClean="0">
                            <a:latin typeface="Cambria Math" panose="02040503050406030204" pitchFamily="18" charset="0"/>
                            <a:ea typeface="CMU Serif" panose="02000603000000000000" pitchFamily="2" charset="0"/>
                            <a:cs typeface="CMU Serif" panose="02000603000000000000" pitchFamily="2" charset="0"/>
                          </a:rPr>
                          <m:t>𝛽</m:t>
                        </m:r>
                      </m:den>
                    </m:f>
                  </m:oMath>
                </a14:m>
                <a:r>
                  <a:rPr lang="en-US" sz="3200" dirty="0">
                    <a:latin typeface="CMU Serif" panose="02000603000000000000" pitchFamily="2" charset="0"/>
                    <a:ea typeface="CMU Serif" panose="02000603000000000000" pitchFamily="2" charset="0"/>
                    <a:cs typeface="CMU Serif" panose="02000603000000000000" pitchFamily="2" charset="0"/>
                  </a:rPr>
                  <a:t>    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3200" i="1" dirty="0" smtClean="0">
                            <a:latin typeface="Cambria Math" panose="02040503050406030204" pitchFamily="18" charset="0"/>
                            <a:ea typeface="CMU Serif" panose="02000603000000000000" pitchFamily="2" charset="0"/>
                            <a:cs typeface="CMU Serif" panose="02000603000000000000" pitchFamily="2" charset="0"/>
                          </a:rPr>
                        </m:ctrlPr>
                      </m:fPr>
                      <m:num>
                        <m:r>
                          <a:rPr lang="en-US" sz="3200" b="0" i="1" dirty="0" smtClean="0">
                            <a:latin typeface="Cambria Math" panose="02040503050406030204" pitchFamily="18" charset="0"/>
                            <a:ea typeface="CMU Serif" panose="02000603000000000000" pitchFamily="2" charset="0"/>
                            <a:cs typeface="CMU Serif" panose="02000603000000000000" pitchFamily="2" charset="0"/>
                          </a:rPr>
                          <m:t>𝑃𝑟𝑒𝑚𝑖𝑠𝑒</m:t>
                        </m:r>
                      </m:num>
                      <m:den>
                        <m:r>
                          <a:rPr lang="en-US" sz="3200" b="0" i="1" dirty="0" smtClean="0">
                            <a:latin typeface="Cambria Math" panose="02040503050406030204" pitchFamily="18" charset="0"/>
                            <a:ea typeface="CMU Serif" panose="02000603000000000000" pitchFamily="2" charset="0"/>
                            <a:cs typeface="CMU Serif" panose="02000603000000000000" pitchFamily="2" charset="0"/>
                          </a:rPr>
                          <m:t>𝐶𝑜𝑛𝑐𝑙𝑢𝑠𝑖𝑜𝑛</m:t>
                        </m:r>
                      </m:den>
                    </m:f>
                  </m:oMath>
                </a14:m>
                <a:endParaRPr lang="en-US" sz="2400" dirty="0">
                  <a:latin typeface="CMU Serif" panose="02000603000000000000" pitchFamily="2" charset="0"/>
                  <a:ea typeface="CMU Serif" panose="02000603000000000000" pitchFamily="2" charset="0"/>
                  <a:cs typeface="CMU Serif" panose="02000603000000000000" pitchFamily="2" charset="0"/>
                </a:endParaRP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0E4233D9-7E91-8EF7-6E4F-D3723EBDA4A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2966" y="2744349"/>
                <a:ext cx="8238066" cy="1980863"/>
              </a:xfrm>
              <a:prstGeom prst="rect">
                <a:avLst/>
              </a:prstGeom>
              <a:blipFill>
                <a:blip r:embed="rId2"/>
                <a:stretch>
                  <a:fillRect l="-2071" t="-4615" r="-2219" b="-6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83D58EB-B1A9-A331-411B-6730DC3E6B34}"/>
              </a:ext>
            </a:extLst>
          </p:cNvPr>
          <p:cNvSpPr txBox="1"/>
          <p:nvPr/>
        </p:nvSpPr>
        <p:spPr>
          <a:xfrm>
            <a:off x="452966" y="649870"/>
            <a:ext cx="8238067" cy="553998"/>
          </a:xfrm>
          <a:prstGeom prst="rect">
            <a:avLst/>
          </a:prstGeom>
          <a:noFill/>
          <a:ln w="12700">
            <a:solidFill>
              <a:schemeClr val="accent4"/>
            </a:solidFill>
          </a:ln>
        </p:spPr>
        <p:txBody>
          <a:bodyPr wrap="square" lIns="0" tIns="0" rIns="0" bIns="0" rtlCol="0" anchor="ctr">
            <a:spAutoFit/>
          </a:bodyPr>
          <a:lstStyle/>
          <a:p>
            <a:r>
              <a:rPr lang="en-US" sz="3600" dirty="0">
                <a:solidFill>
                  <a:schemeClr val="accent1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Inference Rules: Modus Ponens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BE5EBC82-5BDF-7D3D-B463-ECA5005ED70F}"/>
                  </a:ext>
                </a:extLst>
              </p:cNvPr>
              <p:cNvSpPr txBox="1"/>
              <p:nvPr/>
            </p:nvSpPr>
            <p:spPr>
              <a:xfrm>
                <a:off x="452966" y="1803933"/>
                <a:ext cx="8238066" cy="4276876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spAutoFit/>
              </a:bodyPr>
              <a:lstStyle/>
              <a:p>
                <a:pPr marL="342900" indent="-342900" algn="just">
                  <a:spcAft>
                    <a:spcPts val="600"/>
                  </a:spcAft>
                  <a:buClr>
                    <a:schemeClr val="accent1"/>
                  </a:buClr>
                  <a:buFont typeface="Arial" panose="020B0604020202020204" pitchFamily="34" charset="0"/>
                  <a:buChar char="•"/>
                </a:pPr>
                <a:r>
                  <a:rPr lang="en-US" sz="2400" dirty="0">
                    <a:latin typeface="CMU Serif" panose="02000603000000000000" pitchFamily="2" charset="0"/>
                    <a:ea typeface="CMU Serif" panose="02000603000000000000" pitchFamily="2" charset="0"/>
                    <a:cs typeface="CMU Serif" panose="02000603000000000000" pitchFamily="2" charset="0"/>
                  </a:rPr>
                  <a:t>Modus Ponens (Latin for mode that affirms). </a:t>
                </a:r>
              </a:p>
              <a:p>
                <a:pPr marL="342900" indent="-342900" algn="just">
                  <a:spcAft>
                    <a:spcPts val="600"/>
                  </a:spcAft>
                  <a:buClr>
                    <a:schemeClr val="accent1"/>
                  </a:buClr>
                  <a:buFont typeface="Arial" panose="020B0604020202020204" pitchFamily="34" charset="0"/>
                  <a:buChar char="•"/>
                </a:pPr>
                <a:r>
                  <a:rPr lang="en-US" sz="2400" dirty="0">
                    <a:latin typeface="CMU Serif" panose="02000603000000000000" pitchFamily="2" charset="0"/>
                    <a:ea typeface="CMU Serif" panose="02000603000000000000" pitchFamily="2" charset="0"/>
                    <a:cs typeface="CMU Serif" panose="02000603000000000000" pitchFamily="2" charset="0"/>
                  </a:rPr>
                  <a:t>From an implication and the premise of the implication, you can infer the conclusion.</a:t>
                </a:r>
              </a:p>
              <a:p>
                <a:pPr algn="just">
                  <a:spcAft>
                    <a:spcPts val="600"/>
                  </a:spcAft>
                  <a:buClr>
                    <a:schemeClr val="accent1"/>
                  </a:buClr>
                </a:pPr>
                <a:endParaRPr lang="en-US" sz="2400" dirty="0">
                  <a:latin typeface="CMU Serif" panose="02000603000000000000" pitchFamily="2" charset="0"/>
                  <a:ea typeface="CMU Serif" panose="02000603000000000000" pitchFamily="2" charset="0"/>
                  <a:cs typeface="CMU Serif" panose="02000603000000000000" pitchFamily="2" charset="0"/>
                </a:endParaRPr>
              </a:p>
              <a:p>
                <a:pPr algn="ctr">
                  <a:spcAft>
                    <a:spcPts val="600"/>
                  </a:spcAft>
                  <a:buClr>
                    <a:schemeClr val="accent1"/>
                  </a:buClr>
                </a:pPr>
                <a14:m>
                  <m:oMath xmlns:m="http://schemas.openxmlformats.org/officeDocument/2006/math">
                    <m:f>
                      <m:fPr>
                        <m:ctrlPr>
                          <a:rPr lang="en-US" sz="3200" i="1" smtClean="0">
                            <a:latin typeface="Cambria Math" panose="02040503050406030204" pitchFamily="18" charset="0"/>
                            <a:ea typeface="CMU Serif" panose="02000603000000000000" pitchFamily="2" charset="0"/>
                            <a:cs typeface="CMU Serif" panose="02000603000000000000" pitchFamily="2" charset="0"/>
                          </a:rPr>
                        </m:ctrlPr>
                      </m:fPr>
                      <m:num>
                        <m:r>
                          <a:rPr lang="en-US" sz="3200" b="0" i="1" smtClean="0">
                            <a:latin typeface="Cambria Math" panose="02040503050406030204" pitchFamily="18" charset="0"/>
                            <a:ea typeface="CMU Serif" panose="02000603000000000000" pitchFamily="2" charset="0"/>
                            <a:cs typeface="CMU Serif" panose="02000603000000000000" pitchFamily="2" charset="0"/>
                          </a:rPr>
                          <m:t>𝛼</m:t>
                        </m:r>
                        <m:r>
                          <a:rPr lang="en-US" sz="3200" b="0" i="1" smtClean="0">
                            <a:latin typeface="Cambria Math" panose="02040503050406030204" pitchFamily="18" charset="0"/>
                            <a:ea typeface="CMU Serif" panose="02000603000000000000" pitchFamily="2" charset="0"/>
                            <a:cs typeface="CMU Serif" panose="02000603000000000000" pitchFamily="2" charset="0"/>
                          </a:rPr>
                          <m:t> ⟹ </m:t>
                        </m:r>
                        <m:r>
                          <a:rPr lang="en-US" sz="3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MU Serif" panose="02000603000000000000" pitchFamily="2" charset="0"/>
                          </a:rPr>
                          <m:t>𝛽</m:t>
                        </m:r>
                        <m:r>
                          <a:rPr lang="en-US" sz="3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MU Serif" panose="02000603000000000000" pitchFamily="2" charset="0"/>
                          </a:rPr>
                          <m:t>,   </m:t>
                        </m:r>
                        <m:r>
                          <a:rPr lang="en-US" sz="3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MU Serif" panose="02000603000000000000" pitchFamily="2" charset="0"/>
                          </a:rPr>
                          <m:t>𝛼</m:t>
                        </m:r>
                      </m:num>
                      <m:den>
                        <m:r>
                          <a:rPr lang="en-US" sz="3200" b="0" i="1" smtClean="0">
                            <a:latin typeface="Cambria Math" panose="02040503050406030204" pitchFamily="18" charset="0"/>
                            <a:ea typeface="CMU Serif" panose="02000603000000000000" pitchFamily="2" charset="0"/>
                            <a:cs typeface="CMU Serif" panose="02000603000000000000" pitchFamily="2" charset="0"/>
                          </a:rPr>
                          <m:t>𝛽</m:t>
                        </m:r>
                      </m:den>
                    </m:f>
                  </m:oMath>
                </a14:m>
                <a:r>
                  <a:rPr lang="en-US" sz="3200" dirty="0">
                    <a:latin typeface="CMU Serif" panose="02000603000000000000" pitchFamily="2" charset="0"/>
                    <a:ea typeface="CMU Serif" panose="02000603000000000000" pitchFamily="2" charset="0"/>
                    <a:cs typeface="CMU Serif" panose="02000603000000000000" pitchFamily="2" charset="0"/>
                  </a:rPr>
                  <a:t>    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3200" i="1" dirty="0" smtClean="0">
                            <a:latin typeface="Cambria Math" panose="02040503050406030204" pitchFamily="18" charset="0"/>
                            <a:ea typeface="CMU Serif" panose="02000603000000000000" pitchFamily="2" charset="0"/>
                            <a:cs typeface="CMU Serif" panose="02000603000000000000" pitchFamily="2" charset="0"/>
                          </a:rPr>
                        </m:ctrlPr>
                      </m:fPr>
                      <m:num>
                        <m:r>
                          <a:rPr lang="en-US" sz="3200" b="0" i="1" dirty="0" smtClean="0">
                            <a:latin typeface="Cambria Math" panose="02040503050406030204" pitchFamily="18" charset="0"/>
                            <a:ea typeface="CMU Serif" panose="02000603000000000000" pitchFamily="2" charset="0"/>
                            <a:cs typeface="CMU Serif" panose="02000603000000000000" pitchFamily="2" charset="0"/>
                          </a:rPr>
                          <m:t>𝑃𝑟𝑒𝑚𝑖𝑠𝑒</m:t>
                        </m:r>
                      </m:num>
                      <m:den>
                        <m:r>
                          <a:rPr lang="en-US" sz="3200" b="0" i="1" dirty="0" smtClean="0">
                            <a:latin typeface="Cambria Math" panose="02040503050406030204" pitchFamily="18" charset="0"/>
                            <a:ea typeface="CMU Serif" panose="02000603000000000000" pitchFamily="2" charset="0"/>
                            <a:cs typeface="CMU Serif" panose="02000603000000000000" pitchFamily="2" charset="0"/>
                          </a:rPr>
                          <m:t>𝐶𝑜𝑛𝑐𝑙𝑢𝑠𝑖𝑜𝑛</m:t>
                        </m:r>
                      </m:den>
                    </m:f>
                  </m:oMath>
                </a14:m>
                <a:endParaRPr lang="en-US" sz="2400" dirty="0">
                  <a:latin typeface="CMU Serif" panose="02000603000000000000" pitchFamily="2" charset="0"/>
                  <a:ea typeface="CMU Serif" panose="02000603000000000000" pitchFamily="2" charset="0"/>
                  <a:cs typeface="CMU Serif" panose="02000603000000000000" pitchFamily="2" charset="0"/>
                </a:endParaRPr>
              </a:p>
              <a:p>
                <a:pPr>
                  <a:spcAft>
                    <a:spcPts val="600"/>
                  </a:spcAft>
                  <a:buClr>
                    <a:schemeClr val="accent1"/>
                  </a:buClr>
                </a:pPr>
                <a:endParaRPr lang="en-US" sz="2400" dirty="0">
                  <a:latin typeface="CMU Serif" panose="02000603000000000000" pitchFamily="2" charset="0"/>
                  <a:ea typeface="CMU Serif" panose="02000603000000000000" pitchFamily="2" charset="0"/>
                  <a:cs typeface="CMU Serif" panose="02000603000000000000" pitchFamily="2" charset="0"/>
                </a:endParaRPr>
              </a:p>
              <a:p>
                <a:pPr>
                  <a:spcAft>
                    <a:spcPts val="600"/>
                  </a:spcAft>
                  <a:buClr>
                    <a:schemeClr val="accent1"/>
                  </a:buClr>
                </a:pPr>
                <a:r>
                  <a:rPr lang="en-US" sz="2400" dirty="0">
                    <a:latin typeface="CMU Serif" panose="02000603000000000000" pitchFamily="2" charset="0"/>
                    <a:ea typeface="CMU Serif" panose="02000603000000000000" pitchFamily="2" charset="0"/>
                    <a:cs typeface="CMU Serif" panose="02000603000000000000" pitchFamily="2" charset="0"/>
                  </a:rPr>
                  <a:t>Example:</a:t>
                </a:r>
              </a:p>
              <a:p>
                <a:pPr marL="342900" indent="-342900">
                  <a:spcAft>
                    <a:spcPts val="600"/>
                  </a:spcAft>
                  <a:buClr>
                    <a:schemeClr val="accent1"/>
                  </a:buClr>
                  <a:buFont typeface="Arial" panose="020B0604020202020204" pitchFamily="34" charset="0"/>
                  <a:buChar char="•"/>
                </a:pPr>
                <a:r>
                  <a:rPr lang="en-US" sz="2400" dirty="0">
                    <a:latin typeface="CMU Serif" panose="02000603000000000000" pitchFamily="2" charset="0"/>
                    <a:ea typeface="CMU Serif" panose="02000603000000000000" pitchFamily="2" charset="0"/>
                    <a:cs typeface="CMU Serif" panose="02000603000000000000" pitchFamily="2" charset="0"/>
                  </a:rPr>
                  <a:t>“raining implies soggy courts”, “raining”</a:t>
                </a:r>
              </a:p>
              <a:p>
                <a:pPr marL="342900" indent="-342900">
                  <a:spcAft>
                    <a:spcPts val="600"/>
                  </a:spcAft>
                  <a:buClr>
                    <a:schemeClr val="accent1"/>
                  </a:buClr>
                  <a:buFont typeface="Arial" panose="020B0604020202020204" pitchFamily="34" charset="0"/>
                  <a:buChar char="•"/>
                </a:pPr>
                <a:r>
                  <a:rPr lang="en-US" sz="2400" dirty="0">
                    <a:latin typeface="CMU Serif" panose="02000603000000000000" pitchFamily="2" charset="0"/>
                    <a:ea typeface="CMU Serif" panose="02000603000000000000" pitchFamily="2" charset="0"/>
                    <a:cs typeface="CMU Serif" panose="02000603000000000000" pitchFamily="2" charset="0"/>
                  </a:rPr>
                  <a:t>Infer: “soggy courts”</a:t>
                </a: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BE5EBC82-5BDF-7D3D-B463-ECA5005ED70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2966" y="1803933"/>
                <a:ext cx="8238066" cy="4276876"/>
              </a:xfrm>
              <a:prstGeom prst="rect">
                <a:avLst/>
              </a:prstGeom>
              <a:blipFill>
                <a:blip r:embed="rId2"/>
                <a:stretch>
                  <a:fillRect l="-2219" t="-1852" r="-2219" b="-384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DF39093-0062-2547-CB81-C8F173815A74}"/>
              </a:ext>
            </a:extLst>
          </p:cNvPr>
          <p:cNvSpPr txBox="1"/>
          <p:nvPr/>
        </p:nvSpPr>
        <p:spPr>
          <a:xfrm>
            <a:off x="452966" y="649870"/>
            <a:ext cx="8238067" cy="553998"/>
          </a:xfrm>
          <a:prstGeom prst="rect">
            <a:avLst/>
          </a:prstGeom>
          <a:noFill/>
          <a:ln w="12700">
            <a:solidFill>
              <a:schemeClr val="accent4"/>
            </a:solidFill>
          </a:ln>
        </p:spPr>
        <p:txBody>
          <a:bodyPr wrap="square" lIns="0" tIns="0" rIns="0" bIns="0" rtlCol="0" anchor="ctr">
            <a:spAutoFit/>
          </a:bodyPr>
          <a:lstStyle/>
          <a:p>
            <a:r>
              <a:rPr lang="en-US" sz="3600" dirty="0">
                <a:solidFill>
                  <a:schemeClr val="accent1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Inference Rules: Modus Tollens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6A52E46C-922C-D8B4-D9D1-2F78693D2692}"/>
                  </a:ext>
                </a:extLst>
              </p:cNvPr>
              <p:cNvSpPr txBox="1"/>
              <p:nvPr/>
            </p:nvSpPr>
            <p:spPr>
              <a:xfrm>
                <a:off x="452966" y="2061795"/>
                <a:ext cx="8238066" cy="3830600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spAutoFit/>
              </a:bodyPr>
              <a:lstStyle/>
              <a:p>
                <a:pPr marL="342900" indent="-342900" algn="just">
                  <a:spcAft>
                    <a:spcPts val="600"/>
                  </a:spcAft>
                  <a:buClr>
                    <a:schemeClr val="accent1"/>
                  </a:buClr>
                  <a:buFont typeface="Arial" panose="020B0604020202020204" pitchFamily="34" charset="0"/>
                  <a:buChar char="•"/>
                </a:pPr>
                <a:r>
                  <a:rPr lang="en-US" sz="2400" dirty="0">
                    <a:latin typeface="CMU Serif" panose="02000603000000000000" pitchFamily="2" charset="0"/>
                    <a:ea typeface="CMU Serif" panose="02000603000000000000" pitchFamily="2" charset="0"/>
                    <a:cs typeface="CMU Serif" panose="02000603000000000000" pitchFamily="2" charset="0"/>
                  </a:rPr>
                  <a:t>From an implication and the premise of the implication, you can infer the conclusion.</a:t>
                </a:r>
              </a:p>
              <a:p>
                <a:pPr algn="just">
                  <a:spcAft>
                    <a:spcPts val="600"/>
                  </a:spcAft>
                  <a:buClr>
                    <a:schemeClr val="accent1"/>
                  </a:buClr>
                </a:pPr>
                <a:endParaRPr lang="en-US" sz="2400" dirty="0">
                  <a:latin typeface="CMU Serif" panose="02000603000000000000" pitchFamily="2" charset="0"/>
                  <a:ea typeface="CMU Serif" panose="02000603000000000000" pitchFamily="2" charset="0"/>
                  <a:cs typeface="CMU Serif" panose="02000603000000000000" pitchFamily="2" charset="0"/>
                </a:endParaRPr>
              </a:p>
              <a:p>
                <a:pPr algn="ctr">
                  <a:spcAft>
                    <a:spcPts val="600"/>
                  </a:spcAft>
                  <a:buClr>
                    <a:schemeClr val="accent1"/>
                  </a:buClr>
                </a:pPr>
                <a14:m>
                  <m:oMath xmlns:m="http://schemas.openxmlformats.org/officeDocument/2006/math">
                    <m:f>
                      <m:fPr>
                        <m:ctrlPr>
                          <a:rPr lang="en-US" sz="3200" i="1" smtClean="0">
                            <a:latin typeface="Cambria Math" panose="02040503050406030204" pitchFamily="18" charset="0"/>
                            <a:ea typeface="CMU Serif" panose="02000603000000000000" pitchFamily="2" charset="0"/>
                            <a:cs typeface="CMU Serif" panose="02000603000000000000" pitchFamily="2" charset="0"/>
                          </a:rPr>
                        </m:ctrlPr>
                      </m:fPr>
                      <m:num>
                        <m:r>
                          <a:rPr lang="en-US" sz="3200" b="0" i="1" smtClean="0">
                            <a:latin typeface="Cambria Math" panose="02040503050406030204" pitchFamily="18" charset="0"/>
                            <a:ea typeface="CMU Serif" panose="02000603000000000000" pitchFamily="2" charset="0"/>
                            <a:cs typeface="CMU Serif" panose="02000603000000000000" pitchFamily="2" charset="0"/>
                          </a:rPr>
                          <m:t>𝛼</m:t>
                        </m:r>
                        <m:r>
                          <a:rPr lang="en-US" sz="3200" b="0" i="1" smtClean="0">
                            <a:latin typeface="Cambria Math" panose="02040503050406030204" pitchFamily="18" charset="0"/>
                            <a:ea typeface="CMU Serif" panose="02000603000000000000" pitchFamily="2" charset="0"/>
                            <a:cs typeface="CMU Serif" panose="02000603000000000000" pitchFamily="2" charset="0"/>
                          </a:rPr>
                          <m:t> ⟹ </m:t>
                        </m:r>
                        <m:r>
                          <a:rPr lang="en-US" sz="3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MU Serif" panose="02000603000000000000" pitchFamily="2" charset="0"/>
                          </a:rPr>
                          <m:t>𝛽</m:t>
                        </m:r>
                        <m:r>
                          <a:rPr lang="en-US" sz="3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MU Serif" panose="02000603000000000000" pitchFamily="2" charset="0"/>
                          </a:rPr>
                          <m:t>,    ¬</m:t>
                        </m:r>
                        <m:r>
                          <a:rPr lang="en-US" sz="3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MU Serif" panose="02000603000000000000" pitchFamily="2" charset="0"/>
                          </a:rPr>
                          <m:t>𝛽</m:t>
                        </m:r>
                      </m:num>
                      <m:den>
                        <m:r>
                          <a:rPr lang="en-US" sz="3200" b="0" i="1" smtClean="0">
                            <a:latin typeface="Cambria Math" panose="02040503050406030204" pitchFamily="18" charset="0"/>
                            <a:ea typeface="CMU Serif" panose="02000603000000000000" pitchFamily="2" charset="0"/>
                            <a:cs typeface="CMU Serif" panose="02000603000000000000" pitchFamily="2" charset="0"/>
                          </a:rPr>
                          <m:t>¬</m:t>
                        </m:r>
                        <m:r>
                          <a:rPr lang="en-US" sz="3200" b="0" i="1" smtClean="0">
                            <a:latin typeface="Cambria Math" panose="02040503050406030204" pitchFamily="18" charset="0"/>
                            <a:ea typeface="CMU Serif" panose="02000603000000000000" pitchFamily="2" charset="0"/>
                            <a:cs typeface="CMU Serif" panose="02000603000000000000" pitchFamily="2" charset="0"/>
                          </a:rPr>
                          <m:t>𝛼</m:t>
                        </m:r>
                      </m:den>
                    </m:f>
                  </m:oMath>
                </a14:m>
                <a:r>
                  <a:rPr lang="en-US" sz="3200" dirty="0">
                    <a:latin typeface="CMU Serif" panose="02000603000000000000" pitchFamily="2" charset="0"/>
                    <a:ea typeface="CMU Serif" panose="02000603000000000000" pitchFamily="2" charset="0"/>
                    <a:cs typeface="CMU Serif" panose="02000603000000000000" pitchFamily="2" charset="0"/>
                  </a:rPr>
                  <a:t>    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3200" i="1" dirty="0" smtClean="0">
                            <a:latin typeface="Cambria Math" panose="02040503050406030204" pitchFamily="18" charset="0"/>
                            <a:ea typeface="CMU Serif" panose="02000603000000000000" pitchFamily="2" charset="0"/>
                            <a:cs typeface="CMU Serif" panose="02000603000000000000" pitchFamily="2" charset="0"/>
                          </a:rPr>
                        </m:ctrlPr>
                      </m:fPr>
                      <m:num>
                        <m:r>
                          <a:rPr lang="en-US" sz="3200" b="0" i="1" dirty="0" smtClean="0">
                            <a:latin typeface="Cambria Math" panose="02040503050406030204" pitchFamily="18" charset="0"/>
                            <a:ea typeface="CMU Serif" panose="02000603000000000000" pitchFamily="2" charset="0"/>
                            <a:cs typeface="CMU Serif" panose="02000603000000000000" pitchFamily="2" charset="0"/>
                          </a:rPr>
                          <m:t>𝑃𝑟𝑒𝑚𝑖𝑠𝑒</m:t>
                        </m:r>
                      </m:num>
                      <m:den>
                        <m:r>
                          <a:rPr lang="en-US" sz="3200" b="0" i="1" dirty="0" smtClean="0">
                            <a:latin typeface="Cambria Math" panose="02040503050406030204" pitchFamily="18" charset="0"/>
                            <a:ea typeface="CMU Serif" panose="02000603000000000000" pitchFamily="2" charset="0"/>
                            <a:cs typeface="CMU Serif" panose="02000603000000000000" pitchFamily="2" charset="0"/>
                          </a:rPr>
                          <m:t>𝐶𝑜𝑛𝑐𝑙𝑢𝑠𝑖𝑜𝑛</m:t>
                        </m:r>
                      </m:den>
                    </m:f>
                  </m:oMath>
                </a14:m>
                <a:endParaRPr lang="en-US" sz="2400" dirty="0">
                  <a:latin typeface="CMU Serif" panose="02000603000000000000" pitchFamily="2" charset="0"/>
                  <a:ea typeface="CMU Serif" panose="02000603000000000000" pitchFamily="2" charset="0"/>
                  <a:cs typeface="CMU Serif" panose="02000603000000000000" pitchFamily="2" charset="0"/>
                </a:endParaRPr>
              </a:p>
              <a:p>
                <a:pPr>
                  <a:spcAft>
                    <a:spcPts val="600"/>
                  </a:spcAft>
                  <a:buClr>
                    <a:schemeClr val="accent1"/>
                  </a:buClr>
                </a:pPr>
                <a:endParaRPr lang="en-US" sz="2400" dirty="0">
                  <a:latin typeface="CMU Serif" panose="02000603000000000000" pitchFamily="2" charset="0"/>
                  <a:ea typeface="CMU Serif" panose="02000603000000000000" pitchFamily="2" charset="0"/>
                  <a:cs typeface="CMU Serif" panose="02000603000000000000" pitchFamily="2" charset="0"/>
                </a:endParaRPr>
              </a:p>
              <a:p>
                <a:pPr>
                  <a:spcAft>
                    <a:spcPts val="600"/>
                  </a:spcAft>
                  <a:buClr>
                    <a:schemeClr val="accent1"/>
                  </a:buClr>
                </a:pPr>
                <a:r>
                  <a:rPr lang="en-US" sz="2400" dirty="0">
                    <a:latin typeface="CMU Serif" panose="02000603000000000000" pitchFamily="2" charset="0"/>
                    <a:ea typeface="CMU Serif" panose="02000603000000000000" pitchFamily="2" charset="0"/>
                    <a:cs typeface="CMU Serif" panose="02000603000000000000" pitchFamily="2" charset="0"/>
                  </a:rPr>
                  <a:t>Example:</a:t>
                </a:r>
              </a:p>
              <a:p>
                <a:pPr marL="342900" indent="-342900">
                  <a:spcAft>
                    <a:spcPts val="600"/>
                  </a:spcAft>
                  <a:buClr>
                    <a:schemeClr val="accent1"/>
                  </a:buClr>
                  <a:buFont typeface="Arial" panose="020B0604020202020204" pitchFamily="34" charset="0"/>
                  <a:buChar char="•"/>
                </a:pPr>
                <a:r>
                  <a:rPr lang="en-US" sz="2400" dirty="0">
                    <a:latin typeface="CMU Serif" panose="02000603000000000000" pitchFamily="2" charset="0"/>
                    <a:ea typeface="CMU Serif" panose="02000603000000000000" pitchFamily="2" charset="0"/>
                    <a:cs typeface="CMU Serif" panose="02000603000000000000" pitchFamily="2" charset="0"/>
                  </a:rPr>
                  <a:t>“raining implies soggy courts”, “courts not soggy”</a:t>
                </a:r>
              </a:p>
              <a:p>
                <a:pPr marL="342900" indent="-342900">
                  <a:spcAft>
                    <a:spcPts val="600"/>
                  </a:spcAft>
                  <a:buClr>
                    <a:schemeClr val="accent1"/>
                  </a:buClr>
                  <a:buFont typeface="Arial" panose="020B0604020202020204" pitchFamily="34" charset="0"/>
                  <a:buChar char="•"/>
                </a:pPr>
                <a:r>
                  <a:rPr lang="en-US" sz="2400" dirty="0">
                    <a:latin typeface="CMU Serif" panose="02000603000000000000" pitchFamily="2" charset="0"/>
                    <a:ea typeface="CMU Serif" panose="02000603000000000000" pitchFamily="2" charset="0"/>
                    <a:cs typeface="CMU Serif" panose="02000603000000000000" pitchFamily="2" charset="0"/>
                  </a:rPr>
                  <a:t>Infer: “not raining”</a:t>
                </a: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6A52E46C-922C-D8B4-D9D1-2F78693D269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2966" y="2061795"/>
                <a:ext cx="8238066" cy="3830600"/>
              </a:xfrm>
              <a:prstGeom prst="rect">
                <a:avLst/>
              </a:prstGeom>
              <a:blipFill>
                <a:blip r:embed="rId2"/>
                <a:stretch>
                  <a:fillRect l="-2219" t="-1431" r="-2219" b="-349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8A18B6C-77A8-6069-37EA-ABA1A11BD2BD}"/>
              </a:ext>
            </a:extLst>
          </p:cNvPr>
          <p:cNvSpPr txBox="1"/>
          <p:nvPr/>
        </p:nvSpPr>
        <p:spPr>
          <a:xfrm>
            <a:off x="452966" y="649870"/>
            <a:ext cx="8238067" cy="553998"/>
          </a:xfrm>
          <a:prstGeom prst="rect">
            <a:avLst/>
          </a:prstGeom>
          <a:noFill/>
          <a:ln w="12700">
            <a:solidFill>
              <a:schemeClr val="accent4"/>
            </a:solidFill>
          </a:ln>
        </p:spPr>
        <p:txBody>
          <a:bodyPr wrap="square" lIns="0" tIns="0" rIns="0" bIns="0" rtlCol="0" anchor="ctr">
            <a:spAutoFit/>
          </a:bodyPr>
          <a:lstStyle/>
          <a:p>
            <a:r>
              <a:rPr lang="en-US" sz="3600" dirty="0">
                <a:solidFill>
                  <a:schemeClr val="accent1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Inference Rules: AND Elimination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07C4632-B8B0-6E76-32CF-934E2FC91638}"/>
              </a:ext>
            </a:extLst>
          </p:cNvPr>
          <p:cNvSpPr txBox="1"/>
          <p:nvPr/>
        </p:nvSpPr>
        <p:spPr>
          <a:xfrm>
            <a:off x="452966" y="2059506"/>
            <a:ext cx="8238066" cy="369332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marL="342900" indent="-342900" algn="just"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24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From a conjunction, you can infer any of the conjuncts.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61104D0B-B4E5-B4D5-C39C-9E3C54A69C3F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067250487"/>
                  </p:ext>
                </p:extLst>
              </p:nvPr>
            </p:nvGraphicFramePr>
            <p:xfrm>
              <a:off x="452966" y="3174357"/>
              <a:ext cx="8238066" cy="10363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3980138">
                      <a:extLst>
                        <a:ext uri="{9D8B030D-6E8A-4147-A177-3AD203B41FA5}">
                          <a16:colId xmlns:a16="http://schemas.microsoft.com/office/drawing/2014/main" val="3248218281"/>
                        </a:ext>
                      </a:extLst>
                    </a:gridCol>
                    <a:gridCol w="821802">
                      <a:extLst>
                        <a:ext uri="{9D8B030D-6E8A-4147-A177-3AD203B41FA5}">
                          <a16:colId xmlns:a16="http://schemas.microsoft.com/office/drawing/2014/main" val="1206490461"/>
                        </a:ext>
                      </a:extLst>
                    </a:gridCol>
                    <a:gridCol w="3436126">
                      <a:extLst>
                        <a:ext uri="{9D8B030D-6E8A-4147-A177-3AD203B41FA5}">
                          <a16:colId xmlns:a16="http://schemas.microsoft.com/office/drawing/2014/main" val="817369488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28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MU Serif" panose="02000603000000000000" pitchFamily="2" charset="0"/>
                                      <a:cs typeface="CMU Serif" panose="02000603000000000000" pitchFamily="2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MU Serif" panose="02000603000000000000" pitchFamily="2" charset="0"/>
                                      <a:cs typeface="CMU Serif" panose="02000603000000000000" pitchFamily="2" charset="0"/>
                                    </a:rPr>
                                    <m:t>𝛼</m:t>
                                  </m:r>
                                </m:e>
                                <m:sub>
                                  <m:r>
                                    <a:rPr lang="en-US" sz="28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MU Serif" panose="02000603000000000000" pitchFamily="2" charset="0"/>
                                      <a:cs typeface="CMU Serif" panose="02000603000000000000" pitchFamily="2" charset="0"/>
                                    </a:rPr>
                                    <m:t>1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sz="2800" b="0" i="0" dirty="0">
                              <a:solidFill>
                                <a:schemeClr val="tx1"/>
                              </a:solidFill>
                              <a:latin typeface="CMU Serif" panose="02000603000000000000" pitchFamily="2" charset="0"/>
                              <a:ea typeface="CMU Serif" panose="02000603000000000000" pitchFamily="2" charset="0"/>
                              <a:cs typeface="CMU Serif" panose="02000603000000000000" pitchFamily="2" charset="0"/>
                            </a:rPr>
                            <a:t>⋀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28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MU Serif" panose="02000603000000000000" pitchFamily="2" charset="0"/>
                                      <a:cs typeface="CMU Serif" panose="02000603000000000000" pitchFamily="2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MU Serif" panose="02000603000000000000" pitchFamily="2" charset="0"/>
                                      <a:cs typeface="CMU Serif" panose="02000603000000000000" pitchFamily="2" charset="0"/>
                                    </a:rPr>
                                    <m:t>𝛼</m:t>
                                  </m:r>
                                </m:e>
                                <m:sub>
                                  <m:r>
                                    <a:rPr lang="en-US" sz="28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MU Serif" panose="02000603000000000000" pitchFamily="2" charset="0"/>
                                      <a:cs typeface="CMU Serif" panose="02000603000000000000" pitchFamily="2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sz="2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MU Serif" panose="02000603000000000000" pitchFamily="2" charset="0"/>
                                  <a:cs typeface="CMU Serif" panose="02000603000000000000" pitchFamily="2" charset="0"/>
                                </a:rPr>
                                <m:t> </m:t>
                              </m:r>
                            </m:oMath>
                          </a14:m>
                          <a:r>
                            <a:rPr lang="en-US" sz="2800" b="0" i="0" dirty="0">
                              <a:solidFill>
                                <a:schemeClr val="tx1"/>
                              </a:solidFill>
                              <a:latin typeface="CMU Serif" panose="02000603000000000000" pitchFamily="2" charset="0"/>
                              <a:ea typeface="CMU Serif" panose="02000603000000000000" pitchFamily="2" charset="0"/>
                              <a:cs typeface="CMU Serif" panose="02000603000000000000" pitchFamily="2" charset="0"/>
                            </a:rPr>
                            <a:t>⋀ … ⋀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28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MU Serif" panose="02000603000000000000" pitchFamily="2" charset="0"/>
                                      <a:cs typeface="CMU Serif" panose="02000603000000000000" pitchFamily="2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MU Serif" panose="02000603000000000000" pitchFamily="2" charset="0"/>
                                      <a:cs typeface="CMU Serif" panose="02000603000000000000" pitchFamily="2" charset="0"/>
                                    </a:rPr>
                                    <m:t>𝛼</m:t>
                                  </m:r>
                                </m:e>
                                <m:sub>
                                  <m:r>
                                    <a:rPr lang="en-US" sz="28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MU Serif" panose="02000603000000000000" pitchFamily="2" charset="0"/>
                                      <a:cs typeface="CMU Serif" panose="02000603000000000000" pitchFamily="2" charset="0"/>
                                    </a:rPr>
                                    <m:t>𝑛</m:t>
                                  </m:r>
                                </m:sub>
                              </m:sSub>
                            </m:oMath>
                          </a14:m>
                          <a:endParaRPr lang="en-US" sz="2800" b="0" i="0" dirty="0">
                            <a:solidFill>
                              <a:schemeClr val="tx1"/>
                            </a:solidFill>
                            <a:latin typeface="CMU Serif" panose="02000603000000000000" pitchFamily="2" charset="0"/>
                            <a:ea typeface="CMU Serif" panose="02000603000000000000" pitchFamily="2" charset="0"/>
                            <a:cs typeface="CMU Serif" panose="02000603000000000000" pitchFamily="2" charset="0"/>
                          </a:endParaRPr>
                        </a:p>
                      </a:txBody>
                      <a:tcPr anchor="ctr">
                        <a:lnL w="381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800" b="0" i="0" dirty="0">
                            <a:solidFill>
                              <a:schemeClr val="tx1"/>
                            </a:solidFill>
                            <a:latin typeface="CMU Serif" panose="02000603000000000000" pitchFamily="2" charset="0"/>
                            <a:ea typeface="CMU Serif" panose="02000603000000000000" pitchFamily="2" charset="0"/>
                            <a:cs typeface="CMU Serif" panose="02000603000000000000" pitchFamily="2" charset="0"/>
                          </a:endParaRPr>
                        </a:p>
                      </a:txBody>
                      <a:tcPr anchor="ctr">
                        <a:lnL w="381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b="0" i="0" dirty="0">
                              <a:solidFill>
                                <a:schemeClr val="tx1"/>
                              </a:solidFill>
                              <a:latin typeface="CMU Serif" panose="02000603000000000000" pitchFamily="2" charset="0"/>
                              <a:ea typeface="CMU Serif" panose="02000603000000000000" pitchFamily="2" charset="0"/>
                              <a:cs typeface="CMU Serif" panose="02000603000000000000" pitchFamily="2" charset="0"/>
                            </a:rPr>
                            <a:t>Premise</a:t>
                          </a:r>
                        </a:p>
                      </a:txBody>
                      <a:tcPr anchor="ctr">
                        <a:lnL w="381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26027265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8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MU Serif" panose="02000603000000000000" pitchFamily="2" charset="0"/>
                                        <a:cs typeface="CMU Serif" panose="02000603000000000000" pitchFamily="2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8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MU Serif" panose="02000603000000000000" pitchFamily="2" charset="0"/>
                                        <a:cs typeface="CMU Serif" panose="02000603000000000000" pitchFamily="2" charset="0"/>
                                      </a:rPr>
                                      <m:t>𝛼</m:t>
                                    </m:r>
                                  </m:e>
                                  <m:sub>
                                    <m:r>
                                      <a:rPr lang="en-US" sz="28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MU Serif" panose="02000603000000000000" pitchFamily="2" charset="0"/>
                                        <a:cs typeface="CMU Serif" panose="02000603000000000000" pitchFamily="2" charset="0"/>
                                      </a:rPr>
                                      <m:t>𝑖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800" b="0" i="0" dirty="0">
                            <a:solidFill>
                              <a:schemeClr val="tx1"/>
                            </a:solidFill>
                            <a:latin typeface="CMU Serif" panose="02000603000000000000" pitchFamily="2" charset="0"/>
                            <a:ea typeface="CMU Serif" panose="02000603000000000000" pitchFamily="2" charset="0"/>
                            <a:cs typeface="CMU Serif" panose="02000603000000000000" pitchFamily="2" charset="0"/>
                          </a:endParaRPr>
                        </a:p>
                      </a:txBody>
                      <a:tcPr anchor="ctr">
                        <a:lnL w="381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800" b="0" i="0" dirty="0">
                            <a:solidFill>
                              <a:schemeClr val="tx1"/>
                            </a:solidFill>
                            <a:latin typeface="CMU Serif" panose="02000603000000000000" pitchFamily="2" charset="0"/>
                            <a:ea typeface="CMU Serif" panose="02000603000000000000" pitchFamily="2" charset="0"/>
                            <a:cs typeface="CMU Serif" panose="02000603000000000000" pitchFamily="2" charset="0"/>
                          </a:endParaRPr>
                        </a:p>
                      </a:txBody>
                      <a:tcPr anchor="ctr">
                        <a:lnL w="381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b="0" i="0" dirty="0">
                              <a:solidFill>
                                <a:schemeClr val="tx1"/>
                              </a:solidFill>
                              <a:latin typeface="CMU Serif" panose="02000603000000000000" pitchFamily="2" charset="0"/>
                              <a:ea typeface="CMU Serif" panose="02000603000000000000" pitchFamily="2" charset="0"/>
                              <a:cs typeface="CMU Serif" panose="02000603000000000000" pitchFamily="2" charset="0"/>
                            </a:rPr>
                            <a:t>Conclusion</a:t>
                          </a:r>
                        </a:p>
                      </a:txBody>
                      <a:tcPr anchor="ctr">
                        <a:lnL w="381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4192361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61104D0B-B4E5-B4D5-C39C-9E3C54A69C3F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067250487"/>
                  </p:ext>
                </p:extLst>
              </p:nvPr>
            </p:nvGraphicFramePr>
            <p:xfrm>
              <a:off x="452966" y="3174357"/>
              <a:ext cx="8238066" cy="10363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3980138">
                      <a:extLst>
                        <a:ext uri="{9D8B030D-6E8A-4147-A177-3AD203B41FA5}">
                          <a16:colId xmlns:a16="http://schemas.microsoft.com/office/drawing/2014/main" val="3248218281"/>
                        </a:ext>
                      </a:extLst>
                    </a:gridCol>
                    <a:gridCol w="821802">
                      <a:extLst>
                        <a:ext uri="{9D8B030D-6E8A-4147-A177-3AD203B41FA5}">
                          <a16:colId xmlns:a16="http://schemas.microsoft.com/office/drawing/2014/main" val="1206490461"/>
                        </a:ext>
                      </a:extLst>
                    </a:gridCol>
                    <a:gridCol w="3436126">
                      <a:extLst>
                        <a:ext uri="{9D8B030D-6E8A-4147-A177-3AD203B41FA5}">
                          <a16:colId xmlns:a16="http://schemas.microsoft.com/office/drawing/2014/main" val="817369488"/>
                        </a:ext>
                      </a:extLst>
                    </a:gridCol>
                  </a:tblGrid>
                  <a:tr h="5181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381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t="-17442" r="-107504" b="-13139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800" b="0" i="0" dirty="0">
                            <a:solidFill>
                              <a:schemeClr val="tx1"/>
                            </a:solidFill>
                            <a:latin typeface="CMU Serif" panose="02000603000000000000" pitchFamily="2" charset="0"/>
                            <a:ea typeface="CMU Serif" panose="02000603000000000000" pitchFamily="2" charset="0"/>
                            <a:cs typeface="CMU Serif" panose="02000603000000000000" pitchFamily="2" charset="0"/>
                          </a:endParaRPr>
                        </a:p>
                      </a:txBody>
                      <a:tcPr anchor="ctr">
                        <a:lnL w="381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b="0" i="0" dirty="0">
                              <a:solidFill>
                                <a:schemeClr val="tx1"/>
                              </a:solidFill>
                              <a:latin typeface="CMU Serif" panose="02000603000000000000" pitchFamily="2" charset="0"/>
                              <a:ea typeface="CMU Serif" panose="02000603000000000000" pitchFamily="2" charset="0"/>
                              <a:cs typeface="CMU Serif" panose="02000603000000000000" pitchFamily="2" charset="0"/>
                            </a:rPr>
                            <a:t>Premise</a:t>
                          </a:r>
                        </a:p>
                      </a:txBody>
                      <a:tcPr anchor="ctr">
                        <a:lnL w="381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260272652"/>
                      </a:ext>
                    </a:extLst>
                  </a:tr>
                  <a:tr h="5181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381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t="-118824" r="-107504" b="-3294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800" b="0" i="0" dirty="0">
                            <a:solidFill>
                              <a:schemeClr val="tx1"/>
                            </a:solidFill>
                            <a:latin typeface="CMU Serif" panose="02000603000000000000" pitchFamily="2" charset="0"/>
                            <a:ea typeface="CMU Serif" panose="02000603000000000000" pitchFamily="2" charset="0"/>
                            <a:cs typeface="CMU Serif" panose="02000603000000000000" pitchFamily="2" charset="0"/>
                          </a:endParaRPr>
                        </a:p>
                      </a:txBody>
                      <a:tcPr anchor="ctr">
                        <a:lnL w="381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b="0" i="0" dirty="0">
                              <a:solidFill>
                                <a:schemeClr val="tx1"/>
                              </a:solidFill>
                              <a:latin typeface="CMU Serif" panose="02000603000000000000" pitchFamily="2" charset="0"/>
                              <a:ea typeface="CMU Serif" panose="02000603000000000000" pitchFamily="2" charset="0"/>
                              <a:cs typeface="CMU Serif" panose="02000603000000000000" pitchFamily="2" charset="0"/>
                            </a:rPr>
                            <a:t>Conclusion</a:t>
                          </a:r>
                        </a:p>
                      </a:txBody>
                      <a:tcPr anchor="ctr">
                        <a:lnL w="381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41923615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E8F43CFC-EBB0-76DF-8146-88151F56D595}"/>
              </a:ext>
            </a:extLst>
          </p:cNvPr>
          <p:cNvSpPr txBox="1"/>
          <p:nvPr/>
        </p:nvSpPr>
        <p:spPr>
          <a:xfrm>
            <a:off x="452966" y="4956196"/>
            <a:ext cx="8238066" cy="815608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just">
              <a:spcAft>
                <a:spcPts val="600"/>
              </a:spcAft>
              <a:buClr>
                <a:schemeClr val="accent1"/>
              </a:buClr>
            </a:pPr>
            <a:r>
              <a:rPr lang="en-US" sz="24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Example: </a:t>
            </a:r>
          </a:p>
          <a:p>
            <a:pPr marL="342900" indent="-342900" algn="just"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24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Given, A ⋀ B is true then we can conclude A is true.  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CD94AE8-BC2E-2FC1-3632-6D52A196C8EE}"/>
              </a:ext>
            </a:extLst>
          </p:cNvPr>
          <p:cNvSpPr txBox="1"/>
          <p:nvPr/>
        </p:nvSpPr>
        <p:spPr>
          <a:xfrm>
            <a:off x="452966" y="649870"/>
            <a:ext cx="8238067" cy="553998"/>
          </a:xfrm>
          <a:prstGeom prst="rect">
            <a:avLst/>
          </a:prstGeom>
          <a:noFill/>
          <a:ln w="12700">
            <a:solidFill>
              <a:schemeClr val="accent4"/>
            </a:solidFill>
          </a:ln>
        </p:spPr>
        <p:txBody>
          <a:bodyPr wrap="square" lIns="0" tIns="0" rIns="0" bIns="0" rtlCol="0" anchor="ctr">
            <a:spAutoFit/>
          </a:bodyPr>
          <a:lstStyle/>
          <a:p>
            <a:r>
              <a:rPr lang="en-US" sz="3600" dirty="0">
                <a:solidFill>
                  <a:schemeClr val="accent1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Inference Rules: AND Introduction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6292513-C83C-E46F-1CE3-1401ABCBEE68}"/>
              </a:ext>
            </a:extLst>
          </p:cNvPr>
          <p:cNvSpPr txBox="1"/>
          <p:nvPr/>
        </p:nvSpPr>
        <p:spPr>
          <a:xfrm>
            <a:off x="452966" y="2059506"/>
            <a:ext cx="8238066" cy="369332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marL="342900" indent="-342900" algn="just"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24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From true literals, you can infer their conjunction.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A3099C94-90F1-DEBD-6AFE-8FD5CB1880E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618323763"/>
                  </p:ext>
                </p:extLst>
              </p:nvPr>
            </p:nvGraphicFramePr>
            <p:xfrm>
              <a:off x="452966" y="3174357"/>
              <a:ext cx="8238066" cy="10363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3980138">
                      <a:extLst>
                        <a:ext uri="{9D8B030D-6E8A-4147-A177-3AD203B41FA5}">
                          <a16:colId xmlns:a16="http://schemas.microsoft.com/office/drawing/2014/main" val="3248218281"/>
                        </a:ext>
                      </a:extLst>
                    </a:gridCol>
                    <a:gridCol w="821802">
                      <a:extLst>
                        <a:ext uri="{9D8B030D-6E8A-4147-A177-3AD203B41FA5}">
                          <a16:colId xmlns:a16="http://schemas.microsoft.com/office/drawing/2014/main" val="1206490461"/>
                        </a:ext>
                      </a:extLst>
                    </a:gridCol>
                    <a:gridCol w="3436126">
                      <a:extLst>
                        <a:ext uri="{9D8B030D-6E8A-4147-A177-3AD203B41FA5}">
                          <a16:colId xmlns:a16="http://schemas.microsoft.com/office/drawing/2014/main" val="817369488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28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MU Serif" panose="02000603000000000000" pitchFamily="2" charset="0"/>
                                      <a:cs typeface="CMU Serif" panose="02000603000000000000" pitchFamily="2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MU Serif" panose="02000603000000000000" pitchFamily="2" charset="0"/>
                                      <a:cs typeface="CMU Serif" panose="02000603000000000000" pitchFamily="2" charset="0"/>
                                    </a:rPr>
                                    <m:t>𝛼</m:t>
                                  </m:r>
                                </m:e>
                                <m:sub>
                                  <m:r>
                                    <a:rPr lang="en-US" sz="28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MU Serif" panose="02000603000000000000" pitchFamily="2" charset="0"/>
                                      <a:cs typeface="CMU Serif" panose="02000603000000000000" pitchFamily="2" charset="0"/>
                                    </a:rPr>
                                    <m:t>1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sz="2800" b="0" i="0" dirty="0">
                              <a:solidFill>
                                <a:schemeClr val="tx1"/>
                              </a:solidFill>
                              <a:latin typeface="CMU Serif" panose="02000603000000000000" pitchFamily="2" charset="0"/>
                              <a:ea typeface="CMU Serif" panose="02000603000000000000" pitchFamily="2" charset="0"/>
                              <a:cs typeface="CMU Serif" panose="02000603000000000000" pitchFamily="2" charset="0"/>
                            </a:rPr>
                            <a:t>,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28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MU Serif" panose="02000603000000000000" pitchFamily="2" charset="0"/>
                                      <a:cs typeface="CMU Serif" panose="02000603000000000000" pitchFamily="2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MU Serif" panose="02000603000000000000" pitchFamily="2" charset="0"/>
                                      <a:cs typeface="CMU Serif" panose="02000603000000000000" pitchFamily="2" charset="0"/>
                                    </a:rPr>
                                    <m:t>𝛼</m:t>
                                  </m:r>
                                </m:e>
                                <m:sub>
                                  <m:r>
                                    <a:rPr lang="en-US" sz="28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MU Serif" panose="02000603000000000000" pitchFamily="2" charset="0"/>
                                      <a:cs typeface="CMU Serif" panose="02000603000000000000" pitchFamily="2" charset="0"/>
                                    </a:rPr>
                                    <m:t>2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sz="2800" b="0" i="0" dirty="0">
                              <a:solidFill>
                                <a:schemeClr val="tx1"/>
                              </a:solidFill>
                              <a:latin typeface="CMU Serif" panose="02000603000000000000" pitchFamily="2" charset="0"/>
                              <a:ea typeface="CMU Serif" panose="02000603000000000000" pitchFamily="2" charset="0"/>
                              <a:cs typeface="CMU Serif" panose="02000603000000000000" pitchFamily="2" charset="0"/>
                            </a:rPr>
                            <a:t>, …,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28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MU Serif" panose="02000603000000000000" pitchFamily="2" charset="0"/>
                                      <a:cs typeface="CMU Serif" panose="02000603000000000000" pitchFamily="2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MU Serif" panose="02000603000000000000" pitchFamily="2" charset="0"/>
                                      <a:cs typeface="CMU Serif" panose="02000603000000000000" pitchFamily="2" charset="0"/>
                                    </a:rPr>
                                    <m:t>𝛼</m:t>
                                  </m:r>
                                </m:e>
                                <m:sub>
                                  <m:r>
                                    <a:rPr lang="en-US" sz="28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MU Serif" panose="02000603000000000000" pitchFamily="2" charset="0"/>
                                      <a:cs typeface="CMU Serif" panose="02000603000000000000" pitchFamily="2" charset="0"/>
                                    </a:rPr>
                                    <m:t>𝑛</m:t>
                                  </m:r>
                                </m:sub>
                              </m:sSub>
                            </m:oMath>
                          </a14:m>
                          <a:endParaRPr lang="en-US" sz="2800" b="0" i="0" dirty="0">
                            <a:solidFill>
                              <a:schemeClr val="tx1"/>
                            </a:solidFill>
                            <a:latin typeface="CMU Serif" panose="02000603000000000000" pitchFamily="2" charset="0"/>
                            <a:ea typeface="CMU Serif" panose="02000603000000000000" pitchFamily="2" charset="0"/>
                            <a:cs typeface="CMU Serif" panose="02000603000000000000" pitchFamily="2" charset="0"/>
                          </a:endParaRPr>
                        </a:p>
                      </a:txBody>
                      <a:tcPr anchor="ctr">
                        <a:lnL w="381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800" b="0" i="0" dirty="0">
                            <a:solidFill>
                              <a:schemeClr val="tx1"/>
                            </a:solidFill>
                            <a:latin typeface="CMU Serif" panose="02000603000000000000" pitchFamily="2" charset="0"/>
                            <a:ea typeface="CMU Serif" panose="02000603000000000000" pitchFamily="2" charset="0"/>
                            <a:cs typeface="CMU Serif" panose="02000603000000000000" pitchFamily="2" charset="0"/>
                          </a:endParaRPr>
                        </a:p>
                      </a:txBody>
                      <a:tcPr anchor="ctr">
                        <a:lnL w="381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b="0" i="0" dirty="0">
                              <a:solidFill>
                                <a:schemeClr val="tx1"/>
                              </a:solidFill>
                              <a:latin typeface="CMU Serif" panose="02000603000000000000" pitchFamily="2" charset="0"/>
                              <a:ea typeface="CMU Serif" panose="02000603000000000000" pitchFamily="2" charset="0"/>
                              <a:cs typeface="CMU Serif" panose="02000603000000000000" pitchFamily="2" charset="0"/>
                            </a:rPr>
                            <a:t>Premise</a:t>
                          </a:r>
                        </a:p>
                      </a:txBody>
                      <a:tcPr anchor="ctr">
                        <a:lnL w="381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26027265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8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MU Serif" panose="02000603000000000000" pitchFamily="2" charset="0"/>
                                        <a:cs typeface="CMU Serif" panose="02000603000000000000" pitchFamily="2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8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MU Serif" panose="02000603000000000000" pitchFamily="2" charset="0"/>
                                        <a:cs typeface="CMU Serif" panose="02000603000000000000" pitchFamily="2" charset="0"/>
                                      </a:rPr>
                                      <m:t>𝛼</m:t>
                                    </m:r>
                                  </m:e>
                                  <m:sub>
                                    <m:r>
                                      <a:rPr lang="en-US" sz="28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MU Serif" panose="02000603000000000000" pitchFamily="2" charset="0"/>
                                        <a:cs typeface="CMU Serif" panose="02000603000000000000" pitchFamily="2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m:rPr>
                                    <m:nor/>
                                  </m:rPr>
                                  <a:rPr lang="en-US" sz="2800" b="0" i="0" dirty="0">
                                    <a:solidFill>
                                      <a:schemeClr val="tx1"/>
                                    </a:solidFill>
                                    <a:latin typeface="CMU Serif" panose="02000603000000000000" pitchFamily="2" charset="0"/>
                                    <a:ea typeface="CMU Serif" panose="02000603000000000000" pitchFamily="2" charset="0"/>
                                    <a:cs typeface="CMU Serif" panose="02000603000000000000" pitchFamily="2" charset="0"/>
                                  </a:rPr>
                                  <m:t>⋀ </m:t>
                                </m:r>
                                <m:sSub>
                                  <m:sSubPr>
                                    <m:ctrlPr>
                                      <a:rPr lang="en-US" sz="28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MU Serif" panose="02000603000000000000" pitchFamily="2" charset="0"/>
                                        <a:cs typeface="CMU Serif" panose="02000603000000000000" pitchFamily="2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8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MU Serif" panose="02000603000000000000" pitchFamily="2" charset="0"/>
                                        <a:cs typeface="CMU Serif" panose="02000603000000000000" pitchFamily="2" charset="0"/>
                                      </a:rPr>
                                      <m:t>𝛼</m:t>
                                    </m:r>
                                  </m:e>
                                  <m:sub>
                                    <m:r>
                                      <a:rPr lang="en-US" sz="28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MU Serif" panose="02000603000000000000" pitchFamily="2" charset="0"/>
                                        <a:cs typeface="CMU Serif" panose="02000603000000000000" pitchFamily="2" charset="0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en-US" sz="28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MU Serif" panose="02000603000000000000" pitchFamily="2" charset="0"/>
                                    <a:cs typeface="CMU Serif" panose="02000603000000000000" pitchFamily="2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sz="2800" b="0" i="0" dirty="0">
                                    <a:solidFill>
                                      <a:schemeClr val="tx1"/>
                                    </a:solidFill>
                                    <a:latin typeface="CMU Serif" panose="02000603000000000000" pitchFamily="2" charset="0"/>
                                    <a:ea typeface="CMU Serif" panose="02000603000000000000" pitchFamily="2" charset="0"/>
                                    <a:cs typeface="CMU Serif" panose="02000603000000000000" pitchFamily="2" charset="0"/>
                                  </a:rPr>
                                  <m:t>⋀ … ⋀ </m:t>
                                </m:r>
                                <m:sSub>
                                  <m:sSubPr>
                                    <m:ctrlPr>
                                      <a:rPr lang="en-US" sz="28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MU Serif" panose="02000603000000000000" pitchFamily="2" charset="0"/>
                                        <a:cs typeface="CMU Serif" panose="02000603000000000000" pitchFamily="2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8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MU Serif" panose="02000603000000000000" pitchFamily="2" charset="0"/>
                                        <a:cs typeface="CMU Serif" panose="02000603000000000000" pitchFamily="2" charset="0"/>
                                      </a:rPr>
                                      <m:t>𝛼</m:t>
                                    </m:r>
                                  </m:e>
                                  <m:sub>
                                    <m:r>
                                      <a:rPr lang="en-US" sz="28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MU Serif" panose="02000603000000000000" pitchFamily="2" charset="0"/>
                                        <a:cs typeface="CMU Serif" panose="02000603000000000000" pitchFamily="2" charset="0"/>
                                      </a:rPr>
                                      <m:t>𝑛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800" b="0" i="0" dirty="0">
                            <a:solidFill>
                              <a:schemeClr val="tx1"/>
                            </a:solidFill>
                            <a:latin typeface="CMU Serif" panose="02000603000000000000" pitchFamily="2" charset="0"/>
                            <a:ea typeface="CMU Serif" panose="02000603000000000000" pitchFamily="2" charset="0"/>
                            <a:cs typeface="CMU Serif" panose="02000603000000000000" pitchFamily="2" charset="0"/>
                          </a:endParaRPr>
                        </a:p>
                      </a:txBody>
                      <a:tcPr anchor="ctr">
                        <a:lnL w="381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800" b="0" i="0" dirty="0">
                            <a:solidFill>
                              <a:schemeClr val="tx1"/>
                            </a:solidFill>
                            <a:latin typeface="CMU Serif" panose="02000603000000000000" pitchFamily="2" charset="0"/>
                            <a:ea typeface="CMU Serif" panose="02000603000000000000" pitchFamily="2" charset="0"/>
                            <a:cs typeface="CMU Serif" panose="02000603000000000000" pitchFamily="2" charset="0"/>
                          </a:endParaRPr>
                        </a:p>
                      </a:txBody>
                      <a:tcPr anchor="ctr">
                        <a:lnL w="381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b="0" i="0" dirty="0">
                              <a:solidFill>
                                <a:schemeClr val="tx1"/>
                              </a:solidFill>
                              <a:latin typeface="CMU Serif" panose="02000603000000000000" pitchFamily="2" charset="0"/>
                              <a:ea typeface="CMU Serif" panose="02000603000000000000" pitchFamily="2" charset="0"/>
                              <a:cs typeface="CMU Serif" panose="02000603000000000000" pitchFamily="2" charset="0"/>
                            </a:rPr>
                            <a:t>Conclusion</a:t>
                          </a:r>
                        </a:p>
                      </a:txBody>
                      <a:tcPr anchor="ctr">
                        <a:lnL w="381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4192361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A3099C94-90F1-DEBD-6AFE-8FD5CB1880E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618323763"/>
                  </p:ext>
                </p:extLst>
              </p:nvPr>
            </p:nvGraphicFramePr>
            <p:xfrm>
              <a:off x="452966" y="3174357"/>
              <a:ext cx="8238066" cy="10363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3980138">
                      <a:extLst>
                        <a:ext uri="{9D8B030D-6E8A-4147-A177-3AD203B41FA5}">
                          <a16:colId xmlns:a16="http://schemas.microsoft.com/office/drawing/2014/main" val="3248218281"/>
                        </a:ext>
                      </a:extLst>
                    </a:gridCol>
                    <a:gridCol w="821802">
                      <a:extLst>
                        <a:ext uri="{9D8B030D-6E8A-4147-A177-3AD203B41FA5}">
                          <a16:colId xmlns:a16="http://schemas.microsoft.com/office/drawing/2014/main" val="1206490461"/>
                        </a:ext>
                      </a:extLst>
                    </a:gridCol>
                    <a:gridCol w="3436126">
                      <a:extLst>
                        <a:ext uri="{9D8B030D-6E8A-4147-A177-3AD203B41FA5}">
                          <a16:colId xmlns:a16="http://schemas.microsoft.com/office/drawing/2014/main" val="817369488"/>
                        </a:ext>
                      </a:extLst>
                    </a:gridCol>
                  </a:tblGrid>
                  <a:tr h="5181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381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t="-11628" r="-107504" b="-13139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800" b="0" i="0" dirty="0">
                            <a:solidFill>
                              <a:schemeClr val="tx1"/>
                            </a:solidFill>
                            <a:latin typeface="CMU Serif" panose="02000603000000000000" pitchFamily="2" charset="0"/>
                            <a:ea typeface="CMU Serif" panose="02000603000000000000" pitchFamily="2" charset="0"/>
                            <a:cs typeface="CMU Serif" panose="02000603000000000000" pitchFamily="2" charset="0"/>
                          </a:endParaRPr>
                        </a:p>
                      </a:txBody>
                      <a:tcPr anchor="ctr">
                        <a:lnL w="381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b="0" i="0" dirty="0">
                              <a:solidFill>
                                <a:schemeClr val="tx1"/>
                              </a:solidFill>
                              <a:latin typeface="CMU Serif" panose="02000603000000000000" pitchFamily="2" charset="0"/>
                              <a:ea typeface="CMU Serif" panose="02000603000000000000" pitchFamily="2" charset="0"/>
                              <a:cs typeface="CMU Serif" panose="02000603000000000000" pitchFamily="2" charset="0"/>
                            </a:rPr>
                            <a:t>Premise</a:t>
                          </a:r>
                        </a:p>
                      </a:txBody>
                      <a:tcPr anchor="ctr">
                        <a:lnL w="381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260272652"/>
                      </a:ext>
                    </a:extLst>
                  </a:tr>
                  <a:tr h="5181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381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t="-112941" r="-107504" b="-3294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800" b="0" i="0" dirty="0">
                            <a:solidFill>
                              <a:schemeClr val="tx1"/>
                            </a:solidFill>
                            <a:latin typeface="CMU Serif" panose="02000603000000000000" pitchFamily="2" charset="0"/>
                            <a:ea typeface="CMU Serif" panose="02000603000000000000" pitchFamily="2" charset="0"/>
                            <a:cs typeface="CMU Serif" panose="02000603000000000000" pitchFamily="2" charset="0"/>
                          </a:endParaRPr>
                        </a:p>
                      </a:txBody>
                      <a:tcPr anchor="ctr">
                        <a:lnL w="381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b="0" i="0" dirty="0">
                              <a:solidFill>
                                <a:schemeClr val="tx1"/>
                              </a:solidFill>
                              <a:latin typeface="CMU Serif" panose="02000603000000000000" pitchFamily="2" charset="0"/>
                              <a:ea typeface="CMU Serif" panose="02000603000000000000" pitchFamily="2" charset="0"/>
                              <a:cs typeface="CMU Serif" panose="02000603000000000000" pitchFamily="2" charset="0"/>
                            </a:rPr>
                            <a:t>Conclusion</a:t>
                          </a:r>
                        </a:p>
                      </a:txBody>
                      <a:tcPr anchor="ctr">
                        <a:lnL w="381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41923615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4DB87D60-9FDA-78F6-4342-21CF4660A0F9}"/>
              </a:ext>
            </a:extLst>
          </p:cNvPr>
          <p:cNvSpPr txBox="1"/>
          <p:nvPr/>
        </p:nvSpPr>
        <p:spPr>
          <a:xfrm>
            <a:off x="452966" y="4956196"/>
            <a:ext cx="8238066" cy="815608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just">
              <a:spcAft>
                <a:spcPts val="600"/>
              </a:spcAft>
              <a:buClr>
                <a:schemeClr val="accent1"/>
              </a:buClr>
            </a:pPr>
            <a:r>
              <a:rPr lang="en-US" sz="24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Example: </a:t>
            </a:r>
          </a:p>
          <a:p>
            <a:pPr marL="342900" indent="-342900" algn="just"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24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Given, A, B are true then we can conclude A ⋀ B is true.  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823340-BB03-6958-1F96-D5FD4473D3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AA9DC34-DC72-25C5-097D-9B4E853BA73E}"/>
              </a:ext>
            </a:extLst>
          </p:cNvPr>
          <p:cNvSpPr txBox="1"/>
          <p:nvPr/>
        </p:nvSpPr>
        <p:spPr>
          <a:xfrm>
            <a:off x="452966" y="649870"/>
            <a:ext cx="8238067" cy="553998"/>
          </a:xfrm>
          <a:prstGeom prst="rect">
            <a:avLst/>
          </a:prstGeom>
          <a:noFill/>
          <a:ln w="12700">
            <a:solidFill>
              <a:schemeClr val="accent4"/>
            </a:solidFill>
          </a:ln>
        </p:spPr>
        <p:txBody>
          <a:bodyPr wrap="square" lIns="0" tIns="0" rIns="0" bIns="0" rtlCol="0" anchor="ctr">
            <a:spAutoFit/>
          </a:bodyPr>
          <a:lstStyle/>
          <a:p>
            <a:r>
              <a:rPr lang="en-US" sz="3600" dirty="0">
                <a:solidFill>
                  <a:schemeClr val="accent1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Inference Rules: Double Negation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672BD3F-2B2D-AB07-BC29-9CD36C9BF1D1}"/>
              </a:ext>
            </a:extLst>
          </p:cNvPr>
          <p:cNvSpPr txBox="1"/>
          <p:nvPr/>
        </p:nvSpPr>
        <p:spPr>
          <a:xfrm>
            <a:off x="452966" y="2059506"/>
            <a:ext cx="8238066" cy="369332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marL="342900" indent="-342900" algn="just"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24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We can eliminate double negations. 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B978AC37-3425-2E50-F1B3-8F07138E13A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0346195"/>
              </p:ext>
            </p:extLst>
          </p:nvPr>
        </p:nvGraphicFramePr>
        <p:xfrm>
          <a:off x="452966" y="3174357"/>
          <a:ext cx="8238066" cy="1036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80138">
                  <a:extLst>
                    <a:ext uri="{9D8B030D-6E8A-4147-A177-3AD203B41FA5}">
                      <a16:colId xmlns:a16="http://schemas.microsoft.com/office/drawing/2014/main" val="3248218281"/>
                    </a:ext>
                  </a:extLst>
                </a:gridCol>
                <a:gridCol w="821802">
                  <a:extLst>
                    <a:ext uri="{9D8B030D-6E8A-4147-A177-3AD203B41FA5}">
                      <a16:colId xmlns:a16="http://schemas.microsoft.com/office/drawing/2014/main" val="1206490461"/>
                    </a:ext>
                  </a:extLst>
                </a:gridCol>
                <a:gridCol w="3436126">
                  <a:extLst>
                    <a:ext uri="{9D8B030D-6E8A-4147-A177-3AD203B41FA5}">
                      <a16:colId xmlns:a16="http://schemas.microsoft.com/office/drawing/2014/main" val="81736948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b="0" i="0" dirty="0">
                          <a:solidFill>
                            <a:schemeClr val="tx1"/>
                          </a:solidFill>
                          <a:latin typeface="CMU Serif" panose="02000603000000000000" pitchFamily="2" charset="0"/>
                          <a:ea typeface="CMU Serif" panose="02000603000000000000" pitchFamily="2" charset="0"/>
                          <a:cs typeface="CMU Serif" panose="02000603000000000000" pitchFamily="2" charset="0"/>
                        </a:rPr>
                        <a:t>¬¬𝛼 </a:t>
                      </a:r>
                    </a:p>
                  </a:txBody>
                  <a:tcPr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800" b="0" i="0" dirty="0">
                        <a:solidFill>
                          <a:schemeClr val="tx1"/>
                        </a:solidFill>
                        <a:latin typeface="CMU Serif" panose="02000603000000000000" pitchFamily="2" charset="0"/>
                        <a:ea typeface="CMU Serif" panose="02000603000000000000" pitchFamily="2" charset="0"/>
                        <a:cs typeface="CMU Serif" panose="02000603000000000000" pitchFamily="2" charset="0"/>
                      </a:endParaRPr>
                    </a:p>
                  </a:txBody>
                  <a:tcPr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0" i="0" dirty="0">
                          <a:solidFill>
                            <a:schemeClr val="tx1"/>
                          </a:solidFill>
                          <a:latin typeface="CMU Serif" panose="02000603000000000000" pitchFamily="2" charset="0"/>
                          <a:ea typeface="CMU Serif" panose="02000603000000000000" pitchFamily="2" charset="0"/>
                          <a:cs typeface="CMU Serif" panose="02000603000000000000" pitchFamily="2" charset="0"/>
                        </a:rPr>
                        <a:t>Premise</a:t>
                      </a:r>
                    </a:p>
                  </a:txBody>
                  <a:tcPr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602726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b="0" i="0" dirty="0">
                          <a:solidFill>
                            <a:schemeClr val="tx1"/>
                          </a:solidFill>
                          <a:latin typeface="CMU Serif" panose="02000603000000000000" pitchFamily="2" charset="0"/>
                          <a:ea typeface="CMU Serif" panose="02000603000000000000" pitchFamily="2" charset="0"/>
                          <a:cs typeface="CMU Serif" panose="02000603000000000000" pitchFamily="2" charset="0"/>
                        </a:rPr>
                        <a:t>𝛼 </a:t>
                      </a:r>
                    </a:p>
                  </a:txBody>
                  <a:tcPr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800" b="0" i="0" dirty="0">
                        <a:solidFill>
                          <a:schemeClr val="tx1"/>
                        </a:solidFill>
                        <a:latin typeface="CMU Serif" panose="02000603000000000000" pitchFamily="2" charset="0"/>
                        <a:ea typeface="CMU Serif" panose="02000603000000000000" pitchFamily="2" charset="0"/>
                        <a:cs typeface="CMU Serif" panose="02000603000000000000" pitchFamily="2" charset="0"/>
                      </a:endParaRPr>
                    </a:p>
                  </a:txBody>
                  <a:tcPr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0" i="0" dirty="0">
                          <a:solidFill>
                            <a:schemeClr val="tx1"/>
                          </a:solidFill>
                          <a:latin typeface="CMU Serif" panose="02000603000000000000" pitchFamily="2" charset="0"/>
                          <a:ea typeface="CMU Serif" panose="02000603000000000000" pitchFamily="2" charset="0"/>
                          <a:cs typeface="CMU Serif" panose="02000603000000000000" pitchFamily="2" charset="0"/>
                        </a:rPr>
                        <a:t>Conclusion</a:t>
                      </a:r>
                    </a:p>
                  </a:txBody>
                  <a:tcPr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1923615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45A2A0AB-0443-8FB1-5D84-47B9394E03A0}"/>
              </a:ext>
            </a:extLst>
          </p:cNvPr>
          <p:cNvSpPr txBox="1"/>
          <p:nvPr/>
        </p:nvSpPr>
        <p:spPr>
          <a:xfrm>
            <a:off x="452966" y="4956196"/>
            <a:ext cx="8238066" cy="815608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just">
              <a:spcAft>
                <a:spcPts val="600"/>
              </a:spcAft>
              <a:buClr>
                <a:schemeClr val="accent1"/>
              </a:buClr>
            </a:pPr>
            <a:r>
              <a:rPr lang="en-US" sz="24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Example: </a:t>
            </a:r>
          </a:p>
          <a:p>
            <a:pPr marL="342900" indent="-342900" algn="just"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24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Given, ¬¬A is true then we can conclude A is true.  </a:t>
            </a:r>
          </a:p>
        </p:txBody>
      </p:sp>
    </p:spTree>
    <p:extLst>
      <p:ext uri="{BB962C8B-B14F-4D97-AF65-F5344CB8AC3E}">
        <p14:creationId xmlns:p14="http://schemas.microsoft.com/office/powerpoint/2010/main" val="53140386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B6B49C3-C98C-A7D8-A15B-500C37448D29}"/>
              </a:ext>
            </a:extLst>
          </p:cNvPr>
          <p:cNvSpPr txBox="1"/>
          <p:nvPr/>
        </p:nvSpPr>
        <p:spPr>
          <a:xfrm>
            <a:off x="452966" y="649870"/>
            <a:ext cx="8238067" cy="553998"/>
          </a:xfrm>
          <a:prstGeom prst="rect">
            <a:avLst/>
          </a:prstGeom>
          <a:noFill/>
          <a:ln w="12700">
            <a:solidFill>
              <a:schemeClr val="accent4"/>
            </a:solidFill>
          </a:ln>
        </p:spPr>
        <p:txBody>
          <a:bodyPr wrap="square" lIns="0" tIns="0" rIns="0" bIns="0" rtlCol="0" anchor="ctr">
            <a:spAutoFit/>
          </a:bodyPr>
          <a:lstStyle/>
          <a:p>
            <a:r>
              <a:rPr lang="en-US" sz="3600" dirty="0">
                <a:solidFill>
                  <a:schemeClr val="accent1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Inference Rules: Logical Equivalences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A2467157-86E0-7264-F01E-5D4685C8D099}"/>
                  </a:ext>
                </a:extLst>
              </p:cNvPr>
              <p:cNvSpPr txBox="1"/>
              <p:nvPr/>
            </p:nvSpPr>
            <p:spPr>
              <a:xfrm>
                <a:off x="452966" y="1446453"/>
                <a:ext cx="8238067" cy="738664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spAutoFit/>
              </a:bodyPr>
              <a:lstStyle/>
              <a:p>
                <a:pPr algn="just">
                  <a:spcAft>
                    <a:spcPts val="1200"/>
                  </a:spcAft>
                  <a:buClr>
                    <a:schemeClr val="accent1"/>
                  </a:buClr>
                </a:pPr>
                <a:r>
                  <a:rPr lang="en-US" sz="2400" dirty="0">
                    <a:latin typeface="CMU Serif" panose="02000603000000000000" pitchFamily="2" charset="0"/>
                    <a:ea typeface="CMU Serif" panose="02000603000000000000" pitchFamily="2" charset="0"/>
                    <a:cs typeface="CMU Serif" panose="02000603000000000000" pitchFamily="2" charset="0"/>
                  </a:rPr>
                  <a:t>Two sentences are logically equivalent iff they are true in the same models: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  <a:ea typeface="CMU Serif" panose="02000603000000000000" pitchFamily="2" charset="0"/>
                        <a:cs typeface="CMU Serif" panose="02000603000000000000" pitchFamily="2" charset="0"/>
                      </a:rPr>
                      <m:t>𝛼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MU Serif" panose="02000603000000000000" pitchFamily="2" charset="0"/>
                        <a:cs typeface="CMU Serif" panose="02000603000000000000" pitchFamily="2" charset="0"/>
                      </a:rPr>
                      <m:t> ≡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MU Serif" panose="02000603000000000000" pitchFamily="2" charset="0"/>
                      </a:rPr>
                      <m:t>𝛽</m:t>
                    </m:r>
                  </m:oMath>
                </a14:m>
                <a:r>
                  <a:rPr lang="en-US" sz="2400" dirty="0">
                    <a:latin typeface="CMU Serif" panose="02000603000000000000" pitchFamily="2" charset="0"/>
                    <a:ea typeface="CMU Serif" panose="02000603000000000000" pitchFamily="2" charset="0"/>
                    <a:cs typeface="CMU Serif" panose="02000603000000000000" pitchFamily="2" charset="0"/>
                  </a:rPr>
                  <a:t> iff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  <a:ea typeface="CMU Serif" panose="02000603000000000000" pitchFamily="2" charset="0"/>
                        <a:cs typeface="CMU Serif" panose="02000603000000000000" pitchFamily="2" charset="0"/>
                      </a:rPr>
                      <m:t>𝛼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MU Serif" panose="02000603000000000000" pitchFamily="2" charset="0"/>
                        <a:cs typeface="CMU Serif" panose="02000603000000000000" pitchFamily="2" charset="0"/>
                      </a:rPr>
                      <m:t> ⊨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MU Serif" panose="02000603000000000000" pitchFamily="2" charset="0"/>
                      </a:rPr>
                      <m:t>𝛽</m:t>
                    </m:r>
                  </m:oMath>
                </a14:m>
                <a:r>
                  <a:rPr lang="en-US" sz="2400" dirty="0">
                    <a:latin typeface="CMU Serif" panose="02000603000000000000" pitchFamily="2" charset="0"/>
                    <a:ea typeface="CMU Serif" panose="02000603000000000000" pitchFamily="2" charset="0"/>
                    <a:cs typeface="CMU Serif" panose="02000603000000000000" pitchFamily="2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  <a:ea typeface="CMU Serif" panose="02000603000000000000" pitchFamily="2" charset="0"/>
                        <a:cs typeface="CMU Serif" panose="02000603000000000000" pitchFamily="2" charset="0"/>
                      </a:rPr>
                      <m:t>𝛽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MU Serif" panose="02000603000000000000" pitchFamily="2" charset="0"/>
                      </a:rPr>
                      <m:t>⊨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MU Serif" panose="02000603000000000000" pitchFamily="2" charset="0"/>
                      </a:rPr>
                      <m:t>𝛼</m:t>
                    </m:r>
                  </m:oMath>
                </a14:m>
                <a:endParaRPr lang="en-US" sz="2400" dirty="0">
                  <a:latin typeface="CMU Serif" panose="02000603000000000000" pitchFamily="2" charset="0"/>
                  <a:ea typeface="CMU Serif" panose="02000603000000000000" pitchFamily="2" charset="0"/>
                  <a:cs typeface="CMU Serif" panose="02000603000000000000" pitchFamily="2" charset="0"/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A2467157-86E0-7264-F01E-5D4685C8D0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2966" y="1446453"/>
                <a:ext cx="8238067" cy="738664"/>
              </a:xfrm>
              <a:prstGeom prst="rect">
                <a:avLst/>
              </a:prstGeom>
              <a:blipFill>
                <a:blip r:embed="rId2"/>
                <a:stretch>
                  <a:fillRect l="-2219" t="-12397" r="-2219" b="-2562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5">
            <a:extLst>
              <a:ext uri="{FF2B5EF4-FFF2-40B4-BE49-F238E27FC236}">
                <a16:creationId xmlns:a16="http://schemas.microsoft.com/office/drawing/2014/main" id="{313C0960-8798-72AB-6226-09DC0BFC8B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159" y="2427703"/>
            <a:ext cx="7373678" cy="4114800"/>
          </a:xfrm>
          <a:prstGeom prst="rect">
            <a:avLst/>
          </a:prstGeom>
        </p:spPr>
      </p:pic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4F94053F-2BFF-7A32-E012-B97ECA8145D5}"/>
              </a:ext>
            </a:extLst>
          </p:cNvPr>
          <p:cNvSpPr/>
          <p:nvPr/>
        </p:nvSpPr>
        <p:spPr>
          <a:xfrm>
            <a:off x="1099594" y="4485103"/>
            <a:ext cx="5683170" cy="387839"/>
          </a:xfrm>
          <a:prstGeom prst="round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43A6C4C-EB4E-04CC-5FA8-74CDFF00D4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91744" y="1610783"/>
            <a:ext cx="5160511" cy="50292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BB814D5-7969-9DCC-FBD8-CC7F7B658FE7}"/>
              </a:ext>
            </a:extLst>
          </p:cNvPr>
          <p:cNvSpPr txBox="1"/>
          <p:nvPr/>
        </p:nvSpPr>
        <p:spPr>
          <a:xfrm>
            <a:off x="452966" y="649870"/>
            <a:ext cx="8238067" cy="553998"/>
          </a:xfrm>
          <a:prstGeom prst="rect">
            <a:avLst/>
          </a:prstGeom>
          <a:noFill/>
          <a:ln w="12700">
            <a:solidFill>
              <a:schemeClr val="accent4"/>
            </a:solidFill>
          </a:ln>
        </p:spPr>
        <p:txBody>
          <a:bodyPr wrap="square" lIns="0" tIns="0" rIns="0" bIns="0" rtlCol="0" anchor="ctr">
            <a:spAutoFit/>
          </a:bodyPr>
          <a:lstStyle/>
          <a:p>
            <a:r>
              <a:rPr lang="en-US" sz="3600" dirty="0">
                <a:solidFill>
                  <a:schemeClr val="accent1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Example: The Wumpus World </a:t>
            </a:r>
          </a:p>
        </p:txBody>
      </p:sp>
    </p:spTree>
    <p:extLst>
      <p:ext uri="{BB962C8B-B14F-4D97-AF65-F5344CB8AC3E}">
        <p14:creationId xmlns:p14="http://schemas.microsoft.com/office/powerpoint/2010/main" val="287420651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EFBF1A9-5BC5-7D01-7ABA-90092AC63B95}"/>
              </a:ext>
            </a:extLst>
          </p:cNvPr>
          <p:cNvSpPr txBox="1"/>
          <p:nvPr/>
        </p:nvSpPr>
        <p:spPr>
          <a:xfrm>
            <a:off x="452966" y="649870"/>
            <a:ext cx="8238067" cy="553998"/>
          </a:xfrm>
          <a:prstGeom prst="rect">
            <a:avLst/>
          </a:prstGeom>
          <a:noFill/>
          <a:ln w="12700">
            <a:solidFill>
              <a:schemeClr val="accent4"/>
            </a:solidFill>
          </a:ln>
        </p:spPr>
        <p:txBody>
          <a:bodyPr wrap="square" lIns="0" tIns="0" rIns="0" bIns="0" rtlCol="0" anchor="ctr">
            <a:spAutoFit/>
          </a:bodyPr>
          <a:lstStyle/>
          <a:p>
            <a:r>
              <a:rPr lang="en-US" sz="3600" dirty="0">
                <a:solidFill>
                  <a:schemeClr val="accent1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Example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A637EEE-069A-3376-5EF4-03184D42D00B}"/>
              </a:ext>
            </a:extLst>
          </p:cNvPr>
          <p:cNvSpPr txBox="1"/>
          <p:nvPr/>
        </p:nvSpPr>
        <p:spPr>
          <a:xfrm>
            <a:off x="452967" y="1719672"/>
            <a:ext cx="8238066" cy="4493538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marL="342900" indent="-342900" algn="just"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22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𝑃(𝑥, 𝑦) is true if there is a pit in [x,y]</a:t>
            </a:r>
          </a:p>
          <a:p>
            <a:pPr marL="342900" indent="-342900" algn="just"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22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𝑊(𝑥, 𝑦) is true if there is a Wumpus in [x,y], dead or alive</a:t>
            </a:r>
          </a:p>
          <a:p>
            <a:pPr marL="342900" indent="-342900" algn="just"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22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𝐵(𝑥, 𝑦) if agent perceives breeze in [x,y]</a:t>
            </a:r>
          </a:p>
          <a:p>
            <a:pPr marL="342900" indent="-342900" algn="just"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22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𝑆(𝑥, 𝑦) if agent perceives stench in [x,y]</a:t>
            </a:r>
          </a:p>
          <a:p>
            <a:pPr algn="just">
              <a:spcAft>
                <a:spcPts val="600"/>
              </a:spcAft>
              <a:buClr>
                <a:schemeClr val="accent1"/>
              </a:buClr>
            </a:pPr>
            <a:endParaRPr lang="en-US" sz="2200" dirty="0"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  <a:p>
            <a:pPr algn="just">
              <a:spcAft>
                <a:spcPts val="600"/>
              </a:spcAft>
              <a:buClr>
                <a:schemeClr val="accent1"/>
              </a:buClr>
            </a:pPr>
            <a:r>
              <a:rPr lang="en-US" sz="2200" u="sng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KB:</a:t>
            </a:r>
            <a:r>
              <a:rPr lang="en-US" sz="22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			𝛼= ¬P12		 does		KB ╞ 𝛼 ?</a:t>
            </a:r>
          </a:p>
          <a:p>
            <a:pPr marL="457200" indent="-457200" algn="just">
              <a:spcAft>
                <a:spcPts val="600"/>
              </a:spcAft>
              <a:buClr>
                <a:schemeClr val="accent1"/>
              </a:buClr>
              <a:buFont typeface="+mj-lt"/>
              <a:buAutoNum type="arabicPeriod"/>
            </a:pPr>
            <a:r>
              <a:rPr lang="en-US" sz="22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¬P11</a:t>
            </a:r>
          </a:p>
          <a:p>
            <a:pPr marL="457200" indent="-457200" algn="just">
              <a:spcAft>
                <a:spcPts val="600"/>
              </a:spcAft>
              <a:buClr>
                <a:schemeClr val="accent1"/>
              </a:buClr>
              <a:buFont typeface="+mj-lt"/>
              <a:buAutoNum type="arabicPeriod"/>
            </a:pPr>
            <a:r>
              <a:rPr lang="en-US" sz="22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B11 ⇔ (P12 ⋁ P21)</a:t>
            </a:r>
          </a:p>
          <a:p>
            <a:pPr marL="457200" indent="-457200" algn="just">
              <a:spcAft>
                <a:spcPts val="600"/>
              </a:spcAft>
              <a:buClr>
                <a:schemeClr val="accent1"/>
              </a:buClr>
              <a:buFont typeface="+mj-lt"/>
              <a:buAutoNum type="arabicPeriod"/>
            </a:pPr>
            <a:r>
              <a:rPr lang="en-US" sz="22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B21 ⇔ (P11 ⋁ P22 ⋁ P31)</a:t>
            </a:r>
          </a:p>
          <a:p>
            <a:pPr marL="457200" indent="-457200" algn="just">
              <a:spcAft>
                <a:spcPts val="600"/>
              </a:spcAft>
              <a:buClr>
                <a:schemeClr val="accent1"/>
              </a:buClr>
              <a:buFont typeface="+mj-lt"/>
              <a:buAutoNum type="arabicPeriod"/>
            </a:pPr>
            <a:r>
              <a:rPr lang="en-US" sz="22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¬B11</a:t>
            </a:r>
          </a:p>
          <a:p>
            <a:pPr marL="457200" indent="-457200" algn="just">
              <a:spcAft>
                <a:spcPts val="600"/>
              </a:spcAft>
              <a:buClr>
                <a:schemeClr val="accent1"/>
              </a:buClr>
              <a:buFont typeface="+mj-lt"/>
              <a:buAutoNum type="arabicPeriod"/>
            </a:pPr>
            <a:r>
              <a:rPr lang="en-US" sz="22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B21</a:t>
            </a:r>
          </a:p>
        </p:txBody>
      </p:sp>
    </p:spTree>
    <p:extLst>
      <p:ext uri="{BB962C8B-B14F-4D97-AF65-F5344CB8AC3E}">
        <p14:creationId xmlns:p14="http://schemas.microsoft.com/office/powerpoint/2010/main" val="131093343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138935-0615-1DB6-6CD2-A0603AA5CB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A0344B2-816B-3FC8-871A-688E3A5EDC81}"/>
              </a:ext>
            </a:extLst>
          </p:cNvPr>
          <p:cNvSpPr txBox="1"/>
          <p:nvPr/>
        </p:nvSpPr>
        <p:spPr>
          <a:xfrm>
            <a:off x="452966" y="649870"/>
            <a:ext cx="8238067" cy="553998"/>
          </a:xfrm>
          <a:prstGeom prst="rect">
            <a:avLst/>
          </a:prstGeom>
          <a:noFill/>
          <a:ln w="12700">
            <a:solidFill>
              <a:schemeClr val="accent4"/>
            </a:solidFill>
          </a:ln>
        </p:spPr>
        <p:txBody>
          <a:bodyPr wrap="square" lIns="0" tIns="0" rIns="0" bIns="0" rtlCol="0" anchor="ctr">
            <a:spAutoFit/>
          </a:bodyPr>
          <a:lstStyle/>
          <a:p>
            <a:r>
              <a:rPr lang="en-US" sz="3600" dirty="0">
                <a:solidFill>
                  <a:schemeClr val="accent1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Solution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4661B05-51A7-6682-AE52-793540509050}"/>
              </a:ext>
            </a:extLst>
          </p:cNvPr>
          <p:cNvSpPr txBox="1"/>
          <p:nvPr/>
        </p:nvSpPr>
        <p:spPr>
          <a:xfrm>
            <a:off x="452967" y="1572884"/>
            <a:ext cx="8301566" cy="4909036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just">
              <a:spcAft>
                <a:spcPts val="600"/>
              </a:spcAft>
              <a:buClr>
                <a:schemeClr val="accent1"/>
              </a:buClr>
            </a:pPr>
            <a:r>
              <a:rPr lang="en-US" sz="2200" u="sng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KB:</a:t>
            </a:r>
            <a:r>
              <a:rPr lang="en-US" sz="22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			𝛼= ¬P12		 does		KB ╞ 𝛼 ?</a:t>
            </a:r>
          </a:p>
          <a:p>
            <a:pPr marL="457200" indent="-457200" algn="just">
              <a:spcAft>
                <a:spcPts val="600"/>
              </a:spcAft>
              <a:buClr>
                <a:schemeClr val="accent1"/>
              </a:buClr>
              <a:buFont typeface="+mj-lt"/>
              <a:buAutoNum type="arabicPeriod"/>
            </a:pPr>
            <a:r>
              <a:rPr lang="en-US" sz="22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¬P11</a:t>
            </a:r>
          </a:p>
          <a:p>
            <a:pPr marL="457200" indent="-457200" algn="just">
              <a:spcAft>
                <a:spcPts val="600"/>
              </a:spcAft>
              <a:buClr>
                <a:schemeClr val="accent1"/>
              </a:buClr>
              <a:buFont typeface="+mj-lt"/>
              <a:buAutoNum type="arabicPeriod"/>
            </a:pPr>
            <a:r>
              <a:rPr lang="en-US" sz="22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B11 ⇔ (P12 ⋁ P21)</a:t>
            </a:r>
          </a:p>
          <a:p>
            <a:pPr marL="457200" indent="-457200" algn="just">
              <a:spcAft>
                <a:spcPts val="600"/>
              </a:spcAft>
              <a:buClr>
                <a:schemeClr val="accent1"/>
              </a:buClr>
              <a:buFont typeface="+mj-lt"/>
              <a:buAutoNum type="arabicPeriod"/>
            </a:pPr>
            <a:r>
              <a:rPr lang="en-US" sz="22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B21 ⇔ (P11 ⋁ P22 ⋁ P31)</a:t>
            </a:r>
          </a:p>
          <a:p>
            <a:pPr marL="457200" indent="-457200" algn="just">
              <a:spcAft>
                <a:spcPts val="600"/>
              </a:spcAft>
              <a:buClr>
                <a:schemeClr val="accent1"/>
              </a:buClr>
              <a:buFont typeface="+mj-lt"/>
              <a:buAutoNum type="arabicPeriod"/>
            </a:pPr>
            <a:r>
              <a:rPr lang="en-US" sz="22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¬B11</a:t>
            </a:r>
          </a:p>
          <a:p>
            <a:pPr marL="457200" indent="-457200" algn="just">
              <a:spcAft>
                <a:spcPts val="600"/>
              </a:spcAft>
              <a:buClr>
                <a:schemeClr val="accent1"/>
              </a:buClr>
              <a:buFont typeface="+mj-lt"/>
              <a:buAutoNum type="arabicPeriod"/>
            </a:pPr>
            <a:r>
              <a:rPr lang="en-US" sz="22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B21</a:t>
            </a:r>
          </a:p>
          <a:p>
            <a:pPr marL="457200" indent="-457200" algn="just">
              <a:spcAft>
                <a:spcPts val="600"/>
              </a:spcAft>
              <a:buClr>
                <a:schemeClr val="accent1"/>
              </a:buClr>
              <a:buFont typeface="+mj-lt"/>
              <a:buAutoNum type="arabicPeriod"/>
            </a:pPr>
            <a:r>
              <a:rPr lang="en-US" sz="22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(B11 ⇒ (P12 ⋁ P21)) ⋀ ((P12 ⋁ P21) ⇒ B11) Biconditional (2) </a:t>
            </a:r>
          </a:p>
          <a:p>
            <a:pPr marL="457200" indent="-457200" algn="just">
              <a:spcAft>
                <a:spcPts val="600"/>
              </a:spcAft>
              <a:buClr>
                <a:schemeClr val="accent1"/>
              </a:buClr>
              <a:buFont typeface="+mj-lt"/>
              <a:buAutoNum type="arabicPeriod"/>
            </a:pPr>
            <a:r>
              <a:rPr lang="en-US" sz="22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P12 ⋁ P21 ⇒ B11 And elimination (6) </a:t>
            </a:r>
          </a:p>
          <a:p>
            <a:pPr marL="457200" indent="-457200" algn="just">
              <a:spcAft>
                <a:spcPts val="600"/>
              </a:spcAft>
              <a:buClr>
                <a:schemeClr val="accent1"/>
              </a:buClr>
              <a:buFont typeface="+mj-lt"/>
              <a:buAutoNum type="arabicPeriod"/>
            </a:pPr>
            <a:r>
              <a:rPr lang="en-US" sz="22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¬B11 ⇒ ¬(P12 ⋁ P21) Contraposition (7)</a:t>
            </a:r>
          </a:p>
          <a:p>
            <a:pPr marL="457200" indent="-457200" algn="just">
              <a:spcAft>
                <a:spcPts val="600"/>
              </a:spcAft>
              <a:buClr>
                <a:schemeClr val="accent1"/>
              </a:buClr>
              <a:buFont typeface="+mj-lt"/>
              <a:buAutoNum type="arabicPeriod"/>
            </a:pPr>
            <a:r>
              <a:rPr lang="en-US" sz="22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¬(P12 ⋁ P21) Modus Ponens (8, 4) </a:t>
            </a:r>
          </a:p>
          <a:p>
            <a:pPr marL="457200" indent="-457200" algn="just">
              <a:spcAft>
                <a:spcPts val="600"/>
              </a:spcAft>
              <a:buClr>
                <a:schemeClr val="accent1"/>
              </a:buClr>
              <a:buFont typeface="+mj-lt"/>
              <a:buAutoNum type="arabicPeriod"/>
            </a:pPr>
            <a:r>
              <a:rPr lang="en-US" sz="22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¬P12 ⋀ ¬P21 De Morgan (9) </a:t>
            </a:r>
          </a:p>
          <a:p>
            <a:pPr marL="457200" indent="-457200" algn="just">
              <a:spcAft>
                <a:spcPts val="600"/>
              </a:spcAft>
              <a:buClr>
                <a:schemeClr val="accent1"/>
              </a:buClr>
              <a:buFont typeface="+mj-lt"/>
              <a:buAutoNum type="arabicPeriod"/>
            </a:pPr>
            <a:r>
              <a:rPr lang="en-US" sz="22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¬P12 And elimination (10)</a:t>
            </a:r>
          </a:p>
        </p:txBody>
      </p:sp>
    </p:spTree>
    <p:extLst>
      <p:ext uri="{BB962C8B-B14F-4D97-AF65-F5344CB8AC3E}">
        <p14:creationId xmlns:p14="http://schemas.microsoft.com/office/powerpoint/2010/main" val="25113731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494260A-C646-4580-3236-015CF3DB9294}"/>
              </a:ext>
            </a:extLst>
          </p:cNvPr>
          <p:cNvSpPr txBox="1"/>
          <p:nvPr/>
        </p:nvSpPr>
        <p:spPr>
          <a:xfrm>
            <a:off x="452966" y="649870"/>
            <a:ext cx="8238067" cy="553998"/>
          </a:xfrm>
          <a:prstGeom prst="rect">
            <a:avLst/>
          </a:prstGeom>
          <a:noFill/>
          <a:ln w="12700">
            <a:solidFill>
              <a:schemeClr val="accent4"/>
            </a:solidFill>
          </a:ln>
        </p:spPr>
        <p:txBody>
          <a:bodyPr wrap="square" lIns="0" tIns="0" rIns="0" bIns="0" rtlCol="0" anchor="ctr">
            <a:spAutoFit/>
          </a:bodyPr>
          <a:lstStyle/>
          <a:p>
            <a:r>
              <a:rPr lang="en-US" sz="3600" dirty="0">
                <a:solidFill>
                  <a:schemeClr val="accent1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Conjunctive Normal Form (CNF)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6EAE0878-1C9E-0705-EBAF-7B860834B609}"/>
                  </a:ext>
                </a:extLst>
              </p:cNvPr>
              <p:cNvSpPr txBox="1"/>
              <p:nvPr/>
            </p:nvSpPr>
            <p:spPr>
              <a:xfrm>
                <a:off x="452967" y="2056384"/>
                <a:ext cx="8238066" cy="3816429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spAutoFit/>
              </a:bodyPr>
              <a:lstStyle/>
              <a:p>
                <a:pPr marL="342900" indent="-342900" algn="just">
                  <a:spcAft>
                    <a:spcPts val="1200"/>
                  </a:spcAft>
                  <a:buClr>
                    <a:schemeClr val="accent1"/>
                  </a:buClr>
                  <a:buFont typeface="Arial" panose="020B0604020202020204" pitchFamily="34" charset="0"/>
                  <a:buChar char="•"/>
                </a:pPr>
                <a:r>
                  <a:rPr lang="en-US" sz="2200" dirty="0">
                    <a:latin typeface="CMU Serif" panose="02000603000000000000" pitchFamily="2" charset="0"/>
                    <a:ea typeface="CMU Serif" panose="02000603000000000000" pitchFamily="2" charset="0"/>
                    <a:cs typeface="CMU Serif" panose="02000603000000000000" pitchFamily="2" charset="0"/>
                  </a:rPr>
                  <a:t>A sentence expressed as a conjunction ⋀ of clauses is said to be in </a:t>
                </a:r>
                <a:r>
                  <a:rPr lang="en-US" sz="2200" dirty="0">
                    <a:solidFill>
                      <a:schemeClr val="accent1"/>
                    </a:solidFill>
                    <a:latin typeface="CMU Serif" panose="02000603000000000000" pitchFamily="2" charset="0"/>
                    <a:ea typeface="CMU Serif" panose="02000603000000000000" pitchFamily="2" charset="0"/>
                    <a:cs typeface="CMU Serif" panose="02000603000000000000" pitchFamily="2" charset="0"/>
                  </a:rPr>
                  <a:t>Conjunctive Normal Form or CNF</a:t>
                </a:r>
                <a:r>
                  <a:rPr lang="en-US" sz="2200" dirty="0">
                    <a:latin typeface="CMU Serif" panose="02000603000000000000" pitchFamily="2" charset="0"/>
                    <a:ea typeface="CMU Serif" panose="02000603000000000000" pitchFamily="2" charset="0"/>
                    <a:cs typeface="CMU Serif" panose="02000603000000000000" pitchFamily="2" charset="0"/>
                  </a:rPr>
                  <a:t>.</a:t>
                </a:r>
              </a:p>
              <a:p>
                <a:pPr marL="342900" indent="-342900" algn="just">
                  <a:spcAft>
                    <a:spcPts val="1200"/>
                  </a:spcAft>
                  <a:buClr>
                    <a:schemeClr val="accent1"/>
                  </a:buClr>
                  <a:buFont typeface="Arial" panose="020B0604020202020204" pitchFamily="34" charset="0"/>
                  <a:buChar char="•"/>
                </a:pPr>
                <a:r>
                  <a:rPr lang="en-US" sz="2200" dirty="0">
                    <a:latin typeface="CMU Serif" panose="02000603000000000000" pitchFamily="2" charset="0"/>
                    <a:ea typeface="CMU Serif" panose="02000603000000000000" pitchFamily="2" charset="0"/>
                    <a:cs typeface="CMU Serif" panose="02000603000000000000" pitchFamily="2" charset="0"/>
                  </a:rPr>
                  <a:t>CNF sentence </a:t>
                </a:r>
                <a14:m>
                  <m:oMath xmlns:m="http://schemas.openxmlformats.org/officeDocument/2006/math">
                    <m:r>
                      <a:rPr lang="en-US" sz="220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MU Serif" panose="02000603000000000000" pitchFamily="2" charset="0"/>
                      </a:rPr>
                      <m:t>→</m:t>
                    </m:r>
                  </m:oMath>
                </a14:m>
                <a:r>
                  <a:rPr lang="en-US" sz="2200" dirty="0">
                    <a:latin typeface="CMU Serif" panose="02000603000000000000" pitchFamily="2" charset="0"/>
                    <a:ea typeface="CMU Serif" panose="02000603000000000000" pitchFamily="2" charset="0"/>
                    <a:cs typeface="CMU Serif" panose="02000603000000000000" pitchFamily="2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200" b="0" i="1" dirty="0" smtClean="0">
                        <a:latin typeface="Cambria Math" panose="02040503050406030204" pitchFamily="18" charset="0"/>
                        <a:ea typeface="CMU Serif" panose="02000603000000000000" pitchFamily="2" charset="0"/>
                        <a:cs typeface="CMU Serif" panose="02000603000000000000" pitchFamily="2" charset="0"/>
                      </a:rPr>
                      <m:t>𝑐𝑙𝑎𝑢𝑠</m:t>
                    </m:r>
                    <m:sSub>
                      <m:sSubPr>
                        <m:ctrlPr>
                          <a:rPr lang="en-US" sz="2200" b="0" i="1" dirty="0" smtClean="0">
                            <a:latin typeface="Cambria Math" panose="02040503050406030204" pitchFamily="18" charset="0"/>
                            <a:ea typeface="CMU Serif" panose="02000603000000000000" pitchFamily="2" charset="0"/>
                            <a:cs typeface="CMU Serif" panose="02000603000000000000" pitchFamily="2" charset="0"/>
                          </a:rPr>
                        </m:ctrlPr>
                      </m:sSubPr>
                      <m:e>
                        <m:r>
                          <a:rPr lang="en-US" sz="2200" b="0" i="1" dirty="0" smtClean="0">
                            <a:latin typeface="Cambria Math" panose="02040503050406030204" pitchFamily="18" charset="0"/>
                            <a:ea typeface="CMU Serif" panose="02000603000000000000" pitchFamily="2" charset="0"/>
                            <a:cs typeface="CMU Serif" panose="02000603000000000000" pitchFamily="2" charset="0"/>
                          </a:rPr>
                          <m:t>𝑒</m:t>
                        </m:r>
                      </m:e>
                      <m:sub>
                        <m:r>
                          <a:rPr lang="en-US" sz="2200" b="0" i="1" dirty="0" smtClean="0">
                            <a:latin typeface="Cambria Math" panose="02040503050406030204" pitchFamily="18" charset="0"/>
                            <a:ea typeface="CMU Serif" panose="02000603000000000000" pitchFamily="2" charset="0"/>
                            <a:cs typeface="CMU Serif" panose="02000603000000000000" pitchFamily="2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200" dirty="0">
                    <a:latin typeface="CMU Serif" panose="02000603000000000000" pitchFamily="2" charset="0"/>
                    <a:ea typeface="CMU Serif" panose="02000603000000000000" pitchFamily="2" charset="0"/>
                    <a:cs typeface="CMU Serif" panose="02000603000000000000" pitchFamily="2" charset="0"/>
                  </a:rPr>
                  <a:t> ⋀ </a:t>
                </a:r>
                <a14:m>
                  <m:oMath xmlns:m="http://schemas.openxmlformats.org/officeDocument/2006/math">
                    <m:r>
                      <a:rPr lang="en-US" sz="2200" i="1" dirty="0">
                        <a:latin typeface="Cambria Math" panose="02040503050406030204" pitchFamily="18" charset="0"/>
                        <a:ea typeface="CMU Serif" panose="02000603000000000000" pitchFamily="2" charset="0"/>
                        <a:cs typeface="CMU Serif" panose="02000603000000000000" pitchFamily="2" charset="0"/>
                      </a:rPr>
                      <m:t>𝑐𝑙𝑎𝑢𝑠</m:t>
                    </m:r>
                    <m:sSub>
                      <m:sSubPr>
                        <m:ctrlPr>
                          <a:rPr lang="en-US" sz="2200" i="1" dirty="0">
                            <a:latin typeface="Cambria Math" panose="02040503050406030204" pitchFamily="18" charset="0"/>
                            <a:ea typeface="CMU Serif" panose="02000603000000000000" pitchFamily="2" charset="0"/>
                            <a:cs typeface="CMU Serif" panose="02000603000000000000" pitchFamily="2" charset="0"/>
                          </a:rPr>
                        </m:ctrlPr>
                      </m:sSubPr>
                      <m:e>
                        <m:r>
                          <a:rPr lang="en-US" sz="2200" i="1" dirty="0">
                            <a:latin typeface="Cambria Math" panose="02040503050406030204" pitchFamily="18" charset="0"/>
                            <a:ea typeface="CMU Serif" panose="02000603000000000000" pitchFamily="2" charset="0"/>
                            <a:cs typeface="CMU Serif" panose="02000603000000000000" pitchFamily="2" charset="0"/>
                          </a:rPr>
                          <m:t>𝑒</m:t>
                        </m:r>
                      </m:e>
                      <m:sub>
                        <m:r>
                          <a:rPr lang="en-US" sz="2200" b="0" i="1" dirty="0" smtClean="0">
                            <a:latin typeface="Cambria Math" panose="02040503050406030204" pitchFamily="18" charset="0"/>
                            <a:ea typeface="CMU Serif" panose="02000603000000000000" pitchFamily="2" charset="0"/>
                            <a:cs typeface="CMU Serif" panose="02000603000000000000" pitchFamily="2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200" dirty="0">
                    <a:latin typeface="CMU Serif" panose="02000603000000000000" pitchFamily="2" charset="0"/>
                    <a:ea typeface="CMU Serif" panose="02000603000000000000" pitchFamily="2" charset="0"/>
                    <a:cs typeface="CMU Serif" panose="02000603000000000000" pitchFamily="2" charset="0"/>
                  </a:rPr>
                  <a:t> ⋀ … ⋀ </a:t>
                </a:r>
                <a14:m>
                  <m:oMath xmlns:m="http://schemas.openxmlformats.org/officeDocument/2006/math">
                    <m:r>
                      <a:rPr lang="en-US" sz="2200" i="1" dirty="0">
                        <a:latin typeface="Cambria Math" panose="02040503050406030204" pitchFamily="18" charset="0"/>
                        <a:ea typeface="CMU Serif" panose="02000603000000000000" pitchFamily="2" charset="0"/>
                        <a:cs typeface="CMU Serif" panose="02000603000000000000" pitchFamily="2" charset="0"/>
                      </a:rPr>
                      <m:t>𝑐𝑙𝑎𝑢𝑠</m:t>
                    </m:r>
                    <m:sSub>
                      <m:sSubPr>
                        <m:ctrlPr>
                          <a:rPr lang="en-US" sz="2200" i="1" dirty="0">
                            <a:latin typeface="Cambria Math" panose="02040503050406030204" pitchFamily="18" charset="0"/>
                            <a:ea typeface="CMU Serif" panose="02000603000000000000" pitchFamily="2" charset="0"/>
                            <a:cs typeface="CMU Serif" panose="02000603000000000000" pitchFamily="2" charset="0"/>
                          </a:rPr>
                        </m:ctrlPr>
                      </m:sSubPr>
                      <m:e>
                        <m:r>
                          <a:rPr lang="en-US" sz="2200" i="1" dirty="0">
                            <a:latin typeface="Cambria Math" panose="02040503050406030204" pitchFamily="18" charset="0"/>
                            <a:ea typeface="CMU Serif" panose="02000603000000000000" pitchFamily="2" charset="0"/>
                            <a:cs typeface="CMU Serif" panose="02000603000000000000" pitchFamily="2" charset="0"/>
                          </a:rPr>
                          <m:t>𝑒</m:t>
                        </m:r>
                      </m:e>
                      <m:sub>
                        <m:r>
                          <a:rPr lang="en-US" sz="2200" b="0" i="1" dirty="0" smtClean="0">
                            <a:latin typeface="Cambria Math" panose="02040503050406030204" pitchFamily="18" charset="0"/>
                            <a:ea typeface="CMU Serif" panose="02000603000000000000" pitchFamily="2" charset="0"/>
                            <a:cs typeface="CMU Serif" panose="02000603000000000000" pitchFamily="2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sz="2200" dirty="0">
                    <a:latin typeface="CMU Serif" panose="02000603000000000000" pitchFamily="2" charset="0"/>
                    <a:ea typeface="CMU Serif" panose="02000603000000000000" pitchFamily="2" charset="0"/>
                    <a:cs typeface="CMU Serif" panose="02000603000000000000" pitchFamily="2" charset="0"/>
                  </a:rPr>
                  <a:t> </a:t>
                </a:r>
              </a:p>
              <a:p>
                <a:pPr marL="342900" indent="-342900" algn="just">
                  <a:spcAft>
                    <a:spcPts val="1200"/>
                  </a:spcAft>
                  <a:buClr>
                    <a:schemeClr val="accent1"/>
                  </a:buClr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2200" b="0" i="1" dirty="0" smtClean="0">
                        <a:latin typeface="Cambria Math" panose="02040503050406030204" pitchFamily="18" charset="0"/>
                        <a:ea typeface="CMU Serif" panose="02000603000000000000" pitchFamily="2" charset="0"/>
                        <a:cs typeface="CMU Serif" panose="02000603000000000000" pitchFamily="2" charset="0"/>
                      </a:rPr>
                      <m:t>𝐶𝑙𝑎𝑢𝑠</m:t>
                    </m:r>
                    <m:sSub>
                      <m:sSubPr>
                        <m:ctrlPr>
                          <a:rPr lang="en-US" sz="2200" b="0" i="1" dirty="0" smtClean="0">
                            <a:latin typeface="Cambria Math" panose="02040503050406030204" pitchFamily="18" charset="0"/>
                            <a:ea typeface="CMU Serif" panose="02000603000000000000" pitchFamily="2" charset="0"/>
                            <a:cs typeface="CMU Serif" panose="02000603000000000000" pitchFamily="2" charset="0"/>
                          </a:rPr>
                        </m:ctrlPr>
                      </m:sSubPr>
                      <m:e>
                        <m:r>
                          <a:rPr lang="en-US" sz="2200" b="0" i="1" dirty="0" smtClean="0">
                            <a:latin typeface="Cambria Math" panose="02040503050406030204" pitchFamily="18" charset="0"/>
                            <a:ea typeface="CMU Serif" panose="02000603000000000000" pitchFamily="2" charset="0"/>
                            <a:cs typeface="CMU Serif" panose="02000603000000000000" pitchFamily="2" charset="0"/>
                          </a:rPr>
                          <m:t>𝑒</m:t>
                        </m:r>
                      </m:e>
                      <m:sub>
                        <m:r>
                          <a:rPr lang="en-US" sz="2200" b="0" i="1" dirty="0" smtClean="0">
                            <a:latin typeface="Cambria Math" panose="02040503050406030204" pitchFamily="18" charset="0"/>
                            <a:ea typeface="CMU Serif" panose="02000603000000000000" pitchFamily="2" charset="0"/>
                            <a:cs typeface="CMU Serif" panose="02000603000000000000" pitchFamily="2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2200" dirty="0">
                    <a:latin typeface="CMU Serif" panose="02000603000000000000" pitchFamily="2" charset="0"/>
                    <a:ea typeface="CMU Serif" panose="02000603000000000000" pitchFamily="2" charset="0"/>
                    <a:cs typeface="CMU Serif" panose="02000603000000000000" pitchFamily="2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2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CMU Serif" panose="02000603000000000000" pitchFamily="2" charset="0"/>
                      </a:rPr>
                      <m:t>→</m:t>
                    </m:r>
                  </m:oMath>
                </a14:m>
                <a:r>
                  <a:rPr lang="en-US" sz="2200" dirty="0">
                    <a:latin typeface="CMU Serif" panose="02000603000000000000" pitchFamily="2" charset="0"/>
                    <a:ea typeface="CMU Serif" panose="02000603000000000000" pitchFamily="2" charset="0"/>
                    <a:cs typeface="CMU Serif" panose="02000603000000000000" pitchFamily="2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200" b="0" i="1" dirty="0" smtClean="0">
                        <a:latin typeface="Cambria Math" panose="02040503050406030204" pitchFamily="18" charset="0"/>
                        <a:ea typeface="CMU Serif" panose="02000603000000000000" pitchFamily="2" charset="0"/>
                        <a:cs typeface="CMU Serif" panose="02000603000000000000" pitchFamily="2" charset="0"/>
                      </a:rPr>
                      <m:t>𝑙𝑖𝑡𝑒𝑟𝑎</m:t>
                    </m:r>
                    <m:sSub>
                      <m:sSubPr>
                        <m:ctrlPr>
                          <a:rPr lang="en-US" sz="2200" b="0" i="1" dirty="0" smtClean="0">
                            <a:latin typeface="Cambria Math" panose="02040503050406030204" pitchFamily="18" charset="0"/>
                            <a:ea typeface="CMU Serif" panose="02000603000000000000" pitchFamily="2" charset="0"/>
                            <a:cs typeface="CMU Serif" panose="02000603000000000000" pitchFamily="2" charset="0"/>
                          </a:rPr>
                        </m:ctrlPr>
                      </m:sSubPr>
                      <m:e>
                        <m:r>
                          <a:rPr lang="en-US" sz="2200" b="0" i="1" dirty="0" smtClean="0">
                            <a:latin typeface="Cambria Math" panose="02040503050406030204" pitchFamily="18" charset="0"/>
                            <a:ea typeface="CMU Serif" panose="02000603000000000000" pitchFamily="2" charset="0"/>
                            <a:cs typeface="CMU Serif" panose="02000603000000000000" pitchFamily="2" charset="0"/>
                          </a:rPr>
                          <m:t>𝑙</m:t>
                        </m:r>
                      </m:e>
                      <m:sub>
                        <m:r>
                          <a:rPr lang="en-US" sz="2200" b="0" i="1" dirty="0" smtClean="0">
                            <a:latin typeface="Cambria Math" panose="02040503050406030204" pitchFamily="18" charset="0"/>
                            <a:ea typeface="CMU Serif" panose="02000603000000000000" pitchFamily="2" charset="0"/>
                            <a:cs typeface="CMU Serif" panose="02000603000000000000" pitchFamily="2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200" dirty="0">
                    <a:latin typeface="CMU Serif" panose="02000603000000000000" pitchFamily="2" charset="0"/>
                    <a:ea typeface="CMU Serif" panose="02000603000000000000" pitchFamily="2" charset="0"/>
                    <a:cs typeface="CMU Serif" panose="02000603000000000000" pitchFamily="2" charset="0"/>
                  </a:rPr>
                  <a:t> ⋁ </a:t>
                </a:r>
                <a14:m>
                  <m:oMath xmlns:m="http://schemas.openxmlformats.org/officeDocument/2006/math">
                    <m:r>
                      <a:rPr lang="en-US" sz="2200" i="1" dirty="0">
                        <a:latin typeface="Cambria Math" panose="02040503050406030204" pitchFamily="18" charset="0"/>
                        <a:ea typeface="CMU Serif" panose="02000603000000000000" pitchFamily="2" charset="0"/>
                        <a:cs typeface="CMU Serif" panose="02000603000000000000" pitchFamily="2" charset="0"/>
                      </a:rPr>
                      <m:t>𝑙𝑖𝑡𝑒𝑟𝑎</m:t>
                    </m:r>
                    <m:sSub>
                      <m:sSubPr>
                        <m:ctrlPr>
                          <a:rPr lang="en-US" sz="2200" i="1" dirty="0">
                            <a:latin typeface="Cambria Math" panose="02040503050406030204" pitchFamily="18" charset="0"/>
                            <a:ea typeface="CMU Serif" panose="02000603000000000000" pitchFamily="2" charset="0"/>
                            <a:cs typeface="CMU Serif" panose="02000603000000000000" pitchFamily="2" charset="0"/>
                          </a:rPr>
                        </m:ctrlPr>
                      </m:sSubPr>
                      <m:e>
                        <m:r>
                          <a:rPr lang="en-US" sz="2200" i="1" dirty="0">
                            <a:latin typeface="Cambria Math" panose="02040503050406030204" pitchFamily="18" charset="0"/>
                            <a:ea typeface="CMU Serif" panose="02000603000000000000" pitchFamily="2" charset="0"/>
                            <a:cs typeface="CMU Serif" panose="02000603000000000000" pitchFamily="2" charset="0"/>
                          </a:rPr>
                          <m:t>𝑙</m:t>
                        </m:r>
                      </m:e>
                      <m:sub>
                        <m:r>
                          <a:rPr lang="en-US" sz="2200" b="0" i="1" dirty="0" smtClean="0">
                            <a:latin typeface="Cambria Math" panose="02040503050406030204" pitchFamily="18" charset="0"/>
                            <a:ea typeface="CMU Serif" panose="02000603000000000000" pitchFamily="2" charset="0"/>
                            <a:cs typeface="CMU Serif" panose="02000603000000000000" pitchFamily="2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200" dirty="0">
                    <a:latin typeface="CMU Serif" panose="02000603000000000000" pitchFamily="2" charset="0"/>
                    <a:ea typeface="CMU Serif" panose="02000603000000000000" pitchFamily="2" charset="0"/>
                    <a:cs typeface="CMU Serif" panose="02000603000000000000" pitchFamily="2" charset="0"/>
                  </a:rPr>
                  <a:t> ⋁ … ⋁ </a:t>
                </a:r>
                <a14:m>
                  <m:oMath xmlns:m="http://schemas.openxmlformats.org/officeDocument/2006/math">
                    <m:r>
                      <a:rPr lang="en-US" sz="2200" i="1" dirty="0">
                        <a:latin typeface="Cambria Math" panose="02040503050406030204" pitchFamily="18" charset="0"/>
                        <a:ea typeface="CMU Serif" panose="02000603000000000000" pitchFamily="2" charset="0"/>
                        <a:cs typeface="CMU Serif" panose="02000603000000000000" pitchFamily="2" charset="0"/>
                      </a:rPr>
                      <m:t>𝑙𝑖𝑡𝑒𝑟𝑎</m:t>
                    </m:r>
                    <m:sSub>
                      <m:sSubPr>
                        <m:ctrlPr>
                          <a:rPr lang="en-US" sz="2200" i="1" dirty="0">
                            <a:latin typeface="Cambria Math" panose="02040503050406030204" pitchFamily="18" charset="0"/>
                            <a:ea typeface="CMU Serif" panose="02000603000000000000" pitchFamily="2" charset="0"/>
                            <a:cs typeface="CMU Serif" panose="02000603000000000000" pitchFamily="2" charset="0"/>
                          </a:rPr>
                        </m:ctrlPr>
                      </m:sSubPr>
                      <m:e>
                        <m:r>
                          <a:rPr lang="en-US" sz="2200" i="1" dirty="0">
                            <a:latin typeface="Cambria Math" panose="02040503050406030204" pitchFamily="18" charset="0"/>
                            <a:ea typeface="CMU Serif" panose="02000603000000000000" pitchFamily="2" charset="0"/>
                            <a:cs typeface="CMU Serif" panose="02000603000000000000" pitchFamily="2" charset="0"/>
                          </a:rPr>
                          <m:t>𝑙</m:t>
                        </m:r>
                      </m:e>
                      <m:sub>
                        <m:r>
                          <a:rPr lang="en-US" sz="2200" b="0" i="1" dirty="0" smtClean="0">
                            <a:latin typeface="Cambria Math" panose="02040503050406030204" pitchFamily="18" charset="0"/>
                            <a:ea typeface="CMU Serif" panose="02000603000000000000" pitchFamily="2" charset="0"/>
                            <a:cs typeface="CMU Serif" panose="02000603000000000000" pitchFamily="2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sz="2200" dirty="0">
                    <a:latin typeface="CMU Serif" panose="02000603000000000000" pitchFamily="2" charset="0"/>
                    <a:ea typeface="CMU Serif" panose="02000603000000000000" pitchFamily="2" charset="0"/>
                    <a:cs typeface="CMU Serif" panose="02000603000000000000" pitchFamily="2" charset="0"/>
                  </a:rPr>
                  <a:t> </a:t>
                </a:r>
              </a:p>
              <a:p>
                <a:pPr marL="342900" indent="-342900" algn="just">
                  <a:spcAft>
                    <a:spcPts val="1200"/>
                  </a:spcAft>
                  <a:buClr>
                    <a:schemeClr val="accent1"/>
                  </a:buClr>
                  <a:buFont typeface="Arial" panose="020B0604020202020204" pitchFamily="34" charset="0"/>
                  <a:buChar char="•"/>
                </a:pPr>
                <a:r>
                  <a:rPr lang="en-US" sz="2200" dirty="0">
                    <a:latin typeface="CMU Serif" panose="02000603000000000000" pitchFamily="2" charset="0"/>
                    <a:ea typeface="CMU Serif" panose="02000603000000000000" pitchFamily="2" charset="0"/>
                    <a:cs typeface="CMU Serif" panose="02000603000000000000" pitchFamily="2" charset="0"/>
                  </a:rPr>
                  <a:t>Example: (A ⋁ ¬B) ⋀ (B ⋁ C ⋁ D) ⋀ (A ⋁ ¬C ⋁ D)</a:t>
                </a:r>
              </a:p>
              <a:p>
                <a:pPr marL="342900" indent="-342900" algn="just">
                  <a:spcAft>
                    <a:spcPts val="1200"/>
                  </a:spcAft>
                  <a:buClr>
                    <a:schemeClr val="accent1"/>
                  </a:buClr>
                  <a:buFont typeface="Arial" panose="020B0604020202020204" pitchFamily="34" charset="0"/>
                  <a:buChar char="•"/>
                </a:pPr>
                <a:r>
                  <a:rPr lang="en-US" sz="2200" dirty="0">
                    <a:solidFill>
                      <a:schemeClr val="accent1"/>
                    </a:solidFill>
                    <a:latin typeface="CMU Serif" panose="02000603000000000000" pitchFamily="2" charset="0"/>
                    <a:ea typeface="CMU Serif" panose="02000603000000000000" pitchFamily="2" charset="0"/>
                    <a:cs typeface="CMU Serif" panose="02000603000000000000" pitchFamily="2" charset="0"/>
                  </a:rPr>
                  <a:t>Resolution rule </a:t>
                </a:r>
                <a:r>
                  <a:rPr lang="en-US" sz="2200" dirty="0">
                    <a:latin typeface="CMU Serif" panose="02000603000000000000" pitchFamily="2" charset="0"/>
                    <a:ea typeface="CMU Serif" panose="02000603000000000000" pitchFamily="2" charset="0"/>
                    <a:cs typeface="CMU Serif" panose="02000603000000000000" pitchFamily="2" charset="0"/>
                  </a:rPr>
                  <a:t>can only be applied which is </a:t>
                </a:r>
                <a:r>
                  <a:rPr lang="en-US" sz="2200" dirty="0">
                    <a:solidFill>
                      <a:schemeClr val="accent1"/>
                    </a:solidFill>
                    <a:latin typeface="CMU Serif" panose="02000603000000000000" pitchFamily="2" charset="0"/>
                    <a:ea typeface="CMU Serif" panose="02000603000000000000" pitchFamily="2" charset="0"/>
                    <a:cs typeface="CMU Serif" panose="02000603000000000000" pitchFamily="2" charset="0"/>
                  </a:rPr>
                  <a:t>both sound and complete</a:t>
                </a:r>
                <a:r>
                  <a:rPr lang="en-US" sz="2200" dirty="0">
                    <a:latin typeface="CMU Serif" panose="02000603000000000000" pitchFamily="2" charset="0"/>
                    <a:ea typeface="CMU Serif" panose="02000603000000000000" pitchFamily="2" charset="0"/>
                    <a:cs typeface="CMU Serif" panose="02000603000000000000" pitchFamily="2" charset="0"/>
                  </a:rPr>
                  <a:t>, if clauses are in CNF form.  </a:t>
                </a:r>
              </a:p>
              <a:p>
                <a:pPr marL="342900" indent="-342900" algn="just">
                  <a:spcAft>
                    <a:spcPts val="1200"/>
                  </a:spcAft>
                  <a:buClr>
                    <a:schemeClr val="accent1"/>
                  </a:buClr>
                  <a:buFont typeface="Arial" panose="020B0604020202020204" pitchFamily="34" charset="0"/>
                  <a:buChar char="•"/>
                </a:pPr>
                <a:r>
                  <a:rPr lang="en-US" sz="2200" dirty="0">
                    <a:latin typeface="CMU Serif" panose="02000603000000000000" pitchFamily="2" charset="0"/>
                    <a:ea typeface="CMU Serif" panose="02000603000000000000" pitchFamily="2" charset="0"/>
                    <a:cs typeface="CMU Serif" panose="02000603000000000000" pitchFamily="2" charset="0"/>
                  </a:rPr>
                  <a:t>Thus, if we want to apply the </a:t>
                </a:r>
                <a:r>
                  <a:rPr lang="en-US" sz="2200" dirty="0">
                    <a:solidFill>
                      <a:schemeClr val="accent1"/>
                    </a:solidFill>
                    <a:latin typeface="CMU Serif" panose="02000603000000000000" pitchFamily="2" charset="0"/>
                    <a:ea typeface="CMU Serif" panose="02000603000000000000" pitchFamily="2" charset="0"/>
                    <a:cs typeface="CMU Serif" panose="02000603000000000000" pitchFamily="2" charset="0"/>
                  </a:rPr>
                  <a:t>resolution rule</a:t>
                </a:r>
                <a:r>
                  <a:rPr lang="en-US" sz="2200" dirty="0">
                    <a:latin typeface="CMU Serif" panose="02000603000000000000" pitchFamily="2" charset="0"/>
                    <a:ea typeface="CMU Serif" panose="02000603000000000000" pitchFamily="2" charset="0"/>
                    <a:cs typeface="CMU Serif" panose="02000603000000000000" pitchFamily="2" charset="0"/>
                  </a:rPr>
                  <a:t>, first we need to convert the sentence in </a:t>
                </a:r>
                <a:r>
                  <a:rPr lang="en-US" sz="2200" dirty="0">
                    <a:solidFill>
                      <a:schemeClr val="accent1"/>
                    </a:solidFill>
                    <a:latin typeface="CMU Serif" panose="02000603000000000000" pitchFamily="2" charset="0"/>
                    <a:ea typeface="CMU Serif" panose="02000603000000000000" pitchFamily="2" charset="0"/>
                    <a:cs typeface="CMU Serif" panose="02000603000000000000" pitchFamily="2" charset="0"/>
                  </a:rPr>
                  <a:t>CNF form</a:t>
                </a:r>
                <a:r>
                  <a:rPr lang="en-US" sz="2200" dirty="0">
                    <a:latin typeface="CMU Serif" panose="02000603000000000000" pitchFamily="2" charset="0"/>
                    <a:ea typeface="CMU Serif" panose="02000603000000000000" pitchFamily="2" charset="0"/>
                    <a:cs typeface="CMU Serif" panose="02000603000000000000" pitchFamily="2" charset="0"/>
                  </a:rPr>
                  <a:t>.</a:t>
                </a: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6EAE0878-1C9E-0705-EBAF-7B860834B60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2967" y="2056384"/>
                <a:ext cx="8238066" cy="3816429"/>
              </a:xfrm>
              <a:prstGeom prst="rect">
                <a:avLst/>
              </a:prstGeom>
              <a:blipFill>
                <a:blip r:embed="rId2"/>
                <a:stretch>
                  <a:fillRect l="-1923" t="-2396" r="-1997" b="-399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6" name="Group 5">
            <a:extLst>
              <a:ext uri="{FF2B5EF4-FFF2-40B4-BE49-F238E27FC236}">
                <a16:creationId xmlns:a16="http://schemas.microsoft.com/office/drawing/2014/main" id="{D0391805-A631-45F0-91DE-F1EB4FD1F053}"/>
              </a:ext>
            </a:extLst>
          </p:cNvPr>
          <p:cNvGrpSpPr/>
          <p:nvPr/>
        </p:nvGrpSpPr>
        <p:grpSpPr>
          <a:xfrm>
            <a:off x="119424" y="5115438"/>
            <a:ext cx="679680" cy="608400"/>
            <a:chOff x="119424" y="5115438"/>
            <a:chExt cx="679680" cy="608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027139F4-5B2F-44A1-9CDD-60EEF4B2BB4A}"/>
                    </a:ext>
                  </a:extLst>
                </p14:cNvPr>
                <p14:cNvContentPartPr/>
                <p14:nvPr/>
              </p14:nvContentPartPr>
              <p14:xfrm>
                <a:off x="119424" y="5115438"/>
                <a:ext cx="441720" cy="533160"/>
              </p14:xfrm>
            </p:contentPart>
          </mc:Choice>
          <mc:Fallback xmlns=""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027139F4-5B2F-44A1-9CDD-60EEF4B2BB4A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110424" y="5106438"/>
                  <a:ext cx="459360" cy="55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0B66E75F-E6BB-48A3-B7B3-F3C510876322}"/>
                    </a:ext>
                  </a:extLst>
                </p14:cNvPr>
                <p14:cNvContentPartPr/>
                <p14:nvPr/>
              </p14:nvContentPartPr>
              <p14:xfrm>
                <a:off x="354504" y="5356638"/>
                <a:ext cx="444600" cy="36720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0B66E75F-E6BB-48A3-B7B3-F3C510876322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345864" y="5347638"/>
                  <a:ext cx="462240" cy="384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3C3A1919-0F14-4812-B7C0-7DB8EBFAAC88}"/>
              </a:ext>
            </a:extLst>
          </p:cNvPr>
          <p:cNvGrpSpPr/>
          <p:nvPr/>
        </p:nvGrpSpPr>
        <p:grpSpPr>
          <a:xfrm>
            <a:off x="447384" y="2834838"/>
            <a:ext cx="955440" cy="350280"/>
            <a:chOff x="447384" y="2834838"/>
            <a:chExt cx="955440" cy="350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114134D5-138A-47DC-B560-2F1FF5929B04}"/>
                    </a:ext>
                  </a:extLst>
                </p14:cNvPr>
                <p14:cNvContentPartPr/>
                <p14:nvPr/>
              </p14:nvContentPartPr>
              <p14:xfrm>
                <a:off x="447384" y="2883438"/>
                <a:ext cx="404640" cy="30168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114134D5-138A-47DC-B560-2F1FF5929B04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438384" y="2874438"/>
                  <a:ext cx="422280" cy="31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B8EBFA0F-2409-4444-AEC7-7BF6C318BC9D}"/>
                    </a:ext>
                  </a:extLst>
                </p14:cNvPr>
                <p14:cNvContentPartPr/>
                <p14:nvPr/>
              </p14:nvContentPartPr>
              <p14:xfrm>
                <a:off x="521904" y="2834838"/>
                <a:ext cx="880920" cy="29448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B8EBFA0F-2409-4444-AEC7-7BF6C318BC9D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513264" y="2825838"/>
                  <a:ext cx="898560" cy="31212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02665890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14EA9DF-8673-05C2-3040-A78118C1AA10}"/>
              </a:ext>
            </a:extLst>
          </p:cNvPr>
          <p:cNvSpPr txBox="1"/>
          <p:nvPr/>
        </p:nvSpPr>
        <p:spPr>
          <a:xfrm>
            <a:off x="452966" y="2059506"/>
            <a:ext cx="8238066" cy="369332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marL="342900" indent="-342900" algn="just"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24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Unit Resolution inference rule: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id="{E0D8C8D7-A9C8-C7E1-A4E3-E082604D7B2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708829105"/>
                  </p:ext>
                </p:extLst>
              </p:nvPr>
            </p:nvGraphicFramePr>
            <p:xfrm>
              <a:off x="452966" y="3017043"/>
              <a:ext cx="8238066" cy="9144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906112">
                      <a:extLst>
                        <a:ext uri="{9D8B030D-6E8A-4147-A177-3AD203B41FA5}">
                          <a16:colId xmlns:a16="http://schemas.microsoft.com/office/drawing/2014/main" val="3248218281"/>
                        </a:ext>
                      </a:extLst>
                    </a:gridCol>
                    <a:gridCol w="821803">
                      <a:extLst>
                        <a:ext uri="{9D8B030D-6E8A-4147-A177-3AD203B41FA5}">
                          <a16:colId xmlns:a16="http://schemas.microsoft.com/office/drawing/2014/main" val="1206490461"/>
                        </a:ext>
                      </a:extLst>
                    </a:gridCol>
                    <a:gridCol w="2510151">
                      <a:extLst>
                        <a:ext uri="{9D8B030D-6E8A-4147-A177-3AD203B41FA5}">
                          <a16:colId xmlns:a16="http://schemas.microsoft.com/office/drawing/2014/main" val="817369488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2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MU Serif" panose="02000603000000000000" pitchFamily="2" charset="0"/>
                                      <a:cs typeface="CMU Serif" panose="02000603000000000000" pitchFamily="2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MU Serif" panose="02000603000000000000" pitchFamily="2" charset="0"/>
                                      <a:cs typeface="CMU Serif" panose="02000603000000000000" pitchFamily="2" charset="0"/>
                                    </a:rPr>
                                    <m:t>𝛼</m:t>
                                  </m:r>
                                </m:e>
                                <m:sub>
                                  <m:r>
                                    <a:rPr lang="en-US" sz="2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MU Serif" panose="02000603000000000000" pitchFamily="2" charset="0"/>
                                      <a:cs typeface="CMU Serif" panose="02000603000000000000" pitchFamily="2" charset="0"/>
                                    </a:rPr>
                                    <m:t>1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sz="2400" b="0" i="0" dirty="0">
                              <a:solidFill>
                                <a:schemeClr val="tx1"/>
                              </a:solidFill>
                              <a:latin typeface="CMU Serif" panose="02000603000000000000" pitchFamily="2" charset="0"/>
                              <a:ea typeface="CMU Serif" panose="02000603000000000000" pitchFamily="2" charset="0"/>
                              <a:cs typeface="CMU Serif" panose="02000603000000000000" pitchFamily="2" charset="0"/>
                            </a:rPr>
                            <a:t> ⋁</a:t>
                          </a:r>
                          <a:r>
                            <a:rPr lang="en-US" sz="2400" b="0" i="0" baseline="0" dirty="0">
                              <a:solidFill>
                                <a:schemeClr val="tx1"/>
                              </a:solidFill>
                              <a:latin typeface="CMU Serif" panose="02000603000000000000" pitchFamily="2" charset="0"/>
                              <a:ea typeface="CMU Serif" panose="02000603000000000000" pitchFamily="2" charset="0"/>
                              <a:cs typeface="CMU Serif" panose="02000603000000000000" pitchFamily="2" charset="0"/>
                            </a:rPr>
                            <a:t> </a:t>
                          </a:r>
                          <a:r>
                            <a:rPr lang="en-US" sz="2400" b="0" i="0" dirty="0">
                              <a:solidFill>
                                <a:schemeClr val="tx1"/>
                              </a:solidFill>
                              <a:latin typeface="CMU Serif" panose="02000603000000000000" pitchFamily="2" charset="0"/>
                              <a:ea typeface="CMU Serif" panose="02000603000000000000" pitchFamily="2" charset="0"/>
                              <a:cs typeface="CMU Serif" panose="02000603000000000000" pitchFamily="2" charset="0"/>
                            </a:rPr>
                            <a:t>… ⋁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2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MU Serif" panose="02000603000000000000" pitchFamily="2" charset="0"/>
                                      <a:cs typeface="CMU Serif" panose="02000603000000000000" pitchFamily="2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MU Serif" panose="02000603000000000000" pitchFamily="2" charset="0"/>
                                      <a:cs typeface="CMU Serif" panose="02000603000000000000" pitchFamily="2" charset="0"/>
                                    </a:rPr>
                                    <m:t>𝛼</m:t>
                                  </m:r>
                                </m:e>
                                <m:sub>
                                  <m:r>
                                    <a:rPr lang="en-US" sz="2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MU Serif" panose="02000603000000000000" pitchFamily="2" charset="0"/>
                                      <a:cs typeface="CMU Serif" panose="02000603000000000000" pitchFamily="2" charset="0"/>
                                    </a:rPr>
                                    <m:t>𝑖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sz="2400" b="0" i="0" dirty="0">
                              <a:solidFill>
                                <a:schemeClr val="tx1"/>
                              </a:solidFill>
                              <a:latin typeface="CMU Serif" panose="02000603000000000000" pitchFamily="2" charset="0"/>
                              <a:ea typeface="CMU Serif" panose="02000603000000000000" pitchFamily="2" charset="0"/>
                              <a:cs typeface="CMU Serif" panose="02000603000000000000" pitchFamily="2" charset="0"/>
                            </a:rPr>
                            <a:t> ⋁ …</a:t>
                          </a:r>
                          <a:r>
                            <a:rPr lang="en-US" sz="2400" b="0" i="0" baseline="0" dirty="0">
                              <a:solidFill>
                                <a:schemeClr val="tx1"/>
                              </a:solidFill>
                              <a:latin typeface="CMU Serif" panose="02000603000000000000" pitchFamily="2" charset="0"/>
                              <a:ea typeface="CMU Serif" panose="02000603000000000000" pitchFamily="2" charset="0"/>
                              <a:cs typeface="CMU Serif" panose="02000603000000000000" pitchFamily="2" charset="0"/>
                            </a:rPr>
                            <a:t> ⋁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2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MU Serif" panose="02000603000000000000" pitchFamily="2" charset="0"/>
                                      <a:cs typeface="CMU Serif" panose="02000603000000000000" pitchFamily="2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MU Serif" panose="02000603000000000000" pitchFamily="2" charset="0"/>
                                      <a:cs typeface="CMU Serif" panose="02000603000000000000" pitchFamily="2" charset="0"/>
                                    </a:rPr>
                                    <m:t>𝛼</m:t>
                                  </m:r>
                                </m:e>
                                <m:sub>
                                  <m:r>
                                    <a:rPr lang="en-US" sz="2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MU Serif" panose="02000603000000000000" pitchFamily="2" charset="0"/>
                                      <a:cs typeface="CMU Serif" panose="02000603000000000000" pitchFamily="2" charset="0"/>
                                    </a:rPr>
                                    <m:t>𝑛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sz="2400" b="0" i="0" dirty="0">
                              <a:solidFill>
                                <a:schemeClr val="tx1"/>
                              </a:solidFill>
                              <a:latin typeface="CMU Serif" panose="02000603000000000000" pitchFamily="2" charset="0"/>
                              <a:ea typeface="CMU Serif" panose="02000603000000000000" pitchFamily="2" charset="0"/>
                              <a:cs typeface="CMU Serif" panose="02000603000000000000" pitchFamily="2" charset="0"/>
                            </a:rPr>
                            <a:t>, m</a:t>
                          </a:r>
                        </a:p>
                      </a:txBody>
                      <a:tcPr anchor="ctr">
                        <a:lnL w="381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400" b="0" i="0" dirty="0">
                            <a:solidFill>
                              <a:schemeClr val="tx1"/>
                            </a:solidFill>
                            <a:latin typeface="CMU Serif" panose="02000603000000000000" pitchFamily="2" charset="0"/>
                            <a:ea typeface="CMU Serif" panose="02000603000000000000" pitchFamily="2" charset="0"/>
                            <a:cs typeface="CMU Serif" panose="02000603000000000000" pitchFamily="2" charset="0"/>
                          </a:endParaRPr>
                        </a:p>
                      </a:txBody>
                      <a:tcPr anchor="ctr">
                        <a:lnL w="381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i="0" dirty="0">
                              <a:solidFill>
                                <a:schemeClr val="tx1"/>
                              </a:solidFill>
                              <a:latin typeface="CMU Serif" panose="02000603000000000000" pitchFamily="2" charset="0"/>
                              <a:ea typeface="CMU Serif" panose="02000603000000000000" pitchFamily="2" charset="0"/>
                              <a:cs typeface="CMU Serif" panose="02000603000000000000" pitchFamily="2" charset="0"/>
                            </a:rPr>
                            <a:t>Premise</a:t>
                          </a:r>
                        </a:p>
                      </a:txBody>
                      <a:tcPr anchor="ctr">
                        <a:lnL w="381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26027265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2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MU Serif" panose="02000603000000000000" pitchFamily="2" charset="0"/>
                                      <a:cs typeface="CMU Serif" panose="02000603000000000000" pitchFamily="2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MU Serif" panose="02000603000000000000" pitchFamily="2" charset="0"/>
                                      <a:cs typeface="CMU Serif" panose="02000603000000000000" pitchFamily="2" charset="0"/>
                                    </a:rPr>
                                    <m:t>𝛼</m:t>
                                  </m:r>
                                </m:e>
                                <m:sub>
                                  <m:r>
                                    <a:rPr lang="en-US" sz="2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MU Serif" panose="02000603000000000000" pitchFamily="2" charset="0"/>
                                      <a:cs typeface="CMU Serif" panose="02000603000000000000" pitchFamily="2" charset="0"/>
                                    </a:rPr>
                                    <m:t>1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sz="2400" b="0" i="0" dirty="0">
                              <a:solidFill>
                                <a:schemeClr val="tx1"/>
                              </a:solidFill>
                              <a:latin typeface="CMU Serif" panose="02000603000000000000" pitchFamily="2" charset="0"/>
                              <a:ea typeface="CMU Serif" panose="02000603000000000000" pitchFamily="2" charset="0"/>
                              <a:cs typeface="CMU Serif" panose="02000603000000000000" pitchFamily="2" charset="0"/>
                            </a:rPr>
                            <a:t> ⋁</a:t>
                          </a:r>
                          <a:r>
                            <a:rPr lang="en-US" sz="2400" b="0" i="0" baseline="0" dirty="0">
                              <a:solidFill>
                                <a:schemeClr val="tx1"/>
                              </a:solidFill>
                              <a:latin typeface="CMU Serif" panose="02000603000000000000" pitchFamily="2" charset="0"/>
                              <a:ea typeface="CMU Serif" panose="02000603000000000000" pitchFamily="2" charset="0"/>
                              <a:cs typeface="CMU Serif" panose="02000603000000000000" pitchFamily="2" charset="0"/>
                            </a:rPr>
                            <a:t> </a:t>
                          </a:r>
                          <a:r>
                            <a:rPr lang="en-US" sz="2400" b="0" i="0" dirty="0">
                              <a:solidFill>
                                <a:schemeClr val="tx1"/>
                              </a:solidFill>
                              <a:latin typeface="CMU Serif" panose="02000603000000000000" pitchFamily="2" charset="0"/>
                              <a:ea typeface="CMU Serif" panose="02000603000000000000" pitchFamily="2" charset="0"/>
                              <a:cs typeface="CMU Serif" panose="02000603000000000000" pitchFamily="2" charset="0"/>
                            </a:rPr>
                            <a:t>… ⋁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2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MU Serif" panose="02000603000000000000" pitchFamily="2" charset="0"/>
                                      <a:cs typeface="CMU Serif" panose="02000603000000000000" pitchFamily="2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MU Serif" panose="02000603000000000000" pitchFamily="2" charset="0"/>
                                      <a:cs typeface="CMU Serif" panose="02000603000000000000" pitchFamily="2" charset="0"/>
                                    </a:rPr>
                                    <m:t>𝛼</m:t>
                                  </m:r>
                                </m:e>
                                <m:sub>
                                  <m:r>
                                    <a:rPr lang="en-US" sz="2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MU Serif" panose="02000603000000000000" pitchFamily="2" charset="0"/>
                                      <a:cs typeface="CMU Serif" panose="02000603000000000000" pitchFamily="2" charset="0"/>
                                    </a:rPr>
                                    <m:t>𝑖</m:t>
                                  </m:r>
                                  <m:r>
                                    <a:rPr lang="en-US" sz="2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MU Serif" panose="02000603000000000000" pitchFamily="2" charset="0"/>
                                      <a:cs typeface="CMU Serif" panose="02000603000000000000" pitchFamily="2" charset="0"/>
                                    </a:rPr>
                                    <m:t>−1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sz="2400" b="0" i="0" dirty="0">
                              <a:solidFill>
                                <a:schemeClr val="tx1"/>
                              </a:solidFill>
                              <a:latin typeface="CMU Serif" panose="02000603000000000000" pitchFamily="2" charset="0"/>
                              <a:ea typeface="CMU Serif" panose="02000603000000000000" pitchFamily="2" charset="0"/>
                              <a:cs typeface="CMU Serif" panose="02000603000000000000" pitchFamily="2" charset="0"/>
                            </a:rPr>
                            <a:t> ⋁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2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MU Serif" panose="02000603000000000000" pitchFamily="2" charset="0"/>
                                      <a:cs typeface="CMU Serif" panose="02000603000000000000" pitchFamily="2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MU Serif" panose="02000603000000000000" pitchFamily="2" charset="0"/>
                                      <a:cs typeface="CMU Serif" panose="02000603000000000000" pitchFamily="2" charset="0"/>
                                    </a:rPr>
                                    <m:t>𝛼</m:t>
                                  </m:r>
                                </m:e>
                                <m:sub>
                                  <m:r>
                                    <a:rPr lang="en-US" sz="2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MU Serif" panose="02000603000000000000" pitchFamily="2" charset="0"/>
                                      <a:cs typeface="CMU Serif" panose="02000603000000000000" pitchFamily="2" charset="0"/>
                                    </a:rPr>
                                    <m:t>𝑖</m:t>
                                  </m:r>
                                  <m:r>
                                    <a:rPr lang="en-US" sz="2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MU Serif" panose="02000603000000000000" pitchFamily="2" charset="0"/>
                                      <a:cs typeface="CMU Serif" panose="02000603000000000000" pitchFamily="2" charset="0"/>
                                    </a:rPr>
                                    <m:t>+1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sz="2400" b="0" i="0" dirty="0">
                              <a:solidFill>
                                <a:schemeClr val="tx1"/>
                              </a:solidFill>
                              <a:latin typeface="CMU Serif" panose="02000603000000000000" pitchFamily="2" charset="0"/>
                              <a:ea typeface="CMU Serif" panose="02000603000000000000" pitchFamily="2" charset="0"/>
                              <a:cs typeface="CMU Serif" panose="02000603000000000000" pitchFamily="2" charset="0"/>
                            </a:rPr>
                            <a:t> ⋁ …</a:t>
                          </a:r>
                          <a:r>
                            <a:rPr lang="en-US" sz="2400" b="0" i="0" baseline="0" dirty="0">
                              <a:solidFill>
                                <a:schemeClr val="tx1"/>
                              </a:solidFill>
                              <a:latin typeface="CMU Serif" panose="02000603000000000000" pitchFamily="2" charset="0"/>
                              <a:ea typeface="CMU Serif" panose="02000603000000000000" pitchFamily="2" charset="0"/>
                              <a:cs typeface="CMU Serif" panose="02000603000000000000" pitchFamily="2" charset="0"/>
                            </a:rPr>
                            <a:t> ⋁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2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MU Serif" panose="02000603000000000000" pitchFamily="2" charset="0"/>
                                      <a:cs typeface="CMU Serif" panose="02000603000000000000" pitchFamily="2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MU Serif" panose="02000603000000000000" pitchFamily="2" charset="0"/>
                                      <a:cs typeface="CMU Serif" panose="02000603000000000000" pitchFamily="2" charset="0"/>
                                    </a:rPr>
                                    <m:t>𝛼</m:t>
                                  </m:r>
                                </m:e>
                                <m:sub>
                                  <m:r>
                                    <a:rPr lang="en-US" sz="2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MU Serif" panose="02000603000000000000" pitchFamily="2" charset="0"/>
                                      <a:cs typeface="CMU Serif" panose="02000603000000000000" pitchFamily="2" charset="0"/>
                                    </a:rPr>
                                    <m:t>𝑛</m:t>
                                  </m:r>
                                </m:sub>
                              </m:sSub>
                            </m:oMath>
                          </a14:m>
                          <a:endParaRPr lang="en-US" sz="2400" b="0" i="0" dirty="0">
                            <a:solidFill>
                              <a:schemeClr val="tx1"/>
                            </a:solidFill>
                            <a:latin typeface="CMU Serif" panose="02000603000000000000" pitchFamily="2" charset="0"/>
                            <a:ea typeface="CMU Serif" panose="02000603000000000000" pitchFamily="2" charset="0"/>
                            <a:cs typeface="CMU Serif" panose="02000603000000000000" pitchFamily="2" charset="0"/>
                          </a:endParaRPr>
                        </a:p>
                      </a:txBody>
                      <a:tcPr anchor="ctr">
                        <a:lnL w="381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400" b="0" i="0" dirty="0">
                            <a:solidFill>
                              <a:schemeClr val="tx1"/>
                            </a:solidFill>
                            <a:latin typeface="CMU Serif" panose="02000603000000000000" pitchFamily="2" charset="0"/>
                            <a:ea typeface="CMU Serif" panose="02000603000000000000" pitchFamily="2" charset="0"/>
                            <a:cs typeface="CMU Serif" panose="02000603000000000000" pitchFamily="2" charset="0"/>
                          </a:endParaRPr>
                        </a:p>
                      </a:txBody>
                      <a:tcPr anchor="ctr">
                        <a:lnL w="381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i="0" dirty="0">
                              <a:solidFill>
                                <a:schemeClr val="tx1"/>
                              </a:solidFill>
                              <a:latin typeface="CMU Serif" panose="02000603000000000000" pitchFamily="2" charset="0"/>
                              <a:ea typeface="CMU Serif" panose="02000603000000000000" pitchFamily="2" charset="0"/>
                              <a:cs typeface="CMU Serif" panose="02000603000000000000" pitchFamily="2" charset="0"/>
                            </a:rPr>
                            <a:t>Conclusion</a:t>
                          </a:r>
                        </a:p>
                      </a:txBody>
                      <a:tcPr anchor="ctr">
                        <a:lnL w="381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4192361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id="{E0D8C8D7-A9C8-C7E1-A4E3-E082604D7B2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708829105"/>
                  </p:ext>
                </p:extLst>
              </p:nvPr>
            </p:nvGraphicFramePr>
            <p:xfrm>
              <a:off x="452966" y="3017043"/>
              <a:ext cx="8238066" cy="9144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906112">
                      <a:extLst>
                        <a:ext uri="{9D8B030D-6E8A-4147-A177-3AD203B41FA5}">
                          <a16:colId xmlns:a16="http://schemas.microsoft.com/office/drawing/2014/main" val="3248218281"/>
                        </a:ext>
                      </a:extLst>
                    </a:gridCol>
                    <a:gridCol w="821803">
                      <a:extLst>
                        <a:ext uri="{9D8B030D-6E8A-4147-A177-3AD203B41FA5}">
                          <a16:colId xmlns:a16="http://schemas.microsoft.com/office/drawing/2014/main" val="1206490461"/>
                        </a:ext>
                      </a:extLst>
                    </a:gridCol>
                    <a:gridCol w="2510151">
                      <a:extLst>
                        <a:ext uri="{9D8B030D-6E8A-4147-A177-3AD203B41FA5}">
                          <a16:colId xmlns:a16="http://schemas.microsoft.com/office/drawing/2014/main" val="817369488"/>
                        </a:ext>
                      </a:extLst>
                    </a:gridCol>
                  </a:tblGrid>
                  <a:tr h="4572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381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t="-15789" r="-68323" b="-13026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400" b="0" i="0" dirty="0">
                            <a:solidFill>
                              <a:schemeClr val="tx1"/>
                            </a:solidFill>
                            <a:latin typeface="CMU Serif" panose="02000603000000000000" pitchFamily="2" charset="0"/>
                            <a:ea typeface="CMU Serif" panose="02000603000000000000" pitchFamily="2" charset="0"/>
                            <a:cs typeface="CMU Serif" panose="02000603000000000000" pitchFamily="2" charset="0"/>
                          </a:endParaRPr>
                        </a:p>
                      </a:txBody>
                      <a:tcPr anchor="ctr">
                        <a:lnL w="381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i="0" dirty="0">
                              <a:solidFill>
                                <a:schemeClr val="tx1"/>
                              </a:solidFill>
                              <a:latin typeface="CMU Serif" panose="02000603000000000000" pitchFamily="2" charset="0"/>
                              <a:ea typeface="CMU Serif" panose="02000603000000000000" pitchFamily="2" charset="0"/>
                              <a:cs typeface="CMU Serif" panose="02000603000000000000" pitchFamily="2" charset="0"/>
                            </a:rPr>
                            <a:t>Premise</a:t>
                          </a:r>
                        </a:p>
                      </a:txBody>
                      <a:tcPr anchor="ctr">
                        <a:lnL w="381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260272652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381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t="-117333" r="-68323" b="-32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400" b="0" i="0" dirty="0">
                            <a:solidFill>
                              <a:schemeClr val="tx1"/>
                            </a:solidFill>
                            <a:latin typeface="CMU Serif" panose="02000603000000000000" pitchFamily="2" charset="0"/>
                            <a:ea typeface="CMU Serif" panose="02000603000000000000" pitchFamily="2" charset="0"/>
                            <a:cs typeface="CMU Serif" panose="02000603000000000000" pitchFamily="2" charset="0"/>
                          </a:endParaRPr>
                        </a:p>
                      </a:txBody>
                      <a:tcPr anchor="ctr">
                        <a:lnL w="381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i="0" dirty="0">
                              <a:solidFill>
                                <a:schemeClr val="tx1"/>
                              </a:solidFill>
                              <a:latin typeface="CMU Serif" panose="02000603000000000000" pitchFamily="2" charset="0"/>
                              <a:ea typeface="CMU Serif" panose="02000603000000000000" pitchFamily="2" charset="0"/>
                              <a:cs typeface="CMU Serif" panose="02000603000000000000" pitchFamily="2" charset="0"/>
                            </a:rPr>
                            <a:t>Conclusion</a:t>
                          </a:r>
                        </a:p>
                      </a:txBody>
                      <a:tcPr anchor="ctr">
                        <a:lnL w="381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41923615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A2A5B71F-E824-6FDF-6B33-88F547FA23E3}"/>
                  </a:ext>
                </a:extLst>
              </p:cNvPr>
              <p:cNvSpPr txBox="1"/>
              <p:nvPr/>
            </p:nvSpPr>
            <p:spPr>
              <a:xfrm>
                <a:off x="452966" y="4519648"/>
                <a:ext cx="8238066" cy="1631216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spAutoFit/>
              </a:bodyPr>
              <a:lstStyle/>
              <a:p>
                <a:pPr algn="just">
                  <a:spcAft>
                    <a:spcPts val="600"/>
                  </a:spcAft>
                  <a:buClr>
                    <a:schemeClr val="accent1"/>
                  </a:buClr>
                </a:pPr>
                <a:r>
                  <a:rPr lang="en-US" sz="2400" dirty="0">
                    <a:latin typeface="CMU Serif" panose="02000603000000000000" pitchFamily="2" charset="0"/>
                    <a:ea typeface="CMU Serif" panose="02000603000000000000" pitchFamily="2" charset="0"/>
                    <a:cs typeface="CMU Serif" panose="02000603000000000000" pitchFamily="2" charset="0"/>
                  </a:rPr>
                  <a:t>where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MU Serif" panose="02000603000000000000" pitchFamily="2" charset="0"/>
                            <a:cs typeface="CMU Serif" panose="02000603000000000000" pitchFamily="2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MU Serif" panose="02000603000000000000" pitchFamily="2" charset="0"/>
                            <a:cs typeface="CMU Serif" panose="02000603000000000000" pitchFamily="2" charset="0"/>
                          </a:rPr>
                          <m:t>𝛼</m:t>
                        </m:r>
                      </m:e>
                      <m:sub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MU Serif" panose="02000603000000000000" pitchFamily="2" charset="0"/>
                            <a:cs typeface="CMU Serif" panose="02000603000000000000" pitchFamily="2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2400" b="0" i="0" dirty="0">
                    <a:solidFill>
                      <a:schemeClr val="tx1"/>
                    </a:solidFill>
                    <a:latin typeface="CMU Serif" panose="02000603000000000000" pitchFamily="2" charset="0"/>
                    <a:ea typeface="CMU Serif" panose="02000603000000000000" pitchFamily="2" charset="0"/>
                    <a:cs typeface="CMU Serif" panose="02000603000000000000" pitchFamily="2" charset="0"/>
                  </a:rPr>
                  <a:t> and m are complementary literals, i.e.,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  <a:ea typeface="CMU Serif" panose="02000603000000000000" pitchFamily="2" charset="0"/>
                            <a:cs typeface="CMU Serif" panose="02000603000000000000" pitchFamily="2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MU Serif" panose="02000603000000000000" pitchFamily="2" charset="0"/>
                            <a:cs typeface="CMU Serif" panose="02000603000000000000" pitchFamily="2" charset="0"/>
                          </a:rPr>
                          <m:t>𝛼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MU Serif" panose="02000603000000000000" pitchFamily="2" charset="0"/>
                            <a:cs typeface="CMU Serif" panose="02000603000000000000" pitchFamily="2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2400" dirty="0">
                    <a:latin typeface="CMU Serif" panose="02000603000000000000" pitchFamily="2" charset="0"/>
                    <a:ea typeface="CMU Serif" panose="02000603000000000000" pitchFamily="2" charset="0"/>
                    <a:cs typeface="CMU Serif" panose="02000603000000000000" pitchFamily="2" charset="0"/>
                  </a:rPr>
                  <a:t> = ¬m</a:t>
                </a:r>
              </a:p>
              <a:p>
                <a:pPr algn="just">
                  <a:spcAft>
                    <a:spcPts val="600"/>
                  </a:spcAft>
                  <a:buClr>
                    <a:schemeClr val="accent1"/>
                  </a:buClr>
                </a:pPr>
                <a:r>
                  <a:rPr lang="en-US" sz="2400" dirty="0">
                    <a:latin typeface="CMU Serif" panose="02000603000000000000" pitchFamily="2" charset="0"/>
                    <a:ea typeface="CMU Serif" panose="02000603000000000000" pitchFamily="2" charset="0"/>
                    <a:cs typeface="CMU Serif" panose="02000603000000000000" pitchFamily="2" charset="0"/>
                  </a:rPr>
                  <a:t>Example: </a:t>
                </a:r>
              </a:p>
              <a:p>
                <a:pPr marL="342900" indent="-342900" algn="just">
                  <a:spcAft>
                    <a:spcPts val="600"/>
                  </a:spcAft>
                  <a:buClr>
                    <a:schemeClr val="accent1"/>
                  </a:buClr>
                  <a:buFont typeface="Arial" panose="020B0604020202020204" pitchFamily="34" charset="0"/>
                  <a:buChar char="•"/>
                </a:pPr>
                <a:r>
                  <a:rPr lang="en-US" sz="2400" dirty="0">
                    <a:latin typeface="CMU Serif" panose="02000603000000000000" pitchFamily="2" charset="0"/>
                    <a:ea typeface="CMU Serif" panose="02000603000000000000" pitchFamily="2" charset="0"/>
                    <a:cs typeface="CMU Serif" panose="02000603000000000000" pitchFamily="2" charset="0"/>
                  </a:rPr>
                  <a:t>Given A ⋁ B and ¬B are true, we can conclude that A is true.  </a:t>
                </a:r>
                <a:r>
                  <a:rPr lang="en-US" sz="2400" b="0" i="0" dirty="0">
                    <a:solidFill>
                      <a:schemeClr val="tx1"/>
                    </a:solidFill>
                    <a:latin typeface="CMU Serif" panose="02000603000000000000" pitchFamily="2" charset="0"/>
                    <a:ea typeface="CMU Serif" panose="02000603000000000000" pitchFamily="2" charset="0"/>
                    <a:cs typeface="CMU Serif" panose="02000603000000000000" pitchFamily="2" charset="0"/>
                  </a:rPr>
                  <a:t> </a:t>
                </a:r>
                <a:endParaRPr lang="en-US" sz="2400" dirty="0">
                  <a:latin typeface="CMU Serif" panose="02000603000000000000" pitchFamily="2" charset="0"/>
                  <a:ea typeface="CMU Serif" panose="02000603000000000000" pitchFamily="2" charset="0"/>
                  <a:cs typeface="CMU Serif" panose="02000603000000000000" pitchFamily="2" charset="0"/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A2A5B71F-E824-6FDF-6B33-88F547FA23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2966" y="4519648"/>
                <a:ext cx="8238066" cy="1631216"/>
              </a:xfrm>
              <a:prstGeom prst="rect">
                <a:avLst/>
              </a:prstGeom>
              <a:blipFill>
                <a:blip r:embed="rId3"/>
                <a:stretch>
                  <a:fillRect l="-2219" t="-4851" r="-2219" b="-108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A53C6C0C-1E3D-236B-241E-4167D9427753}"/>
              </a:ext>
            </a:extLst>
          </p:cNvPr>
          <p:cNvSpPr txBox="1"/>
          <p:nvPr/>
        </p:nvSpPr>
        <p:spPr>
          <a:xfrm>
            <a:off x="452966" y="649870"/>
            <a:ext cx="8238067" cy="553998"/>
          </a:xfrm>
          <a:prstGeom prst="rect">
            <a:avLst/>
          </a:prstGeom>
          <a:noFill/>
          <a:ln w="12700">
            <a:solidFill>
              <a:schemeClr val="accent4"/>
            </a:solidFill>
          </a:ln>
        </p:spPr>
        <p:txBody>
          <a:bodyPr wrap="square" lIns="0" tIns="0" rIns="0" bIns="0" rtlCol="0" anchor="ctr">
            <a:spAutoFit/>
          </a:bodyPr>
          <a:lstStyle/>
          <a:p>
            <a:r>
              <a:rPr lang="en-US" sz="3600" dirty="0">
                <a:solidFill>
                  <a:schemeClr val="accent1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Unit Resolution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4F0D96-26A7-D626-C0A4-2A0B6BAF10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AECC9F8-2689-A2FF-D838-68D3558AEEBD}"/>
              </a:ext>
            </a:extLst>
          </p:cNvPr>
          <p:cNvSpPr txBox="1"/>
          <p:nvPr/>
        </p:nvSpPr>
        <p:spPr>
          <a:xfrm>
            <a:off x="452966" y="2191586"/>
            <a:ext cx="8238066" cy="369332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marL="342900" indent="-342900" algn="just"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24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Unit Resolution inference rule: 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B3913888-04CC-DCDA-2F72-D245BF2F6F7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39465133"/>
              </p:ext>
            </p:extLst>
          </p:nvPr>
        </p:nvGraphicFramePr>
        <p:xfrm>
          <a:off x="2118943" y="3149123"/>
          <a:ext cx="4906112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906112">
                  <a:extLst>
                    <a:ext uri="{9D8B030D-6E8A-4147-A177-3AD203B41FA5}">
                      <a16:colId xmlns:a16="http://schemas.microsoft.com/office/drawing/2014/main" val="324821828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b="0" i="0" dirty="0">
                          <a:solidFill>
                            <a:schemeClr val="tx1"/>
                          </a:solidFill>
                          <a:latin typeface="CMU Serif" panose="02000603000000000000" pitchFamily="2" charset="0"/>
                          <a:ea typeface="CMU Serif" panose="02000603000000000000" pitchFamily="2" charset="0"/>
                          <a:cs typeface="CMU Serif" panose="02000603000000000000" pitchFamily="2" charset="0"/>
                        </a:rPr>
                        <a:t>P11 ⋁ P22 ⋁ P31, ¬P22</a:t>
                      </a:r>
                    </a:p>
                  </a:txBody>
                  <a:tcPr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602726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b="0" i="0" dirty="0">
                          <a:solidFill>
                            <a:schemeClr val="tx1"/>
                          </a:solidFill>
                          <a:latin typeface="CMU Serif" panose="02000603000000000000" pitchFamily="2" charset="0"/>
                          <a:ea typeface="CMU Serif" panose="02000603000000000000" pitchFamily="2" charset="0"/>
                          <a:cs typeface="CMU Serif" panose="02000603000000000000" pitchFamily="2" charset="0"/>
                        </a:rPr>
                        <a:t>P11 ⋁ P31</a:t>
                      </a:r>
                    </a:p>
                  </a:txBody>
                  <a:tcPr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1923615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09340D5F-E1B2-E043-18E0-4565C246FFD0}"/>
              </a:ext>
            </a:extLst>
          </p:cNvPr>
          <p:cNvSpPr txBox="1"/>
          <p:nvPr/>
        </p:nvSpPr>
        <p:spPr>
          <a:xfrm>
            <a:off x="452966" y="4651728"/>
            <a:ext cx="8238066" cy="738664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just">
              <a:spcAft>
                <a:spcPts val="600"/>
              </a:spcAft>
              <a:buClr>
                <a:schemeClr val="accent1"/>
              </a:buClr>
            </a:pPr>
            <a:r>
              <a:rPr lang="en-US" sz="24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If there is a pit in one of [1,1], [2,2] and [3,1], and it is not in [2,2], then it’s in [1,1] or [3,1].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982D015-CD1B-2857-E1C0-D12978A7916B}"/>
              </a:ext>
            </a:extLst>
          </p:cNvPr>
          <p:cNvSpPr txBox="1"/>
          <p:nvPr/>
        </p:nvSpPr>
        <p:spPr>
          <a:xfrm>
            <a:off x="452966" y="649870"/>
            <a:ext cx="8238067" cy="553998"/>
          </a:xfrm>
          <a:prstGeom prst="rect">
            <a:avLst/>
          </a:prstGeom>
          <a:noFill/>
          <a:ln w="12700">
            <a:solidFill>
              <a:schemeClr val="accent4"/>
            </a:solidFill>
          </a:ln>
        </p:spPr>
        <p:txBody>
          <a:bodyPr wrap="square" lIns="0" tIns="0" rIns="0" bIns="0" rtlCol="0" anchor="ctr">
            <a:spAutoFit/>
          </a:bodyPr>
          <a:lstStyle/>
          <a:p>
            <a:r>
              <a:rPr lang="en-US" sz="3600" dirty="0">
                <a:solidFill>
                  <a:schemeClr val="accent1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Unit Resolution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99FD42AE-E040-424C-9AFD-C6EA938E6968}"/>
              </a:ext>
            </a:extLst>
          </p:cNvPr>
          <p:cNvGrpSpPr/>
          <p:nvPr/>
        </p:nvGrpSpPr>
        <p:grpSpPr>
          <a:xfrm>
            <a:off x="279624" y="1122678"/>
            <a:ext cx="1185480" cy="539280"/>
            <a:chOff x="279624" y="1122678"/>
            <a:chExt cx="1185480" cy="539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56C41ED5-0250-4FEC-8A55-B4B96F5A5162}"/>
                    </a:ext>
                  </a:extLst>
                </p14:cNvPr>
                <p14:cNvContentPartPr/>
                <p14:nvPr/>
              </p14:nvContentPartPr>
              <p14:xfrm>
                <a:off x="279624" y="1122678"/>
                <a:ext cx="702360" cy="44604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56C41ED5-0250-4FEC-8A55-B4B96F5A5162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270984" y="1113678"/>
                  <a:ext cx="720000" cy="46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085CE3C5-67DD-4D07-8C85-48C3A2B28FAE}"/>
                    </a:ext>
                  </a:extLst>
                </p14:cNvPr>
                <p14:cNvContentPartPr/>
                <p14:nvPr/>
              </p14:nvContentPartPr>
              <p14:xfrm>
                <a:off x="690024" y="1281798"/>
                <a:ext cx="775080" cy="38016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085CE3C5-67DD-4D07-8C85-48C3A2B28FAE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681384" y="1273158"/>
                  <a:ext cx="792720" cy="39780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36090168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8ACD6DA-EE12-CAD2-719C-D51D34C2396E}"/>
              </a:ext>
            </a:extLst>
          </p:cNvPr>
          <p:cNvSpPr txBox="1"/>
          <p:nvPr/>
        </p:nvSpPr>
        <p:spPr>
          <a:xfrm>
            <a:off x="452966" y="2059506"/>
            <a:ext cx="8238066" cy="369332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marL="342900" indent="-342900" algn="just"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24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Full Resolution inference rule: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id="{86EF675B-FC82-E4D2-68CC-6170B16E434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015617633"/>
                  </p:ext>
                </p:extLst>
              </p:nvPr>
            </p:nvGraphicFramePr>
            <p:xfrm>
              <a:off x="452966" y="3017043"/>
              <a:ext cx="8238066" cy="910781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8238066">
                      <a:extLst>
                        <a:ext uri="{9D8B030D-6E8A-4147-A177-3AD203B41FA5}">
                          <a16:colId xmlns:a16="http://schemas.microsoft.com/office/drawing/2014/main" val="3248218281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22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MU Serif" panose="02000603000000000000" pitchFamily="2" charset="0"/>
                                      <a:cs typeface="CMU Serif" panose="02000603000000000000" pitchFamily="2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2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MU Serif" panose="02000603000000000000" pitchFamily="2" charset="0"/>
                                      <a:cs typeface="CMU Serif" panose="02000603000000000000" pitchFamily="2" charset="0"/>
                                    </a:rPr>
                                    <m:t>𝛼</m:t>
                                  </m:r>
                                </m:e>
                                <m:sub>
                                  <m:r>
                                    <a:rPr lang="en-US" sz="22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MU Serif" panose="02000603000000000000" pitchFamily="2" charset="0"/>
                                      <a:cs typeface="CMU Serif" panose="02000603000000000000" pitchFamily="2" charset="0"/>
                                    </a:rPr>
                                    <m:t>1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sz="2200" b="0" i="0" dirty="0">
                              <a:solidFill>
                                <a:schemeClr val="tx1"/>
                              </a:solidFill>
                              <a:latin typeface="CMU Serif" panose="02000603000000000000" pitchFamily="2" charset="0"/>
                              <a:ea typeface="CMU Serif" panose="02000603000000000000" pitchFamily="2" charset="0"/>
                              <a:cs typeface="CMU Serif" panose="02000603000000000000" pitchFamily="2" charset="0"/>
                            </a:rPr>
                            <a:t> ⋁</a:t>
                          </a:r>
                          <a:r>
                            <a:rPr lang="en-US" sz="2200" b="0" i="0" baseline="0" dirty="0">
                              <a:solidFill>
                                <a:schemeClr val="tx1"/>
                              </a:solidFill>
                              <a:latin typeface="CMU Serif" panose="02000603000000000000" pitchFamily="2" charset="0"/>
                              <a:ea typeface="CMU Serif" panose="02000603000000000000" pitchFamily="2" charset="0"/>
                              <a:cs typeface="CMU Serif" panose="02000603000000000000" pitchFamily="2" charset="0"/>
                            </a:rPr>
                            <a:t> </a:t>
                          </a:r>
                          <a:r>
                            <a:rPr lang="en-US" sz="2200" b="0" i="0" dirty="0">
                              <a:solidFill>
                                <a:schemeClr val="tx1"/>
                              </a:solidFill>
                              <a:latin typeface="CMU Serif" panose="02000603000000000000" pitchFamily="2" charset="0"/>
                              <a:ea typeface="CMU Serif" panose="02000603000000000000" pitchFamily="2" charset="0"/>
                              <a:cs typeface="CMU Serif" panose="02000603000000000000" pitchFamily="2" charset="0"/>
                            </a:rPr>
                            <a:t>… ⋁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22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MU Serif" panose="02000603000000000000" pitchFamily="2" charset="0"/>
                                      <a:cs typeface="CMU Serif" panose="02000603000000000000" pitchFamily="2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2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MU Serif" panose="02000603000000000000" pitchFamily="2" charset="0"/>
                                      <a:cs typeface="CMU Serif" panose="02000603000000000000" pitchFamily="2" charset="0"/>
                                    </a:rPr>
                                    <m:t>𝛼</m:t>
                                  </m:r>
                                </m:e>
                                <m:sub>
                                  <m:r>
                                    <a:rPr lang="en-US" sz="22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MU Serif" panose="02000603000000000000" pitchFamily="2" charset="0"/>
                                      <a:cs typeface="CMU Serif" panose="02000603000000000000" pitchFamily="2" charset="0"/>
                                    </a:rPr>
                                    <m:t>𝑖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sz="2200" b="0" i="0" dirty="0">
                              <a:solidFill>
                                <a:schemeClr val="tx1"/>
                              </a:solidFill>
                              <a:latin typeface="CMU Serif" panose="02000603000000000000" pitchFamily="2" charset="0"/>
                              <a:ea typeface="CMU Serif" panose="02000603000000000000" pitchFamily="2" charset="0"/>
                              <a:cs typeface="CMU Serif" panose="02000603000000000000" pitchFamily="2" charset="0"/>
                            </a:rPr>
                            <a:t> ⋁ …</a:t>
                          </a:r>
                          <a:r>
                            <a:rPr lang="en-US" sz="2200" b="0" i="0" baseline="0" dirty="0">
                              <a:solidFill>
                                <a:schemeClr val="tx1"/>
                              </a:solidFill>
                              <a:latin typeface="CMU Serif" panose="02000603000000000000" pitchFamily="2" charset="0"/>
                              <a:ea typeface="CMU Serif" panose="02000603000000000000" pitchFamily="2" charset="0"/>
                              <a:cs typeface="CMU Serif" panose="02000603000000000000" pitchFamily="2" charset="0"/>
                            </a:rPr>
                            <a:t> ⋁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22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MU Serif" panose="02000603000000000000" pitchFamily="2" charset="0"/>
                                      <a:cs typeface="CMU Serif" panose="02000603000000000000" pitchFamily="2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2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MU Serif" panose="02000603000000000000" pitchFamily="2" charset="0"/>
                                      <a:cs typeface="CMU Serif" panose="02000603000000000000" pitchFamily="2" charset="0"/>
                                    </a:rPr>
                                    <m:t>𝛼</m:t>
                                  </m:r>
                                </m:e>
                                <m:sub>
                                  <m:r>
                                    <a:rPr lang="en-US" sz="22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MU Serif" panose="02000603000000000000" pitchFamily="2" charset="0"/>
                                      <a:cs typeface="CMU Serif" panose="02000603000000000000" pitchFamily="2" charset="0"/>
                                    </a:rPr>
                                    <m:t>𝑛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sz="2400" b="1" i="0" dirty="0">
                              <a:solidFill>
                                <a:schemeClr val="tx1"/>
                              </a:solidFill>
                              <a:latin typeface="CMU Serif" panose="02000603000000000000" pitchFamily="2" charset="0"/>
                              <a:ea typeface="CMU Serif" panose="02000603000000000000" pitchFamily="2" charset="0"/>
                              <a:cs typeface="CMU Serif" panose="02000603000000000000" pitchFamily="2" charset="0"/>
                            </a:rPr>
                            <a:t>,</a:t>
                          </a:r>
                          <a:r>
                            <a:rPr lang="en-US" sz="2200" b="0" i="0" dirty="0">
                              <a:solidFill>
                                <a:schemeClr val="tx1"/>
                              </a:solidFill>
                              <a:latin typeface="CMU Serif" panose="02000603000000000000" pitchFamily="2" charset="0"/>
                              <a:ea typeface="CMU Serif" panose="02000603000000000000" pitchFamily="2" charset="0"/>
                              <a:cs typeface="CMU Serif" panose="02000603000000000000" pitchFamily="2" charset="0"/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22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MU Serif" panose="02000603000000000000" pitchFamily="2" charset="0"/>
                                      <a:cs typeface="CMU Serif" panose="02000603000000000000" pitchFamily="2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2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MU Serif" panose="02000603000000000000" pitchFamily="2" charset="0"/>
                                      <a:cs typeface="CMU Serif" panose="02000603000000000000" pitchFamily="2" charset="0"/>
                                    </a:rPr>
                                    <m:t>𝑚</m:t>
                                  </m:r>
                                </m:e>
                                <m:sub>
                                  <m:r>
                                    <a:rPr lang="en-US" sz="22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MU Serif" panose="02000603000000000000" pitchFamily="2" charset="0"/>
                                      <a:cs typeface="CMU Serif" panose="02000603000000000000" pitchFamily="2" charset="0"/>
                                    </a:rPr>
                                    <m:t>1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sz="2200" b="0" i="0" dirty="0">
                              <a:solidFill>
                                <a:schemeClr val="tx1"/>
                              </a:solidFill>
                              <a:latin typeface="CMU Serif" panose="02000603000000000000" pitchFamily="2" charset="0"/>
                              <a:ea typeface="CMU Serif" panose="02000603000000000000" pitchFamily="2" charset="0"/>
                              <a:cs typeface="CMU Serif" panose="02000603000000000000" pitchFamily="2" charset="0"/>
                            </a:rPr>
                            <a:t> ⋁</a:t>
                          </a:r>
                          <a:r>
                            <a:rPr lang="en-US" sz="2200" b="0" i="0" baseline="0" dirty="0">
                              <a:solidFill>
                                <a:schemeClr val="tx1"/>
                              </a:solidFill>
                              <a:latin typeface="CMU Serif" panose="02000603000000000000" pitchFamily="2" charset="0"/>
                              <a:ea typeface="CMU Serif" panose="02000603000000000000" pitchFamily="2" charset="0"/>
                              <a:cs typeface="CMU Serif" panose="02000603000000000000" pitchFamily="2" charset="0"/>
                            </a:rPr>
                            <a:t> … ⋁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22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MU Serif" panose="02000603000000000000" pitchFamily="2" charset="0"/>
                                      <a:cs typeface="CMU Serif" panose="02000603000000000000" pitchFamily="2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2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MU Serif" panose="02000603000000000000" pitchFamily="2" charset="0"/>
                                      <a:cs typeface="CMU Serif" panose="02000603000000000000" pitchFamily="2" charset="0"/>
                                    </a:rPr>
                                    <m:t>𝑚</m:t>
                                  </m:r>
                                </m:e>
                                <m:sub>
                                  <m:r>
                                    <a:rPr lang="en-US" sz="22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MU Serif" panose="02000603000000000000" pitchFamily="2" charset="0"/>
                                      <a:cs typeface="CMU Serif" panose="02000603000000000000" pitchFamily="2" charset="0"/>
                                    </a:rPr>
                                    <m:t>𝑘</m:t>
                                  </m:r>
                                </m:sub>
                              </m:sSub>
                            </m:oMath>
                          </a14:m>
                          <a:endParaRPr lang="en-US" sz="2200" b="0" i="0" dirty="0">
                            <a:solidFill>
                              <a:schemeClr val="tx1"/>
                            </a:solidFill>
                            <a:latin typeface="CMU Serif" panose="02000603000000000000" pitchFamily="2" charset="0"/>
                            <a:ea typeface="CMU Serif" panose="02000603000000000000" pitchFamily="2" charset="0"/>
                            <a:cs typeface="CMU Serif" panose="02000603000000000000" pitchFamily="2" charset="0"/>
                          </a:endParaRPr>
                        </a:p>
                      </a:txBody>
                      <a:tcPr anchor="ctr">
                        <a:lnL w="381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260272652"/>
                      </a:ext>
                    </a:extLst>
                  </a:tr>
                  <a:tr h="270617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22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MU Serif" panose="02000603000000000000" pitchFamily="2" charset="0"/>
                                      <a:cs typeface="CMU Serif" panose="02000603000000000000" pitchFamily="2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2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MU Serif" panose="02000603000000000000" pitchFamily="2" charset="0"/>
                                      <a:cs typeface="CMU Serif" panose="02000603000000000000" pitchFamily="2" charset="0"/>
                                    </a:rPr>
                                    <m:t>𝛼</m:t>
                                  </m:r>
                                </m:e>
                                <m:sub>
                                  <m:r>
                                    <a:rPr lang="en-US" sz="22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MU Serif" panose="02000603000000000000" pitchFamily="2" charset="0"/>
                                      <a:cs typeface="CMU Serif" panose="02000603000000000000" pitchFamily="2" charset="0"/>
                                    </a:rPr>
                                    <m:t>1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sz="2200" b="0" i="0" dirty="0">
                              <a:solidFill>
                                <a:schemeClr val="tx1"/>
                              </a:solidFill>
                              <a:latin typeface="CMU Serif" panose="02000603000000000000" pitchFamily="2" charset="0"/>
                              <a:ea typeface="CMU Serif" panose="02000603000000000000" pitchFamily="2" charset="0"/>
                              <a:cs typeface="CMU Serif" panose="02000603000000000000" pitchFamily="2" charset="0"/>
                            </a:rPr>
                            <a:t> ⋁</a:t>
                          </a:r>
                          <a:r>
                            <a:rPr lang="en-US" sz="2200" b="0" i="0" baseline="0" dirty="0">
                              <a:solidFill>
                                <a:schemeClr val="tx1"/>
                              </a:solidFill>
                              <a:latin typeface="CMU Serif" panose="02000603000000000000" pitchFamily="2" charset="0"/>
                              <a:ea typeface="CMU Serif" panose="02000603000000000000" pitchFamily="2" charset="0"/>
                              <a:cs typeface="CMU Serif" panose="02000603000000000000" pitchFamily="2" charset="0"/>
                            </a:rPr>
                            <a:t> </a:t>
                          </a:r>
                          <a:r>
                            <a:rPr lang="en-US" sz="2200" b="0" i="0" dirty="0">
                              <a:solidFill>
                                <a:schemeClr val="tx1"/>
                              </a:solidFill>
                              <a:latin typeface="CMU Serif" panose="02000603000000000000" pitchFamily="2" charset="0"/>
                              <a:ea typeface="CMU Serif" panose="02000603000000000000" pitchFamily="2" charset="0"/>
                              <a:cs typeface="CMU Serif" panose="02000603000000000000" pitchFamily="2" charset="0"/>
                            </a:rPr>
                            <a:t>… ⋁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22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MU Serif" panose="02000603000000000000" pitchFamily="2" charset="0"/>
                                      <a:cs typeface="CMU Serif" panose="02000603000000000000" pitchFamily="2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2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MU Serif" panose="02000603000000000000" pitchFamily="2" charset="0"/>
                                      <a:cs typeface="CMU Serif" panose="02000603000000000000" pitchFamily="2" charset="0"/>
                                    </a:rPr>
                                    <m:t>𝛼</m:t>
                                  </m:r>
                                </m:e>
                                <m:sub>
                                  <m:r>
                                    <a:rPr lang="en-US" sz="22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MU Serif" panose="02000603000000000000" pitchFamily="2" charset="0"/>
                                      <a:cs typeface="CMU Serif" panose="02000603000000000000" pitchFamily="2" charset="0"/>
                                    </a:rPr>
                                    <m:t>𝑖</m:t>
                                  </m:r>
                                  <m:r>
                                    <a:rPr lang="en-US" sz="22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MU Serif" panose="02000603000000000000" pitchFamily="2" charset="0"/>
                                      <a:cs typeface="CMU Serif" panose="02000603000000000000" pitchFamily="2" charset="0"/>
                                    </a:rPr>
                                    <m:t>−1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sz="2200" b="0" i="0" dirty="0">
                              <a:solidFill>
                                <a:schemeClr val="tx1"/>
                              </a:solidFill>
                              <a:latin typeface="CMU Serif" panose="02000603000000000000" pitchFamily="2" charset="0"/>
                              <a:ea typeface="CMU Serif" panose="02000603000000000000" pitchFamily="2" charset="0"/>
                              <a:cs typeface="CMU Serif" panose="02000603000000000000" pitchFamily="2" charset="0"/>
                            </a:rPr>
                            <a:t> ⋁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22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MU Serif" panose="02000603000000000000" pitchFamily="2" charset="0"/>
                                      <a:cs typeface="CMU Serif" panose="02000603000000000000" pitchFamily="2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2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MU Serif" panose="02000603000000000000" pitchFamily="2" charset="0"/>
                                      <a:cs typeface="CMU Serif" panose="02000603000000000000" pitchFamily="2" charset="0"/>
                                    </a:rPr>
                                    <m:t>𝛼</m:t>
                                  </m:r>
                                </m:e>
                                <m:sub>
                                  <m:r>
                                    <a:rPr lang="en-US" sz="22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MU Serif" panose="02000603000000000000" pitchFamily="2" charset="0"/>
                                      <a:cs typeface="CMU Serif" panose="02000603000000000000" pitchFamily="2" charset="0"/>
                                    </a:rPr>
                                    <m:t>𝑖</m:t>
                                  </m:r>
                                  <m:r>
                                    <a:rPr lang="en-US" sz="22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MU Serif" panose="02000603000000000000" pitchFamily="2" charset="0"/>
                                      <a:cs typeface="CMU Serif" panose="02000603000000000000" pitchFamily="2" charset="0"/>
                                    </a:rPr>
                                    <m:t>+1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sz="2200" b="0" i="0" dirty="0">
                              <a:solidFill>
                                <a:schemeClr val="tx1"/>
                              </a:solidFill>
                              <a:latin typeface="CMU Serif" panose="02000603000000000000" pitchFamily="2" charset="0"/>
                              <a:ea typeface="CMU Serif" panose="02000603000000000000" pitchFamily="2" charset="0"/>
                              <a:cs typeface="CMU Serif" panose="02000603000000000000" pitchFamily="2" charset="0"/>
                            </a:rPr>
                            <a:t> ⋁ …</a:t>
                          </a:r>
                          <a:r>
                            <a:rPr lang="en-US" sz="2200" b="0" i="0" baseline="0" dirty="0">
                              <a:solidFill>
                                <a:schemeClr val="tx1"/>
                              </a:solidFill>
                              <a:latin typeface="CMU Serif" panose="02000603000000000000" pitchFamily="2" charset="0"/>
                              <a:ea typeface="CMU Serif" panose="02000603000000000000" pitchFamily="2" charset="0"/>
                              <a:cs typeface="CMU Serif" panose="02000603000000000000" pitchFamily="2" charset="0"/>
                            </a:rPr>
                            <a:t> ⋁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22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MU Serif" panose="02000603000000000000" pitchFamily="2" charset="0"/>
                                      <a:cs typeface="CMU Serif" panose="02000603000000000000" pitchFamily="2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2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MU Serif" panose="02000603000000000000" pitchFamily="2" charset="0"/>
                                      <a:cs typeface="CMU Serif" panose="02000603000000000000" pitchFamily="2" charset="0"/>
                                    </a:rPr>
                                    <m:t>𝛼</m:t>
                                  </m:r>
                                </m:e>
                                <m:sub>
                                  <m:r>
                                    <a:rPr lang="en-US" sz="22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MU Serif" panose="02000603000000000000" pitchFamily="2" charset="0"/>
                                      <a:cs typeface="CMU Serif" panose="02000603000000000000" pitchFamily="2" charset="0"/>
                                    </a:rPr>
                                    <m:t>𝑛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sz="2200" b="0" i="0" dirty="0">
                              <a:solidFill>
                                <a:schemeClr val="tx1"/>
                              </a:solidFill>
                              <a:latin typeface="CMU Serif" panose="02000603000000000000" pitchFamily="2" charset="0"/>
                              <a:ea typeface="CMU Serif" panose="02000603000000000000" pitchFamily="2" charset="0"/>
                              <a:cs typeface="CMU Serif" panose="02000603000000000000" pitchFamily="2" charset="0"/>
                            </a:rPr>
                            <a:t> ⋁</a:t>
                          </a:r>
                          <a:r>
                            <a:rPr lang="en-US" sz="2200" b="0" i="0" baseline="0" dirty="0">
                              <a:solidFill>
                                <a:schemeClr val="tx1"/>
                              </a:solidFill>
                              <a:latin typeface="CMU Serif" panose="02000603000000000000" pitchFamily="2" charset="0"/>
                              <a:ea typeface="CMU Serif" panose="02000603000000000000" pitchFamily="2" charset="0"/>
                              <a:cs typeface="CMU Serif" panose="02000603000000000000" pitchFamily="2" charset="0"/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22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MU Serif" panose="02000603000000000000" pitchFamily="2" charset="0"/>
                                      <a:cs typeface="CMU Serif" panose="02000603000000000000" pitchFamily="2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2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MU Serif" panose="02000603000000000000" pitchFamily="2" charset="0"/>
                                      <a:cs typeface="CMU Serif" panose="02000603000000000000" pitchFamily="2" charset="0"/>
                                    </a:rPr>
                                    <m:t>𝑚</m:t>
                                  </m:r>
                                </m:e>
                                <m:sub>
                                  <m:r>
                                    <a:rPr lang="en-US" sz="22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MU Serif" panose="02000603000000000000" pitchFamily="2" charset="0"/>
                                      <a:cs typeface="CMU Serif" panose="02000603000000000000" pitchFamily="2" charset="0"/>
                                    </a:rPr>
                                    <m:t>1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sz="2200" b="0" i="0" dirty="0">
                              <a:solidFill>
                                <a:schemeClr val="tx1"/>
                              </a:solidFill>
                              <a:latin typeface="CMU Serif" panose="02000603000000000000" pitchFamily="2" charset="0"/>
                              <a:ea typeface="CMU Serif" panose="02000603000000000000" pitchFamily="2" charset="0"/>
                              <a:cs typeface="CMU Serif" panose="02000603000000000000" pitchFamily="2" charset="0"/>
                            </a:rPr>
                            <a:t> ⋁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22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MU Serif" panose="02000603000000000000" pitchFamily="2" charset="0"/>
                                      <a:cs typeface="CMU Serif" panose="02000603000000000000" pitchFamily="2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2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MU Serif" panose="02000603000000000000" pitchFamily="2" charset="0"/>
                                      <a:cs typeface="CMU Serif" panose="02000603000000000000" pitchFamily="2" charset="0"/>
                                    </a:rPr>
                                    <m:t>𝑚</m:t>
                                  </m:r>
                                </m:e>
                                <m:sub>
                                  <m:r>
                                    <a:rPr lang="en-US" sz="22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MU Serif" panose="02000603000000000000" pitchFamily="2" charset="0"/>
                                      <a:cs typeface="CMU Serif" panose="02000603000000000000" pitchFamily="2" charset="0"/>
                                    </a:rPr>
                                    <m:t>𝑗</m:t>
                                  </m:r>
                                  <m:r>
                                    <a:rPr lang="en-US" sz="22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MU Serif" panose="02000603000000000000" pitchFamily="2" charset="0"/>
                                      <a:cs typeface="CMU Serif" panose="02000603000000000000" pitchFamily="2" charset="0"/>
                                    </a:rPr>
                                    <m:t>−1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sz="2200" b="0" i="0" baseline="0" dirty="0">
                              <a:solidFill>
                                <a:schemeClr val="tx1"/>
                              </a:solidFill>
                              <a:latin typeface="CMU Serif" panose="02000603000000000000" pitchFamily="2" charset="0"/>
                              <a:ea typeface="CMU Serif" panose="02000603000000000000" pitchFamily="2" charset="0"/>
                              <a:cs typeface="CMU Serif" panose="02000603000000000000" pitchFamily="2" charset="0"/>
                            </a:rPr>
                            <a:t> ⋁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22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MU Serif" panose="02000603000000000000" pitchFamily="2" charset="0"/>
                                      <a:cs typeface="CMU Serif" panose="02000603000000000000" pitchFamily="2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2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MU Serif" panose="02000603000000000000" pitchFamily="2" charset="0"/>
                                      <a:cs typeface="CMU Serif" panose="02000603000000000000" pitchFamily="2" charset="0"/>
                                    </a:rPr>
                                    <m:t>𝑚</m:t>
                                  </m:r>
                                </m:e>
                                <m:sub>
                                  <m:r>
                                    <a:rPr lang="en-US" sz="22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MU Serif" panose="02000603000000000000" pitchFamily="2" charset="0"/>
                                      <a:cs typeface="CMU Serif" panose="02000603000000000000" pitchFamily="2" charset="0"/>
                                    </a:rPr>
                                    <m:t>𝑗</m:t>
                                  </m:r>
                                  <m:r>
                                    <a:rPr lang="en-US" sz="22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MU Serif" panose="02000603000000000000" pitchFamily="2" charset="0"/>
                                      <a:cs typeface="CMU Serif" panose="02000603000000000000" pitchFamily="2" charset="0"/>
                                    </a:rPr>
                                    <m:t>+1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sz="2200" b="0" i="0" baseline="0" dirty="0">
                              <a:solidFill>
                                <a:schemeClr val="tx1"/>
                              </a:solidFill>
                              <a:latin typeface="CMU Serif" panose="02000603000000000000" pitchFamily="2" charset="0"/>
                              <a:ea typeface="CMU Serif" panose="02000603000000000000" pitchFamily="2" charset="0"/>
                              <a:cs typeface="CMU Serif" panose="02000603000000000000" pitchFamily="2" charset="0"/>
                            </a:rPr>
                            <a:t> ⋁ … ⋁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22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MU Serif" panose="02000603000000000000" pitchFamily="2" charset="0"/>
                                      <a:cs typeface="CMU Serif" panose="02000603000000000000" pitchFamily="2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2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MU Serif" panose="02000603000000000000" pitchFamily="2" charset="0"/>
                                      <a:cs typeface="CMU Serif" panose="02000603000000000000" pitchFamily="2" charset="0"/>
                                    </a:rPr>
                                    <m:t>𝑚</m:t>
                                  </m:r>
                                </m:e>
                                <m:sub>
                                  <m:r>
                                    <a:rPr lang="en-US" sz="22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MU Serif" panose="02000603000000000000" pitchFamily="2" charset="0"/>
                                      <a:cs typeface="CMU Serif" panose="02000603000000000000" pitchFamily="2" charset="0"/>
                                    </a:rPr>
                                    <m:t>𝑘</m:t>
                                  </m:r>
                                </m:sub>
                              </m:sSub>
                            </m:oMath>
                          </a14:m>
                          <a:endParaRPr lang="en-US" sz="2200" b="0" i="0" dirty="0">
                            <a:solidFill>
                              <a:schemeClr val="tx1"/>
                            </a:solidFill>
                            <a:latin typeface="CMU Serif" panose="02000603000000000000" pitchFamily="2" charset="0"/>
                            <a:ea typeface="CMU Serif" panose="02000603000000000000" pitchFamily="2" charset="0"/>
                            <a:cs typeface="CMU Serif" panose="02000603000000000000" pitchFamily="2" charset="0"/>
                          </a:endParaRPr>
                        </a:p>
                      </a:txBody>
                      <a:tcPr anchor="ctr">
                        <a:lnL w="381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4192361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id="{86EF675B-FC82-E4D2-68CC-6170B16E434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015617633"/>
                  </p:ext>
                </p:extLst>
              </p:nvPr>
            </p:nvGraphicFramePr>
            <p:xfrm>
              <a:off x="452966" y="3017043"/>
              <a:ext cx="8238066" cy="910781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8238066">
                      <a:extLst>
                        <a:ext uri="{9D8B030D-6E8A-4147-A177-3AD203B41FA5}">
                          <a16:colId xmlns:a16="http://schemas.microsoft.com/office/drawing/2014/main" val="3248218281"/>
                        </a:ext>
                      </a:extLst>
                    </a:gridCol>
                  </a:tblGrid>
                  <a:tr h="4572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381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t="-10526" r="-222" b="-125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60272652"/>
                      </a:ext>
                    </a:extLst>
                  </a:tr>
                  <a:tr h="453581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381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t="-112000" r="-222" b="-2666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41923615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C75935C8-A7D8-07E0-5DA7-6223DE248384}"/>
                  </a:ext>
                </a:extLst>
              </p:cNvPr>
              <p:cNvSpPr txBox="1"/>
              <p:nvPr/>
            </p:nvSpPr>
            <p:spPr>
              <a:xfrm>
                <a:off x="452966" y="4516029"/>
                <a:ext cx="8238066" cy="1660968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spAutoFit/>
              </a:bodyPr>
              <a:lstStyle/>
              <a:p>
                <a:pPr algn="just">
                  <a:spcAft>
                    <a:spcPts val="600"/>
                  </a:spcAft>
                  <a:buClr>
                    <a:schemeClr val="accent1"/>
                  </a:buClr>
                </a:pPr>
                <a:r>
                  <a:rPr lang="en-US" sz="2400" dirty="0">
                    <a:latin typeface="CMU Serif" panose="02000603000000000000" pitchFamily="2" charset="0"/>
                    <a:ea typeface="CMU Serif" panose="02000603000000000000" pitchFamily="2" charset="0"/>
                    <a:cs typeface="CMU Serif" panose="02000603000000000000" pitchFamily="2" charset="0"/>
                  </a:rPr>
                  <a:t>where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MU Serif" panose="02000603000000000000" pitchFamily="2" charset="0"/>
                            <a:cs typeface="CMU Serif" panose="02000603000000000000" pitchFamily="2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MU Serif" panose="02000603000000000000" pitchFamily="2" charset="0"/>
                            <a:cs typeface="CMU Serif" panose="02000603000000000000" pitchFamily="2" charset="0"/>
                          </a:rPr>
                          <m:t>𝛼</m:t>
                        </m:r>
                      </m:e>
                      <m:sub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MU Serif" panose="02000603000000000000" pitchFamily="2" charset="0"/>
                            <a:cs typeface="CMU Serif" panose="02000603000000000000" pitchFamily="2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2400" b="0" i="0" dirty="0">
                    <a:solidFill>
                      <a:schemeClr val="tx1"/>
                    </a:solidFill>
                    <a:latin typeface="CMU Serif" panose="02000603000000000000" pitchFamily="2" charset="0"/>
                    <a:ea typeface="CMU Serif" panose="02000603000000000000" pitchFamily="2" charset="0"/>
                    <a:cs typeface="CMU Serif" panose="02000603000000000000" pitchFamily="2" charset="0"/>
                  </a:rPr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  <a:ea typeface="CMU Serif" panose="02000603000000000000" pitchFamily="2" charset="0"/>
                            <a:cs typeface="CMU Serif" panose="02000603000000000000" pitchFamily="2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MU Serif" panose="02000603000000000000" pitchFamily="2" charset="0"/>
                            <a:cs typeface="CMU Serif" panose="02000603000000000000" pitchFamily="2" charset="0"/>
                          </a:rPr>
                          <m:t>𝑚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MU Serif" panose="02000603000000000000" pitchFamily="2" charset="0"/>
                            <a:cs typeface="CMU Serif" panose="02000603000000000000" pitchFamily="2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sz="2400" b="0" i="0" dirty="0">
                    <a:solidFill>
                      <a:schemeClr val="tx1"/>
                    </a:solidFill>
                    <a:latin typeface="CMU Serif" panose="02000603000000000000" pitchFamily="2" charset="0"/>
                    <a:ea typeface="CMU Serif" panose="02000603000000000000" pitchFamily="2" charset="0"/>
                    <a:cs typeface="CMU Serif" panose="02000603000000000000" pitchFamily="2" charset="0"/>
                  </a:rPr>
                  <a:t> are complementary literals, i.e.,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  <a:ea typeface="CMU Serif" panose="02000603000000000000" pitchFamily="2" charset="0"/>
                            <a:cs typeface="CMU Serif" panose="02000603000000000000" pitchFamily="2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MU Serif" panose="02000603000000000000" pitchFamily="2" charset="0"/>
                            <a:cs typeface="CMU Serif" panose="02000603000000000000" pitchFamily="2" charset="0"/>
                          </a:rPr>
                          <m:t>𝛼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MU Serif" panose="02000603000000000000" pitchFamily="2" charset="0"/>
                            <a:cs typeface="CMU Serif" panose="02000603000000000000" pitchFamily="2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2400" dirty="0">
                    <a:latin typeface="CMU Serif" panose="02000603000000000000" pitchFamily="2" charset="0"/>
                    <a:ea typeface="CMU Serif" panose="02000603000000000000" pitchFamily="2" charset="0"/>
                    <a:cs typeface="CMU Serif" panose="02000603000000000000" pitchFamily="2" charset="0"/>
                  </a:rPr>
                  <a:t> = ¬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  <a:ea typeface="CMU Serif" panose="02000603000000000000" pitchFamily="2" charset="0"/>
                            <a:cs typeface="CMU Serif" panose="02000603000000000000" pitchFamily="2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MU Serif" panose="02000603000000000000" pitchFamily="2" charset="0"/>
                            <a:cs typeface="CMU Serif" panose="02000603000000000000" pitchFamily="2" charset="0"/>
                          </a:rPr>
                          <m:t>𝑚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MU Serif" panose="02000603000000000000" pitchFamily="2" charset="0"/>
                            <a:cs typeface="CMU Serif" panose="02000603000000000000" pitchFamily="2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sz="2400" dirty="0">
                    <a:latin typeface="CMU Serif" panose="02000603000000000000" pitchFamily="2" charset="0"/>
                    <a:ea typeface="CMU Serif" panose="02000603000000000000" pitchFamily="2" charset="0"/>
                    <a:cs typeface="CMU Serif" panose="02000603000000000000" pitchFamily="2" charset="0"/>
                  </a:rPr>
                  <a:t> </a:t>
                </a:r>
              </a:p>
              <a:p>
                <a:pPr algn="just">
                  <a:spcAft>
                    <a:spcPts val="600"/>
                  </a:spcAft>
                  <a:buClr>
                    <a:schemeClr val="accent1"/>
                  </a:buClr>
                </a:pPr>
                <a:r>
                  <a:rPr lang="en-US" sz="2400" dirty="0">
                    <a:latin typeface="CMU Serif" panose="02000603000000000000" pitchFamily="2" charset="0"/>
                    <a:ea typeface="CMU Serif" panose="02000603000000000000" pitchFamily="2" charset="0"/>
                    <a:cs typeface="CMU Serif" panose="02000603000000000000" pitchFamily="2" charset="0"/>
                  </a:rPr>
                  <a:t>Example: </a:t>
                </a:r>
              </a:p>
              <a:p>
                <a:pPr marL="342900" indent="-342900" algn="just">
                  <a:spcAft>
                    <a:spcPts val="600"/>
                  </a:spcAft>
                  <a:buClr>
                    <a:schemeClr val="accent1"/>
                  </a:buClr>
                  <a:buFont typeface="Arial" panose="020B0604020202020204" pitchFamily="34" charset="0"/>
                  <a:buChar char="•"/>
                </a:pPr>
                <a:r>
                  <a:rPr lang="en-US" sz="2400" dirty="0">
                    <a:latin typeface="CMU Serif" panose="02000603000000000000" pitchFamily="2" charset="0"/>
                    <a:ea typeface="CMU Serif" panose="02000603000000000000" pitchFamily="2" charset="0"/>
                    <a:cs typeface="CMU Serif" panose="02000603000000000000" pitchFamily="2" charset="0"/>
                  </a:rPr>
                  <a:t>Given A ⋁ B and ¬B ⋁ C are true, we can conclude that A ⋁ C is true.</a:t>
                </a: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C75935C8-A7D8-07E0-5DA7-6223DE2483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2966" y="4516029"/>
                <a:ext cx="8238066" cy="1660968"/>
              </a:xfrm>
              <a:prstGeom prst="rect">
                <a:avLst/>
              </a:prstGeom>
              <a:blipFill>
                <a:blip r:embed="rId3"/>
                <a:stretch>
                  <a:fillRect l="-2219" t="-3309" r="-2219" b="-1139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BC96C251-2905-1326-089C-401691AD7861}"/>
              </a:ext>
            </a:extLst>
          </p:cNvPr>
          <p:cNvSpPr txBox="1"/>
          <p:nvPr/>
        </p:nvSpPr>
        <p:spPr>
          <a:xfrm>
            <a:off x="452966" y="649870"/>
            <a:ext cx="8238067" cy="553998"/>
          </a:xfrm>
          <a:prstGeom prst="rect">
            <a:avLst/>
          </a:prstGeom>
          <a:noFill/>
          <a:ln w="12700">
            <a:solidFill>
              <a:schemeClr val="accent4"/>
            </a:solidFill>
          </a:ln>
        </p:spPr>
        <p:txBody>
          <a:bodyPr wrap="square" lIns="0" tIns="0" rIns="0" bIns="0" rtlCol="0" anchor="ctr">
            <a:spAutoFit/>
          </a:bodyPr>
          <a:lstStyle/>
          <a:p>
            <a:r>
              <a:rPr lang="en-US" sz="3600" dirty="0">
                <a:solidFill>
                  <a:schemeClr val="accent1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Resolution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>
            <a:extLst>
              <a:ext uri="{FF2B5EF4-FFF2-40B4-BE49-F238E27FC236}">
                <a16:creationId xmlns:a16="http://schemas.microsoft.com/office/drawing/2014/main" id="{7AC97A07-C654-4B8C-E7AA-3721C8280D4B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0" y="274638"/>
            <a:ext cx="8229600" cy="706437"/>
          </a:xfrm>
        </p:spPr>
        <p:txBody>
          <a:bodyPr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fr-FR" i="1">
                <a:latin typeface="Garamond" pitchFamily="18" charset="0"/>
              </a:rPr>
              <a:t>Knoweldge Representation &amp; Reasoning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68DEB53-1791-AF1F-4211-F742C3AB9410}"/>
              </a:ext>
            </a:extLst>
          </p:cNvPr>
          <p:cNvSpPr txBox="1"/>
          <p:nvPr/>
        </p:nvSpPr>
        <p:spPr>
          <a:xfrm>
            <a:off x="452966" y="649870"/>
            <a:ext cx="8238067" cy="553998"/>
          </a:xfrm>
          <a:prstGeom prst="rect">
            <a:avLst/>
          </a:prstGeom>
          <a:noFill/>
          <a:ln w="12700">
            <a:solidFill>
              <a:schemeClr val="accent4"/>
            </a:solidFill>
          </a:ln>
        </p:spPr>
        <p:txBody>
          <a:bodyPr wrap="square" lIns="0" tIns="0" rIns="0" bIns="0" rtlCol="0" anchor="ctr">
            <a:spAutoFit/>
          </a:bodyPr>
          <a:lstStyle/>
          <a:p>
            <a:r>
              <a:rPr lang="en-US" sz="3600" dirty="0">
                <a:solidFill>
                  <a:schemeClr val="accent1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Factoring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D876856-E25F-E41E-2254-1BAEDBD298F5}"/>
              </a:ext>
            </a:extLst>
          </p:cNvPr>
          <p:cNvSpPr txBox="1"/>
          <p:nvPr/>
        </p:nvSpPr>
        <p:spPr>
          <a:xfrm>
            <a:off x="452966" y="2059506"/>
            <a:ext cx="8238066" cy="369332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marL="342900" indent="-342900" algn="just"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24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Remove multiple copies of literals: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64747D58-F47D-B055-83D3-CDC2F62D347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80383459"/>
              </p:ext>
            </p:extLst>
          </p:nvPr>
        </p:nvGraphicFramePr>
        <p:xfrm>
          <a:off x="2118943" y="3149123"/>
          <a:ext cx="4906112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906112">
                  <a:extLst>
                    <a:ext uri="{9D8B030D-6E8A-4147-A177-3AD203B41FA5}">
                      <a16:colId xmlns:a16="http://schemas.microsoft.com/office/drawing/2014/main" val="324821828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b="0" i="0" dirty="0">
                          <a:solidFill>
                            <a:schemeClr val="tx1"/>
                          </a:solidFill>
                          <a:latin typeface="CMU Serif" panose="02000603000000000000" pitchFamily="2" charset="0"/>
                          <a:ea typeface="CMU Serif" panose="02000603000000000000" pitchFamily="2" charset="0"/>
                          <a:cs typeface="CMU Serif" panose="02000603000000000000" pitchFamily="2" charset="0"/>
                        </a:rPr>
                        <a:t>A ⋁ B , A ⋁ ¬B</a:t>
                      </a:r>
                    </a:p>
                  </a:txBody>
                  <a:tcPr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602726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b="0" i="0" dirty="0">
                          <a:solidFill>
                            <a:schemeClr val="tx1"/>
                          </a:solidFill>
                          <a:latin typeface="CMU Serif" panose="02000603000000000000" pitchFamily="2" charset="0"/>
                          <a:ea typeface="CMU Serif" panose="02000603000000000000" pitchFamily="2" charset="0"/>
                          <a:cs typeface="CMU Serif" panose="02000603000000000000" pitchFamily="2" charset="0"/>
                        </a:rPr>
                        <a:t>A</a:t>
                      </a:r>
                    </a:p>
                  </a:txBody>
                  <a:tcPr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1923615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8ADAFAEF-EA5C-DE7A-E0C4-6CEDC1D0FAD0}"/>
              </a:ext>
            </a:extLst>
          </p:cNvPr>
          <p:cNvSpPr txBox="1"/>
          <p:nvPr/>
        </p:nvSpPr>
        <p:spPr>
          <a:xfrm>
            <a:off x="452966" y="4783808"/>
            <a:ext cx="8238066" cy="738664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just">
              <a:spcAft>
                <a:spcPts val="600"/>
              </a:spcAft>
              <a:buClr>
                <a:schemeClr val="accent1"/>
              </a:buClr>
            </a:pPr>
            <a:r>
              <a:rPr lang="en-US" sz="24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Even though we obtain A ⋁ A which is reduced to just A by factoring. 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63B6AA-A469-5357-1D40-21317C2544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>
            <a:extLst>
              <a:ext uri="{FF2B5EF4-FFF2-40B4-BE49-F238E27FC236}">
                <a16:creationId xmlns:a16="http://schemas.microsoft.com/office/drawing/2014/main" id="{C0FEDCE6-8A29-E8F1-D33B-5C3FF252D843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0" y="274638"/>
            <a:ext cx="8229600" cy="706437"/>
          </a:xfrm>
        </p:spPr>
        <p:txBody>
          <a:bodyPr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fr-FR" i="1">
                <a:latin typeface="Garamond" pitchFamily="18" charset="0"/>
              </a:rPr>
              <a:t>Knoweldge Representation &amp; Reasoning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6283292-E635-FFD9-70B9-0B49F846BD9B}"/>
              </a:ext>
            </a:extLst>
          </p:cNvPr>
          <p:cNvSpPr txBox="1"/>
          <p:nvPr/>
        </p:nvSpPr>
        <p:spPr>
          <a:xfrm>
            <a:off x="452966" y="649870"/>
            <a:ext cx="8238067" cy="553998"/>
          </a:xfrm>
          <a:prstGeom prst="rect">
            <a:avLst/>
          </a:prstGeom>
          <a:noFill/>
          <a:ln w="12700">
            <a:solidFill>
              <a:schemeClr val="accent4"/>
            </a:solidFill>
          </a:ln>
        </p:spPr>
        <p:txBody>
          <a:bodyPr wrap="square" lIns="0" tIns="0" rIns="0" bIns="0" rtlCol="0" anchor="ctr">
            <a:spAutoFit/>
          </a:bodyPr>
          <a:lstStyle/>
          <a:p>
            <a:r>
              <a:rPr lang="en-US" sz="3600" dirty="0">
                <a:solidFill>
                  <a:schemeClr val="accent1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Convert to CNF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E6AF358-ECAC-72CA-BAF5-53684385FCE3}"/>
              </a:ext>
            </a:extLst>
          </p:cNvPr>
          <p:cNvSpPr txBox="1"/>
          <p:nvPr/>
        </p:nvSpPr>
        <p:spPr>
          <a:xfrm>
            <a:off x="452966" y="1579100"/>
            <a:ext cx="8238066" cy="4801314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marL="342900" indent="-342900" algn="just">
              <a:spcAft>
                <a:spcPts val="120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22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Any knowledge base can be expressed as a conjunction of disjunctions </a:t>
            </a:r>
            <a:r>
              <a:rPr lang="en-US" sz="2200" dirty="0">
                <a:solidFill>
                  <a:schemeClr val="accent1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(CNF)</a:t>
            </a:r>
            <a:r>
              <a:rPr lang="en-US" sz="22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, e.g., (A ⋁ ¬B) ⋀ (B ⋁ ¬C ⋁ ¬D).</a:t>
            </a:r>
          </a:p>
          <a:p>
            <a:pPr marL="342900" indent="-342900" algn="just">
              <a:spcAft>
                <a:spcPts val="120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22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Inference procedures based on resolution work by using the principle of proof by contradiction. </a:t>
            </a:r>
          </a:p>
          <a:p>
            <a:pPr marL="342900" indent="-342900" algn="just">
              <a:spcAft>
                <a:spcPts val="120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22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To show that KB╞ α we show that (KB ⋀ ¬α) is unsatisfiable. Thus, 𝛼 must be true. </a:t>
            </a:r>
          </a:p>
          <a:p>
            <a:pPr marL="342900" indent="-342900" algn="just">
              <a:spcAft>
                <a:spcPts val="120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22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The process: </a:t>
            </a:r>
          </a:p>
          <a:p>
            <a:pPr marL="914400" lvl="1" indent="-457200" algn="just">
              <a:spcAft>
                <a:spcPts val="1200"/>
              </a:spcAft>
              <a:buClr>
                <a:schemeClr val="accent1"/>
              </a:buClr>
              <a:buFont typeface="Courier New" panose="02070309020205020404" pitchFamily="49" charset="0"/>
              <a:buChar char="o"/>
            </a:pPr>
            <a:r>
              <a:rPr lang="en-US" sz="22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Convert KB ⋀ ¬α to CNF. </a:t>
            </a:r>
          </a:p>
          <a:p>
            <a:pPr marL="914400" lvl="1" indent="-457200" algn="just">
              <a:spcAft>
                <a:spcPts val="1200"/>
              </a:spcAft>
              <a:buClr>
                <a:schemeClr val="accent1"/>
              </a:buClr>
              <a:buFont typeface="Courier New" panose="02070309020205020404" pitchFamily="49" charset="0"/>
              <a:buChar char="o"/>
            </a:pPr>
            <a:r>
              <a:rPr lang="en-US" sz="22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Resolution Inference: </a:t>
            </a:r>
          </a:p>
          <a:p>
            <a:pPr marL="1371600" lvl="2" indent="-457200" algn="just">
              <a:spcAft>
                <a:spcPts val="1200"/>
              </a:spcAft>
              <a:buClr>
                <a:schemeClr val="accent1"/>
              </a:buClr>
              <a:buFont typeface="+mj-lt"/>
              <a:buAutoNum type="arabicParenR"/>
            </a:pPr>
            <a:r>
              <a:rPr lang="en-US" sz="22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Proof by contradiction (easier and much faster)</a:t>
            </a:r>
          </a:p>
          <a:p>
            <a:pPr marL="1371600" lvl="2" indent="-457200" algn="just">
              <a:spcAft>
                <a:spcPts val="1200"/>
              </a:spcAft>
              <a:buClr>
                <a:schemeClr val="accent1"/>
              </a:buClr>
              <a:buFont typeface="+mj-lt"/>
              <a:buAutoNum type="arabicParenR"/>
            </a:pPr>
            <a:r>
              <a:rPr lang="en-US" sz="22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Direct proof (sometimes difficult or impractical)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FDB89A92-4216-4C3E-8E71-40D4F5BD3E36}"/>
                  </a:ext>
                </a:extLst>
              </p14:cNvPr>
              <p14:cNvContentPartPr/>
              <p14:nvPr/>
            </p14:nvContentPartPr>
            <p14:xfrm>
              <a:off x="951744" y="2713878"/>
              <a:ext cx="5735160" cy="10476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FDB89A92-4216-4C3E-8E71-40D4F5BD3E36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942744" y="2705238"/>
                <a:ext cx="5752800" cy="122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46AB0DD1-0DF7-4374-BDE5-02002A1AA970}"/>
                  </a:ext>
                </a:extLst>
              </p14:cNvPr>
              <p14:cNvContentPartPr/>
              <p14:nvPr/>
            </p14:nvContentPartPr>
            <p14:xfrm>
              <a:off x="979464" y="3022038"/>
              <a:ext cx="2091600" cy="3888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46AB0DD1-0DF7-4374-BDE5-02002A1AA970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970464" y="3013398"/>
                <a:ext cx="2109240" cy="565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66821336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2">
            <a:extLst>
              <a:ext uri="{FF2B5EF4-FFF2-40B4-BE49-F238E27FC236}">
                <a16:creationId xmlns:a16="http://schemas.microsoft.com/office/drawing/2014/main" id="{E8412C0F-3FD7-290E-D0AC-62FC4E15D805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0" y="274638"/>
            <a:ext cx="8229600" cy="706437"/>
          </a:xfrm>
        </p:spPr>
        <p:txBody>
          <a:bodyPr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fr-FR" i="1">
                <a:latin typeface="Garamond" pitchFamily="18" charset="0"/>
              </a:rPr>
              <a:t>Knoweldge Representation &amp; Reasoning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9849EFB-F424-2AF7-5F4C-AAAA2A54F638}"/>
              </a:ext>
            </a:extLst>
          </p:cNvPr>
          <p:cNvSpPr txBox="1"/>
          <p:nvPr/>
        </p:nvSpPr>
        <p:spPr>
          <a:xfrm>
            <a:off x="452966" y="649870"/>
            <a:ext cx="8238067" cy="553998"/>
          </a:xfrm>
          <a:prstGeom prst="rect">
            <a:avLst/>
          </a:prstGeom>
          <a:noFill/>
          <a:ln w="12700">
            <a:solidFill>
              <a:schemeClr val="accent4"/>
            </a:solidFill>
          </a:ln>
        </p:spPr>
        <p:txBody>
          <a:bodyPr wrap="square" lIns="0" tIns="0" rIns="0" bIns="0" rtlCol="0" anchor="ctr">
            <a:spAutoFit/>
          </a:bodyPr>
          <a:lstStyle/>
          <a:p>
            <a:r>
              <a:rPr lang="en-US" sz="3600" dirty="0">
                <a:solidFill>
                  <a:schemeClr val="accent1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Example of Proof by Contradiction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792DACE-6CB9-893F-A482-BA04FBE0E7AB}"/>
              </a:ext>
            </a:extLst>
          </p:cNvPr>
          <p:cNvSpPr txBox="1"/>
          <p:nvPr/>
        </p:nvSpPr>
        <p:spPr>
          <a:xfrm>
            <a:off x="452966" y="2638264"/>
            <a:ext cx="8238066" cy="2462213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marL="342900" indent="-342900" algn="just">
              <a:spcAft>
                <a:spcPts val="120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24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KB = (B11 ⇔ (P12 ⋁ P21)) ⋀ ¬B11</a:t>
            </a:r>
          </a:p>
          <a:p>
            <a:pPr marL="342900" indent="-342900" algn="just">
              <a:spcAft>
                <a:spcPts val="120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24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𝛼 = ¬P12</a:t>
            </a:r>
          </a:p>
          <a:p>
            <a:pPr marL="342900" indent="-342900" algn="just">
              <a:spcAft>
                <a:spcPts val="120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24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First, convert (KB ⋀ ¬𝛼) to CNF. </a:t>
            </a:r>
          </a:p>
          <a:p>
            <a:pPr marL="342900" indent="-342900" algn="just">
              <a:spcAft>
                <a:spcPts val="120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24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We need to show that (KB ⋀ ¬α) is unsatisfiable.</a:t>
            </a:r>
          </a:p>
          <a:p>
            <a:pPr marL="342900" indent="-342900" algn="just">
              <a:spcAft>
                <a:spcPts val="120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24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Thus, 𝛼 must be true.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>
            <a:extLst>
              <a:ext uri="{FF2B5EF4-FFF2-40B4-BE49-F238E27FC236}">
                <a16:creationId xmlns:a16="http://schemas.microsoft.com/office/drawing/2014/main" id="{14E289E1-BD71-E26E-9A15-E2C07C260D18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371600" y="304800"/>
            <a:ext cx="7772400" cy="1036638"/>
          </a:xfrm>
        </p:spPr>
        <p:txBody>
          <a:bodyPr/>
          <a:lstStyle/>
          <a:p>
            <a:pPr eaLnBrk="1" hangingPunct="1"/>
            <a:r>
              <a:rPr lang="en-US" altLang="en-US"/>
              <a:t>Example: Conversion to CNF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E8ACABF-FD32-3C54-DD3F-C881D8F50F94}"/>
              </a:ext>
            </a:extLst>
          </p:cNvPr>
          <p:cNvSpPr txBox="1"/>
          <p:nvPr/>
        </p:nvSpPr>
        <p:spPr>
          <a:xfrm>
            <a:off x="452966" y="649870"/>
            <a:ext cx="8238067" cy="553998"/>
          </a:xfrm>
          <a:prstGeom prst="rect">
            <a:avLst/>
          </a:prstGeom>
          <a:noFill/>
          <a:ln w="12700">
            <a:solidFill>
              <a:schemeClr val="accent4"/>
            </a:solidFill>
          </a:ln>
        </p:spPr>
        <p:txBody>
          <a:bodyPr wrap="square" lIns="0" tIns="0" rIns="0" bIns="0" rtlCol="0" anchor="ctr">
            <a:spAutoFit/>
          </a:bodyPr>
          <a:lstStyle/>
          <a:p>
            <a:r>
              <a:rPr lang="en-US" sz="3600" dirty="0">
                <a:solidFill>
                  <a:schemeClr val="accent1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Example of Proof by Contradiction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20C6FDE-E8E6-0EFC-2219-48D445A0ACD5}"/>
              </a:ext>
            </a:extLst>
          </p:cNvPr>
          <p:cNvSpPr txBox="1"/>
          <p:nvPr/>
        </p:nvSpPr>
        <p:spPr>
          <a:xfrm>
            <a:off x="452967" y="1548938"/>
            <a:ext cx="8238066" cy="4924425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marL="342900" indent="-342900" algn="just">
              <a:spcAft>
                <a:spcPts val="120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20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First, convert B11 ⇔ (P12 ⋁ P21) to CNF. </a:t>
            </a:r>
          </a:p>
          <a:p>
            <a:pPr marL="457200" indent="-457200" algn="just">
              <a:spcAft>
                <a:spcPts val="1200"/>
              </a:spcAft>
              <a:buClr>
                <a:schemeClr val="accent1"/>
              </a:buClr>
              <a:buFont typeface="+mj-lt"/>
              <a:buAutoNum type="arabicPeriod"/>
            </a:pPr>
            <a:r>
              <a:rPr lang="en-US" sz="20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(B11 ⇒ (P12 ⋁ P21)) ⋀ ((P12 ⋁ P21) ⇒ B11) (biconditional)</a:t>
            </a:r>
          </a:p>
          <a:p>
            <a:pPr marL="457200" indent="-457200" algn="just">
              <a:spcAft>
                <a:spcPts val="1200"/>
              </a:spcAft>
              <a:buClr>
                <a:schemeClr val="accent1"/>
              </a:buClr>
              <a:buFont typeface="+mj-lt"/>
              <a:buAutoNum type="arabicPeriod"/>
            </a:pPr>
            <a:r>
              <a:rPr lang="en-US" sz="20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(¬B11 ⋁ P12 ⋁ P21) ⋀ (¬(P12 ⋁ P21) ⋁ B11) (equivalence) </a:t>
            </a:r>
          </a:p>
          <a:p>
            <a:pPr marL="457200" indent="-457200" algn="just">
              <a:spcAft>
                <a:spcPts val="1200"/>
              </a:spcAft>
              <a:buClr>
                <a:schemeClr val="accent1"/>
              </a:buClr>
              <a:buFont typeface="+mj-lt"/>
              <a:buAutoNum type="arabicPeriod"/>
            </a:pPr>
            <a:r>
              <a:rPr lang="en-US" sz="20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(¬B11 ⋁ P12 ⋁ P21) ⋀ ((¬P12 ⋀ ¬P21) ⋁ B11) (De Morgan)</a:t>
            </a:r>
          </a:p>
          <a:p>
            <a:pPr marL="457200" indent="-457200" algn="just">
              <a:spcAft>
                <a:spcPts val="1200"/>
              </a:spcAft>
              <a:buClr>
                <a:schemeClr val="accent1"/>
              </a:buClr>
              <a:buFont typeface="+mj-lt"/>
              <a:buAutoNum type="arabicPeriod"/>
            </a:pPr>
            <a:r>
              <a:rPr lang="en-US" sz="20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(¬B11 ⋁ P12 ⋁ P21) ⋀ (¬P12 ⋁ B11) ⋀ (¬P21 ⋁ B11) (distribution)</a:t>
            </a:r>
          </a:p>
          <a:p>
            <a:pPr marL="342900" indent="-342900" algn="just">
              <a:spcAft>
                <a:spcPts val="120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20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KB: (¬B11 ⋁ P12 ⋁ P21) ⋀ (¬P12 ⋁ B11) ⋀ (¬P21 ⋁ B11) ⋀ ¬B11 </a:t>
            </a:r>
          </a:p>
          <a:p>
            <a:pPr marL="342900" indent="-342900" algn="just">
              <a:spcAft>
                <a:spcPts val="120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20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Thus, KB ⋀ ¬𝛼 becomes: </a:t>
            </a:r>
          </a:p>
          <a:p>
            <a:pPr algn="just">
              <a:spcAft>
                <a:spcPts val="1200"/>
              </a:spcAft>
              <a:buClr>
                <a:schemeClr val="accent1"/>
              </a:buClr>
            </a:pPr>
            <a:r>
              <a:rPr lang="en-US" sz="20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(¬B11 ⋁ P12 ⋁ P21) ⋀ (¬P12 ⋁ B11) ⋀ (¬P21 ⋁ B11) ⋀ ¬B11 ⋀ P12</a:t>
            </a:r>
          </a:p>
          <a:p>
            <a:pPr marL="342900" indent="-342900" algn="just">
              <a:spcAft>
                <a:spcPts val="120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20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Applying resolution on (¬P12 ⋁ B11) and P12 we get, B11</a:t>
            </a:r>
          </a:p>
          <a:p>
            <a:pPr marL="342900" indent="-342900" algn="just">
              <a:spcAft>
                <a:spcPts val="120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20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However, ¬B11 is also true. Contradiction. </a:t>
            </a:r>
          </a:p>
          <a:p>
            <a:pPr marL="342900" indent="-342900" algn="just">
              <a:spcAft>
                <a:spcPts val="120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20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Therefore, ¬𝛼 must be false, i.e., 𝛼 must be true. 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992A3FAE-936D-4654-AB9F-79AA61B7CE5F}"/>
              </a:ext>
            </a:extLst>
          </p:cNvPr>
          <p:cNvGrpSpPr/>
          <p:nvPr/>
        </p:nvGrpSpPr>
        <p:grpSpPr>
          <a:xfrm>
            <a:off x="354504" y="1707318"/>
            <a:ext cx="4055040" cy="299520"/>
            <a:chOff x="354504" y="1707318"/>
            <a:chExt cx="4055040" cy="299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0F5069BD-F010-44DE-970F-CE4FEDC112BB}"/>
                    </a:ext>
                  </a:extLst>
                </p14:cNvPr>
                <p14:cNvContentPartPr/>
                <p14:nvPr/>
              </p14:nvContentPartPr>
              <p14:xfrm>
                <a:off x="354504" y="1770678"/>
                <a:ext cx="191160" cy="13284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0F5069BD-F010-44DE-970F-CE4FEDC112BB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345864" y="1762038"/>
                  <a:ext cx="208800" cy="15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07A06DDF-470F-40F9-A14A-AE6E61AC869E}"/>
                    </a:ext>
                  </a:extLst>
                </p14:cNvPr>
                <p14:cNvContentPartPr/>
                <p14:nvPr/>
              </p14:nvContentPartPr>
              <p14:xfrm>
                <a:off x="429024" y="1707318"/>
                <a:ext cx="205920" cy="21492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07A06DDF-470F-40F9-A14A-AE6E61AC869E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420024" y="1698318"/>
                  <a:ext cx="223560" cy="23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4422606A-8C56-4250-B430-F9A3B81805FD}"/>
                    </a:ext>
                  </a:extLst>
                </p14:cNvPr>
                <p14:cNvContentPartPr/>
                <p14:nvPr/>
              </p14:nvContentPartPr>
              <p14:xfrm>
                <a:off x="1240824" y="1921878"/>
                <a:ext cx="1800" cy="36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4422606A-8C56-4250-B430-F9A3B81805FD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1231824" y="1912878"/>
                  <a:ext cx="1944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22970F07-9003-43AE-94FB-A49520557702}"/>
                    </a:ext>
                  </a:extLst>
                </p14:cNvPr>
                <p14:cNvContentPartPr/>
                <p14:nvPr/>
              </p14:nvContentPartPr>
              <p14:xfrm>
                <a:off x="858144" y="1902438"/>
                <a:ext cx="3551400" cy="10440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22970F07-9003-43AE-94FB-A49520557702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849144" y="1893438"/>
                  <a:ext cx="3569040" cy="122040"/>
                </a:xfrm>
                <a:prstGeom prst="rect">
                  <a:avLst/>
                </a:prstGeom>
              </p:spPr>
            </p:pic>
          </mc:Fallback>
        </mc:AlternateContent>
      </p:grp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3C9DC5E-DBD1-8464-739D-24C04006B210}"/>
              </a:ext>
            </a:extLst>
          </p:cNvPr>
          <p:cNvSpPr txBox="1"/>
          <p:nvPr/>
        </p:nvSpPr>
        <p:spPr>
          <a:xfrm>
            <a:off x="452966" y="649870"/>
            <a:ext cx="8238067" cy="553998"/>
          </a:xfrm>
          <a:prstGeom prst="rect">
            <a:avLst/>
          </a:prstGeom>
          <a:noFill/>
          <a:ln w="12700">
            <a:solidFill>
              <a:schemeClr val="accent4"/>
            </a:solidFill>
          </a:ln>
        </p:spPr>
        <p:txBody>
          <a:bodyPr wrap="square" lIns="0" tIns="0" rIns="0" bIns="0" rtlCol="0" anchor="ctr">
            <a:spAutoFit/>
          </a:bodyPr>
          <a:lstStyle/>
          <a:p>
            <a:r>
              <a:rPr lang="en-US" sz="3600" dirty="0">
                <a:solidFill>
                  <a:schemeClr val="accent1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Horn Clauses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DC388FFA-16D9-FD18-4450-71E315233EAC}"/>
                  </a:ext>
                </a:extLst>
              </p:cNvPr>
              <p:cNvSpPr txBox="1"/>
              <p:nvPr/>
            </p:nvSpPr>
            <p:spPr>
              <a:xfrm>
                <a:off x="452967" y="1606870"/>
                <a:ext cx="8238066" cy="4601260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spAutoFit/>
              </a:bodyPr>
              <a:lstStyle/>
              <a:p>
                <a:pPr marL="342900" indent="-342900" algn="just">
                  <a:spcAft>
                    <a:spcPts val="600"/>
                  </a:spcAft>
                  <a:buClr>
                    <a:schemeClr val="accent1"/>
                  </a:buClr>
                  <a:buFont typeface="Arial" panose="020B0604020202020204" pitchFamily="34" charset="0"/>
                  <a:buChar char="•"/>
                </a:pPr>
                <a:r>
                  <a:rPr lang="en-US" sz="2200" dirty="0">
                    <a:latin typeface="CMU Serif" panose="02000603000000000000" pitchFamily="2" charset="0"/>
                    <a:ea typeface="CMU Serif" panose="02000603000000000000" pitchFamily="2" charset="0"/>
                    <a:cs typeface="CMU Serif" panose="02000603000000000000" pitchFamily="2" charset="0"/>
                  </a:rPr>
                  <a:t>A Horn clause is a clause with at most one positive literal.</a:t>
                </a:r>
              </a:p>
              <a:p>
                <a:pPr marL="342900" indent="-342900" algn="just">
                  <a:spcAft>
                    <a:spcPts val="600"/>
                  </a:spcAft>
                  <a:buClr>
                    <a:schemeClr val="accent1"/>
                  </a:buClr>
                  <a:buFont typeface="Arial" panose="020B0604020202020204" pitchFamily="34" charset="0"/>
                  <a:buChar char="•"/>
                </a:pPr>
                <a:r>
                  <a:rPr lang="en-US" sz="2200" dirty="0">
                    <a:latin typeface="CMU Serif" panose="02000603000000000000" pitchFamily="2" charset="0"/>
                    <a:ea typeface="CMU Serif" panose="02000603000000000000" pitchFamily="2" charset="0"/>
                    <a:cs typeface="CMU Serif" panose="02000603000000000000" pitchFamily="2" charset="0"/>
                  </a:rPr>
                  <a:t>Example: (A ⋁ ¬B ⋁ ¬C)</a:t>
                </a:r>
              </a:p>
              <a:p>
                <a:pPr marL="342900" indent="-342900" algn="just">
                  <a:spcAft>
                    <a:spcPts val="600"/>
                  </a:spcAft>
                  <a:buClr>
                    <a:schemeClr val="accent1"/>
                  </a:buClr>
                  <a:buFont typeface="Arial" panose="020B0604020202020204" pitchFamily="34" charset="0"/>
                  <a:buChar char="•"/>
                </a:pPr>
                <a:r>
                  <a:rPr lang="en-US" sz="2200" dirty="0">
                    <a:latin typeface="CMU Serif" panose="02000603000000000000" pitchFamily="2" charset="0"/>
                    <a:ea typeface="CMU Serif" panose="02000603000000000000" pitchFamily="2" charset="0"/>
                    <a:cs typeface="CMU Serif" panose="02000603000000000000" pitchFamily="2" charset="0"/>
                  </a:rPr>
                  <a:t>Every Horn clause can be rewritten as an implication with a conjunction of positive literals in the premises and a single  positive literal as a conclusion, i.e., B ⋀ C ⇒ A. </a:t>
                </a:r>
              </a:p>
              <a:p>
                <a:pPr marL="342900" indent="-342900" algn="just">
                  <a:spcAft>
                    <a:spcPts val="600"/>
                  </a:spcAft>
                  <a:buClr>
                    <a:schemeClr val="accent1"/>
                  </a:buClr>
                  <a:buFont typeface="Arial" panose="020B0604020202020204" pitchFamily="34" charset="0"/>
                  <a:buChar char="•"/>
                </a:pPr>
                <a:r>
                  <a:rPr lang="en-US" sz="2200" dirty="0">
                    <a:latin typeface="CMU Serif" panose="02000603000000000000" pitchFamily="2" charset="0"/>
                    <a:ea typeface="CMU Serif" panose="02000603000000000000" pitchFamily="2" charset="0"/>
                    <a:cs typeface="CMU Serif" panose="02000603000000000000" pitchFamily="2" charset="0"/>
                  </a:rPr>
                  <a:t>Exactly 1 positive literal: </a:t>
                </a:r>
                <a:r>
                  <a:rPr lang="en-US" sz="2200" dirty="0">
                    <a:solidFill>
                      <a:schemeClr val="accent1"/>
                    </a:solidFill>
                    <a:latin typeface="CMU Serif" panose="02000603000000000000" pitchFamily="2" charset="0"/>
                    <a:ea typeface="CMU Serif" panose="02000603000000000000" pitchFamily="2" charset="0"/>
                    <a:cs typeface="CMU Serif" panose="02000603000000000000" pitchFamily="2" charset="0"/>
                  </a:rPr>
                  <a:t>definite</a:t>
                </a:r>
                <a:r>
                  <a:rPr lang="en-US" sz="2200" dirty="0">
                    <a:latin typeface="CMU Serif" panose="02000603000000000000" pitchFamily="2" charset="0"/>
                    <a:ea typeface="CMU Serif" panose="02000603000000000000" pitchFamily="2" charset="0"/>
                    <a:cs typeface="CMU Serif" panose="02000603000000000000" pitchFamily="2" charset="0"/>
                  </a:rPr>
                  <a:t> clause. </a:t>
                </a:r>
              </a:p>
              <a:p>
                <a:pPr marL="342900" indent="-342900" algn="just">
                  <a:spcAft>
                    <a:spcPts val="600"/>
                  </a:spcAft>
                  <a:buClr>
                    <a:schemeClr val="accent1"/>
                  </a:buClr>
                  <a:buFont typeface="Arial" panose="020B0604020202020204" pitchFamily="34" charset="0"/>
                  <a:buChar char="•"/>
                </a:pPr>
                <a:r>
                  <a:rPr lang="en-US" sz="2200" dirty="0">
                    <a:latin typeface="CMU Serif" panose="02000603000000000000" pitchFamily="2" charset="0"/>
                    <a:ea typeface="CMU Serif" panose="02000603000000000000" pitchFamily="2" charset="0"/>
                    <a:cs typeface="CMU Serif" panose="02000603000000000000" pitchFamily="2" charset="0"/>
                  </a:rPr>
                  <a:t>If 0 positive literals, then it is fact or integrity constraint, e.g., (¬A ⋁ ¬B) </a:t>
                </a:r>
                <a14:m>
                  <m:oMath xmlns:m="http://schemas.openxmlformats.org/officeDocument/2006/math">
                    <m:r>
                      <a:rPr lang="en-US" sz="220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MU Serif" panose="02000603000000000000" pitchFamily="2" charset="0"/>
                      </a:rPr>
                      <m:t>≡</m:t>
                    </m:r>
                  </m:oMath>
                </a14:m>
                <a:r>
                  <a:rPr lang="en-US" sz="2200" dirty="0">
                    <a:latin typeface="CMU Serif" panose="02000603000000000000" pitchFamily="2" charset="0"/>
                    <a:ea typeface="CMU Serif" panose="02000603000000000000" pitchFamily="2" charset="0"/>
                    <a:cs typeface="CMU Serif" panose="02000603000000000000" pitchFamily="2" charset="0"/>
                  </a:rPr>
                  <a:t> (A ⋀ B) ⇒ False </a:t>
                </a:r>
              </a:p>
              <a:p>
                <a:pPr marL="342900" indent="-342900" algn="just">
                  <a:spcAft>
                    <a:spcPts val="600"/>
                  </a:spcAft>
                  <a:buClr>
                    <a:schemeClr val="accent1"/>
                  </a:buClr>
                  <a:buFont typeface="Arial" panose="020B0604020202020204" pitchFamily="34" charset="0"/>
                  <a:buChar char="•"/>
                </a:pPr>
                <a:r>
                  <a:rPr lang="en-US" sz="2200" dirty="0">
                    <a:latin typeface="CMU Serif" panose="02000603000000000000" pitchFamily="2" charset="0"/>
                    <a:ea typeface="CMU Serif" panose="02000603000000000000" pitchFamily="2" charset="0"/>
                    <a:cs typeface="CMU Serif" panose="02000603000000000000" pitchFamily="2" charset="0"/>
                  </a:rPr>
                  <a:t>Forward Chaining and Backward chaining methods can be applied on Horn clauses for inference.  </a:t>
                </a:r>
              </a:p>
              <a:p>
                <a:pPr marL="342900" indent="-342900" algn="just">
                  <a:spcAft>
                    <a:spcPts val="600"/>
                  </a:spcAft>
                  <a:buClr>
                    <a:schemeClr val="accent1"/>
                  </a:buClr>
                  <a:buFont typeface="Arial" panose="020B0604020202020204" pitchFamily="34" charset="0"/>
                  <a:buChar char="•"/>
                </a:pPr>
                <a:r>
                  <a:rPr lang="en-US" sz="2200" dirty="0">
                    <a:latin typeface="CMU Serif" panose="02000603000000000000" pitchFamily="2" charset="0"/>
                    <a:ea typeface="CMU Serif" panose="02000603000000000000" pitchFamily="2" charset="0"/>
                    <a:cs typeface="CMU Serif" panose="02000603000000000000" pitchFamily="2" charset="0"/>
                  </a:rPr>
                  <a:t>Both are </a:t>
                </a:r>
                <a:r>
                  <a:rPr lang="en-US" sz="2200" dirty="0">
                    <a:solidFill>
                      <a:schemeClr val="accent1"/>
                    </a:solidFill>
                    <a:latin typeface="CMU Serif" panose="02000603000000000000" pitchFamily="2" charset="0"/>
                    <a:ea typeface="CMU Serif" panose="02000603000000000000" pitchFamily="2" charset="0"/>
                    <a:cs typeface="CMU Serif" panose="02000603000000000000" pitchFamily="2" charset="0"/>
                  </a:rPr>
                  <a:t>sound</a:t>
                </a:r>
                <a:r>
                  <a:rPr lang="en-US" sz="2200" dirty="0">
                    <a:latin typeface="CMU Serif" panose="02000603000000000000" pitchFamily="2" charset="0"/>
                    <a:ea typeface="CMU Serif" panose="02000603000000000000" pitchFamily="2" charset="0"/>
                    <a:cs typeface="CMU Serif" panose="02000603000000000000" pitchFamily="2" charset="0"/>
                  </a:rPr>
                  <a:t> and </a:t>
                </a:r>
                <a:r>
                  <a:rPr lang="en-US" sz="2200" dirty="0">
                    <a:solidFill>
                      <a:schemeClr val="accent1"/>
                    </a:solidFill>
                    <a:latin typeface="CMU Serif" panose="02000603000000000000" pitchFamily="2" charset="0"/>
                    <a:ea typeface="CMU Serif" panose="02000603000000000000" pitchFamily="2" charset="0"/>
                    <a:cs typeface="CMU Serif" panose="02000603000000000000" pitchFamily="2" charset="0"/>
                  </a:rPr>
                  <a:t>complete</a:t>
                </a:r>
                <a:r>
                  <a:rPr lang="en-US" sz="2200" dirty="0">
                    <a:latin typeface="CMU Serif" panose="02000603000000000000" pitchFamily="2" charset="0"/>
                    <a:ea typeface="CMU Serif" panose="02000603000000000000" pitchFamily="2" charset="0"/>
                    <a:cs typeface="CMU Serif" panose="02000603000000000000" pitchFamily="2" charset="0"/>
                  </a:rPr>
                  <a:t> with Horn clauses and run in </a:t>
                </a:r>
                <a:r>
                  <a:rPr lang="en-US" sz="2200" dirty="0">
                    <a:solidFill>
                      <a:schemeClr val="accent1"/>
                    </a:solidFill>
                    <a:latin typeface="CMU Serif" panose="02000603000000000000" pitchFamily="2" charset="0"/>
                    <a:ea typeface="CMU Serif" panose="02000603000000000000" pitchFamily="2" charset="0"/>
                    <a:cs typeface="CMU Serif" panose="02000603000000000000" pitchFamily="2" charset="0"/>
                  </a:rPr>
                  <a:t>linear</a:t>
                </a:r>
                <a:r>
                  <a:rPr lang="en-US" sz="2200" dirty="0">
                    <a:latin typeface="CMU Serif" panose="02000603000000000000" pitchFamily="2" charset="0"/>
                    <a:ea typeface="CMU Serif" panose="02000603000000000000" pitchFamily="2" charset="0"/>
                    <a:cs typeface="CMU Serif" panose="02000603000000000000" pitchFamily="2" charset="0"/>
                  </a:rPr>
                  <a:t> time and space. </a:t>
                </a: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DC388FFA-16D9-FD18-4450-71E315233EA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2967" y="1606870"/>
                <a:ext cx="8238066" cy="4601260"/>
              </a:xfrm>
              <a:prstGeom prst="rect">
                <a:avLst/>
              </a:prstGeom>
              <a:blipFill>
                <a:blip r:embed="rId2"/>
                <a:stretch>
                  <a:fillRect l="-1923" t="-928" r="-1997" b="-238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12954CFE-69A5-4EF8-A27A-D55A6E4E3DCE}"/>
                  </a:ext>
                </a:extLst>
              </p14:cNvPr>
              <p14:cNvContentPartPr/>
              <p14:nvPr/>
            </p14:nvContentPartPr>
            <p14:xfrm>
              <a:off x="811704" y="1986318"/>
              <a:ext cx="5864760" cy="6732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12954CFE-69A5-4EF8-A27A-D55A6E4E3DCE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802704" y="1977678"/>
                <a:ext cx="5882400" cy="84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4D29F227-B9DE-462B-B0F0-774C219521DC}"/>
                  </a:ext>
                </a:extLst>
              </p14:cNvPr>
              <p14:cNvContentPartPr/>
              <p14:nvPr/>
            </p14:nvContentPartPr>
            <p14:xfrm>
              <a:off x="1026264" y="1772478"/>
              <a:ext cx="9720" cy="36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4D29F227-B9DE-462B-B0F0-774C219521DC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017264" y="1763838"/>
                <a:ext cx="27360" cy="180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5875BC-4E2A-9D6E-1B63-9200CAD18A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A2FD7A3-3B96-98FB-31DF-66D9457A2F01}"/>
              </a:ext>
            </a:extLst>
          </p:cNvPr>
          <p:cNvSpPr txBox="1"/>
          <p:nvPr/>
        </p:nvSpPr>
        <p:spPr>
          <a:xfrm>
            <a:off x="452966" y="649870"/>
            <a:ext cx="8238067" cy="553998"/>
          </a:xfrm>
          <a:prstGeom prst="rect">
            <a:avLst/>
          </a:prstGeom>
          <a:noFill/>
          <a:ln w="12700">
            <a:solidFill>
              <a:schemeClr val="accent4"/>
            </a:solidFill>
          </a:ln>
        </p:spPr>
        <p:txBody>
          <a:bodyPr wrap="square" lIns="0" tIns="0" rIns="0" bIns="0" rtlCol="0" anchor="ctr">
            <a:spAutoFit/>
          </a:bodyPr>
          <a:lstStyle/>
          <a:p>
            <a:r>
              <a:rPr lang="en-US" sz="3600" dirty="0">
                <a:solidFill>
                  <a:schemeClr val="accent1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Horn Clauses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B82EBEF-B81D-6702-AC38-EA82534F7521}"/>
              </a:ext>
            </a:extLst>
          </p:cNvPr>
          <p:cNvSpPr txBox="1"/>
          <p:nvPr/>
        </p:nvSpPr>
        <p:spPr>
          <a:xfrm>
            <a:off x="452966" y="2324810"/>
            <a:ext cx="8238066" cy="3200876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marL="342900" indent="-342900" algn="just">
              <a:spcAft>
                <a:spcPts val="120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24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Horn form (special form of CNF) where disjunction (⋁) of literals of which at most one is positive.</a:t>
            </a:r>
          </a:p>
          <a:p>
            <a:pPr marL="342900" indent="-342900" algn="just">
              <a:spcAft>
                <a:spcPts val="120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24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KB is the conjunction (⋀) of Horn clauses.</a:t>
            </a:r>
          </a:p>
          <a:p>
            <a:pPr marL="342900" indent="-342900" algn="just">
              <a:spcAft>
                <a:spcPts val="120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24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Horn clause = propositional symbol; or</a:t>
            </a:r>
          </a:p>
          <a:p>
            <a:pPr marL="342900" indent="-342900" algn="just">
              <a:spcAft>
                <a:spcPts val="120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24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(conjunction (⋀) of symbols) ⇒ symbol</a:t>
            </a:r>
          </a:p>
          <a:p>
            <a:pPr marL="342900" indent="-342900" algn="just">
              <a:spcAft>
                <a:spcPts val="120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24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Modus Ponens is a natural way to make inference in Horn KBs.</a:t>
            </a:r>
          </a:p>
        </p:txBody>
      </p:sp>
    </p:spTree>
    <p:extLst>
      <p:ext uri="{BB962C8B-B14F-4D97-AF65-F5344CB8AC3E}">
        <p14:creationId xmlns:p14="http://schemas.microsoft.com/office/powerpoint/2010/main" val="206375786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665DA9-FD14-8549-9A13-6651FAAE92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>
            <a:extLst>
              <a:ext uri="{FF2B5EF4-FFF2-40B4-BE49-F238E27FC236}">
                <a16:creationId xmlns:a16="http://schemas.microsoft.com/office/drawing/2014/main" id="{A2346F89-0D1C-9C6C-CA6B-E2897B7DF149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0" y="274638"/>
            <a:ext cx="8229600" cy="706437"/>
          </a:xfrm>
        </p:spPr>
        <p:txBody>
          <a:bodyPr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fr-FR" i="1">
                <a:latin typeface="Garamond" pitchFamily="18" charset="0"/>
              </a:rPr>
              <a:t>Knoweldge Representation &amp; Reasoning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B385C51-6487-33E0-CF3D-68E091377C06}"/>
              </a:ext>
            </a:extLst>
          </p:cNvPr>
          <p:cNvSpPr txBox="1"/>
          <p:nvPr/>
        </p:nvSpPr>
        <p:spPr>
          <a:xfrm>
            <a:off x="452967" y="2245773"/>
            <a:ext cx="8238066" cy="369332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marL="342900" indent="-342900" algn="just"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24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Remove multiple copies of literals: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D1B4EB4-99D5-F6FE-6768-2CB72EF1E6AE}"/>
              </a:ext>
            </a:extLst>
          </p:cNvPr>
          <p:cNvSpPr txBox="1"/>
          <p:nvPr/>
        </p:nvSpPr>
        <p:spPr>
          <a:xfrm>
            <a:off x="452967" y="4644955"/>
            <a:ext cx="8238066" cy="738664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just">
              <a:spcAft>
                <a:spcPts val="600"/>
              </a:spcAft>
              <a:buClr>
                <a:schemeClr val="accent1"/>
              </a:buClr>
            </a:pPr>
            <a:r>
              <a:rPr lang="en-US" sz="24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Successive application of modus ponens leads to algorithms that are sound and complete, and run in linear time.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AE61B36-15CE-1F90-5BB3-956594AB37E0}"/>
              </a:ext>
            </a:extLst>
          </p:cNvPr>
          <p:cNvSpPr txBox="1"/>
          <p:nvPr/>
        </p:nvSpPr>
        <p:spPr>
          <a:xfrm>
            <a:off x="452966" y="649870"/>
            <a:ext cx="8238067" cy="553998"/>
          </a:xfrm>
          <a:prstGeom prst="rect">
            <a:avLst/>
          </a:prstGeom>
          <a:noFill/>
          <a:ln w="12700">
            <a:solidFill>
              <a:schemeClr val="accent4"/>
            </a:solidFill>
          </a:ln>
        </p:spPr>
        <p:txBody>
          <a:bodyPr wrap="square" lIns="0" tIns="0" rIns="0" bIns="0" rtlCol="0" anchor="ctr">
            <a:spAutoFit/>
          </a:bodyPr>
          <a:lstStyle/>
          <a:p>
            <a:r>
              <a:rPr lang="en-US" sz="3600" dirty="0">
                <a:solidFill>
                  <a:schemeClr val="accent1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Inference for Horn Clauses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7" name="Table 6">
                <a:extLst>
                  <a:ext uri="{FF2B5EF4-FFF2-40B4-BE49-F238E27FC236}">
                    <a16:creationId xmlns:a16="http://schemas.microsoft.com/office/drawing/2014/main" id="{C4205F09-A7B4-F99D-A678-E6787A87A98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238695708"/>
                  </p:ext>
                </p:extLst>
              </p:nvPr>
            </p:nvGraphicFramePr>
            <p:xfrm>
              <a:off x="452967" y="3203310"/>
              <a:ext cx="8238066" cy="85344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8238066">
                      <a:extLst>
                        <a:ext uri="{9D8B030D-6E8A-4147-A177-3AD203B41FA5}">
                          <a16:colId xmlns:a16="http://schemas.microsoft.com/office/drawing/2014/main" val="3248218281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22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MU Serif" panose="02000603000000000000" pitchFamily="2" charset="0"/>
                                      <a:cs typeface="CMU Serif" panose="02000603000000000000" pitchFamily="2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2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MU Serif" panose="02000603000000000000" pitchFamily="2" charset="0"/>
                                      <a:cs typeface="CMU Serif" panose="02000603000000000000" pitchFamily="2" charset="0"/>
                                    </a:rPr>
                                    <m:t>𝛼</m:t>
                                  </m:r>
                                </m:e>
                                <m:sub>
                                  <m:r>
                                    <a:rPr lang="en-US" sz="22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MU Serif" panose="02000603000000000000" pitchFamily="2" charset="0"/>
                                      <a:cs typeface="CMU Serif" panose="02000603000000000000" pitchFamily="2" charset="0"/>
                                    </a:rPr>
                                    <m:t>1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sz="2200" b="0" dirty="0">
                              <a:solidFill>
                                <a:schemeClr val="tx1"/>
                              </a:solidFill>
                              <a:ea typeface="CMU Serif" panose="02000603000000000000" pitchFamily="2" charset="0"/>
                              <a:cs typeface="CMU Serif" panose="02000603000000000000" pitchFamily="2" charset="0"/>
                            </a:rPr>
                            <a:t>,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22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MU Serif" panose="02000603000000000000" pitchFamily="2" charset="0"/>
                                      <a:cs typeface="CMU Serif" panose="02000603000000000000" pitchFamily="2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2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MU Serif" panose="02000603000000000000" pitchFamily="2" charset="0"/>
                                      <a:cs typeface="CMU Serif" panose="02000603000000000000" pitchFamily="2" charset="0"/>
                                    </a:rPr>
                                    <m:t>𝛼</m:t>
                                  </m:r>
                                </m:e>
                                <m:sub>
                                  <m:r>
                                    <a:rPr lang="en-US" sz="22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MU Serif" panose="02000603000000000000" pitchFamily="2" charset="0"/>
                                      <a:cs typeface="CMU Serif" panose="02000603000000000000" pitchFamily="2" charset="0"/>
                                    </a:rPr>
                                    <m:t>2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sz="2200" b="0" dirty="0">
                              <a:solidFill>
                                <a:schemeClr val="tx1"/>
                              </a:solidFill>
                              <a:ea typeface="CMU Serif" panose="02000603000000000000" pitchFamily="2" charset="0"/>
                              <a:cs typeface="CMU Serif" panose="02000603000000000000" pitchFamily="2" charset="0"/>
                            </a:rPr>
                            <a:t>,…,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22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MU Serif" panose="02000603000000000000" pitchFamily="2" charset="0"/>
                                      <a:cs typeface="CMU Serif" panose="02000603000000000000" pitchFamily="2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2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MU Serif" panose="02000603000000000000" pitchFamily="2" charset="0"/>
                                      <a:cs typeface="CMU Serif" panose="02000603000000000000" pitchFamily="2" charset="0"/>
                                    </a:rPr>
                                    <m:t>𝛼</m:t>
                                  </m:r>
                                </m:e>
                                <m:sub>
                                  <m:r>
                                    <a:rPr lang="en-US" sz="22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MU Serif" panose="02000603000000000000" pitchFamily="2" charset="0"/>
                                      <a:cs typeface="CMU Serif" panose="02000603000000000000" pitchFamily="2" charset="0"/>
                                    </a:rPr>
                                    <m:t>𝑛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sz="2200" b="0" dirty="0">
                              <a:solidFill>
                                <a:schemeClr val="tx1"/>
                              </a:solidFill>
                              <a:ea typeface="CMU Serif" panose="02000603000000000000" pitchFamily="2" charset="0"/>
                              <a:cs typeface="CMU Serif" panose="02000603000000000000" pitchFamily="2" charset="0"/>
                            </a:rPr>
                            <a:t>,  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22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MU Serif" panose="02000603000000000000" pitchFamily="2" charset="0"/>
                                      <a:cs typeface="CMU Serif" panose="02000603000000000000" pitchFamily="2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2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MU Serif" panose="02000603000000000000" pitchFamily="2" charset="0"/>
                                      <a:cs typeface="CMU Serif" panose="02000603000000000000" pitchFamily="2" charset="0"/>
                                    </a:rPr>
                                    <m:t>𝛼</m:t>
                                  </m:r>
                                </m:e>
                                <m:sub>
                                  <m:r>
                                    <a:rPr lang="en-US" sz="22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MU Serif" panose="02000603000000000000" pitchFamily="2" charset="0"/>
                                      <a:cs typeface="CMU Serif" panose="02000603000000000000" pitchFamily="2" charset="0"/>
                                    </a:rPr>
                                    <m:t>1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sz="2200" b="0" i="0" dirty="0">
                              <a:solidFill>
                                <a:schemeClr val="tx1"/>
                              </a:solidFill>
                              <a:latin typeface="CMU Serif" panose="02000603000000000000" pitchFamily="2" charset="0"/>
                              <a:ea typeface="CMU Serif" panose="02000603000000000000" pitchFamily="2" charset="0"/>
                              <a:cs typeface="CMU Serif" panose="02000603000000000000" pitchFamily="2" charset="0"/>
                            </a:rPr>
                            <a:t> ⋀</a:t>
                          </a:r>
                          <a:r>
                            <a:rPr lang="en-US" sz="2200" b="0" i="0" baseline="0" dirty="0">
                              <a:solidFill>
                                <a:schemeClr val="tx1"/>
                              </a:solidFill>
                              <a:latin typeface="CMU Serif" panose="02000603000000000000" pitchFamily="2" charset="0"/>
                              <a:ea typeface="CMU Serif" panose="02000603000000000000" pitchFamily="2" charset="0"/>
                              <a:cs typeface="CMU Serif" panose="02000603000000000000" pitchFamily="2" charset="0"/>
                            </a:rPr>
                            <a:t> </a:t>
                          </a:r>
                          <a:r>
                            <a:rPr lang="en-US" sz="2200" b="0" i="0" dirty="0">
                              <a:solidFill>
                                <a:schemeClr val="tx1"/>
                              </a:solidFill>
                              <a:latin typeface="CMU Serif" panose="02000603000000000000" pitchFamily="2" charset="0"/>
                              <a:ea typeface="CMU Serif" panose="02000603000000000000" pitchFamily="2" charset="0"/>
                              <a:cs typeface="CMU Serif" panose="02000603000000000000" pitchFamily="2" charset="0"/>
                            </a:rPr>
                            <a:t>… ⋀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22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MU Serif" panose="02000603000000000000" pitchFamily="2" charset="0"/>
                                      <a:cs typeface="CMU Serif" panose="02000603000000000000" pitchFamily="2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2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MU Serif" panose="02000603000000000000" pitchFamily="2" charset="0"/>
                                      <a:cs typeface="CMU Serif" panose="02000603000000000000" pitchFamily="2" charset="0"/>
                                    </a:rPr>
                                    <m:t>𝛼</m:t>
                                  </m:r>
                                </m:e>
                                <m:sub>
                                  <m:r>
                                    <a:rPr lang="en-US" sz="22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MU Serif" panose="02000603000000000000" pitchFamily="2" charset="0"/>
                                      <a:cs typeface="CMU Serif" panose="02000603000000000000" pitchFamily="2" charset="0"/>
                                    </a:rPr>
                                    <m:t>𝑛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sz="2200" b="0" i="0" dirty="0">
                              <a:solidFill>
                                <a:schemeClr val="tx1"/>
                              </a:solidFill>
                              <a:latin typeface="CMU Serif" panose="02000603000000000000" pitchFamily="2" charset="0"/>
                              <a:ea typeface="CMU Serif" panose="02000603000000000000" pitchFamily="2" charset="0"/>
                              <a:cs typeface="CMU Serif" panose="02000603000000000000" pitchFamily="2" charset="0"/>
                            </a:rPr>
                            <a:t> ⇒ </a:t>
                          </a:r>
                          <a14:m>
                            <m:oMath xmlns:m="http://schemas.openxmlformats.org/officeDocument/2006/math">
                              <m:r>
                                <a:rPr lang="en-US" sz="2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MU Serif" panose="02000603000000000000" pitchFamily="2" charset="0"/>
                                  <a:cs typeface="CMU Serif" panose="02000603000000000000" pitchFamily="2" charset="0"/>
                                </a:rPr>
                                <m:t>𝛽</m:t>
                              </m:r>
                            </m:oMath>
                          </a14:m>
                          <a:endParaRPr lang="en-US" sz="2200" b="0" i="0" dirty="0">
                            <a:solidFill>
                              <a:schemeClr val="tx1"/>
                            </a:solidFill>
                            <a:latin typeface="CMU Serif" panose="02000603000000000000" pitchFamily="2" charset="0"/>
                            <a:ea typeface="CMU Serif" panose="02000603000000000000" pitchFamily="2" charset="0"/>
                            <a:cs typeface="CMU Serif" panose="02000603000000000000" pitchFamily="2" charset="0"/>
                          </a:endParaRPr>
                        </a:p>
                      </a:txBody>
                      <a:tcPr anchor="ctr">
                        <a:lnL w="381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260272652"/>
                      </a:ext>
                    </a:extLst>
                  </a:tr>
                  <a:tr h="270617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2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MU Serif" panose="02000603000000000000" pitchFamily="2" charset="0"/>
                                    <a:cs typeface="CMU Serif" panose="02000603000000000000" pitchFamily="2" charset="0"/>
                                  </a:rPr>
                                  <m:t>𝛽</m:t>
                                </m:r>
                              </m:oMath>
                            </m:oMathPara>
                          </a14:m>
                          <a:endParaRPr lang="en-US" sz="2200" b="0" i="0" dirty="0">
                            <a:solidFill>
                              <a:schemeClr val="tx1"/>
                            </a:solidFill>
                            <a:latin typeface="CMU Serif" panose="02000603000000000000" pitchFamily="2" charset="0"/>
                            <a:ea typeface="CMU Serif" panose="02000603000000000000" pitchFamily="2" charset="0"/>
                            <a:cs typeface="CMU Serif" panose="02000603000000000000" pitchFamily="2" charset="0"/>
                          </a:endParaRPr>
                        </a:p>
                      </a:txBody>
                      <a:tcPr anchor="ctr">
                        <a:lnL w="381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4192361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7" name="Table 6">
                <a:extLst>
                  <a:ext uri="{FF2B5EF4-FFF2-40B4-BE49-F238E27FC236}">
                    <a16:creationId xmlns:a16="http://schemas.microsoft.com/office/drawing/2014/main" id="{C4205F09-A7B4-F99D-A678-E6787A87A98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238695708"/>
                  </p:ext>
                </p:extLst>
              </p:nvPr>
            </p:nvGraphicFramePr>
            <p:xfrm>
              <a:off x="452967" y="3203310"/>
              <a:ext cx="8238066" cy="85344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8238066">
                      <a:extLst>
                        <a:ext uri="{9D8B030D-6E8A-4147-A177-3AD203B41FA5}">
                          <a16:colId xmlns:a16="http://schemas.microsoft.com/office/drawing/2014/main" val="3248218281"/>
                        </a:ext>
                      </a:extLst>
                    </a:gridCol>
                  </a:tblGrid>
                  <a:tr h="42672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381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t="-14085" r="-222" b="-10985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60272652"/>
                      </a:ext>
                    </a:extLst>
                  </a:tr>
                  <a:tr h="42672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381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t="-115714" r="-222" b="-1142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41923615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46780028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7DC22D-AEBF-A999-74A5-E3CB68DE5A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>
            <a:extLst>
              <a:ext uri="{FF2B5EF4-FFF2-40B4-BE49-F238E27FC236}">
                <a16:creationId xmlns:a16="http://schemas.microsoft.com/office/drawing/2014/main" id="{034DC0A5-D09F-575E-0E95-315EA8FE9D90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0" y="274638"/>
            <a:ext cx="8229600" cy="706437"/>
          </a:xfrm>
        </p:spPr>
        <p:txBody>
          <a:bodyPr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fr-FR" i="1">
                <a:latin typeface="Garamond" pitchFamily="18" charset="0"/>
              </a:rPr>
              <a:t>Knoweldge Representation &amp; Reasoning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21D2E1E-F750-0541-EE9A-995EC57D2296}"/>
              </a:ext>
            </a:extLst>
          </p:cNvPr>
          <p:cNvSpPr txBox="1"/>
          <p:nvPr/>
        </p:nvSpPr>
        <p:spPr>
          <a:xfrm>
            <a:off x="452966" y="5392522"/>
            <a:ext cx="8238066" cy="815608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marL="342900" indent="-342900" algn="just"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24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Successively apply modus ponens until query is true. </a:t>
            </a:r>
          </a:p>
          <a:p>
            <a:pPr marL="342900" indent="-342900" algn="just"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24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Forward chaining is sound and complete for Horn KB.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CA9A7C0-76E6-6273-BD15-3010E877978B}"/>
              </a:ext>
            </a:extLst>
          </p:cNvPr>
          <p:cNvSpPr txBox="1"/>
          <p:nvPr/>
        </p:nvSpPr>
        <p:spPr>
          <a:xfrm>
            <a:off x="452966" y="649870"/>
            <a:ext cx="8238067" cy="553998"/>
          </a:xfrm>
          <a:prstGeom prst="rect">
            <a:avLst/>
          </a:prstGeom>
          <a:noFill/>
          <a:ln w="12700">
            <a:solidFill>
              <a:schemeClr val="accent4"/>
            </a:solidFill>
          </a:ln>
        </p:spPr>
        <p:txBody>
          <a:bodyPr wrap="square" lIns="0" tIns="0" rIns="0" bIns="0" rtlCol="0" anchor="ctr">
            <a:spAutoFit/>
          </a:bodyPr>
          <a:lstStyle/>
          <a:p>
            <a:r>
              <a:rPr lang="en-US" sz="3600" dirty="0">
                <a:solidFill>
                  <a:schemeClr val="accent1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Forward Chaining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F35E103A-D590-ED08-DF4D-7536DB10801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33193782"/>
              </p:ext>
            </p:extLst>
          </p:nvPr>
        </p:nvGraphicFramePr>
        <p:xfrm>
          <a:off x="2694515" y="1965960"/>
          <a:ext cx="3754968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59368">
                  <a:extLst>
                    <a:ext uri="{9D8B030D-6E8A-4147-A177-3AD203B41FA5}">
                      <a16:colId xmlns:a16="http://schemas.microsoft.com/office/drawing/2014/main" val="2858743527"/>
                    </a:ext>
                  </a:extLst>
                </a:gridCol>
                <a:gridCol w="2895600">
                  <a:extLst>
                    <a:ext uri="{9D8B030D-6E8A-4147-A177-3AD203B41FA5}">
                      <a16:colId xmlns:a16="http://schemas.microsoft.com/office/drawing/2014/main" val="973502530"/>
                    </a:ext>
                  </a:extLst>
                </a:gridCol>
              </a:tblGrid>
              <a:tr h="2093570">
                <a:tc rowSpan="2">
                  <a:txBody>
                    <a:bodyPr/>
                    <a:lstStyle/>
                    <a:p>
                      <a:pPr algn="ctr"/>
                      <a:r>
                        <a:rPr lang="en-US" sz="2000" b="0" i="0" dirty="0">
                          <a:solidFill>
                            <a:schemeClr val="tx1"/>
                          </a:solidFill>
                          <a:latin typeface="CMU Serif" panose="02000603000000000000" pitchFamily="2" charset="0"/>
                          <a:ea typeface="CMU Serif" panose="02000603000000000000" pitchFamily="2" charset="0"/>
                          <a:cs typeface="CMU Serif" panose="02000603000000000000" pitchFamily="2" charset="0"/>
                        </a:rPr>
                        <a:t>KB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marL="457200" indent="-457200" algn="l">
                        <a:buFont typeface="+mj-lt"/>
                        <a:buAutoNum type="arabicPeriod"/>
                      </a:pPr>
                      <a:r>
                        <a:rPr lang="en-US" sz="2000" b="0" i="0" dirty="0">
                          <a:solidFill>
                            <a:schemeClr val="tx1"/>
                          </a:solidFill>
                          <a:latin typeface="CMU Serif" panose="02000603000000000000" pitchFamily="2" charset="0"/>
                          <a:ea typeface="CMU Serif" panose="02000603000000000000" pitchFamily="2" charset="0"/>
                          <a:cs typeface="CMU Serif" panose="02000603000000000000" pitchFamily="2" charset="0"/>
                        </a:rPr>
                        <a:t>P ⇒ Q</a:t>
                      </a:r>
                    </a:p>
                    <a:p>
                      <a:pPr marL="457200" indent="-457200" algn="l">
                        <a:buFont typeface="+mj-lt"/>
                        <a:buAutoNum type="arabicPeriod"/>
                      </a:pPr>
                      <a:r>
                        <a:rPr lang="en-US" sz="2000" b="0" i="0" dirty="0">
                          <a:solidFill>
                            <a:schemeClr val="tx1"/>
                          </a:solidFill>
                          <a:latin typeface="CMU Serif" panose="02000603000000000000" pitchFamily="2" charset="0"/>
                          <a:ea typeface="CMU Serif" panose="02000603000000000000" pitchFamily="2" charset="0"/>
                          <a:cs typeface="CMU Serif" panose="02000603000000000000" pitchFamily="2" charset="0"/>
                        </a:rPr>
                        <a:t>L ⋀ M ⇒ P</a:t>
                      </a:r>
                    </a:p>
                    <a:p>
                      <a:pPr marL="457200" indent="-457200" algn="l">
                        <a:buFont typeface="+mj-lt"/>
                        <a:buAutoNum type="arabicPeriod"/>
                      </a:pPr>
                      <a:r>
                        <a:rPr lang="en-US" sz="2000" b="0" i="0" dirty="0">
                          <a:solidFill>
                            <a:schemeClr val="tx1"/>
                          </a:solidFill>
                          <a:latin typeface="CMU Serif" panose="02000603000000000000" pitchFamily="2" charset="0"/>
                          <a:ea typeface="CMU Serif" panose="02000603000000000000" pitchFamily="2" charset="0"/>
                          <a:cs typeface="CMU Serif" panose="02000603000000000000" pitchFamily="2" charset="0"/>
                        </a:rPr>
                        <a:t>B ⋀ L ⇒ M</a:t>
                      </a:r>
                    </a:p>
                    <a:p>
                      <a:pPr marL="457200" indent="-457200" algn="l">
                        <a:buFont typeface="+mj-lt"/>
                        <a:buAutoNum type="arabicPeriod"/>
                      </a:pPr>
                      <a:r>
                        <a:rPr lang="en-US" sz="2000" b="0" i="0" dirty="0">
                          <a:solidFill>
                            <a:schemeClr val="tx1"/>
                          </a:solidFill>
                          <a:latin typeface="CMU Serif" panose="02000603000000000000" pitchFamily="2" charset="0"/>
                          <a:ea typeface="CMU Serif" panose="02000603000000000000" pitchFamily="2" charset="0"/>
                          <a:cs typeface="CMU Serif" panose="02000603000000000000" pitchFamily="2" charset="0"/>
                        </a:rPr>
                        <a:t>A ⋀ P ⇒ L </a:t>
                      </a:r>
                    </a:p>
                    <a:p>
                      <a:pPr marL="457200" indent="-457200" algn="l">
                        <a:buFont typeface="+mj-lt"/>
                        <a:buAutoNum type="arabicPeriod"/>
                      </a:pPr>
                      <a:r>
                        <a:rPr lang="en-US" sz="2000" b="0" i="0" dirty="0">
                          <a:solidFill>
                            <a:schemeClr val="tx1"/>
                          </a:solidFill>
                          <a:latin typeface="CMU Serif" panose="02000603000000000000" pitchFamily="2" charset="0"/>
                          <a:ea typeface="CMU Serif" panose="02000603000000000000" pitchFamily="2" charset="0"/>
                          <a:cs typeface="CMU Serif" panose="02000603000000000000" pitchFamily="2" charset="0"/>
                        </a:rPr>
                        <a:t>A ⋀ B ⇒ L </a:t>
                      </a:r>
                    </a:p>
                    <a:p>
                      <a:pPr marL="457200" indent="-457200" algn="l">
                        <a:buFont typeface="+mj-lt"/>
                        <a:buAutoNum type="arabicPeriod"/>
                      </a:pPr>
                      <a:r>
                        <a:rPr lang="en-US" sz="2000" b="0" i="0" dirty="0">
                          <a:solidFill>
                            <a:schemeClr val="tx1"/>
                          </a:solidFill>
                          <a:latin typeface="CMU Serif" panose="02000603000000000000" pitchFamily="2" charset="0"/>
                          <a:ea typeface="CMU Serif" panose="02000603000000000000" pitchFamily="2" charset="0"/>
                          <a:cs typeface="CMU Serif" panose="02000603000000000000" pitchFamily="2" charset="0"/>
                        </a:rPr>
                        <a:t>A </a:t>
                      </a:r>
                    </a:p>
                    <a:p>
                      <a:pPr marL="457200" indent="-457200" algn="l">
                        <a:buFont typeface="+mj-lt"/>
                        <a:buAutoNum type="arabicPeriod"/>
                      </a:pPr>
                      <a:r>
                        <a:rPr lang="en-US" sz="2000" b="0" i="0" dirty="0">
                          <a:solidFill>
                            <a:schemeClr val="tx1"/>
                          </a:solidFill>
                          <a:latin typeface="CMU Serif" panose="02000603000000000000" pitchFamily="2" charset="0"/>
                          <a:ea typeface="CMU Serif" panose="02000603000000000000" pitchFamily="2" charset="0"/>
                          <a:cs typeface="CMU Serif" panose="02000603000000000000" pitchFamily="2" charset="0"/>
                        </a:rPr>
                        <a:t>B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73635448"/>
                  </a:ext>
                </a:extLst>
              </a:tr>
              <a:tr h="31054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US" sz="2000" b="0" i="0" dirty="0">
                          <a:solidFill>
                            <a:schemeClr val="tx1"/>
                          </a:solidFill>
                          <a:latin typeface="CMU Serif" panose="02000603000000000000" pitchFamily="2" charset="0"/>
                          <a:ea typeface="CMU Serif" panose="02000603000000000000" pitchFamily="2" charset="0"/>
                          <a:cs typeface="CMU Serif" panose="02000603000000000000" pitchFamily="2" charset="0"/>
                        </a:rPr>
                        <a:t>𝛼 = Q</a:t>
                      </a:r>
                    </a:p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US" sz="2000" b="0" i="0" dirty="0">
                          <a:solidFill>
                            <a:schemeClr val="tx1"/>
                          </a:solidFill>
                          <a:latin typeface="CMU Serif" panose="02000603000000000000" pitchFamily="2" charset="0"/>
                          <a:ea typeface="CMU Serif" panose="02000603000000000000" pitchFamily="2" charset="0"/>
                          <a:cs typeface="CMU Serif" panose="02000603000000000000" pitchFamily="2" charset="0"/>
                        </a:rPr>
                        <a:t>KB ╞ 𝛼 ?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4123164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3512042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02AD56-E5C5-2652-7B94-8B842896B3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>
            <a:extLst>
              <a:ext uri="{FF2B5EF4-FFF2-40B4-BE49-F238E27FC236}">
                <a16:creationId xmlns:a16="http://schemas.microsoft.com/office/drawing/2014/main" id="{2D3FB81E-E56D-7F1B-AADE-552758CD6245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0" y="274638"/>
            <a:ext cx="8229600" cy="706437"/>
          </a:xfrm>
        </p:spPr>
        <p:txBody>
          <a:bodyPr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fr-FR" i="1">
                <a:latin typeface="Garamond" pitchFamily="18" charset="0"/>
              </a:rPr>
              <a:t>Knoweldge Representation &amp; Reasoning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E13FF54-23C3-F782-DB17-8801CDF0926B}"/>
              </a:ext>
            </a:extLst>
          </p:cNvPr>
          <p:cNvSpPr txBox="1"/>
          <p:nvPr/>
        </p:nvSpPr>
        <p:spPr>
          <a:xfrm>
            <a:off x="452966" y="649870"/>
            <a:ext cx="8238067" cy="553998"/>
          </a:xfrm>
          <a:prstGeom prst="rect">
            <a:avLst/>
          </a:prstGeom>
          <a:noFill/>
          <a:ln w="12700">
            <a:solidFill>
              <a:schemeClr val="accent4"/>
            </a:solidFill>
          </a:ln>
        </p:spPr>
        <p:txBody>
          <a:bodyPr wrap="square" lIns="0" tIns="0" rIns="0" bIns="0" rtlCol="0" anchor="ctr">
            <a:spAutoFit/>
          </a:bodyPr>
          <a:lstStyle/>
          <a:p>
            <a:r>
              <a:rPr lang="en-US" sz="3600" dirty="0">
                <a:solidFill>
                  <a:schemeClr val="accent1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Forward Chaining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8AB7653E-39A1-683C-59BA-C47C9579A3B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367474"/>
              </p:ext>
            </p:extLst>
          </p:nvPr>
        </p:nvGraphicFramePr>
        <p:xfrm>
          <a:off x="452967" y="2048053"/>
          <a:ext cx="8238066" cy="389033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15353">
                  <a:extLst>
                    <a:ext uri="{9D8B030D-6E8A-4147-A177-3AD203B41FA5}">
                      <a16:colId xmlns:a16="http://schemas.microsoft.com/office/drawing/2014/main" val="3512608539"/>
                    </a:ext>
                  </a:extLst>
                </a:gridCol>
                <a:gridCol w="711200">
                  <a:extLst>
                    <a:ext uri="{9D8B030D-6E8A-4147-A177-3AD203B41FA5}">
                      <a16:colId xmlns:a16="http://schemas.microsoft.com/office/drawing/2014/main" val="1837984249"/>
                    </a:ext>
                  </a:extLst>
                </a:gridCol>
                <a:gridCol w="772160">
                  <a:extLst>
                    <a:ext uri="{9D8B030D-6E8A-4147-A177-3AD203B41FA5}">
                      <a16:colId xmlns:a16="http://schemas.microsoft.com/office/drawing/2014/main" val="1134580321"/>
                    </a:ext>
                  </a:extLst>
                </a:gridCol>
                <a:gridCol w="4139353">
                  <a:extLst>
                    <a:ext uri="{9D8B030D-6E8A-4147-A177-3AD203B41FA5}">
                      <a16:colId xmlns:a16="http://schemas.microsoft.com/office/drawing/2014/main" val="386739194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indent="0" algn="l">
                        <a:buFont typeface="+mj-lt"/>
                        <a:buNone/>
                      </a:pPr>
                      <a:r>
                        <a:rPr lang="en-US" sz="2200" b="1" i="0" dirty="0">
                          <a:solidFill>
                            <a:schemeClr val="tx1"/>
                          </a:solidFill>
                          <a:latin typeface="CMU Serif" panose="02000603000000000000" pitchFamily="2" charset="0"/>
                          <a:ea typeface="CMU Serif" panose="02000603000000000000" pitchFamily="2" charset="0"/>
                          <a:cs typeface="CMU Serif" panose="02000603000000000000" pitchFamily="2" charset="0"/>
                        </a:rPr>
                        <a:t>KB: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Font typeface="+mj-lt"/>
                        <a:buNone/>
                      </a:pPr>
                      <a:endParaRPr lang="en-US" sz="2200" b="1" i="0" dirty="0">
                        <a:solidFill>
                          <a:schemeClr val="tx1"/>
                        </a:solidFill>
                        <a:latin typeface="CMU Serif" panose="02000603000000000000" pitchFamily="2" charset="0"/>
                        <a:ea typeface="CMU Serif" panose="02000603000000000000" pitchFamily="2" charset="0"/>
                        <a:cs typeface="CMU Serif" panose="02000603000000000000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Font typeface="+mj-lt"/>
                        <a:buNone/>
                      </a:pPr>
                      <a:endParaRPr lang="en-US" sz="2200" b="0" i="0" dirty="0">
                        <a:solidFill>
                          <a:schemeClr val="tx1"/>
                        </a:solidFill>
                        <a:latin typeface="CMU Serif" panose="02000603000000000000" pitchFamily="2" charset="0"/>
                        <a:ea typeface="CMU Serif" panose="02000603000000000000" pitchFamily="2" charset="0"/>
                        <a:cs typeface="CMU Serif" panose="02000603000000000000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Font typeface="+mj-lt"/>
                        <a:buNone/>
                      </a:pPr>
                      <a:endParaRPr lang="en-US" sz="2200" b="0" i="0" dirty="0">
                        <a:solidFill>
                          <a:schemeClr val="tx1"/>
                        </a:solidFill>
                        <a:latin typeface="CMU Serif" panose="02000603000000000000" pitchFamily="2" charset="0"/>
                        <a:ea typeface="CMU Serif" panose="02000603000000000000" pitchFamily="2" charset="0"/>
                        <a:cs typeface="CMU Serif" panose="02000603000000000000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32926836"/>
                  </a:ext>
                </a:extLst>
              </a:tr>
              <a:tr h="354786">
                <a:tc rowSpan="5">
                  <a:txBody>
                    <a:bodyPr/>
                    <a:lstStyle/>
                    <a:p>
                      <a:pPr marL="457200" indent="-457200" algn="l">
                        <a:buFont typeface="+mj-lt"/>
                        <a:buAutoNum type="arabicPeriod"/>
                      </a:pPr>
                      <a:r>
                        <a:rPr lang="en-US" sz="2200" b="0" i="0" dirty="0">
                          <a:solidFill>
                            <a:schemeClr val="tx1"/>
                          </a:solidFill>
                          <a:latin typeface="CMU Serif" panose="02000603000000000000" pitchFamily="2" charset="0"/>
                          <a:ea typeface="CMU Serif" panose="02000603000000000000" pitchFamily="2" charset="0"/>
                          <a:cs typeface="CMU Serif" panose="02000603000000000000" pitchFamily="2" charset="0"/>
                        </a:rPr>
                        <a:t>P ⇒ Q</a:t>
                      </a:r>
                    </a:p>
                    <a:p>
                      <a:pPr marL="457200" indent="-457200" algn="l">
                        <a:buFont typeface="+mj-lt"/>
                        <a:buAutoNum type="arabicPeriod"/>
                      </a:pPr>
                      <a:r>
                        <a:rPr lang="en-US" sz="2200" b="0" i="0" dirty="0">
                          <a:solidFill>
                            <a:schemeClr val="tx1"/>
                          </a:solidFill>
                          <a:latin typeface="CMU Serif" panose="02000603000000000000" pitchFamily="2" charset="0"/>
                          <a:ea typeface="CMU Serif" panose="02000603000000000000" pitchFamily="2" charset="0"/>
                          <a:cs typeface="CMU Serif" panose="02000603000000000000" pitchFamily="2" charset="0"/>
                        </a:rPr>
                        <a:t>L ⋀ M ⇒ P</a:t>
                      </a:r>
                    </a:p>
                    <a:p>
                      <a:pPr marL="457200" indent="-457200" algn="l">
                        <a:buFont typeface="+mj-lt"/>
                        <a:buAutoNum type="arabicPeriod"/>
                      </a:pPr>
                      <a:r>
                        <a:rPr lang="en-US" sz="2200" b="0" i="0" dirty="0">
                          <a:solidFill>
                            <a:schemeClr val="tx1"/>
                          </a:solidFill>
                          <a:latin typeface="CMU Serif" panose="02000603000000000000" pitchFamily="2" charset="0"/>
                          <a:ea typeface="CMU Serif" panose="02000603000000000000" pitchFamily="2" charset="0"/>
                          <a:cs typeface="CMU Serif" panose="02000603000000000000" pitchFamily="2" charset="0"/>
                        </a:rPr>
                        <a:t>B ⋀ L ⇒ M</a:t>
                      </a:r>
                    </a:p>
                    <a:p>
                      <a:pPr marL="457200" indent="-457200" algn="l">
                        <a:buFont typeface="+mj-lt"/>
                        <a:buAutoNum type="arabicPeriod"/>
                      </a:pPr>
                      <a:r>
                        <a:rPr lang="en-US" sz="2200" b="0" i="0" dirty="0">
                          <a:solidFill>
                            <a:schemeClr val="tx1"/>
                          </a:solidFill>
                          <a:latin typeface="CMU Serif" panose="02000603000000000000" pitchFamily="2" charset="0"/>
                          <a:ea typeface="CMU Serif" panose="02000603000000000000" pitchFamily="2" charset="0"/>
                          <a:cs typeface="CMU Serif" panose="02000603000000000000" pitchFamily="2" charset="0"/>
                        </a:rPr>
                        <a:t>A ⋀ P ⇒ L </a:t>
                      </a:r>
                    </a:p>
                    <a:p>
                      <a:pPr marL="457200" indent="-457200" algn="l">
                        <a:buFont typeface="+mj-lt"/>
                        <a:buAutoNum type="arabicPeriod"/>
                      </a:pPr>
                      <a:r>
                        <a:rPr lang="en-US" sz="2200" b="0" i="0" dirty="0">
                          <a:solidFill>
                            <a:schemeClr val="tx1"/>
                          </a:solidFill>
                          <a:latin typeface="CMU Serif" panose="02000603000000000000" pitchFamily="2" charset="0"/>
                          <a:ea typeface="CMU Serif" panose="02000603000000000000" pitchFamily="2" charset="0"/>
                          <a:cs typeface="CMU Serif" panose="02000603000000000000" pitchFamily="2" charset="0"/>
                        </a:rPr>
                        <a:t>A ⋀ B ⇒ L </a:t>
                      </a:r>
                    </a:p>
                    <a:p>
                      <a:pPr marL="457200" indent="-457200" algn="l">
                        <a:buFont typeface="+mj-lt"/>
                        <a:buAutoNum type="arabicPeriod"/>
                      </a:pPr>
                      <a:r>
                        <a:rPr lang="en-US" sz="2200" b="0" i="0" dirty="0">
                          <a:solidFill>
                            <a:schemeClr val="tx1"/>
                          </a:solidFill>
                          <a:latin typeface="CMU Serif" panose="02000603000000000000" pitchFamily="2" charset="0"/>
                          <a:ea typeface="CMU Serif" panose="02000603000000000000" pitchFamily="2" charset="0"/>
                          <a:cs typeface="CMU Serif" panose="02000603000000000000" pitchFamily="2" charset="0"/>
                        </a:rPr>
                        <a:t>A </a:t>
                      </a:r>
                    </a:p>
                    <a:p>
                      <a:pPr marL="457200" indent="-457200" algn="l">
                        <a:buFont typeface="+mj-lt"/>
                        <a:buAutoNum type="arabicPeriod"/>
                      </a:pPr>
                      <a:r>
                        <a:rPr lang="en-US" sz="2200" b="0" i="0" dirty="0">
                          <a:solidFill>
                            <a:schemeClr val="tx1"/>
                          </a:solidFill>
                          <a:latin typeface="CMU Serif" panose="02000603000000000000" pitchFamily="2" charset="0"/>
                          <a:ea typeface="CMU Serif" panose="02000603000000000000" pitchFamily="2" charset="0"/>
                          <a:cs typeface="CMU Serif" panose="02000603000000000000" pitchFamily="2" charset="0"/>
                        </a:rPr>
                        <a:t>B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Font typeface="+mj-lt"/>
                        <a:buNone/>
                      </a:pPr>
                      <a:r>
                        <a:rPr lang="en-US" sz="2200" b="0" i="0" dirty="0">
                          <a:solidFill>
                            <a:schemeClr val="tx1"/>
                          </a:solidFill>
                          <a:latin typeface="CMU Serif" panose="02000603000000000000" pitchFamily="2" charset="0"/>
                          <a:ea typeface="CMU Serif" panose="02000603000000000000" pitchFamily="2" charset="0"/>
                          <a:cs typeface="CMU Serif" panose="02000603000000000000" pitchFamily="2" charset="0"/>
                        </a:rPr>
                        <a:t>8.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Font typeface="+mj-lt"/>
                        <a:buNone/>
                      </a:pPr>
                      <a:r>
                        <a:rPr lang="en-US" sz="2200" b="0" i="0" dirty="0">
                          <a:solidFill>
                            <a:schemeClr val="tx1"/>
                          </a:solidFill>
                          <a:latin typeface="CMU Serif" panose="02000603000000000000" pitchFamily="2" charset="0"/>
                          <a:ea typeface="CMU Serif" panose="02000603000000000000" pitchFamily="2" charset="0"/>
                          <a:cs typeface="CMU Serif" panose="02000603000000000000" pitchFamily="2" charset="0"/>
                        </a:rPr>
                        <a:t>L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Font typeface="+mj-lt"/>
                        <a:buNone/>
                      </a:pPr>
                      <a:r>
                        <a:rPr lang="en-US" sz="2200" b="0" i="0" dirty="0">
                          <a:solidFill>
                            <a:schemeClr val="tx1"/>
                          </a:solidFill>
                          <a:latin typeface="CMU Serif" panose="02000603000000000000" pitchFamily="2" charset="0"/>
                          <a:ea typeface="CMU Serif" panose="02000603000000000000" pitchFamily="2" charset="0"/>
                          <a:cs typeface="CMU Serif" panose="02000603000000000000" pitchFamily="2" charset="0"/>
                        </a:rPr>
                        <a:t>Modus Ponens (5, 6, 7)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71881782"/>
                  </a:ext>
                </a:extLst>
              </a:tr>
              <a:tr h="43776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r">
                        <a:buFont typeface="+mj-lt"/>
                        <a:buNone/>
                      </a:pPr>
                      <a:r>
                        <a:rPr lang="en-US" sz="2200" b="0" i="0" dirty="0">
                          <a:solidFill>
                            <a:schemeClr val="tx1"/>
                          </a:solidFill>
                          <a:latin typeface="CMU Serif" panose="02000603000000000000" pitchFamily="2" charset="0"/>
                          <a:ea typeface="CMU Serif" panose="02000603000000000000" pitchFamily="2" charset="0"/>
                          <a:cs typeface="CMU Serif" panose="02000603000000000000" pitchFamily="2" charset="0"/>
                        </a:rPr>
                        <a:t>9.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Font typeface="+mj-lt"/>
                        <a:buNone/>
                      </a:pPr>
                      <a:r>
                        <a:rPr lang="en-US" sz="2200" b="0" i="0" dirty="0">
                          <a:solidFill>
                            <a:schemeClr val="tx1"/>
                          </a:solidFill>
                          <a:latin typeface="CMU Serif" panose="02000603000000000000" pitchFamily="2" charset="0"/>
                          <a:ea typeface="CMU Serif" panose="02000603000000000000" pitchFamily="2" charset="0"/>
                          <a:cs typeface="CMU Serif" panose="02000603000000000000" pitchFamily="2" charset="0"/>
                        </a:rPr>
                        <a:t>M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Font typeface="+mj-lt"/>
                        <a:buNone/>
                      </a:pPr>
                      <a:r>
                        <a:rPr lang="en-US" sz="2200" b="0" i="0" dirty="0">
                          <a:solidFill>
                            <a:schemeClr val="tx1"/>
                          </a:solidFill>
                          <a:latin typeface="CMU Serif" panose="02000603000000000000" pitchFamily="2" charset="0"/>
                          <a:ea typeface="CMU Serif" panose="02000603000000000000" pitchFamily="2" charset="0"/>
                          <a:cs typeface="CMU Serif" panose="02000603000000000000" pitchFamily="2" charset="0"/>
                        </a:rPr>
                        <a:t>Modus Ponens (3, 7, 8)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97443359"/>
                  </a:ext>
                </a:extLst>
              </a:tr>
              <a:tr h="3006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r">
                        <a:buFont typeface="+mj-lt"/>
                        <a:buNone/>
                      </a:pPr>
                      <a:r>
                        <a:rPr lang="en-US" sz="2200" b="0" i="0" dirty="0">
                          <a:solidFill>
                            <a:schemeClr val="tx1"/>
                          </a:solidFill>
                          <a:latin typeface="CMU Serif" panose="02000603000000000000" pitchFamily="2" charset="0"/>
                          <a:ea typeface="CMU Serif" panose="02000603000000000000" pitchFamily="2" charset="0"/>
                          <a:cs typeface="CMU Serif" panose="02000603000000000000" pitchFamily="2" charset="0"/>
                        </a:rPr>
                        <a:t>10.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Font typeface="+mj-lt"/>
                        <a:buNone/>
                      </a:pPr>
                      <a:r>
                        <a:rPr lang="en-US" sz="2200" b="0" i="0" dirty="0">
                          <a:solidFill>
                            <a:schemeClr val="tx1"/>
                          </a:solidFill>
                          <a:latin typeface="CMU Serif" panose="02000603000000000000" pitchFamily="2" charset="0"/>
                          <a:ea typeface="CMU Serif" panose="02000603000000000000" pitchFamily="2" charset="0"/>
                          <a:cs typeface="CMU Serif" panose="02000603000000000000" pitchFamily="2" charset="0"/>
                        </a:rPr>
                        <a:t>P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Font typeface="+mj-lt"/>
                        <a:buNone/>
                      </a:pPr>
                      <a:r>
                        <a:rPr lang="en-US" sz="2200" b="0" i="0" dirty="0">
                          <a:solidFill>
                            <a:schemeClr val="tx1"/>
                          </a:solidFill>
                          <a:latin typeface="CMU Serif" panose="02000603000000000000" pitchFamily="2" charset="0"/>
                          <a:ea typeface="CMU Serif" panose="02000603000000000000" pitchFamily="2" charset="0"/>
                          <a:cs typeface="CMU Serif" panose="02000603000000000000" pitchFamily="2" charset="0"/>
                        </a:rPr>
                        <a:t>Modus Ponens (2, 8, 9)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134046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r">
                        <a:buFont typeface="+mj-lt"/>
                        <a:buNone/>
                      </a:pPr>
                      <a:r>
                        <a:rPr lang="en-US" sz="2200" b="0" i="0" dirty="0">
                          <a:solidFill>
                            <a:schemeClr val="tx1"/>
                          </a:solidFill>
                          <a:latin typeface="CMU Serif" panose="02000603000000000000" pitchFamily="2" charset="0"/>
                          <a:ea typeface="CMU Serif" panose="02000603000000000000" pitchFamily="2" charset="0"/>
                          <a:cs typeface="CMU Serif" panose="02000603000000000000" pitchFamily="2" charset="0"/>
                        </a:rPr>
                        <a:t>11.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US" sz="2200" b="0" i="0" dirty="0">
                          <a:solidFill>
                            <a:schemeClr val="tx1"/>
                          </a:solidFill>
                          <a:latin typeface="CMU Serif" panose="02000603000000000000" pitchFamily="2" charset="0"/>
                          <a:ea typeface="CMU Serif" panose="02000603000000000000" pitchFamily="2" charset="0"/>
                          <a:cs typeface="CMU Serif" panose="02000603000000000000" pitchFamily="2" charset="0"/>
                        </a:rPr>
                        <a:t>Q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US" sz="2200" b="0" i="0" dirty="0">
                          <a:solidFill>
                            <a:schemeClr val="tx1"/>
                          </a:solidFill>
                          <a:latin typeface="CMU Serif" panose="02000603000000000000" pitchFamily="2" charset="0"/>
                          <a:ea typeface="CMU Serif" panose="02000603000000000000" pitchFamily="2" charset="0"/>
                          <a:cs typeface="CMU Serif" panose="02000603000000000000" pitchFamily="2" charset="0"/>
                        </a:rPr>
                        <a:t>Modus Ponens (1, 10)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80186385"/>
                  </a:ext>
                </a:extLst>
              </a:tr>
              <a:tr h="1745694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457200" indent="-457200" algn="r">
                        <a:buFont typeface="+mj-lt"/>
                        <a:buAutoNum type="arabicPeriod"/>
                      </a:pPr>
                      <a:endParaRPr lang="en-US" sz="2200" b="0" i="0" dirty="0">
                        <a:solidFill>
                          <a:schemeClr val="tx1"/>
                        </a:solidFill>
                        <a:latin typeface="CMU Serif" panose="02000603000000000000" pitchFamily="2" charset="0"/>
                        <a:ea typeface="CMU Serif" panose="02000603000000000000" pitchFamily="2" charset="0"/>
                        <a:cs typeface="CMU Serif" panose="02000603000000000000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Font typeface="+mj-lt"/>
                        <a:buNone/>
                      </a:pPr>
                      <a:endParaRPr lang="en-US" sz="2200" b="0" i="0" dirty="0">
                        <a:solidFill>
                          <a:schemeClr val="tx1"/>
                        </a:solidFill>
                        <a:latin typeface="CMU Serif" panose="02000603000000000000" pitchFamily="2" charset="0"/>
                        <a:ea typeface="CMU Serif" panose="02000603000000000000" pitchFamily="2" charset="0"/>
                        <a:cs typeface="CMU Serif" panose="02000603000000000000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Font typeface="+mj-lt"/>
                        <a:buNone/>
                      </a:pPr>
                      <a:endParaRPr lang="en-US" sz="2200" b="0" i="0" dirty="0">
                        <a:solidFill>
                          <a:schemeClr val="tx1"/>
                        </a:solidFill>
                        <a:latin typeface="CMU Serif" panose="02000603000000000000" pitchFamily="2" charset="0"/>
                        <a:ea typeface="CMU Serif" panose="02000603000000000000" pitchFamily="2" charset="0"/>
                        <a:cs typeface="CMU Serif" panose="02000603000000000000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0464979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3503473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1CA047-5E23-2BA2-73EB-80342E0548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>
            <a:extLst>
              <a:ext uri="{FF2B5EF4-FFF2-40B4-BE49-F238E27FC236}">
                <a16:creationId xmlns:a16="http://schemas.microsoft.com/office/drawing/2014/main" id="{B08627CC-B577-8ADA-4D32-A193FBC853D8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0" y="274638"/>
            <a:ext cx="8229600" cy="706437"/>
          </a:xfrm>
        </p:spPr>
        <p:txBody>
          <a:bodyPr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fr-FR" i="1">
                <a:latin typeface="Garamond" pitchFamily="18" charset="0"/>
              </a:rPr>
              <a:t>Knoweldge Representation &amp; Reasoning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72011DA-DDA0-140B-D0CB-31B03EAB2867}"/>
              </a:ext>
            </a:extLst>
          </p:cNvPr>
          <p:cNvSpPr txBox="1"/>
          <p:nvPr/>
        </p:nvSpPr>
        <p:spPr>
          <a:xfrm>
            <a:off x="452967" y="2168562"/>
            <a:ext cx="8238066" cy="3585597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marL="342900" indent="-342900" algn="just"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22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Forward chaining problem: can generate a lot of irrelevant conclusions.</a:t>
            </a:r>
          </a:p>
          <a:p>
            <a:pPr marL="342900" indent="-342900" algn="just"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22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Backward chaining: Work backwards from goal to premises. </a:t>
            </a:r>
          </a:p>
          <a:p>
            <a:pPr marL="342900" indent="-342900" algn="just"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22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Find all implications of the form (…) ⇒ query. </a:t>
            </a:r>
          </a:p>
          <a:p>
            <a:pPr marL="342900" indent="-342900" algn="just"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22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Prove all the premises of one of these implications. </a:t>
            </a:r>
          </a:p>
          <a:p>
            <a:pPr marL="342900" indent="-342900" algn="just"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22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Avoid loops: check if new subgoal is already on the goal stack</a:t>
            </a:r>
          </a:p>
          <a:p>
            <a:pPr marL="342900" indent="-342900" algn="just"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22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Avoid repeated work: check if new subgoal</a:t>
            </a:r>
          </a:p>
          <a:p>
            <a:pPr marL="800100" lvl="1" indent="-342900" algn="just">
              <a:spcAft>
                <a:spcPts val="600"/>
              </a:spcAft>
              <a:buClr>
                <a:schemeClr val="accent1"/>
              </a:buClr>
              <a:buFont typeface="Courier New" panose="02070309020205020404" pitchFamily="49" charset="0"/>
              <a:buChar char="o"/>
            </a:pPr>
            <a:r>
              <a:rPr lang="en-US" sz="22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Has already been proved true, or</a:t>
            </a:r>
          </a:p>
          <a:p>
            <a:pPr marL="800100" lvl="1" indent="-342900" algn="just">
              <a:spcAft>
                <a:spcPts val="600"/>
              </a:spcAft>
              <a:buClr>
                <a:schemeClr val="accent1"/>
              </a:buClr>
              <a:buFont typeface="Courier New" panose="02070309020205020404" pitchFamily="49" charset="0"/>
              <a:buChar char="o"/>
            </a:pPr>
            <a:r>
              <a:rPr lang="en-US" sz="22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Has already failed.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5F98EE6-7E98-5006-4222-BA451764A382}"/>
              </a:ext>
            </a:extLst>
          </p:cNvPr>
          <p:cNvSpPr txBox="1"/>
          <p:nvPr/>
        </p:nvSpPr>
        <p:spPr>
          <a:xfrm>
            <a:off x="452966" y="649870"/>
            <a:ext cx="8238067" cy="553998"/>
          </a:xfrm>
          <a:prstGeom prst="rect">
            <a:avLst/>
          </a:prstGeom>
          <a:noFill/>
          <a:ln w="12700">
            <a:solidFill>
              <a:schemeClr val="accent4"/>
            </a:solidFill>
          </a:ln>
        </p:spPr>
        <p:txBody>
          <a:bodyPr wrap="square" lIns="0" tIns="0" rIns="0" bIns="0" rtlCol="0" anchor="ctr">
            <a:spAutoFit/>
          </a:bodyPr>
          <a:lstStyle/>
          <a:p>
            <a:r>
              <a:rPr lang="en-US" sz="3600" dirty="0">
                <a:solidFill>
                  <a:schemeClr val="accent1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Backward Chaining</a:t>
            </a:r>
          </a:p>
        </p:txBody>
      </p:sp>
    </p:spTree>
    <p:extLst>
      <p:ext uri="{BB962C8B-B14F-4D97-AF65-F5344CB8AC3E}">
        <p14:creationId xmlns:p14="http://schemas.microsoft.com/office/powerpoint/2010/main" val="227702755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45A2F5-94AB-1F4D-37FF-208761D286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>
            <a:extLst>
              <a:ext uri="{FF2B5EF4-FFF2-40B4-BE49-F238E27FC236}">
                <a16:creationId xmlns:a16="http://schemas.microsoft.com/office/drawing/2014/main" id="{2156F30E-41DE-9DAD-B192-D87D61686D63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0" y="274638"/>
            <a:ext cx="8229600" cy="706437"/>
          </a:xfrm>
        </p:spPr>
        <p:txBody>
          <a:bodyPr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fr-FR" i="1">
                <a:latin typeface="Garamond" pitchFamily="18" charset="0"/>
              </a:rPr>
              <a:t>Knoweldge Representation &amp; Reasoning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9C36A9D-39F6-7872-0CA8-84C85A575735}"/>
              </a:ext>
            </a:extLst>
          </p:cNvPr>
          <p:cNvSpPr txBox="1"/>
          <p:nvPr/>
        </p:nvSpPr>
        <p:spPr>
          <a:xfrm>
            <a:off x="452966" y="649870"/>
            <a:ext cx="8238067" cy="553998"/>
          </a:xfrm>
          <a:prstGeom prst="rect">
            <a:avLst/>
          </a:prstGeom>
          <a:noFill/>
          <a:ln w="12700">
            <a:solidFill>
              <a:schemeClr val="accent4"/>
            </a:solidFill>
          </a:ln>
        </p:spPr>
        <p:txBody>
          <a:bodyPr wrap="square" lIns="0" tIns="0" rIns="0" bIns="0" rtlCol="0" anchor="ctr">
            <a:spAutoFit/>
          </a:bodyPr>
          <a:lstStyle/>
          <a:p>
            <a:r>
              <a:rPr lang="en-US" sz="3600" dirty="0">
                <a:solidFill>
                  <a:schemeClr val="accent1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Backward Chaining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D9A6748D-4ADA-F72D-8BCF-1BDDEDB18BB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75537300"/>
              </p:ext>
            </p:extLst>
          </p:nvPr>
        </p:nvGraphicFramePr>
        <p:xfrm>
          <a:off x="452966" y="1579100"/>
          <a:ext cx="8238066" cy="4796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0034">
                  <a:extLst>
                    <a:ext uri="{9D8B030D-6E8A-4147-A177-3AD203B41FA5}">
                      <a16:colId xmlns:a16="http://schemas.microsoft.com/office/drawing/2014/main" val="3512608539"/>
                    </a:ext>
                  </a:extLst>
                </a:gridCol>
                <a:gridCol w="524933">
                  <a:extLst>
                    <a:ext uri="{9D8B030D-6E8A-4147-A177-3AD203B41FA5}">
                      <a16:colId xmlns:a16="http://schemas.microsoft.com/office/drawing/2014/main" val="1837984249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1134580321"/>
                    </a:ext>
                  </a:extLst>
                </a:gridCol>
                <a:gridCol w="1761067">
                  <a:extLst>
                    <a:ext uri="{9D8B030D-6E8A-4147-A177-3AD203B41FA5}">
                      <a16:colId xmlns:a16="http://schemas.microsoft.com/office/drawing/2014/main" val="3867391942"/>
                    </a:ext>
                  </a:extLst>
                </a:gridCol>
                <a:gridCol w="3077632">
                  <a:extLst>
                    <a:ext uri="{9D8B030D-6E8A-4147-A177-3AD203B41FA5}">
                      <a16:colId xmlns:a16="http://schemas.microsoft.com/office/drawing/2014/main" val="45186456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indent="0" algn="l">
                        <a:buFont typeface="+mj-lt"/>
                        <a:buNone/>
                      </a:pPr>
                      <a:r>
                        <a:rPr lang="en-US" sz="2000" b="1" i="0" dirty="0">
                          <a:solidFill>
                            <a:schemeClr val="tx1"/>
                          </a:solidFill>
                          <a:latin typeface="CMU Serif" panose="02000603000000000000" pitchFamily="2" charset="0"/>
                          <a:ea typeface="CMU Serif" panose="02000603000000000000" pitchFamily="2" charset="0"/>
                          <a:cs typeface="CMU Serif" panose="02000603000000000000" pitchFamily="2" charset="0"/>
                        </a:rPr>
                        <a:t>KB: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Font typeface="+mj-lt"/>
                        <a:buNone/>
                      </a:pPr>
                      <a:endParaRPr lang="en-US" sz="2000" b="1" i="0" dirty="0">
                        <a:solidFill>
                          <a:schemeClr val="tx1"/>
                        </a:solidFill>
                        <a:latin typeface="CMU Serif" panose="02000603000000000000" pitchFamily="2" charset="0"/>
                        <a:ea typeface="CMU Serif" panose="02000603000000000000" pitchFamily="2" charset="0"/>
                        <a:cs typeface="CMU Serif" panose="02000603000000000000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Font typeface="+mj-lt"/>
                        <a:buNone/>
                      </a:pPr>
                      <a:endParaRPr lang="en-US" sz="2000" b="0" i="0" dirty="0">
                        <a:solidFill>
                          <a:schemeClr val="tx1"/>
                        </a:solidFill>
                        <a:latin typeface="CMU Serif" panose="02000603000000000000" pitchFamily="2" charset="0"/>
                        <a:ea typeface="CMU Serif" panose="02000603000000000000" pitchFamily="2" charset="0"/>
                        <a:cs typeface="CMU Serif" panose="02000603000000000000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Font typeface="+mj-lt"/>
                        <a:buNone/>
                      </a:pPr>
                      <a:endParaRPr lang="en-US" sz="2000" b="0" i="0" dirty="0">
                        <a:solidFill>
                          <a:schemeClr val="tx1"/>
                        </a:solidFill>
                        <a:latin typeface="CMU Serif" panose="02000603000000000000" pitchFamily="2" charset="0"/>
                        <a:ea typeface="CMU Serif" panose="02000603000000000000" pitchFamily="2" charset="0"/>
                        <a:cs typeface="CMU Serif" panose="02000603000000000000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Font typeface="+mj-lt"/>
                        <a:buNone/>
                      </a:pPr>
                      <a:endParaRPr lang="en-US" sz="1200" b="0" i="0" dirty="0">
                        <a:solidFill>
                          <a:schemeClr val="tx1"/>
                        </a:solidFill>
                        <a:latin typeface="CMU Serif" panose="02000603000000000000" pitchFamily="2" charset="0"/>
                        <a:ea typeface="CMU Serif" panose="02000603000000000000" pitchFamily="2" charset="0"/>
                        <a:cs typeface="CMU Serif" panose="02000603000000000000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32926836"/>
                  </a:ext>
                </a:extLst>
              </a:tr>
              <a:tr h="354786">
                <a:tc rowSpan="11">
                  <a:txBody>
                    <a:bodyPr/>
                    <a:lstStyle/>
                    <a:p>
                      <a:pPr marL="457200" indent="-457200" algn="l">
                        <a:buFont typeface="+mj-lt"/>
                        <a:buAutoNum type="arabicPeriod"/>
                      </a:pPr>
                      <a:r>
                        <a:rPr lang="en-US" sz="2000" b="0" i="0" dirty="0">
                          <a:solidFill>
                            <a:schemeClr val="tx1"/>
                          </a:solidFill>
                          <a:latin typeface="CMU Serif" panose="02000603000000000000" pitchFamily="2" charset="0"/>
                          <a:ea typeface="CMU Serif" panose="02000603000000000000" pitchFamily="2" charset="0"/>
                          <a:cs typeface="CMU Serif" panose="02000603000000000000" pitchFamily="2" charset="0"/>
                        </a:rPr>
                        <a:t>P ⇒ Q</a:t>
                      </a:r>
                    </a:p>
                    <a:p>
                      <a:pPr marL="457200" indent="-457200" algn="l">
                        <a:buFont typeface="+mj-lt"/>
                        <a:buAutoNum type="arabicPeriod"/>
                      </a:pPr>
                      <a:r>
                        <a:rPr lang="en-US" sz="2000" b="0" i="0" dirty="0">
                          <a:solidFill>
                            <a:schemeClr val="tx1"/>
                          </a:solidFill>
                          <a:latin typeface="CMU Serif" panose="02000603000000000000" pitchFamily="2" charset="0"/>
                          <a:ea typeface="CMU Serif" panose="02000603000000000000" pitchFamily="2" charset="0"/>
                          <a:cs typeface="CMU Serif" panose="02000603000000000000" pitchFamily="2" charset="0"/>
                        </a:rPr>
                        <a:t>L ⋀ M ⇒ P</a:t>
                      </a:r>
                    </a:p>
                    <a:p>
                      <a:pPr marL="457200" indent="-457200" algn="l">
                        <a:buFont typeface="+mj-lt"/>
                        <a:buAutoNum type="arabicPeriod"/>
                      </a:pPr>
                      <a:r>
                        <a:rPr lang="en-US" sz="2000" b="0" i="0" dirty="0">
                          <a:solidFill>
                            <a:schemeClr val="tx1"/>
                          </a:solidFill>
                          <a:latin typeface="CMU Serif" panose="02000603000000000000" pitchFamily="2" charset="0"/>
                          <a:ea typeface="CMU Serif" panose="02000603000000000000" pitchFamily="2" charset="0"/>
                          <a:cs typeface="CMU Serif" panose="02000603000000000000" pitchFamily="2" charset="0"/>
                        </a:rPr>
                        <a:t>B ⋀ L ⇒ M</a:t>
                      </a:r>
                    </a:p>
                    <a:p>
                      <a:pPr marL="457200" indent="-457200" algn="l">
                        <a:buFont typeface="+mj-lt"/>
                        <a:buAutoNum type="arabicPeriod"/>
                      </a:pPr>
                      <a:r>
                        <a:rPr lang="en-US" sz="2000" b="0" i="0" dirty="0">
                          <a:solidFill>
                            <a:schemeClr val="tx1"/>
                          </a:solidFill>
                          <a:latin typeface="CMU Serif" panose="02000603000000000000" pitchFamily="2" charset="0"/>
                          <a:ea typeface="CMU Serif" panose="02000603000000000000" pitchFamily="2" charset="0"/>
                          <a:cs typeface="CMU Serif" panose="02000603000000000000" pitchFamily="2" charset="0"/>
                        </a:rPr>
                        <a:t>A ⋀ P ⇒ L </a:t>
                      </a:r>
                    </a:p>
                    <a:p>
                      <a:pPr marL="457200" indent="-457200" algn="l">
                        <a:buFont typeface="+mj-lt"/>
                        <a:buAutoNum type="arabicPeriod"/>
                      </a:pPr>
                      <a:r>
                        <a:rPr lang="en-US" sz="2000" b="0" i="0" dirty="0">
                          <a:solidFill>
                            <a:schemeClr val="tx1"/>
                          </a:solidFill>
                          <a:latin typeface="CMU Serif" panose="02000603000000000000" pitchFamily="2" charset="0"/>
                          <a:ea typeface="CMU Serif" panose="02000603000000000000" pitchFamily="2" charset="0"/>
                          <a:cs typeface="CMU Serif" panose="02000603000000000000" pitchFamily="2" charset="0"/>
                        </a:rPr>
                        <a:t>A ⋀ B ⇒ L </a:t>
                      </a:r>
                    </a:p>
                    <a:p>
                      <a:pPr marL="457200" indent="-457200" algn="l">
                        <a:buFont typeface="+mj-lt"/>
                        <a:buAutoNum type="arabicPeriod"/>
                      </a:pPr>
                      <a:r>
                        <a:rPr lang="en-US" sz="2000" b="0" i="0" dirty="0">
                          <a:solidFill>
                            <a:schemeClr val="tx1"/>
                          </a:solidFill>
                          <a:latin typeface="CMU Serif" panose="02000603000000000000" pitchFamily="2" charset="0"/>
                          <a:ea typeface="CMU Serif" panose="02000603000000000000" pitchFamily="2" charset="0"/>
                          <a:cs typeface="CMU Serif" panose="02000603000000000000" pitchFamily="2" charset="0"/>
                        </a:rPr>
                        <a:t>A </a:t>
                      </a:r>
                    </a:p>
                    <a:p>
                      <a:pPr marL="457200" indent="-457200" algn="l">
                        <a:buFont typeface="+mj-lt"/>
                        <a:buAutoNum type="arabicPeriod"/>
                      </a:pPr>
                      <a:r>
                        <a:rPr lang="en-US" sz="2000" b="0" i="0" dirty="0">
                          <a:solidFill>
                            <a:schemeClr val="tx1"/>
                          </a:solidFill>
                          <a:latin typeface="CMU Serif" panose="02000603000000000000" pitchFamily="2" charset="0"/>
                          <a:ea typeface="CMU Serif" panose="02000603000000000000" pitchFamily="2" charset="0"/>
                          <a:cs typeface="CMU Serif" panose="02000603000000000000" pitchFamily="2" charset="0"/>
                        </a:rPr>
                        <a:t>B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Font typeface="+mj-lt"/>
                        <a:buNone/>
                      </a:pPr>
                      <a:r>
                        <a:rPr lang="en-US" sz="2000" b="0" i="0" dirty="0">
                          <a:solidFill>
                            <a:schemeClr val="tx1"/>
                          </a:solidFill>
                          <a:latin typeface="CMU Serif" panose="02000603000000000000" pitchFamily="2" charset="0"/>
                          <a:ea typeface="CMU Serif" panose="02000603000000000000" pitchFamily="2" charset="0"/>
                          <a:cs typeface="CMU Serif" panose="02000603000000000000" pitchFamily="2" charset="0"/>
                        </a:rPr>
                        <a:t>8.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Font typeface="+mj-lt"/>
                        <a:buNone/>
                      </a:pPr>
                      <a:r>
                        <a:rPr lang="en-US" sz="2000" b="0" i="0" dirty="0">
                          <a:solidFill>
                            <a:schemeClr val="tx1"/>
                          </a:solidFill>
                          <a:latin typeface="CMU Serif" panose="02000603000000000000" pitchFamily="2" charset="0"/>
                          <a:ea typeface="CMU Serif" panose="02000603000000000000" pitchFamily="2" charset="0"/>
                          <a:cs typeface="CMU Serif" panose="02000603000000000000" pitchFamily="2" charset="0"/>
                        </a:rPr>
                        <a:t>Q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Font typeface="+mj-lt"/>
                        <a:buNone/>
                      </a:pPr>
                      <a:r>
                        <a:rPr lang="en-US" sz="2000" b="0" i="0" dirty="0">
                          <a:solidFill>
                            <a:schemeClr val="tx1"/>
                          </a:solidFill>
                          <a:latin typeface="CMU Serif" panose="02000603000000000000" pitchFamily="2" charset="0"/>
                          <a:ea typeface="CMU Serif" panose="02000603000000000000" pitchFamily="2" charset="0"/>
                          <a:cs typeface="CMU Serif" panose="02000603000000000000" pitchFamily="2" charset="0"/>
                        </a:rPr>
                        <a:t>Goal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Font typeface="+mj-lt"/>
                        <a:buNone/>
                      </a:pPr>
                      <a:r>
                        <a:rPr lang="en-US" sz="1200" b="0" i="0" dirty="0">
                          <a:solidFill>
                            <a:schemeClr val="tx1"/>
                          </a:solidFill>
                          <a:latin typeface="CMU Serif" panose="02000603000000000000" pitchFamily="2" charset="0"/>
                          <a:ea typeface="CMU Serif" panose="02000603000000000000" pitchFamily="2" charset="0"/>
                          <a:cs typeface="CMU Serif" panose="02000603000000000000" pitchFamily="2" charset="0"/>
                        </a:rPr>
                        <a:t>Prove Q.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71881782"/>
                  </a:ext>
                </a:extLst>
              </a:tr>
              <a:tr h="43776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r">
                        <a:buFont typeface="+mj-lt"/>
                        <a:buNone/>
                      </a:pPr>
                      <a:r>
                        <a:rPr lang="en-US" sz="2000" b="0" i="0" dirty="0">
                          <a:solidFill>
                            <a:schemeClr val="tx1"/>
                          </a:solidFill>
                          <a:latin typeface="CMU Serif" panose="02000603000000000000" pitchFamily="2" charset="0"/>
                          <a:ea typeface="CMU Serif" panose="02000603000000000000" pitchFamily="2" charset="0"/>
                          <a:cs typeface="CMU Serif" panose="02000603000000000000" pitchFamily="2" charset="0"/>
                        </a:rPr>
                        <a:t>9.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Font typeface="+mj-lt"/>
                        <a:buNone/>
                      </a:pPr>
                      <a:r>
                        <a:rPr lang="en-US" sz="2000" b="0" i="0" dirty="0">
                          <a:solidFill>
                            <a:schemeClr val="tx1"/>
                          </a:solidFill>
                          <a:latin typeface="CMU Serif" panose="02000603000000000000" pitchFamily="2" charset="0"/>
                          <a:ea typeface="CMU Serif" panose="02000603000000000000" pitchFamily="2" charset="0"/>
                          <a:cs typeface="CMU Serif" panose="02000603000000000000" pitchFamily="2" charset="0"/>
                        </a:rPr>
                        <a:t>P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Font typeface="+mj-lt"/>
                        <a:buNone/>
                      </a:pPr>
                      <a:r>
                        <a:rPr lang="en-US" sz="2000" b="0" i="0" dirty="0">
                          <a:solidFill>
                            <a:schemeClr val="tx1"/>
                          </a:solidFill>
                          <a:latin typeface="CMU Serif" panose="02000603000000000000" pitchFamily="2" charset="0"/>
                          <a:ea typeface="CMU Serif" panose="02000603000000000000" pitchFamily="2" charset="0"/>
                          <a:cs typeface="CMU Serif" panose="02000603000000000000" pitchFamily="2" charset="0"/>
                        </a:rPr>
                        <a:t>Subgoal(1,8)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US" sz="1200" b="0" i="0" dirty="0">
                          <a:solidFill>
                            <a:schemeClr val="tx1"/>
                          </a:solidFill>
                          <a:latin typeface="CMU Serif" panose="02000603000000000000" pitchFamily="2" charset="0"/>
                          <a:ea typeface="CMU Serif" panose="02000603000000000000" pitchFamily="2" charset="0"/>
                          <a:cs typeface="CMU Serif" panose="02000603000000000000" pitchFamily="2" charset="0"/>
                        </a:rPr>
                        <a:t>To prove Q, we need to prove P.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97443359"/>
                  </a:ext>
                </a:extLst>
              </a:tr>
              <a:tr h="3006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r">
                        <a:buFont typeface="+mj-lt"/>
                        <a:buNone/>
                      </a:pPr>
                      <a:r>
                        <a:rPr lang="en-US" sz="2000" b="0" i="0" dirty="0">
                          <a:solidFill>
                            <a:schemeClr val="tx1"/>
                          </a:solidFill>
                          <a:latin typeface="CMU Serif" panose="02000603000000000000" pitchFamily="2" charset="0"/>
                          <a:ea typeface="CMU Serif" panose="02000603000000000000" pitchFamily="2" charset="0"/>
                          <a:cs typeface="CMU Serif" panose="02000603000000000000" pitchFamily="2" charset="0"/>
                        </a:rPr>
                        <a:t>10.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Font typeface="+mj-lt"/>
                        <a:buNone/>
                      </a:pPr>
                      <a:r>
                        <a:rPr lang="en-US" sz="2000" b="0" i="0" dirty="0">
                          <a:solidFill>
                            <a:schemeClr val="tx1"/>
                          </a:solidFill>
                          <a:latin typeface="CMU Serif" panose="02000603000000000000" pitchFamily="2" charset="0"/>
                          <a:ea typeface="CMU Serif" panose="02000603000000000000" pitchFamily="2" charset="0"/>
                          <a:cs typeface="CMU Serif" panose="02000603000000000000" pitchFamily="2" charset="0"/>
                        </a:rPr>
                        <a:t>L ∧ M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Font typeface="+mj-lt"/>
                        <a:buNone/>
                      </a:pPr>
                      <a:r>
                        <a:rPr lang="en-US" sz="2000" b="0" i="0" dirty="0">
                          <a:solidFill>
                            <a:schemeClr val="tx1"/>
                          </a:solidFill>
                          <a:latin typeface="CMU Serif" panose="02000603000000000000" pitchFamily="2" charset="0"/>
                          <a:ea typeface="CMU Serif" panose="02000603000000000000" pitchFamily="2" charset="0"/>
                          <a:cs typeface="CMU Serif" panose="02000603000000000000" pitchFamily="2" charset="0"/>
                        </a:rPr>
                        <a:t>Subgoal(2,9)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US" sz="1200" b="0" i="0" dirty="0">
                          <a:solidFill>
                            <a:schemeClr val="tx1"/>
                          </a:solidFill>
                          <a:latin typeface="CMU Serif" panose="02000603000000000000" pitchFamily="2" charset="0"/>
                          <a:ea typeface="CMU Serif" panose="02000603000000000000" pitchFamily="2" charset="0"/>
                          <a:cs typeface="CMU Serif" panose="02000603000000000000" pitchFamily="2" charset="0"/>
                        </a:rPr>
                        <a:t>To prove P, we need to prove L and M.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134046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r">
                        <a:buFont typeface="+mj-lt"/>
                        <a:buNone/>
                      </a:pPr>
                      <a:r>
                        <a:rPr lang="en-US" sz="2000" b="0" i="0" dirty="0">
                          <a:solidFill>
                            <a:schemeClr val="tx1"/>
                          </a:solidFill>
                          <a:latin typeface="CMU Serif" panose="02000603000000000000" pitchFamily="2" charset="0"/>
                          <a:ea typeface="CMU Serif" panose="02000603000000000000" pitchFamily="2" charset="0"/>
                          <a:cs typeface="CMU Serif" panose="02000603000000000000" pitchFamily="2" charset="0"/>
                        </a:rPr>
                        <a:t>11.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US" sz="2000" b="0" i="0" dirty="0">
                          <a:solidFill>
                            <a:schemeClr val="tx1"/>
                          </a:solidFill>
                          <a:latin typeface="CMU Serif" panose="02000603000000000000" pitchFamily="2" charset="0"/>
                          <a:ea typeface="CMU Serif" panose="02000603000000000000" pitchFamily="2" charset="0"/>
                          <a:cs typeface="CMU Serif" panose="02000603000000000000" pitchFamily="2" charset="0"/>
                        </a:rPr>
                        <a:t>L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Font typeface="+mj-lt"/>
                        <a:buNone/>
                      </a:pPr>
                      <a:r>
                        <a:rPr lang="en-US" sz="2000" b="0" i="0" dirty="0">
                          <a:solidFill>
                            <a:schemeClr val="tx1"/>
                          </a:solidFill>
                          <a:latin typeface="CMU Serif" panose="02000603000000000000" pitchFamily="2" charset="0"/>
                          <a:ea typeface="CMU Serif" panose="02000603000000000000" pitchFamily="2" charset="0"/>
                          <a:cs typeface="CMU Serif" panose="02000603000000000000" pitchFamily="2" charset="0"/>
                        </a:rPr>
                        <a:t>Subgoal(10)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Font typeface="+mj-lt"/>
                        <a:buNone/>
                      </a:pPr>
                      <a:r>
                        <a:rPr lang="en-US" sz="1200" b="0" i="0" dirty="0">
                          <a:solidFill>
                            <a:schemeClr val="tx1"/>
                          </a:solidFill>
                          <a:latin typeface="CMU Serif" panose="02000603000000000000" pitchFamily="2" charset="0"/>
                          <a:ea typeface="CMU Serif" panose="02000603000000000000" pitchFamily="2" charset="0"/>
                          <a:cs typeface="CMU Serif" panose="02000603000000000000" pitchFamily="2" charset="0"/>
                        </a:rPr>
                        <a:t>To prove L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80186385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r">
                        <a:buFont typeface="+mj-lt"/>
                        <a:buNone/>
                      </a:pPr>
                      <a:r>
                        <a:rPr lang="en-US" sz="2000" b="0" i="0" dirty="0">
                          <a:solidFill>
                            <a:schemeClr val="tx1"/>
                          </a:solidFill>
                          <a:latin typeface="CMU Serif" panose="02000603000000000000" pitchFamily="2" charset="0"/>
                          <a:ea typeface="CMU Serif" panose="02000603000000000000" pitchFamily="2" charset="0"/>
                          <a:cs typeface="CMU Serif" panose="02000603000000000000" pitchFamily="2" charset="0"/>
                        </a:rPr>
                        <a:t>12.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US" sz="2000" b="0" i="0" dirty="0">
                          <a:solidFill>
                            <a:schemeClr val="tx1"/>
                          </a:solidFill>
                          <a:latin typeface="CMU Serif" panose="02000603000000000000" pitchFamily="2" charset="0"/>
                          <a:ea typeface="CMU Serif" panose="02000603000000000000" pitchFamily="2" charset="0"/>
                          <a:cs typeface="CMU Serif" panose="02000603000000000000" pitchFamily="2" charset="0"/>
                        </a:rPr>
                        <a:t>A ∧ B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US" sz="2000" b="0" i="0" dirty="0">
                          <a:solidFill>
                            <a:schemeClr val="tx1"/>
                          </a:solidFill>
                          <a:latin typeface="CMU Serif" panose="02000603000000000000" pitchFamily="2" charset="0"/>
                          <a:ea typeface="CMU Serif" panose="02000603000000000000" pitchFamily="2" charset="0"/>
                          <a:cs typeface="CMU Serif" panose="02000603000000000000" pitchFamily="2" charset="0"/>
                        </a:rPr>
                        <a:t>Subgoal(5,11)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US" sz="1200" b="0" i="0" dirty="0">
                          <a:solidFill>
                            <a:schemeClr val="tx1"/>
                          </a:solidFill>
                          <a:latin typeface="CMU Serif" panose="02000603000000000000" pitchFamily="2" charset="0"/>
                          <a:ea typeface="CMU Serif" panose="02000603000000000000" pitchFamily="2" charset="0"/>
                          <a:cs typeface="CMU Serif" panose="02000603000000000000" pitchFamily="2" charset="0"/>
                        </a:rPr>
                        <a:t>We need to prove A ⋀ B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21886790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r">
                        <a:buFont typeface="+mj-lt"/>
                        <a:buNone/>
                      </a:pPr>
                      <a:r>
                        <a:rPr lang="en-US" sz="2000" b="0" i="0" dirty="0">
                          <a:solidFill>
                            <a:schemeClr val="tx1"/>
                          </a:solidFill>
                          <a:latin typeface="CMU Serif" panose="02000603000000000000" pitchFamily="2" charset="0"/>
                          <a:ea typeface="CMU Serif" panose="02000603000000000000" pitchFamily="2" charset="0"/>
                          <a:cs typeface="CMU Serif" panose="02000603000000000000" pitchFamily="2" charset="0"/>
                        </a:rPr>
                        <a:t>13.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US" sz="2000" b="0" i="0" dirty="0">
                          <a:solidFill>
                            <a:schemeClr val="tx1"/>
                          </a:solidFill>
                          <a:latin typeface="CMU Serif" panose="02000603000000000000" pitchFamily="2" charset="0"/>
                          <a:ea typeface="CMU Serif" panose="02000603000000000000" pitchFamily="2" charset="0"/>
                          <a:cs typeface="CMU Serif" panose="02000603000000000000" pitchFamily="2" charset="0"/>
                        </a:rPr>
                        <a:t>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Font typeface="+mj-lt"/>
                        <a:buNone/>
                      </a:pPr>
                      <a:r>
                        <a:rPr lang="en-US" sz="2000" b="0" i="0" dirty="0">
                          <a:solidFill>
                            <a:schemeClr val="tx1"/>
                          </a:solidFill>
                          <a:latin typeface="CMU Serif" panose="02000603000000000000" pitchFamily="2" charset="0"/>
                          <a:ea typeface="CMU Serif" panose="02000603000000000000" pitchFamily="2" charset="0"/>
                          <a:cs typeface="CMU Serif" panose="02000603000000000000" pitchFamily="2" charset="0"/>
                        </a:rPr>
                        <a:t>True(6)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Font typeface="+mj-lt"/>
                        <a:buNone/>
                      </a:pPr>
                      <a:r>
                        <a:rPr lang="en-US" sz="1200" b="0" i="0" dirty="0">
                          <a:solidFill>
                            <a:schemeClr val="tx1"/>
                          </a:solidFill>
                          <a:latin typeface="CMU Serif" panose="02000603000000000000" pitchFamily="2" charset="0"/>
                          <a:ea typeface="CMU Serif" panose="02000603000000000000" pitchFamily="2" charset="0"/>
                          <a:cs typeface="CMU Serif" panose="02000603000000000000" pitchFamily="2" charset="0"/>
                        </a:rPr>
                        <a:t>We already know A and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21088718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r">
                        <a:buFont typeface="+mj-lt"/>
                        <a:buNone/>
                      </a:pPr>
                      <a:r>
                        <a:rPr lang="en-US" sz="2000" b="0" i="0" dirty="0">
                          <a:solidFill>
                            <a:schemeClr val="tx1"/>
                          </a:solidFill>
                          <a:latin typeface="CMU Serif" panose="02000603000000000000" pitchFamily="2" charset="0"/>
                          <a:ea typeface="CMU Serif" panose="02000603000000000000" pitchFamily="2" charset="0"/>
                          <a:cs typeface="CMU Serif" panose="02000603000000000000" pitchFamily="2" charset="0"/>
                        </a:rPr>
                        <a:t>14.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US" sz="2000" b="0" i="0" dirty="0">
                          <a:solidFill>
                            <a:schemeClr val="tx1"/>
                          </a:solidFill>
                          <a:latin typeface="CMU Serif" panose="02000603000000000000" pitchFamily="2" charset="0"/>
                          <a:ea typeface="CMU Serif" panose="02000603000000000000" pitchFamily="2" charset="0"/>
                          <a:cs typeface="CMU Serif" panose="02000603000000000000" pitchFamily="2" charset="0"/>
                        </a:rPr>
                        <a:t>B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Font typeface="+mj-lt"/>
                        <a:buNone/>
                      </a:pPr>
                      <a:r>
                        <a:rPr lang="en-US" sz="2000" b="0" i="0" dirty="0">
                          <a:solidFill>
                            <a:schemeClr val="tx1"/>
                          </a:solidFill>
                          <a:latin typeface="CMU Serif" panose="02000603000000000000" pitchFamily="2" charset="0"/>
                          <a:ea typeface="CMU Serif" panose="02000603000000000000" pitchFamily="2" charset="0"/>
                          <a:cs typeface="CMU Serif" panose="02000603000000000000" pitchFamily="2" charset="0"/>
                        </a:rPr>
                        <a:t>True(7)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Font typeface="+mj-lt"/>
                        <a:buNone/>
                      </a:pPr>
                      <a:r>
                        <a:rPr lang="en-US" sz="1200" b="0" i="0" dirty="0">
                          <a:solidFill>
                            <a:schemeClr val="tx1"/>
                          </a:solidFill>
                          <a:latin typeface="CMU Serif" panose="02000603000000000000" pitchFamily="2" charset="0"/>
                          <a:ea typeface="CMU Serif" panose="02000603000000000000" pitchFamily="2" charset="0"/>
                          <a:cs typeface="CMU Serif" panose="02000603000000000000" pitchFamily="2" charset="0"/>
                        </a:rPr>
                        <a:t>B from the facts.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57014511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r">
                        <a:buFont typeface="+mj-lt"/>
                        <a:buNone/>
                      </a:pPr>
                      <a:r>
                        <a:rPr lang="en-US" sz="2000" b="0" i="0" dirty="0">
                          <a:solidFill>
                            <a:schemeClr val="tx1"/>
                          </a:solidFill>
                          <a:latin typeface="CMU Serif" panose="02000603000000000000" pitchFamily="2" charset="0"/>
                          <a:ea typeface="CMU Serif" panose="02000603000000000000" pitchFamily="2" charset="0"/>
                          <a:cs typeface="CMU Serif" panose="02000603000000000000" pitchFamily="2" charset="0"/>
                        </a:rPr>
                        <a:t>15.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US" sz="2000" b="0" i="0" dirty="0">
                          <a:solidFill>
                            <a:schemeClr val="tx1"/>
                          </a:solidFill>
                          <a:latin typeface="CMU Serif" panose="02000603000000000000" pitchFamily="2" charset="0"/>
                          <a:ea typeface="CMU Serif" panose="02000603000000000000" pitchFamily="2" charset="0"/>
                          <a:cs typeface="CMU Serif" panose="02000603000000000000" pitchFamily="2" charset="0"/>
                        </a:rPr>
                        <a:t>L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US" sz="2000" b="0" i="0" dirty="0">
                          <a:solidFill>
                            <a:schemeClr val="tx1"/>
                          </a:solidFill>
                          <a:latin typeface="CMU Serif" panose="02000603000000000000" pitchFamily="2" charset="0"/>
                          <a:ea typeface="CMU Serif" panose="02000603000000000000" pitchFamily="2" charset="0"/>
                          <a:cs typeface="CMU Serif" panose="02000603000000000000" pitchFamily="2" charset="0"/>
                        </a:rPr>
                        <a:t>True(5,13,14)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US" sz="1200" b="0" i="0" dirty="0">
                          <a:solidFill>
                            <a:schemeClr val="tx1"/>
                          </a:solidFill>
                          <a:latin typeface="CMU Serif" panose="02000603000000000000" pitchFamily="2" charset="0"/>
                          <a:ea typeface="CMU Serif" panose="02000603000000000000" pitchFamily="2" charset="0"/>
                          <a:cs typeface="CMU Serif" panose="02000603000000000000" pitchFamily="2" charset="0"/>
                        </a:rPr>
                        <a:t>Thus, L is proven.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96893243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r">
                        <a:buFont typeface="+mj-lt"/>
                        <a:buNone/>
                      </a:pPr>
                      <a:r>
                        <a:rPr lang="en-US" sz="2000" b="0" i="0" dirty="0">
                          <a:solidFill>
                            <a:schemeClr val="tx1"/>
                          </a:solidFill>
                          <a:latin typeface="CMU Serif" panose="02000603000000000000" pitchFamily="2" charset="0"/>
                          <a:ea typeface="CMU Serif" panose="02000603000000000000" pitchFamily="2" charset="0"/>
                          <a:cs typeface="CMU Serif" panose="02000603000000000000" pitchFamily="2" charset="0"/>
                        </a:rPr>
                        <a:t>16.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US" sz="2000" b="0" i="0" dirty="0">
                          <a:solidFill>
                            <a:schemeClr val="tx1"/>
                          </a:solidFill>
                          <a:latin typeface="CMU Serif" panose="02000603000000000000" pitchFamily="2" charset="0"/>
                          <a:ea typeface="CMU Serif" panose="02000603000000000000" pitchFamily="2" charset="0"/>
                          <a:cs typeface="CMU Serif" panose="02000603000000000000" pitchFamily="2" charset="0"/>
                        </a:rPr>
                        <a:t>M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US" sz="2000" b="0" i="0" dirty="0">
                          <a:solidFill>
                            <a:schemeClr val="tx1"/>
                          </a:solidFill>
                          <a:latin typeface="CMU Serif" panose="02000603000000000000" pitchFamily="2" charset="0"/>
                          <a:ea typeface="CMU Serif" panose="02000603000000000000" pitchFamily="2" charset="0"/>
                          <a:cs typeface="CMU Serif" panose="02000603000000000000" pitchFamily="2" charset="0"/>
                        </a:rPr>
                        <a:t>True(14,15)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US" sz="1200" b="0" i="0" dirty="0">
                          <a:solidFill>
                            <a:schemeClr val="tx1"/>
                          </a:solidFill>
                          <a:latin typeface="CMU Serif" panose="02000603000000000000" pitchFamily="2" charset="0"/>
                          <a:ea typeface="CMU Serif" panose="02000603000000000000" pitchFamily="2" charset="0"/>
                          <a:cs typeface="CMU Serif" panose="02000603000000000000" pitchFamily="2" charset="0"/>
                        </a:rPr>
                        <a:t>Since both B and L is true.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98553278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r">
                        <a:buFont typeface="+mj-lt"/>
                        <a:buNone/>
                      </a:pPr>
                      <a:r>
                        <a:rPr lang="en-US" sz="2000" b="0" i="0" dirty="0">
                          <a:solidFill>
                            <a:schemeClr val="tx1"/>
                          </a:solidFill>
                          <a:latin typeface="CMU Serif" panose="02000603000000000000" pitchFamily="2" charset="0"/>
                          <a:ea typeface="CMU Serif" panose="02000603000000000000" pitchFamily="2" charset="0"/>
                          <a:cs typeface="CMU Serif" panose="02000603000000000000" pitchFamily="2" charset="0"/>
                        </a:rPr>
                        <a:t>17.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US" sz="2000" b="0" i="0" dirty="0">
                          <a:solidFill>
                            <a:schemeClr val="tx1"/>
                          </a:solidFill>
                          <a:latin typeface="CMU Serif" panose="02000603000000000000" pitchFamily="2" charset="0"/>
                          <a:ea typeface="CMU Serif" panose="02000603000000000000" pitchFamily="2" charset="0"/>
                          <a:cs typeface="CMU Serif" panose="02000603000000000000" pitchFamily="2" charset="0"/>
                        </a:rPr>
                        <a:t>P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US" sz="2000" b="0" i="0" dirty="0">
                          <a:solidFill>
                            <a:schemeClr val="tx1"/>
                          </a:solidFill>
                          <a:latin typeface="CMU Serif" panose="02000603000000000000" pitchFamily="2" charset="0"/>
                          <a:ea typeface="CMU Serif" panose="02000603000000000000" pitchFamily="2" charset="0"/>
                          <a:cs typeface="CMU Serif" panose="02000603000000000000" pitchFamily="2" charset="0"/>
                        </a:rPr>
                        <a:t>True(15,16)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US" sz="1200" b="0" i="0" dirty="0">
                          <a:solidFill>
                            <a:schemeClr val="tx1"/>
                          </a:solidFill>
                          <a:latin typeface="CMU Serif" panose="02000603000000000000" pitchFamily="2" charset="0"/>
                          <a:ea typeface="CMU Serif" panose="02000603000000000000" pitchFamily="2" charset="0"/>
                          <a:cs typeface="CMU Serif" panose="02000603000000000000" pitchFamily="2" charset="0"/>
                        </a:rPr>
                        <a:t>Since both L and M are true, P is true.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88799440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r">
                        <a:buFont typeface="+mj-lt"/>
                        <a:buNone/>
                      </a:pPr>
                      <a:r>
                        <a:rPr lang="en-US" sz="2000" b="0" i="0" dirty="0">
                          <a:solidFill>
                            <a:schemeClr val="tx1"/>
                          </a:solidFill>
                          <a:latin typeface="CMU Serif" panose="02000603000000000000" pitchFamily="2" charset="0"/>
                          <a:ea typeface="CMU Serif" panose="02000603000000000000" pitchFamily="2" charset="0"/>
                          <a:cs typeface="CMU Serif" panose="02000603000000000000" pitchFamily="2" charset="0"/>
                        </a:rPr>
                        <a:t>18.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US" sz="2000" b="0" i="0" dirty="0">
                          <a:solidFill>
                            <a:schemeClr val="tx1"/>
                          </a:solidFill>
                          <a:latin typeface="CMU Serif" panose="02000603000000000000" pitchFamily="2" charset="0"/>
                          <a:ea typeface="CMU Serif" panose="02000603000000000000" pitchFamily="2" charset="0"/>
                          <a:cs typeface="CMU Serif" panose="02000603000000000000" pitchFamily="2" charset="0"/>
                        </a:rPr>
                        <a:t>Q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US" sz="2000" b="0" i="0" dirty="0">
                          <a:solidFill>
                            <a:schemeClr val="tx1"/>
                          </a:solidFill>
                          <a:latin typeface="CMU Serif" panose="02000603000000000000" pitchFamily="2" charset="0"/>
                          <a:ea typeface="CMU Serif" panose="02000603000000000000" pitchFamily="2" charset="0"/>
                          <a:cs typeface="CMU Serif" panose="02000603000000000000" pitchFamily="2" charset="0"/>
                        </a:rPr>
                        <a:t>True(1,17)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US" sz="1200" b="0" i="0" dirty="0">
                          <a:solidFill>
                            <a:schemeClr val="tx1"/>
                          </a:solidFill>
                          <a:latin typeface="CMU Serif" panose="02000603000000000000" pitchFamily="2" charset="0"/>
                          <a:ea typeface="CMU Serif" panose="02000603000000000000" pitchFamily="2" charset="0"/>
                          <a:cs typeface="CMU Serif" panose="02000603000000000000" pitchFamily="2" charset="0"/>
                        </a:rPr>
                        <a:t>Since P is true, Q is true.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4189224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7495225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86C7D34-CC17-AEA0-9287-97BE6118B30E}"/>
              </a:ext>
            </a:extLst>
          </p:cNvPr>
          <p:cNvSpPr txBox="1"/>
          <p:nvPr/>
        </p:nvSpPr>
        <p:spPr>
          <a:xfrm>
            <a:off x="452966" y="649870"/>
            <a:ext cx="8238067" cy="553998"/>
          </a:xfrm>
          <a:prstGeom prst="rect">
            <a:avLst/>
          </a:prstGeom>
          <a:noFill/>
          <a:ln w="12700">
            <a:solidFill>
              <a:schemeClr val="accent4"/>
            </a:solidFill>
          </a:ln>
        </p:spPr>
        <p:txBody>
          <a:bodyPr wrap="square" lIns="0" tIns="0" rIns="0" bIns="0" rtlCol="0" anchor="ctr">
            <a:spAutoFit/>
          </a:bodyPr>
          <a:lstStyle/>
          <a:p>
            <a:r>
              <a:rPr lang="en-US" sz="3600" dirty="0">
                <a:solidFill>
                  <a:schemeClr val="accent1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Forward vs. Backward Chaining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79A60E7-8B1A-3B2B-66DB-395E3A86F5E9}"/>
              </a:ext>
            </a:extLst>
          </p:cNvPr>
          <p:cNvSpPr txBox="1"/>
          <p:nvPr/>
        </p:nvSpPr>
        <p:spPr>
          <a:xfrm>
            <a:off x="452966" y="2104540"/>
            <a:ext cx="8238066" cy="3631763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marL="342900" indent="-342900" algn="just">
              <a:spcAft>
                <a:spcPts val="120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22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FC is data-driven</a:t>
            </a:r>
          </a:p>
          <a:p>
            <a:pPr marL="800100" lvl="1" indent="-342900" algn="just">
              <a:spcAft>
                <a:spcPts val="1200"/>
              </a:spcAft>
              <a:buClr>
                <a:schemeClr val="accent1"/>
              </a:buClr>
              <a:buFont typeface="Courier New" panose="02070309020205020404" pitchFamily="49" charset="0"/>
              <a:buChar char="o"/>
            </a:pPr>
            <a:r>
              <a:rPr lang="en-US" sz="22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Automatic, unconscious processing</a:t>
            </a:r>
          </a:p>
          <a:p>
            <a:pPr marL="800100" lvl="1" indent="-342900" algn="just">
              <a:spcAft>
                <a:spcPts val="1200"/>
              </a:spcAft>
              <a:buClr>
                <a:schemeClr val="accent1"/>
              </a:buClr>
              <a:buFont typeface="Courier New" panose="02070309020205020404" pitchFamily="49" charset="0"/>
              <a:buChar char="o"/>
            </a:pPr>
            <a:r>
              <a:rPr lang="en-US" sz="22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e.g., object recognition, routine decisions</a:t>
            </a:r>
          </a:p>
          <a:p>
            <a:pPr marL="800100" lvl="1" indent="-342900" algn="just">
              <a:spcAft>
                <a:spcPts val="1200"/>
              </a:spcAft>
              <a:buClr>
                <a:schemeClr val="accent1"/>
              </a:buClr>
              <a:buFont typeface="Courier New" panose="02070309020205020404" pitchFamily="49" charset="0"/>
              <a:buChar char="o"/>
            </a:pPr>
            <a:r>
              <a:rPr lang="en-US" sz="22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May do lots of work that is irrelevant to the goal</a:t>
            </a:r>
          </a:p>
          <a:p>
            <a:pPr marL="342900" indent="-342900" algn="just">
              <a:spcAft>
                <a:spcPts val="120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22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BC is goal-driven, appropriate for problem-solving</a:t>
            </a:r>
          </a:p>
          <a:p>
            <a:pPr marL="800100" lvl="1" indent="-342900" algn="just">
              <a:spcAft>
                <a:spcPts val="1200"/>
              </a:spcAft>
              <a:buClr>
                <a:schemeClr val="accent1"/>
              </a:buClr>
              <a:buFont typeface="Courier New" panose="02070309020205020404" pitchFamily="49" charset="0"/>
              <a:buChar char="o"/>
            </a:pPr>
            <a:r>
              <a:rPr lang="en-US" sz="22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Where are my keys? How do I get to my next class?</a:t>
            </a:r>
          </a:p>
          <a:p>
            <a:pPr marL="800100" lvl="1" indent="-342900" algn="just">
              <a:spcAft>
                <a:spcPts val="1200"/>
              </a:spcAft>
              <a:buClr>
                <a:schemeClr val="accent1"/>
              </a:buClr>
              <a:buFont typeface="Courier New" panose="02070309020205020404" pitchFamily="49" charset="0"/>
              <a:buChar char="o"/>
            </a:pPr>
            <a:r>
              <a:rPr lang="en-US" sz="22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Complexity of BC can be much less than linear in the size of the KB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94C0E66A-B7A0-4E76-8553-A9524B12AE3A}"/>
                  </a:ext>
                </a:extLst>
              </p14:cNvPr>
              <p14:cNvContentPartPr/>
              <p14:nvPr/>
            </p14:nvContentPartPr>
            <p14:xfrm>
              <a:off x="1016904" y="2491038"/>
              <a:ext cx="1518480" cy="2916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94C0E66A-B7A0-4E76-8553-A9524B12AE3A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007904" y="2482038"/>
                <a:ext cx="1536120" cy="468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0D80B60-1F99-639B-CAB3-5376DB0A9744}"/>
              </a:ext>
            </a:extLst>
          </p:cNvPr>
          <p:cNvSpPr txBox="1"/>
          <p:nvPr/>
        </p:nvSpPr>
        <p:spPr>
          <a:xfrm>
            <a:off x="452966" y="649870"/>
            <a:ext cx="8238067" cy="553998"/>
          </a:xfrm>
          <a:prstGeom prst="rect">
            <a:avLst/>
          </a:prstGeom>
          <a:noFill/>
          <a:ln w="12700">
            <a:solidFill>
              <a:schemeClr val="accent4"/>
            </a:solidFill>
          </a:ln>
        </p:spPr>
        <p:txBody>
          <a:bodyPr wrap="square" lIns="0" tIns="0" rIns="0" bIns="0" rtlCol="0" anchor="ctr">
            <a:spAutoFit/>
          </a:bodyPr>
          <a:lstStyle/>
          <a:p>
            <a:r>
              <a:rPr lang="en-US" sz="3600" dirty="0">
                <a:solidFill>
                  <a:schemeClr val="accent1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Common Inference Rules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BE60311E-7F8A-5914-DE41-DFD62DC74F0E}"/>
              </a:ext>
            </a:extLst>
          </p:cNvPr>
          <p:cNvGraphicFramePr>
            <a:graphicFrameLocks noGrp="1"/>
          </p:cNvGraphicFramePr>
          <p:nvPr/>
        </p:nvGraphicFramePr>
        <p:xfrm>
          <a:off x="452967" y="1644650"/>
          <a:ext cx="8238066" cy="4754880"/>
        </p:xfrm>
        <a:graphic>
          <a:graphicData uri="http://schemas.openxmlformats.org/drawingml/2006/table">
            <a:tbl>
              <a:tblPr firstRow="1" bandRow="1">
                <a:tableStyleId>{B301B821-A1FF-4177-AEE7-76D212191A09}</a:tableStyleId>
              </a:tblPr>
              <a:tblGrid>
                <a:gridCol w="2746022">
                  <a:extLst>
                    <a:ext uri="{9D8B030D-6E8A-4147-A177-3AD203B41FA5}">
                      <a16:colId xmlns:a16="http://schemas.microsoft.com/office/drawing/2014/main" val="827011686"/>
                    </a:ext>
                  </a:extLst>
                </a:gridCol>
                <a:gridCol w="2746022">
                  <a:extLst>
                    <a:ext uri="{9D8B030D-6E8A-4147-A177-3AD203B41FA5}">
                      <a16:colId xmlns:a16="http://schemas.microsoft.com/office/drawing/2014/main" val="384296255"/>
                    </a:ext>
                  </a:extLst>
                </a:gridCol>
                <a:gridCol w="2746022">
                  <a:extLst>
                    <a:ext uri="{9D8B030D-6E8A-4147-A177-3AD203B41FA5}">
                      <a16:colId xmlns:a16="http://schemas.microsoft.com/office/drawing/2014/main" val="398748791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>
                          <a:latin typeface="CMU Serif" panose="02000603000000000000" pitchFamily="2" charset="0"/>
                          <a:ea typeface="CMU Serif" panose="02000603000000000000" pitchFamily="2" charset="0"/>
                          <a:cs typeface="CMU Serif" panose="02000603000000000000" pitchFamily="2" charset="0"/>
                        </a:rPr>
                        <a:t>Rule Names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>
                          <a:latin typeface="CMU Serif" panose="02000603000000000000" pitchFamily="2" charset="0"/>
                          <a:ea typeface="CMU Serif" panose="02000603000000000000" pitchFamily="2" charset="0"/>
                          <a:cs typeface="CMU Serif" panose="02000603000000000000" pitchFamily="2" charset="0"/>
                        </a:rPr>
                        <a:t>Premise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>
                          <a:latin typeface="CMU Serif" panose="02000603000000000000" pitchFamily="2" charset="0"/>
                          <a:ea typeface="CMU Serif" panose="02000603000000000000" pitchFamily="2" charset="0"/>
                          <a:cs typeface="CMU Serif" panose="02000603000000000000" pitchFamily="2" charset="0"/>
                        </a:rPr>
                        <a:t>Conclusion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458915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>
                          <a:latin typeface="CMU Serif" panose="02000603000000000000" pitchFamily="2" charset="0"/>
                          <a:ea typeface="CMU Serif" panose="02000603000000000000" pitchFamily="2" charset="0"/>
                          <a:cs typeface="CMU Serif" panose="02000603000000000000" pitchFamily="2" charset="0"/>
                        </a:rPr>
                        <a:t>Modus Ponens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>
                          <a:latin typeface="CMU Serif" panose="02000603000000000000" pitchFamily="2" charset="0"/>
                          <a:ea typeface="CMU Serif" panose="02000603000000000000" pitchFamily="2" charset="0"/>
                          <a:cs typeface="CMU Serif" panose="02000603000000000000" pitchFamily="2" charset="0"/>
                        </a:rPr>
                        <a:t>A ⇒ B, 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>
                          <a:latin typeface="CMU Serif" panose="02000603000000000000" pitchFamily="2" charset="0"/>
                          <a:ea typeface="CMU Serif" panose="02000603000000000000" pitchFamily="2" charset="0"/>
                          <a:cs typeface="CMU Serif" panose="02000603000000000000" pitchFamily="2" charset="0"/>
                        </a:rPr>
                        <a:t>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992611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>
                          <a:latin typeface="CMU Serif" panose="02000603000000000000" pitchFamily="2" charset="0"/>
                          <a:ea typeface="CMU Serif" panose="02000603000000000000" pitchFamily="2" charset="0"/>
                          <a:cs typeface="CMU Serif" panose="02000603000000000000" pitchFamily="2" charset="0"/>
                        </a:rPr>
                        <a:t>Modus Tollens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>
                          <a:latin typeface="CMU Serif" panose="02000603000000000000" pitchFamily="2" charset="0"/>
                          <a:ea typeface="CMU Serif" panose="02000603000000000000" pitchFamily="2" charset="0"/>
                          <a:cs typeface="CMU Serif" panose="02000603000000000000" pitchFamily="2" charset="0"/>
                        </a:rPr>
                        <a:t>A ⇒ B, ¬B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>
                          <a:latin typeface="CMU Serif" panose="02000603000000000000" pitchFamily="2" charset="0"/>
                          <a:ea typeface="CMU Serif" panose="02000603000000000000" pitchFamily="2" charset="0"/>
                          <a:cs typeface="CMU Serif" panose="02000603000000000000" pitchFamily="2" charset="0"/>
                        </a:rPr>
                        <a:t>¬A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294184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>
                          <a:latin typeface="CMU Serif" panose="02000603000000000000" pitchFamily="2" charset="0"/>
                          <a:ea typeface="CMU Serif" panose="02000603000000000000" pitchFamily="2" charset="0"/>
                          <a:cs typeface="CMU Serif" panose="02000603000000000000" pitchFamily="2" charset="0"/>
                        </a:rPr>
                        <a:t>And Elimination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>
                          <a:latin typeface="CMU Serif" panose="02000603000000000000" pitchFamily="2" charset="0"/>
                          <a:ea typeface="CMU Serif" panose="02000603000000000000" pitchFamily="2" charset="0"/>
                          <a:cs typeface="CMU Serif" panose="02000603000000000000" pitchFamily="2" charset="0"/>
                        </a:rPr>
                        <a:t>A ⋀ 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>
                          <a:latin typeface="CMU Serif" panose="02000603000000000000" pitchFamily="2" charset="0"/>
                          <a:ea typeface="CMU Serif" panose="02000603000000000000" pitchFamily="2" charset="0"/>
                          <a:cs typeface="CMU Serif" panose="02000603000000000000" pitchFamily="2" charset="0"/>
                        </a:rPr>
                        <a:t>A, 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416938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>
                          <a:latin typeface="CMU Serif" panose="02000603000000000000" pitchFamily="2" charset="0"/>
                          <a:ea typeface="CMU Serif" panose="02000603000000000000" pitchFamily="2" charset="0"/>
                          <a:cs typeface="CMU Serif" panose="02000603000000000000" pitchFamily="2" charset="0"/>
                        </a:rPr>
                        <a:t>And Introduction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>
                          <a:latin typeface="CMU Serif" panose="02000603000000000000" pitchFamily="2" charset="0"/>
                          <a:ea typeface="CMU Serif" panose="02000603000000000000" pitchFamily="2" charset="0"/>
                          <a:cs typeface="CMU Serif" panose="02000603000000000000" pitchFamily="2" charset="0"/>
                        </a:rPr>
                        <a:t>A, 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>
                          <a:latin typeface="CMU Serif" panose="02000603000000000000" pitchFamily="2" charset="0"/>
                          <a:ea typeface="CMU Serif" panose="02000603000000000000" pitchFamily="2" charset="0"/>
                          <a:cs typeface="CMU Serif" panose="02000603000000000000" pitchFamily="2" charset="0"/>
                        </a:rPr>
                        <a:t>A ⋀ 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235808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>
                          <a:latin typeface="CMU Serif" panose="02000603000000000000" pitchFamily="2" charset="0"/>
                          <a:ea typeface="CMU Serif" panose="02000603000000000000" pitchFamily="2" charset="0"/>
                          <a:cs typeface="CMU Serif" panose="02000603000000000000" pitchFamily="2" charset="0"/>
                        </a:rPr>
                        <a:t>Double Negation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>
                          <a:latin typeface="CMU Serif" panose="02000603000000000000" pitchFamily="2" charset="0"/>
                          <a:ea typeface="CMU Serif" panose="02000603000000000000" pitchFamily="2" charset="0"/>
                          <a:cs typeface="CMU Serif" panose="02000603000000000000" pitchFamily="2" charset="0"/>
                        </a:rPr>
                        <a:t>¬¬ 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>
                          <a:latin typeface="CMU Serif" panose="02000603000000000000" pitchFamily="2" charset="0"/>
                          <a:ea typeface="CMU Serif" panose="02000603000000000000" pitchFamily="2" charset="0"/>
                          <a:cs typeface="CMU Serif" panose="02000603000000000000" pitchFamily="2" charset="0"/>
                        </a:rPr>
                        <a:t>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445951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>
                          <a:latin typeface="CMU Serif" panose="02000603000000000000" pitchFamily="2" charset="0"/>
                          <a:ea typeface="CMU Serif" panose="02000603000000000000" pitchFamily="2" charset="0"/>
                          <a:cs typeface="CMU Serif" panose="02000603000000000000" pitchFamily="2" charset="0"/>
                        </a:rPr>
                        <a:t>Unit Resolution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>
                          <a:latin typeface="CMU Serif" panose="02000603000000000000" pitchFamily="2" charset="0"/>
                          <a:ea typeface="CMU Serif" panose="02000603000000000000" pitchFamily="2" charset="0"/>
                          <a:cs typeface="CMU Serif" panose="02000603000000000000" pitchFamily="2" charset="0"/>
                        </a:rPr>
                        <a:t>A ⋁ B, ¬B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>
                          <a:latin typeface="CMU Serif" panose="02000603000000000000" pitchFamily="2" charset="0"/>
                          <a:ea typeface="CMU Serif" panose="02000603000000000000" pitchFamily="2" charset="0"/>
                          <a:cs typeface="CMU Serif" panose="02000603000000000000" pitchFamily="2" charset="0"/>
                        </a:rPr>
                        <a:t>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234632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>
                          <a:latin typeface="CMU Serif" panose="02000603000000000000" pitchFamily="2" charset="0"/>
                          <a:ea typeface="CMU Serif" panose="02000603000000000000" pitchFamily="2" charset="0"/>
                          <a:cs typeface="CMU Serif" panose="02000603000000000000" pitchFamily="2" charset="0"/>
                        </a:rPr>
                        <a:t>Resolution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>
                          <a:latin typeface="CMU Serif" panose="02000603000000000000" pitchFamily="2" charset="0"/>
                          <a:ea typeface="CMU Serif" panose="02000603000000000000" pitchFamily="2" charset="0"/>
                          <a:cs typeface="CMU Serif" panose="02000603000000000000" pitchFamily="2" charset="0"/>
                        </a:rPr>
                        <a:t>A ⋁ B, ¬B ⋁ 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>
                          <a:latin typeface="CMU Serif" panose="02000603000000000000" pitchFamily="2" charset="0"/>
                          <a:ea typeface="CMU Serif" panose="02000603000000000000" pitchFamily="2" charset="0"/>
                          <a:cs typeface="CMU Serif" panose="02000603000000000000" pitchFamily="2" charset="0"/>
                        </a:rPr>
                        <a:t>A ⋁ C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877313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>
                          <a:latin typeface="CMU Serif" panose="02000603000000000000" pitchFamily="2" charset="0"/>
                          <a:ea typeface="CMU Serif" panose="02000603000000000000" pitchFamily="2" charset="0"/>
                          <a:cs typeface="CMU Serif" panose="02000603000000000000" pitchFamily="2" charset="0"/>
                        </a:rPr>
                        <a:t>De Morgans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>
                          <a:latin typeface="CMU Serif" panose="02000603000000000000" pitchFamily="2" charset="0"/>
                          <a:ea typeface="CMU Serif" panose="02000603000000000000" pitchFamily="2" charset="0"/>
                          <a:cs typeface="CMU Serif" panose="02000603000000000000" pitchFamily="2" charset="0"/>
                        </a:rPr>
                        <a:t>¬ (A ⋁ B)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>
                          <a:latin typeface="CMU Serif" panose="02000603000000000000" pitchFamily="2" charset="0"/>
                          <a:ea typeface="CMU Serif" panose="02000603000000000000" pitchFamily="2" charset="0"/>
                          <a:cs typeface="CMU Serif" panose="02000603000000000000" pitchFamily="2" charset="0"/>
                        </a:rPr>
                        <a:t>¬ A ⋀ ¬ 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214377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>
                          <a:latin typeface="CMU Serif" panose="02000603000000000000" pitchFamily="2" charset="0"/>
                          <a:ea typeface="CMU Serif" panose="02000603000000000000" pitchFamily="2" charset="0"/>
                          <a:cs typeface="CMU Serif" panose="02000603000000000000" pitchFamily="2" charset="0"/>
                        </a:rPr>
                        <a:t>De Morgans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>
                          <a:latin typeface="CMU Serif" panose="02000603000000000000" pitchFamily="2" charset="0"/>
                          <a:ea typeface="CMU Serif" panose="02000603000000000000" pitchFamily="2" charset="0"/>
                          <a:cs typeface="CMU Serif" panose="02000603000000000000" pitchFamily="2" charset="0"/>
                        </a:rPr>
                        <a:t>¬ (A ⋀ B)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>
                          <a:latin typeface="CMU Serif" panose="02000603000000000000" pitchFamily="2" charset="0"/>
                          <a:ea typeface="CMU Serif" panose="02000603000000000000" pitchFamily="2" charset="0"/>
                          <a:cs typeface="CMU Serif" panose="02000603000000000000" pitchFamily="2" charset="0"/>
                        </a:rPr>
                        <a:t>¬ A ⋁ ¬ 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501162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>
                          <a:latin typeface="CMU Serif" panose="02000603000000000000" pitchFamily="2" charset="0"/>
                          <a:ea typeface="CMU Serif" panose="02000603000000000000" pitchFamily="2" charset="0"/>
                          <a:cs typeface="CMU Serif" panose="02000603000000000000" pitchFamily="2" charset="0"/>
                        </a:rPr>
                        <a:t>Contraposition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>
                          <a:latin typeface="CMU Serif" panose="02000603000000000000" pitchFamily="2" charset="0"/>
                          <a:ea typeface="CMU Serif" panose="02000603000000000000" pitchFamily="2" charset="0"/>
                          <a:cs typeface="CMU Serif" panose="02000603000000000000" pitchFamily="2" charset="0"/>
                        </a:rPr>
                        <a:t>A ⇒ 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>
                          <a:latin typeface="CMU Serif" panose="02000603000000000000" pitchFamily="2" charset="0"/>
                          <a:ea typeface="CMU Serif" panose="02000603000000000000" pitchFamily="2" charset="0"/>
                          <a:cs typeface="CMU Serif" panose="02000603000000000000" pitchFamily="2" charset="0"/>
                        </a:rPr>
                        <a:t>¬B ⇒ ¬A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805951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>
                          <a:latin typeface="CMU Serif" panose="02000603000000000000" pitchFamily="2" charset="0"/>
                          <a:ea typeface="CMU Serif" panose="02000603000000000000" pitchFamily="2" charset="0"/>
                          <a:cs typeface="CMU Serif" panose="02000603000000000000" pitchFamily="2" charset="0"/>
                        </a:rPr>
                        <a:t>Equivalence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>
                          <a:latin typeface="CMU Serif" panose="02000603000000000000" pitchFamily="2" charset="0"/>
                          <a:ea typeface="CMU Serif" panose="02000603000000000000" pitchFamily="2" charset="0"/>
                          <a:cs typeface="CMU Serif" panose="02000603000000000000" pitchFamily="2" charset="0"/>
                        </a:rPr>
                        <a:t>A ⇒ 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>
                          <a:latin typeface="CMU Serif" panose="02000603000000000000" pitchFamily="2" charset="0"/>
                          <a:ea typeface="CMU Serif" panose="02000603000000000000" pitchFamily="2" charset="0"/>
                          <a:cs typeface="CMU Serif" panose="02000603000000000000" pitchFamily="2" charset="0"/>
                        </a:rPr>
                        <a:t>¬A ⋁ 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0899565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1096227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93ED25-E08B-0CB9-53F1-67CED9D299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B002118-71F7-2977-4BA5-4225433057E1}"/>
              </a:ext>
            </a:extLst>
          </p:cNvPr>
          <p:cNvSpPr txBox="1"/>
          <p:nvPr/>
        </p:nvSpPr>
        <p:spPr>
          <a:xfrm>
            <a:off x="452966" y="649870"/>
            <a:ext cx="8238067" cy="553998"/>
          </a:xfrm>
          <a:prstGeom prst="rect">
            <a:avLst/>
          </a:prstGeom>
          <a:noFill/>
          <a:ln w="12700">
            <a:solidFill>
              <a:schemeClr val="accent4"/>
            </a:solidFill>
          </a:ln>
        </p:spPr>
        <p:txBody>
          <a:bodyPr wrap="square" lIns="0" tIns="0" rIns="0" bIns="0" rtlCol="0" anchor="ctr">
            <a:spAutoFit/>
          </a:bodyPr>
          <a:lstStyle/>
          <a:p>
            <a:r>
              <a:rPr lang="en-US" sz="3600" dirty="0">
                <a:solidFill>
                  <a:schemeClr val="accent1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Exercise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96B4D68C-5C15-9346-547D-AF685079015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45508906"/>
              </p:ext>
            </p:extLst>
          </p:nvPr>
        </p:nvGraphicFramePr>
        <p:xfrm>
          <a:off x="1881185" y="2156460"/>
          <a:ext cx="5381625" cy="2545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2975">
                  <a:extLst>
                    <a:ext uri="{9D8B030D-6E8A-4147-A177-3AD203B41FA5}">
                      <a16:colId xmlns:a16="http://schemas.microsoft.com/office/drawing/2014/main" val="1659761102"/>
                    </a:ext>
                  </a:extLst>
                </a:gridCol>
                <a:gridCol w="1669781">
                  <a:extLst>
                    <a:ext uri="{9D8B030D-6E8A-4147-A177-3AD203B41FA5}">
                      <a16:colId xmlns:a16="http://schemas.microsoft.com/office/drawing/2014/main" val="828168991"/>
                    </a:ext>
                  </a:extLst>
                </a:gridCol>
                <a:gridCol w="2768869">
                  <a:extLst>
                    <a:ext uri="{9D8B030D-6E8A-4147-A177-3AD203B41FA5}">
                      <a16:colId xmlns:a16="http://schemas.microsoft.com/office/drawing/2014/main" val="677352467"/>
                    </a:ext>
                  </a:extLst>
                </a:gridCol>
              </a:tblGrid>
              <a:tr h="370840">
                <a:tc rowSpan="4"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r>
                        <a:rPr lang="en-US" sz="2200" b="0" dirty="0">
                          <a:solidFill>
                            <a:schemeClr val="tx1"/>
                          </a:solidFill>
                          <a:latin typeface="CMU Serif" panose="02000603000000000000" pitchFamily="2" charset="0"/>
                          <a:ea typeface="CMU Serif" panose="02000603000000000000" pitchFamily="2" charset="0"/>
                          <a:cs typeface="CMU Serif" panose="02000603000000000000" pitchFamily="2" charset="0"/>
                        </a:rPr>
                        <a:t>KB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600"/>
                        </a:spcAft>
                      </a:pPr>
                      <a:r>
                        <a:rPr lang="en-US" sz="2200" b="0" dirty="0">
                          <a:solidFill>
                            <a:schemeClr val="tx1"/>
                          </a:solidFill>
                          <a:latin typeface="CMU Serif" panose="02000603000000000000" pitchFamily="2" charset="0"/>
                          <a:ea typeface="CMU Serif" panose="02000603000000000000" pitchFamily="2" charset="0"/>
                          <a:cs typeface="CMU Serif" panose="02000603000000000000" pitchFamily="2" charset="0"/>
                        </a:rPr>
                        <a:t>Premise 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600"/>
                        </a:spcAft>
                      </a:pPr>
                      <a:r>
                        <a:rPr lang="en-US" sz="2200" b="0" dirty="0">
                          <a:solidFill>
                            <a:schemeClr val="tx1"/>
                          </a:solidFill>
                          <a:latin typeface="CMU Serif" panose="02000603000000000000" pitchFamily="2" charset="0"/>
                          <a:ea typeface="CMU Serif" panose="02000603000000000000" pitchFamily="2" charset="0"/>
                          <a:cs typeface="CMU Serif" panose="02000603000000000000" pitchFamily="2" charset="0"/>
                        </a:rPr>
                        <a:t>¬(¬P ⋁ Q)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11900950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algn="ctr"/>
                      <a:endParaRPr lang="en-US" sz="2000" b="0" dirty="0">
                        <a:latin typeface="CMU Serif" panose="02000603000000000000" pitchFamily="2" charset="0"/>
                        <a:ea typeface="CMU Serif" panose="02000603000000000000" pitchFamily="2" charset="0"/>
                        <a:cs typeface="CMU Serif" panose="02000603000000000000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600"/>
                        </a:spcAft>
                      </a:pPr>
                      <a:r>
                        <a:rPr lang="en-US" sz="2200" b="0" dirty="0">
                          <a:solidFill>
                            <a:schemeClr val="tx1"/>
                          </a:solidFill>
                          <a:latin typeface="CMU Serif" panose="02000603000000000000" pitchFamily="2" charset="0"/>
                          <a:ea typeface="CMU Serif" panose="02000603000000000000" pitchFamily="2" charset="0"/>
                          <a:cs typeface="CMU Serif" panose="02000603000000000000" pitchFamily="2" charset="0"/>
                        </a:rPr>
                        <a:t>Premise 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600"/>
                        </a:spcAft>
                      </a:pPr>
                      <a:r>
                        <a:rPr lang="en-US" sz="2200" b="0" dirty="0">
                          <a:solidFill>
                            <a:schemeClr val="tx1"/>
                          </a:solidFill>
                          <a:latin typeface="CMU Serif" panose="02000603000000000000" pitchFamily="2" charset="0"/>
                          <a:ea typeface="CMU Serif" panose="02000603000000000000" pitchFamily="2" charset="0"/>
                          <a:cs typeface="CMU Serif" panose="02000603000000000000" pitchFamily="2" charset="0"/>
                        </a:rPr>
                        <a:t>¬Z ⇒ ¬S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33323546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algn="ctr"/>
                      <a:endParaRPr lang="en-US" sz="2000" b="0" dirty="0">
                        <a:latin typeface="CMU Serif" panose="02000603000000000000" pitchFamily="2" charset="0"/>
                        <a:ea typeface="CMU Serif" panose="02000603000000000000" pitchFamily="2" charset="0"/>
                        <a:cs typeface="CMU Serif" panose="02000603000000000000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600"/>
                        </a:spcAft>
                      </a:pPr>
                      <a:r>
                        <a:rPr lang="en-US" sz="2200" b="0" dirty="0">
                          <a:solidFill>
                            <a:schemeClr val="tx1"/>
                          </a:solidFill>
                          <a:latin typeface="CMU Serif" panose="02000603000000000000" pitchFamily="2" charset="0"/>
                          <a:ea typeface="CMU Serif" panose="02000603000000000000" pitchFamily="2" charset="0"/>
                          <a:cs typeface="CMU Serif" panose="02000603000000000000" pitchFamily="2" charset="0"/>
                        </a:rPr>
                        <a:t>Premise 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600"/>
                        </a:spcAft>
                      </a:pPr>
                      <a:r>
                        <a:rPr lang="en-US" sz="2200" b="0" dirty="0">
                          <a:solidFill>
                            <a:schemeClr val="tx1"/>
                          </a:solidFill>
                          <a:latin typeface="CMU Serif" panose="02000603000000000000" pitchFamily="2" charset="0"/>
                          <a:ea typeface="CMU Serif" panose="02000603000000000000" pitchFamily="2" charset="0"/>
                          <a:cs typeface="CMU Serif" panose="02000603000000000000" pitchFamily="2" charset="0"/>
                        </a:rPr>
                        <a:t>(P ⋀ ¬Q) ⇒ 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62335037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algn="ctr"/>
                      <a:endParaRPr lang="en-US" sz="2000" b="0" dirty="0">
                        <a:solidFill>
                          <a:schemeClr val="tx1"/>
                        </a:solidFill>
                        <a:latin typeface="CMU Serif" panose="02000603000000000000" pitchFamily="2" charset="0"/>
                        <a:ea typeface="CMU Serif" panose="02000603000000000000" pitchFamily="2" charset="0"/>
                        <a:cs typeface="CMU Serif" panose="02000603000000000000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600"/>
                        </a:spcAft>
                      </a:pPr>
                      <a:r>
                        <a:rPr lang="en-US" sz="2200" b="0" dirty="0">
                          <a:solidFill>
                            <a:schemeClr val="tx1"/>
                          </a:solidFill>
                          <a:latin typeface="CMU Serif" panose="02000603000000000000" pitchFamily="2" charset="0"/>
                          <a:ea typeface="CMU Serif" panose="02000603000000000000" pitchFamily="2" charset="0"/>
                          <a:cs typeface="CMU Serif" panose="02000603000000000000" pitchFamily="2" charset="0"/>
                        </a:rPr>
                        <a:t>Premise 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600"/>
                        </a:spcAft>
                      </a:pPr>
                      <a:r>
                        <a:rPr lang="en-US" sz="2200" b="0" dirty="0">
                          <a:solidFill>
                            <a:schemeClr val="tx1"/>
                          </a:solidFill>
                          <a:latin typeface="CMU Serif" panose="02000603000000000000" pitchFamily="2" charset="0"/>
                          <a:ea typeface="CMU Serif" panose="02000603000000000000" pitchFamily="2" charset="0"/>
                          <a:cs typeface="CMU Serif" panose="02000603000000000000" pitchFamily="2" charset="0"/>
                        </a:rPr>
                        <a:t>¬Z ⋁ R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018543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2200" b="0" dirty="0">
                        <a:solidFill>
                          <a:schemeClr val="tx1"/>
                        </a:solidFill>
                        <a:latin typeface="CMU Serif" panose="02000603000000000000" pitchFamily="2" charset="0"/>
                        <a:ea typeface="CMU Serif" panose="02000603000000000000" pitchFamily="2" charset="0"/>
                        <a:cs typeface="CMU Serif" panose="02000603000000000000" pitchFamily="2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US" sz="2200" b="0" i="0" dirty="0">
                          <a:solidFill>
                            <a:schemeClr val="tx1"/>
                          </a:solidFill>
                          <a:latin typeface="CMU Serif" panose="02000603000000000000" pitchFamily="2" charset="0"/>
                          <a:ea typeface="CMU Serif" panose="02000603000000000000" pitchFamily="2" charset="0"/>
                          <a:cs typeface="CMU Serif" panose="02000603000000000000" pitchFamily="2" charset="0"/>
                        </a:rPr>
                        <a:t>Query, 𝛼 = R</a:t>
                      </a:r>
                    </a:p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US" sz="2200" b="0" i="0" dirty="0">
                          <a:solidFill>
                            <a:schemeClr val="tx1"/>
                          </a:solidFill>
                          <a:latin typeface="CMU Serif" panose="02000603000000000000" pitchFamily="2" charset="0"/>
                          <a:ea typeface="CMU Serif" panose="02000603000000000000" pitchFamily="2" charset="0"/>
                          <a:cs typeface="CMU Serif" panose="02000603000000000000" pitchFamily="2" charset="0"/>
                        </a:rPr>
                        <a:t>Does KB ╞ 𝛼 ?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84679586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4547E6D3-005E-FCBD-6DEF-70E708B7EF63}"/>
              </a:ext>
            </a:extLst>
          </p:cNvPr>
          <p:cNvSpPr txBox="1"/>
          <p:nvPr/>
        </p:nvSpPr>
        <p:spPr>
          <a:xfrm>
            <a:off x="452965" y="5315578"/>
            <a:ext cx="8238066" cy="338554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marL="342900" indent="-342900" algn="just">
              <a:spcAft>
                <a:spcPts val="120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22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Apply inference rules to check if 𝛼 entails KB? </a:t>
            </a:r>
          </a:p>
        </p:txBody>
      </p:sp>
    </p:spTree>
    <p:extLst>
      <p:ext uri="{BB962C8B-B14F-4D97-AF65-F5344CB8AC3E}">
        <p14:creationId xmlns:p14="http://schemas.microsoft.com/office/powerpoint/2010/main" val="738281869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A841A9-9F5B-1C92-D049-E3C9EC9FD4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8524C0C-4A4B-44CB-8526-BC672988060F}"/>
              </a:ext>
            </a:extLst>
          </p:cNvPr>
          <p:cNvSpPr txBox="1"/>
          <p:nvPr/>
        </p:nvSpPr>
        <p:spPr>
          <a:xfrm>
            <a:off x="452966" y="649870"/>
            <a:ext cx="8238067" cy="553998"/>
          </a:xfrm>
          <a:prstGeom prst="rect">
            <a:avLst/>
          </a:prstGeom>
          <a:noFill/>
          <a:ln w="12700">
            <a:solidFill>
              <a:schemeClr val="accent4"/>
            </a:solidFill>
          </a:ln>
        </p:spPr>
        <p:txBody>
          <a:bodyPr wrap="square" lIns="0" tIns="0" rIns="0" bIns="0" rtlCol="0" anchor="ctr">
            <a:spAutoFit/>
          </a:bodyPr>
          <a:lstStyle/>
          <a:p>
            <a:r>
              <a:rPr lang="en-US" sz="3600" dirty="0">
                <a:solidFill>
                  <a:schemeClr val="accent1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Exercise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094EB775-B50C-1B4D-8569-EE8DCA48157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60233487"/>
              </p:ext>
            </p:extLst>
          </p:nvPr>
        </p:nvGraphicFramePr>
        <p:xfrm>
          <a:off x="452964" y="2202180"/>
          <a:ext cx="8238067" cy="2453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91638">
                  <a:extLst>
                    <a:ext uri="{9D8B030D-6E8A-4147-A177-3AD203B41FA5}">
                      <a16:colId xmlns:a16="http://schemas.microsoft.com/office/drawing/2014/main" val="1659761102"/>
                    </a:ext>
                  </a:extLst>
                </a:gridCol>
                <a:gridCol w="1591733">
                  <a:extLst>
                    <a:ext uri="{9D8B030D-6E8A-4147-A177-3AD203B41FA5}">
                      <a16:colId xmlns:a16="http://schemas.microsoft.com/office/drawing/2014/main" val="828168991"/>
                    </a:ext>
                  </a:extLst>
                </a:gridCol>
                <a:gridCol w="5854696">
                  <a:extLst>
                    <a:ext uri="{9D8B030D-6E8A-4147-A177-3AD203B41FA5}">
                      <a16:colId xmlns:a16="http://schemas.microsoft.com/office/drawing/2014/main" val="677352467"/>
                    </a:ext>
                  </a:extLst>
                </a:gridCol>
              </a:tblGrid>
              <a:tr h="370840">
                <a:tc rowSpan="3"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r>
                        <a:rPr lang="en-US" sz="2200" b="0" dirty="0">
                          <a:solidFill>
                            <a:schemeClr val="tx1"/>
                          </a:solidFill>
                          <a:latin typeface="CMU Serif" panose="02000603000000000000" pitchFamily="2" charset="0"/>
                          <a:ea typeface="CMU Serif" panose="02000603000000000000" pitchFamily="2" charset="0"/>
                          <a:cs typeface="CMU Serif" panose="02000603000000000000" pitchFamily="2" charset="0"/>
                        </a:rPr>
                        <a:t>KB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600"/>
                        </a:spcAft>
                      </a:pPr>
                      <a:r>
                        <a:rPr lang="en-US" sz="2200" b="0" dirty="0">
                          <a:solidFill>
                            <a:schemeClr val="tx1"/>
                          </a:solidFill>
                          <a:latin typeface="CMU Serif" panose="02000603000000000000" pitchFamily="2" charset="0"/>
                          <a:ea typeface="CMU Serif" panose="02000603000000000000" pitchFamily="2" charset="0"/>
                          <a:cs typeface="CMU Serif" panose="02000603000000000000" pitchFamily="2" charset="0"/>
                        </a:rPr>
                        <a:t>Premise 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600"/>
                        </a:spcAft>
                      </a:pPr>
                      <a:r>
                        <a:rPr lang="en-US" sz="2200" b="0" dirty="0">
                          <a:solidFill>
                            <a:schemeClr val="tx1"/>
                          </a:solidFill>
                          <a:latin typeface="CMU Serif" panose="02000603000000000000" pitchFamily="2" charset="0"/>
                          <a:ea typeface="CMU Serif" panose="02000603000000000000" pitchFamily="2" charset="0"/>
                          <a:cs typeface="CMU Serif" panose="02000603000000000000" pitchFamily="2" charset="0"/>
                        </a:rPr>
                        <a:t>¬S11 ⇒ ¬W11 ⋀ ¬W12 ⋀ ¬ W21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11900950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algn="ctr"/>
                      <a:endParaRPr lang="en-US" sz="2000" b="0" dirty="0">
                        <a:latin typeface="CMU Serif" panose="02000603000000000000" pitchFamily="2" charset="0"/>
                        <a:ea typeface="CMU Serif" panose="02000603000000000000" pitchFamily="2" charset="0"/>
                        <a:cs typeface="CMU Serif" panose="02000603000000000000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600"/>
                        </a:spcAft>
                      </a:pPr>
                      <a:r>
                        <a:rPr lang="en-US" sz="2200" b="0" dirty="0">
                          <a:solidFill>
                            <a:schemeClr val="tx1"/>
                          </a:solidFill>
                          <a:latin typeface="CMU Serif" panose="02000603000000000000" pitchFamily="2" charset="0"/>
                          <a:ea typeface="CMU Serif" panose="02000603000000000000" pitchFamily="2" charset="0"/>
                          <a:cs typeface="CMU Serif" panose="02000603000000000000" pitchFamily="2" charset="0"/>
                        </a:rPr>
                        <a:t>Premise 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600"/>
                        </a:spcAft>
                      </a:pPr>
                      <a:r>
                        <a:rPr lang="en-US" sz="2200" b="0" dirty="0">
                          <a:solidFill>
                            <a:schemeClr val="tx1"/>
                          </a:solidFill>
                          <a:latin typeface="CMU Serif" panose="02000603000000000000" pitchFamily="2" charset="0"/>
                          <a:ea typeface="CMU Serif" panose="02000603000000000000" pitchFamily="2" charset="0"/>
                          <a:cs typeface="CMU Serif" panose="02000603000000000000" pitchFamily="2" charset="0"/>
                        </a:rPr>
                        <a:t>¬S21 ⇒ ¬W11 ⋀ ¬W21 ⋀ ¬W22 ⋀ ¬W31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33323546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algn="ctr"/>
                      <a:endParaRPr lang="en-US" sz="2000" b="0" dirty="0">
                        <a:solidFill>
                          <a:schemeClr val="tx1"/>
                        </a:solidFill>
                        <a:latin typeface="CMU Serif" panose="02000603000000000000" pitchFamily="2" charset="0"/>
                        <a:ea typeface="CMU Serif" panose="02000603000000000000" pitchFamily="2" charset="0"/>
                        <a:cs typeface="CMU Serif" panose="02000603000000000000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600"/>
                        </a:spcAft>
                      </a:pPr>
                      <a:r>
                        <a:rPr lang="en-US" sz="2200" b="0" dirty="0">
                          <a:solidFill>
                            <a:schemeClr val="tx1"/>
                          </a:solidFill>
                          <a:latin typeface="CMU Serif" panose="02000603000000000000" pitchFamily="2" charset="0"/>
                          <a:ea typeface="CMU Serif" panose="02000603000000000000" pitchFamily="2" charset="0"/>
                          <a:cs typeface="CMU Serif" panose="02000603000000000000" pitchFamily="2" charset="0"/>
                        </a:rPr>
                        <a:t>Premise 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600"/>
                        </a:spcAft>
                      </a:pPr>
                      <a:r>
                        <a:rPr lang="en-US" sz="2200" b="0" dirty="0">
                          <a:solidFill>
                            <a:schemeClr val="tx1"/>
                          </a:solidFill>
                          <a:latin typeface="CMU Serif" panose="02000603000000000000" pitchFamily="2" charset="0"/>
                          <a:ea typeface="CMU Serif" panose="02000603000000000000" pitchFamily="2" charset="0"/>
                          <a:cs typeface="CMU Serif" panose="02000603000000000000" pitchFamily="2" charset="0"/>
                        </a:rPr>
                        <a:t>S12 ⇒ W13 ⋁ W12 ⋁ W22 ⋁ W11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018543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2200" b="0" dirty="0">
                        <a:solidFill>
                          <a:schemeClr val="tx1"/>
                        </a:solidFill>
                        <a:latin typeface="CMU Serif" panose="02000603000000000000" pitchFamily="2" charset="0"/>
                        <a:ea typeface="CMU Serif" panose="02000603000000000000" pitchFamily="2" charset="0"/>
                        <a:cs typeface="CMU Serif" panose="02000603000000000000" pitchFamily="2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US" sz="2200" b="0" i="0" dirty="0">
                          <a:solidFill>
                            <a:schemeClr val="tx1"/>
                          </a:solidFill>
                          <a:latin typeface="CMU Serif" panose="02000603000000000000" pitchFamily="2" charset="0"/>
                          <a:ea typeface="CMU Serif" panose="02000603000000000000" pitchFamily="2" charset="0"/>
                          <a:cs typeface="CMU Serif" panose="02000603000000000000" pitchFamily="2" charset="0"/>
                        </a:rPr>
                        <a:t>Given ¬S11, ¬S21, and S12, prove that the Wumpus is in (1,3), i.e., query, 𝛼 = W13.</a:t>
                      </a:r>
                    </a:p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US" sz="2200" b="0" i="0" dirty="0">
                          <a:solidFill>
                            <a:schemeClr val="tx1"/>
                          </a:solidFill>
                          <a:latin typeface="CMU Serif" panose="02000603000000000000" pitchFamily="2" charset="0"/>
                          <a:ea typeface="CMU Serif" panose="02000603000000000000" pitchFamily="2" charset="0"/>
                          <a:cs typeface="CMU Serif" panose="02000603000000000000" pitchFamily="2" charset="0"/>
                        </a:rPr>
                        <a:t>Does KB ╞ 𝛼 ?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84679586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45E898D5-C6C9-EF3B-070B-F9AC4577ABCC}"/>
              </a:ext>
            </a:extLst>
          </p:cNvPr>
          <p:cNvSpPr txBox="1"/>
          <p:nvPr/>
        </p:nvSpPr>
        <p:spPr>
          <a:xfrm>
            <a:off x="452965" y="5315578"/>
            <a:ext cx="8238066" cy="338554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marL="342900" indent="-342900" algn="just">
              <a:spcAft>
                <a:spcPts val="120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22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Apply inference rules to check if 𝛼 entails KB? </a:t>
            </a:r>
          </a:p>
        </p:txBody>
      </p:sp>
    </p:spTree>
    <p:extLst>
      <p:ext uri="{BB962C8B-B14F-4D97-AF65-F5344CB8AC3E}">
        <p14:creationId xmlns:p14="http://schemas.microsoft.com/office/powerpoint/2010/main" val="2338456103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E6668C-AA10-197B-73F0-D6FD99B492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1630F3D-4E01-E4BE-EBBD-AF6124F2919A}"/>
              </a:ext>
            </a:extLst>
          </p:cNvPr>
          <p:cNvSpPr txBox="1"/>
          <p:nvPr/>
        </p:nvSpPr>
        <p:spPr>
          <a:xfrm>
            <a:off x="452966" y="649870"/>
            <a:ext cx="8238067" cy="553998"/>
          </a:xfrm>
          <a:prstGeom prst="rect">
            <a:avLst/>
          </a:prstGeom>
          <a:noFill/>
          <a:ln w="12700">
            <a:solidFill>
              <a:schemeClr val="accent4"/>
            </a:solidFill>
          </a:ln>
        </p:spPr>
        <p:txBody>
          <a:bodyPr wrap="square" lIns="0" tIns="0" rIns="0" bIns="0" rtlCol="0" anchor="ctr">
            <a:spAutoFit/>
          </a:bodyPr>
          <a:lstStyle/>
          <a:p>
            <a:r>
              <a:rPr lang="en-US" sz="3600" dirty="0">
                <a:solidFill>
                  <a:schemeClr val="accent1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Summary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63F22AC-60F6-47A5-8A58-E5D96C9DE8E6}"/>
              </a:ext>
            </a:extLst>
          </p:cNvPr>
          <p:cNvSpPr txBox="1"/>
          <p:nvPr/>
        </p:nvSpPr>
        <p:spPr>
          <a:xfrm>
            <a:off x="452966" y="1651860"/>
            <a:ext cx="8238066" cy="4693593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marL="342900" indent="-342900" algn="just"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20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Logical agents apply inference to a knowledge base to derive new information and make decisions.</a:t>
            </a:r>
          </a:p>
          <a:p>
            <a:pPr marL="342900" indent="-342900" algn="just"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20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Basic concepts of logic:</a:t>
            </a:r>
          </a:p>
          <a:p>
            <a:pPr marL="800100" lvl="1" indent="-342900" algn="just">
              <a:spcAft>
                <a:spcPts val="600"/>
              </a:spcAft>
              <a:buClr>
                <a:schemeClr val="accent1"/>
              </a:buClr>
              <a:buFont typeface="Courier New" panose="02070309020205020404" pitchFamily="49" charset="0"/>
              <a:buChar char="o"/>
            </a:pPr>
            <a:r>
              <a:rPr lang="en-US" sz="20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Syntax: formal structure of sentences.</a:t>
            </a:r>
          </a:p>
          <a:p>
            <a:pPr marL="800100" lvl="1" indent="-342900" algn="just">
              <a:spcAft>
                <a:spcPts val="600"/>
              </a:spcAft>
              <a:buClr>
                <a:schemeClr val="accent1"/>
              </a:buClr>
              <a:buFont typeface="Courier New" panose="02070309020205020404" pitchFamily="49" charset="0"/>
              <a:buChar char="o"/>
            </a:pPr>
            <a:r>
              <a:rPr lang="en-US" sz="20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Semantics: truth of sentences w.r.t. models.</a:t>
            </a:r>
          </a:p>
          <a:p>
            <a:pPr marL="800100" lvl="1" indent="-342900" algn="just">
              <a:spcAft>
                <a:spcPts val="600"/>
              </a:spcAft>
              <a:buClr>
                <a:schemeClr val="accent1"/>
              </a:buClr>
              <a:buFont typeface="Courier New" panose="02070309020205020404" pitchFamily="49" charset="0"/>
              <a:buChar char="o"/>
            </a:pPr>
            <a:r>
              <a:rPr lang="en-US" sz="20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Entailment: necessary truth of one sentence given another.</a:t>
            </a:r>
          </a:p>
          <a:p>
            <a:pPr marL="800100" lvl="1" indent="-342900" algn="just">
              <a:spcAft>
                <a:spcPts val="600"/>
              </a:spcAft>
              <a:buClr>
                <a:schemeClr val="accent1"/>
              </a:buClr>
              <a:buFont typeface="Courier New" panose="02070309020205020404" pitchFamily="49" charset="0"/>
              <a:buChar char="o"/>
            </a:pPr>
            <a:r>
              <a:rPr lang="en-US" sz="20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Inference: deriving sentences from other sentences.</a:t>
            </a:r>
          </a:p>
          <a:p>
            <a:pPr marL="800100" lvl="1" indent="-342900" algn="just">
              <a:spcAft>
                <a:spcPts val="600"/>
              </a:spcAft>
              <a:buClr>
                <a:schemeClr val="accent1"/>
              </a:buClr>
              <a:buFont typeface="Courier New" panose="02070309020205020404" pitchFamily="49" charset="0"/>
              <a:buChar char="o"/>
            </a:pPr>
            <a:r>
              <a:rPr lang="en-US" sz="20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Soundness: derivations produce only entailed sentences.</a:t>
            </a:r>
          </a:p>
          <a:p>
            <a:pPr marL="800100" lvl="1" indent="-342900" algn="just">
              <a:spcAft>
                <a:spcPts val="600"/>
              </a:spcAft>
              <a:buClr>
                <a:schemeClr val="accent1"/>
              </a:buClr>
              <a:buFont typeface="Courier New" panose="02070309020205020404" pitchFamily="49" charset="0"/>
              <a:buChar char="o"/>
            </a:pPr>
            <a:r>
              <a:rPr lang="en-US" sz="20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Completeness: derivations can produce all entailed sentences.</a:t>
            </a:r>
          </a:p>
          <a:p>
            <a:pPr marL="342900" indent="-342900" algn="just"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20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Truth table method is sound and complete for propositional logic but cumbersome in most cases.</a:t>
            </a:r>
          </a:p>
          <a:p>
            <a:pPr marL="342900" indent="-342900" algn="just"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20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Application of inference rules is another alternative to perform entailment.</a:t>
            </a:r>
          </a:p>
        </p:txBody>
      </p:sp>
    </p:spTree>
    <p:extLst>
      <p:ext uri="{BB962C8B-B14F-4D97-AF65-F5344CB8AC3E}">
        <p14:creationId xmlns:p14="http://schemas.microsoft.com/office/powerpoint/2010/main" val="2448895462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811FF4-EAF6-2CEF-4DE6-5886D04C7A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96C93CF-BC27-A928-9DEB-D15BA2193638}"/>
              </a:ext>
            </a:extLst>
          </p:cNvPr>
          <p:cNvSpPr txBox="1"/>
          <p:nvPr/>
        </p:nvSpPr>
        <p:spPr>
          <a:xfrm>
            <a:off x="452966" y="649870"/>
            <a:ext cx="8238067" cy="553998"/>
          </a:xfrm>
          <a:prstGeom prst="rect">
            <a:avLst/>
          </a:prstGeom>
          <a:noFill/>
          <a:ln w="12700">
            <a:solidFill>
              <a:schemeClr val="accent4"/>
            </a:solidFill>
          </a:ln>
        </p:spPr>
        <p:txBody>
          <a:bodyPr wrap="square" lIns="0" tIns="0" rIns="0" bIns="0" rtlCol="0" anchor="ctr">
            <a:spAutoFit/>
          </a:bodyPr>
          <a:lstStyle/>
          <a:p>
            <a:r>
              <a:rPr lang="en-US" sz="3600" dirty="0">
                <a:solidFill>
                  <a:schemeClr val="accent1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Reading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3C3D3CF-F72C-15E7-AD0E-9FFD45BFA487}"/>
              </a:ext>
            </a:extLst>
          </p:cNvPr>
          <p:cNvSpPr txBox="1"/>
          <p:nvPr/>
        </p:nvSpPr>
        <p:spPr>
          <a:xfrm>
            <a:off x="452965" y="2536448"/>
            <a:ext cx="8238067" cy="892552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>
              <a:spcAft>
                <a:spcPts val="1200"/>
              </a:spcAft>
              <a:buClr>
                <a:schemeClr val="accent1"/>
              </a:buClr>
            </a:pPr>
            <a:r>
              <a:rPr lang="en-US" sz="2400" dirty="0">
                <a:solidFill>
                  <a:schemeClr val="accent1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Chapter 07 of the textbook</a:t>
            </a:r>
          </a:p>
          <a:p>
            <a:pPr>
              <a:spcAft>
                <a:spcPts val="1200"/>
              </a:spcAft>
              <a:buClr>
                <a:schemeClr val="accent1"/>
              </a:buClr>
            </a:pPr>
            <a:r>
              <a:rPr lang="en-US" sz="2400" dirty="0">
                <a:solidFill>
                  <a:schemeClr val="accent1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Pages: 235 - 250</a:t>
            </a:r>
          </a:p>
        </p:txBody>
      </p:sp>
    </p:spTree>
    <p:extLst>
      <p:ext uri="{BB962C8B-B14F-4D97-AF65-F5344CB8AC3E}">
        <p14:creationId xmlns:p14="http://schemas.microsoft.com/office/powerpoint/2010/main" val="4238802773"/>
      </p:ext>
    </p:extLst>
  </p:cSld>
  <p:clrMapOvr>
    <a:masterClrMapping/>
  </p:clrMapOvr>
</p:sld>
</file>

<file path=ppt/theme/theme1.xml><?xml version="1.0" encoding="utf-8"?>
<a:theme xmlns:a="http://schemas.openxmlformats.org/drawingml/2006/main" name="Dividend">
  <a:themeElements>
    <a:clrScheme name="Green">
      <a:dk1>
        <a:sysClr val="windowText" lastClr="000000"/>
      </a:dk1>
      <a:lt1>
        <a:sysClr val="window" lastClr="FFFFFF"/>
      </a:lt1>
      <a:dk2>
        <a:srgbClr val="455F51"/>
      </a:dk2>
      <a:lt2>
        <a:srgbClr val="E3DED1"/>
      </a:lt2>
      <a:accent1>
        <a:srgbClr val="549E39"/>
      </a:accent1>
      <a:accent2>
        <a:srgbClr val="8AB833"/>
      </a:accent2>
      <a:accent3>
        <a:srgbClr val="C0CF3A"/>
      </a:accent3>
      <a:accent4>
        <a:srgbClr val="029676"/>
      </a:accent4>
      <a:accent5>
        <a:srgbClr val="4AB5C4"/>
      </a:accent5>
      <a:accent6>
        <a:srgbClr val="0989B1"/>
      </a:accent6>
      <a:hlink>
        <a:srgbClr val="6B9F25"/>
      </a:hlink>
      <a:folHlink>
        <a:srgbClr val="BA6906"/>
      </a:folHlink>
    </a:clrScheme>
    <a:fontScheme name="Dividend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" id="{9697A71B-4AB7-4A1A-BD5B-BB2D22835B57}" vid="{4BEC0EAF-CF86-4D49-B83B-56CC62D3CFF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Dividend</Template>
  <TotalTime>4963</TotalTime>
  <Words>3643</Words>
  <Application>Microsoft Office PowerPoint</Application>
  <PresentationFormat>On-screen Show (4:3)</PresentationFormat>
  <Paragraphs>576</Paragraphs>
  <Slides>46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57" baseType="lpstr">
      <vt:lpstr>Aptos</vt:lpstr>
      <vt:lpstr>Arial</vt:lpstr>
      <vt:lpstr>Cambria</vt:lpstr>
      <vt:lpstr>Cambria Math</vt:lpstr>
      <vt:lpstr>CMU Serif</vt:lpstr>
      <vt:lpstr>Courier New</vt:lpstr>
      <vt:lpstr>Garamond</vt:lpstr>
      <vt:lpstr>Gill Sans MT</vt:lpstr>
      <vt:lpstr>Wingdings</vt:lpstr>
      <vt:lpstr>Wingdings 2</vt:lpstr>
      <vt:lpstr>Dividend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Knoweldge Representation &amp; Reasoning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Knoweldge Representation &amp; Reasoning</vt:lpstr>
      <vt:lpstr>Knoweldge Representation &amp; Reasoning</vt:lpstr>
      <vt:lpstr>Knoweldge Representation &amp; Reasoning</vt:lpstr>
      <vt:lpstr>Example: Conversion to CNF</vt:lpstr>
      <vt:lpstr>PowerPoint Presentation</vt:lpstr>
      <vt:lpstr>PowerPoint Presentation</vt:lpstr>
      <vt:lpstr>Knoweldge Representation &amp; Reasoning</vt:lpstr>
      <vt:lpstr>Knoweldge Representation &amp; Reasoning</vt:lpstr>
      <vt:lpstr>Knoweldge Representation &amp; Reasoning</vt:lpstr>
      <vt:lpstr>Knoweldge Representation &amp; Reasoning</vt:lpstr>
      <vt:lpstr>Knoweldge Representation &amp; Reasoning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Mohammad M Alam</dc:creator>
  <cp:lastModifiedBy>Pahela</cp:lastModifiedBy>
  <cp:revision>221</cp:revision>
  <dcterms:created xsi:type="dcterms:W3CDTF">2025-01-08T01:58:03Z</dcterms:created>
  <dcterms:modified xsi:type="dcterms:W3CDTF">2025-11-24T20:21:26Z</dcterms:modified>
</cp:coreProperties>
</file>