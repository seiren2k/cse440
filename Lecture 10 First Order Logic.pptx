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notesSlides/notesSlide2.xml" ContentType="application/vnd.openxmlformats-officedocument.presentationml.notesSlide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46"/>
  </p:notesMasterIdLst>
  <p:sldIdLst>
    <p:sldId id="256" r:id="rId2"/>
    <p:sldId id="646" r:id="rId3"/>
    <p:sldId id="631" r:id="rId4"/>
    <p:sldId id="647" r:id="rId5"/>
    <p:sldId id="648" r:id="rId6"/>
    <p:sldId id="649" r:id="rId7"/>
    <p:sldId id="650" r:id="rId8"/>
    <p:sldId id="651" r:id="rId9"/>
    <p:sldId id="652" r:id="rId10"/>
    <p:sldId id="653" r:id="rId11"/>
    <p:sldId id="654" r:id="rId12"/>
    <p:sldId id="662" r:id="rId13"/>
    <p:sldId id="655" r:id="rId14"/>
    <p:sldId id="656" r:id="rId15"/>
    <p:sldId id="658" r:id="rId16"/>
    <p:sldId id="657" r:id="rId17"/>
    <p:sldId id="257" r:id="rId18"/>
    <p:sldId id="663" r:id="rId19"/>
    <p:sldId id="664" r:id="rId20"/>
    <p:sldId id="661" r:id="rId21"/>
    <p:sldId id="665" r:id="rId22"/>
    <p:sldId id="666" r:id="rId23"/>
    <p:sldId id="667" r:id="rId24"/>
    <p:sldId id="668" r:id="rId25"/>
    <p:sldId id="687" r:id="rId26"/>
    <p:sldId id="671" r:id="rId27"/>
    <p:sldId id="670" r:id="rId28"/>
    <p:sldId id="674" r:id="rId29"/>
    <p:sldId id="673" r:id="rId30"/>
    <p:sldId id="675" r:id="rId31"/>
    <p:sldId id="676" r:id="rId32"/>
    <p:sldId id="677" r:id="rId33"/>
    <p:sldId id="678" r:id="rId34"/>
    <p:sldId id="679" r:id="rId35"/>
    <p:sldId id="680" r:id="rId36"/>
    <p:sldId id="681" r:id="rId37"/>
    <p:sldId id="682" r:id="rId38"/>
    <p:sldId id="683" r:id="rId39"/>
    <p:sldId id="684" r:id="rId40"/>
    <p:sldId id="659" r:id="rId41"/>
    <p:sldId id="660" r:id="rId42"/>
    <p:sldId id="685" r:id="rId43"/>
    <p:sldId id="686" r:id="rId44"/>
    <p:sldId id="623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CC00"/>
    <a:srgbClr val="00FF00"/>
    <a:srgbClr val="0000FF"/>
    <a:srgbClr val="6699FF"/>
    <a:srgbClr val="00FFCC"/>
    <a:srgbClr val="0099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9" autoAdjust="0"/>
  </p:normalViewPr>
  <p:slideViewPr>
    <p:cSldViewPr snapToGrid="0">
      <p:cViewPr varScale="1">
        <p:scale>
          <a:sx n="109" d="100"/>
          <a:sy n="109" d="100"/>
        </p:scale>
        <p:origin x="17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0:38:35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1411 24575,'2'0'0,"0"1"0,1-1 0,-1 1 0,0 0 0,1 0 0,-1 0 0,0 0 0,0 1 0,0-1 0,0 1 0,0-1 0,0 1 0,0-1 0,0 1 0,-1 0 0,1 0 0,2 4 0,24 40 0,-24-40 0,12 26 0,-10-19 0,1 1 0,0-1 0,1-1 0,0 0 0,11 12 0,-17-21 0,1 0 0,0-1 0,0 0 0,-1 1 0,1-1 0,1 0 0,-1-1 0,0 1 0,0 0 0,1-1 0,-1 0 0,1 0 0,-1 0 0,1 0 0,-1 0 0,1-1 0,-1 0 0,1 1 0,0-1 0,-1-1 0,1 1 0,0 0 0,-1-1 0,1 0 0,6-2 0,20-10 0,0-1 0,-1-2 0,-1-1 0,0-1 0,49-43 0,-29 23 0,497-412-68,278-201-669,-803 637 737,241-159 0,-185 128 0,118-53 0,-189 96-61,54-18 237,-56 19-243,-1 0 0,1 1-1,0 0 1,-1-1 0,1 1-1,0 0 1,-1 0 0,1 1-1,0-1 1,-1 0 0,1 1-1,-1 0 1,1 0 0,-1-1-1,1 1 1,-1 1 0,0-1-1,1 0 1,2 3 0,7 12-6088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0:38:36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0 359 24575,'14'49'0,"8"66"0,-14-71 0,23 80 0,-30-120 0,0 0 0,1 0 0,-1 0 0,1 0 0,0 0 0,0-1 0,1 1 0,-1-1 0,1 0 0,0 1 0,0-1 0,0 0 0,0-1 0,0 1 0,5 2 0,-5-3 0,0-1 0,0 0 0,1 0 0,-1 0 0,1 0 0,-1 0 0,1-1 0,-1 0 0,1 1 0,-1-1 0,1-1 0,-1 1 0,1 0 0,5-2 0,9-5 0,-1 1 0,0-2 0,-1 0 0,0-1 0,26-19 0,-31 20 0,211-142 0,270-171 0,-210 165-1365,-181 104-5461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0:38:45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1026 24575,'6'1'0,"0"0"0,-1 1 0,1 0 0,0 0 0,-1 0 0,0 1 0,1 0 0,-1 0 0,0 0 0,0 1 0,-1-1 0,1 1 0,7 8 0,-6-5 0,1-2 0,0 1 0,0-1 0,0 0 0,14 7 0,-19-12 0,0 1 0,0 0 0,1-1 0,-1 1 0,1-1 0,-1 0 0,0 1 0,1-1 0,-1-1 0,1 1 0,-1 0 0,1 0 0,-1-1 0,0 0 0,1 1 0,-1-1 0,0 0 0,0 0 0,1 0 0,-1 0 0,0-1 0,0 1 0,0 0 0,3-4 0,7-7 0,0-1 0,-1 0 0,0-1 0,-1 0 0,-1-1 0,9-17 0,9-13 0,239-359 0,-179 285 0,129-136 0,-202 240 0,1-2 0,0 0 0,1 1 0,1 1 0,0 1 0,1 0 0,0 1 0,1 1 0,22-10 0,-37 21 5,-1-1-1,1 1 1,0 1 0,-1-1-1,1 0 1,0 1-1,-1 0 1,1 0-1,0 0 1,-1 0 0,1 1-1,0-1 1,-1 1-1,1 0 1,-1 0-1,1 0 1,-1 1 0,5 1-1,0 2-246,1 1 0,-1 0 0,0 0 0,-1 0 0,9 11 0,27 30-6584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1:50:4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24575,'240'-13'0,"-25"0"0,1214 69 0,-998-23 0,-87-9 0,561-4 0,-589-23 0,-64 5 0,278-5 0,-347-9 0,51-1 0,193 0 0,47 0 0,-235 12 0,1180 3 0,-960 10 0,221 2 0,274 1 0,824-2 0,-1095-16 0,-228 5 0,490-5 0,-315-53 0,-291 18 0,63 7 0,-83-1 0,-179 12-1365,-114 17-5461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2:12:0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0 211 24575,'92'0'0,"246"-6"0,-265 1 0,0-4 0,115-29 0,-152 30 0,1 1 0,0 2 0,44-1 0,116 8 0,-78 1 0,836-18 0,-770 8 0,398-34 0,-268 5 0,441 4 0,1268 33 0,-1673 25 0,-139-5 0,758 11 0,179-33-1365,-1121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2:18:45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0 290 24575,'191'-12'0,"-33"1"0,1445 59 0,-987-18 0,-22-1 0,822-6 0,-448-21 0,2087 21 0,-2249-24 0,36 41 0,37 0 0,-691-45 0,192-33 0,-51 0 0,91-14 0,42-6 0,-254 28 0,78-8 0,25-1 0,64-5 0,-44 7 0,166-6 0,73 3 124,-23 1-1613,-519 39-5337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2:19:19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24575,'1335'0'0,"-1033"-14"0,8 1 0,-137 13 0,1092 26 0,1035 29 0,-2020-57 0,396 3 0,-178 45 0,-342-27 0,341 41 0,782 68 0,221-93 0,-721-20 0,620-1 0,-870-17 0,2081 2 0,-2502-3-1365,-73-2-5461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22:19:21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24575,'3292'0'0,"-2597"14"0,25 0 0,-200-13 0,482-4 0,458-95 0,-1288 82 0,778-32 0,2 50 0,-357 2 0,-130-4-1365,-435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4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24575,'-10'3'0,"16"3"0,22 5 0,67-2 0,166-9 0,-118-2 0,3188 1 0,-2995 15 0,7-1 0,1726-14-1365,-2041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4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24575,'698'40'0,"-373"-13"0,1432 55 0,-874-73 0,-874-9-97,1 0-1,-1 0 1,0-1-1,1 0 1,-1 0-1,0-1 1,1-1-1,-1 0 1,0 0-1,-1 0 1,1-1-1,-1-1 0,10-6 1,11-10-6729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41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0 303 24575,'5'0'0,"14"-5"0,22-5 0,31-10 0,34-7 0,35-2 0,24-6 0,16-1 0,3 1 0,-11 2 0,-22 2 0,-32 7 0,-37 7-8191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42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24575,'3'20'0,"0"0"0,1 0 0,1 0 0,1-1 0,1 0 0,1 0 0,12 22 0,-4-7 0,5 16 0,3-2 0,2 0 0,2-2 0,2-1 0,46 53 0,-74-96 0,-1 0 0,1 0 0,0 0 0,0 0 0,0 0 0,0 0 0,1-1 0,-1 1 0,0-1 0,1 0 0,-1 0 0,1 0 0,-1 0 0,1 0 0,3 1 0,-4-3 0,0 1 0,0 0 0,-1-1 0,1 1 0,0-1 0,-1 0 0,1 1 0,-1-1 0,1 0 0,-1 0 0,1 0 0,-1 0 0,1 0 0,-1 0 0,0 0 0,0-1 0,0 1 0,1 0 0,-1-1 0,-1 1 0,1-1 0,0 1 0,0-1 0,1-2 0,224-488 0,-186 379-1365,-29 73-5461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43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24575,'0'-5'0,"9"-5"0,7-2 0,10-2 0,10 0 0,2-1 0,0 1 0,-2 4 0,-3 2 0,-2 0 0,-8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44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24575,'1'5'0,"1"-1"0,0 0 0,0 0 0,0-1 0,0 1 0,1 0 0,-1-1 0,1 1 0,3 2 0,6 10 0,11 24 0,-2 1 0,25 70 0,-45-111 0,-1 0 0,1 0 0,0-1 0,-1 1 0,1 0 0,-1-1 0,1 1 0,-1 0 0,1-1 0,-1 1 0,1-1 0,-1 1 0,1-1 0,-1 1 0,0-1 0,1 1 0,-1-1 0,0 1 0,1-1 0,-1 0 0,0 1 0,0-1 0,0 1 0,1-1 0,-1 0 0,0 1 0,0-1 0,0-1 0,17-40 0,-7 17 0,-3 8 0,1 0 0,0 0 0,1 1 0,1 0 0,0 1 0,2 0 0,-1 1 0,2 0 0,24-21 0,-36 34 0,1 0 0,-1 0 0,1 1 0,-1-1 0,1 0 0,0 1 0,-1-1 0,1 1 0,0-1 0,-1 1 0,1 0 0,0 0 0,-1 0 0,1 0 0,0 0 0,0 0 0,-1 0 0,1 1 0,0-1 0,-1 1 0,1-1 0,-1 1 0,1-1 0,0 1 0,-1 0 0,0 0 0,1 0 0,-1 0 0,1 0 0,-1 0 0,0 0 0,0 0 0,0 1 0,1-1 0,-1 0 0,1 3 0,5 7 0,-1-1 0,0 1 0,-1-1 0,5 15 0,-4-12 0,2 6 0,-1-1 0,1-1 0,0 1 0,2-2 0,11 18 0,-16-29 0,-1 0 0,0 0 0,1-1 0,0 0 0,0 1 0,1-2 0,-1 1 0,1 0 0,0-1 0,0 0 0,0-1 0,0 1 0,0-1 0,1 0 0,11 1 0,5 0-455,1-2 0,29-1 0,-27-1-6371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7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1783 24575,'1'-4'0,"0"0"0,0 0 0,1 0 0,-1 0 0,1 0 0,0 0 0,1 0 0,-1 0 0,0 1 0,1-1 0,0 1 0,0 0 0,0 0 0,0 0 0,5-3 0,-1-1 0,270-223 0,-201 172 0,439-317 0,-44 34 0,-184 113 0,275-196 0,-503 389-1365,-17 12-5461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7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24575,'0'-5'0,"4"-1"0,7 0 0,5 2 0,4 5 0,8 7 0,4 12 0,5 15 0,1 15 0,3 13 0,3 8 0,-2 7 0,-2-3 0,-5-8 0,-8-7 0,-8-10 0,-17-21 0,-8-17-8191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7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24575,'0'-4'0,"5"-6"0,10-11 0,11-5 0,15-8 0,14-2 0,15-4 0,9-5 0,0 7 0,-4 8 0,-11 6 0,-16 2 0,-12 5 0,-7 1 0,-9 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8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0 383 24575,'9'-9'0,"12"-16"0,20-13 0,17-14 0,6-6 0,12-2 0,-4 8 0,-9 10 0,-11 11 0,-19 15 0,-20 20 0,-15 18 0,-9 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8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6 338 24575,'-4'0'0,"2"-4"0,7-11 0,11-7 0,11-9 0,16-3 0,8-5 0,5-1 0,1-1 0,1 1 0,-6 7 0,-6 9 0,-12 10-8191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39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1 368 24575,'0'-1'0,"1"0"0,-1-1 0,1 1 0,-1 0 0,1 0 0,0 0 0,-1-1 0,1 1 0,0 0 0,0 0 0,0 0 0,0 0 0,0 1 0,0-1 0,0 0 0,0 0 0,0 0 0,0 1 0,1-1 0,-1 1 0,0-1 0,0 1 0,1-1 0,-1 1 0,0 0 0,1 0 0,-1-1 0,0 1 0,1 0 0,-1 0 0,0 0 0,1 1 0,1-1 0,47 6 0,-38-1 0,-1 0 0,1 0 0,-1 2 0,0-1 0,-1 1 0,1 1 0,-2 0 0,1 0 0,-1 1 0,0 0 0,-1 0 0,0 1 0,10 17 0,-5-5 0,0 0 0,-2 1 0,-1 1 0,-1 0 0,10 46 0,-18-64 0,0 0 0,-1-1 0,0 1 0,0 0 0,0 0 0,-1 0 0,-2 8 0,3-13 0,0 0 0,0 0 0,0 0 0,0 0 0,0 0 0,-1-1 0,1 1 0,0 0 0,0 0 0,-1 0 0,1 0 0,-1 0 0,1-1 0,-1 1 0,1 0 0,-1 0 0,0-1 0,1 1 0,-1 0 0,0-1 0,1 1 0,-1-1 0,0 1 0,0-1 0,0 1 0,1-1 0,-1 0 0,0 1 0,0-1 0,0 0 0,0 0 0,0 1 0,0-1 0,0 0 0,0 0 0,0 0 0,0 0 0,1 0 0,-1 0 0,0-1 0,0 1 0,0 0 0,0 0 0,0-1 0,0 1 0,0 0 0,1-1 0,-1 1 0,0-1 0,0 1 0,0-1 0,1 1 0,-1-1 0,0 0 0,0 0 0,-2-2 0,0-1 0,0 1 0,0-1 0,1 1 0,0-1 0,-1 0 0,1 0 0,1 0 0,-1 0 0,0-1 0,1 1 0,0 0 0,0-1 0,0 1 0,1-5 0,-2-4 0,2 0 0,-1 0 0,2-1 0,2-14 0,1 6 0,2 1 0,1 0 0,0 0 0,1 0 0,2 1 0,0 0 0,1 1 0,25-33 0,8-5 0,73-69 0,-98 106 0,1-2 0,1 1 0,1 0 0,1 2 0,1 0 0,0 2 0,27-15 0,-48 31 0,-1 0 0,0 0 0,0 0 0,0 0 0,1 0 0,-1 0 0,0 1 0,1-1 0,-1 1 0,0 0 0,1-1 0,-1 1 0,1 0 0,-1 1 0,0-1 0,1 0 0,-1 1 0,1-1 0,-1 1 0,0 0 0,0-1 0,1 1 0,-1 0 0,0 1 0,0-1 0,0 0 0,0 1 0,0-1 0,0 1 0,-1-1 0,1 1 0,0 0 0,-1 0 0,1 0 0,1 3 0,3 6 0,-1 0 0,0 1 0,-1-1 0,0 1 0,4 20 0,-5-21 0,3 17 0,3-1 0,0 0 0,1 0 0,2-1 0,25 41 0,-25-49 0,1-1 0,1 0 0,1 0 0,0-2 0,1 0 0,1-1 0,0 0 0,19 11 0,3-3 15,1-2 0,0-1 0,1-3 0,1-1 0,1-2 0,0-1 0,72 8 0,-35-11-386,0-4-1,1-3 1,103-10 0,-79-5-6455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0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0 236 24575,'43'-18'0,"-1"-1"0,74-46 0,-18 9 0,-60 34 0,-26 14 0,0 1 0,1 0 0,-1 1 0,1 0 0,1 0 0,-1 2 0,1 0 0,16-3 0,-29 7 0,1 0 0,-1 0 0,1 1 0,-1-1 0,1 0 0,-1 1 0,0-1 0,1 1 0,-1-1 0,0 1 0,1 0 0,-1-1 0,0 1 0,0 0 0,0 0 0,0 0 0,0 0 0,0 0 0,0 0 0,0 0 0,0 0 0,0 1 0,0-1 0,-1 0 0,1 0 0,0 1 0,-1-1 0,1 0 0,-1 1 0,0-1 0,1 2 0,4 53 0,-5-41 0,7 62 0,4 1 0,3-2 0,4 0 0,52 144 0,-67-211 0,-1-3 0,0 1 0,0-1 0,1 1 0,0-1 0,0 0 0,0 0 0,1 0 0,0-1 0,0 1 0,0-1 0,1 0 0,7 7 0,1-10-1365,-4-7-5461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1 177 24575,'8'-9'0,"8"-2"0,11-5 0,8-4 0,4-2 0,3-2 0,4 2 0,-1 6 0,-9 1 0,-6 2 0,-7 5-8191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1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24575,'8'-2'0,"0"0"0,0 0 0,-1-1 0,1 0 0,0 0 0,-1-1 0,0 0 0,10-7 0,14-7 0,232-114 0,-174 97-1365,-73 27-5461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2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11 110 24575,'9'1'0,"-1"0"0,1 1 0,-1 0 0,0 0 0,1 1 0,-1 0 0,-1 0 0,1 1 0,0 0 0,-1 1 0,0-1 0,0 1 0,0 1 0,-1-1 0,0 1 0,0 0 0,0 1 0,-1 0 0,1-1 0,-2 2 0,1-1 0,5 12 0,-7-13 0,0 0 0,0 1 0,0-1 0,-1 0 0,0 1 0,0 0 0,0-1 0,-1 1 0,0 0 0,-1 0 0,1 0 0,-1-1 0,-1 1 0,1 0 0,-1 0 0,0 0 0,-1-1 0,0 1 0,0 0 0,0-1 0,-1 0 0,0 1 0,0-1 0,0 0 0,-1 0 0,0-1 0,0 1 0,-8 6 0,3-3 0,-1-2 0,0 1 0,-1-2 0,0 1 0,0-1 0,-17 6 0,26-11 0,0 0 0,-1-1 0,1 1 0,0-1 0,0 1 0,-1-1 0,1 0 0,-1 0 0,1 0 0,0 0 0,-1 0 0,1 0 0,0-1 0,0 1 0,-1-1 0,1 0 0,-3-1 0,4 1 0,-1 0 0,1-1 0,-1 1 0,1-1 0,0 0 0,0 0 0,0 1 0,0-1 0,0 0 0,0 0 0,0 0 0,0 0 0,1 0 0,-1 0 0,1 0 0,-1 0 0,1 0 0,0-1 0,0 1 0,0 0 0,0 0 0,0 0 0,1-2 0,1-10 0,1 0 0,0 0 0,0 0 0,2 0 0,0 1 0,0-1 0,1 1 0,1 1 0,0-1 0,1 1 0,14-17 0,9-8 0,2 1 0,38-33 0,-47 46 0,-10 10 0,-1 0 0,1 1 0,1 1 0,0 0 0,18-9 0,-31 19 0,-1 1 0,1-1 0,-1 0 0,1 1 0,0 0 0,-1-1 0,1 1 0,0 0 0,-1 0 0,1 0 0,0 0 0,-1 0 0,1 0 0,-1 0 0,1 0 0,0 1 0,-1-1 0,1 1 0,-1-1 0,1 1 0,-1 0 0,1 0 0,-1-1 0,1 1 0,-1 0 0,0 0 0,1 0 0,-1 1 0,0-1 0,0 0 0,0 0 0,0 1 0,0-1 0,0 0 0,0 1 0,0 1 0,5 9 0,-1-1 0,0 0 0,-1 1 0,2 13 0,2 1 0,-5-18 0,0 0 0,1 0 0,0 0 0,0-1 0,1 0 0,0 0 0,0 0 0,0 0 0,1-1 0,0 0 0,9 8 0,-9-11 0,0 1 0,0-1 0,1 0 0,-1 0 0,1-1 0,-1 0 0,1 0 0,0 0 0,0-1 0,0 0 0,0 0 0,-1-1 0,1 0 0,10-1 0,9-2 17,0-2 0,0 0 1,-1-2-1,0-1 0,0 0 0,44-24 0,132-89-1502,-166 98-5341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3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0 204 24575,'6'0'0,"0"-2"0,-1 1 0,1 0 0,0-1 0,-1 0 0,0-1 0,1 1 0,7-6 0,7-2 0,302-141 0,-313 146 0,1 1 0,-1 1 0,1 0 0,15-3 0,-23 6 0,0 0 0,0-1 0,0 1 0,0 0 0,0 0 0,0 0 0,0 0 0,0 1 0,0-1 0,0 1 0,0-1 0,0 1 0,0-1 0,0 1 0,0 0 0,0 0 0,-1 0 0,1 0 0,0 0 0,-1 1 0,1-1 0,0 0 0,-1 1 0,0-1 0,1 1 0,-1 0 0,0-1 0,0 1 0,1 2 0,3 9 0,0 1 0,-1 0 0,-1 1 0,0-1 0,1 17 0,3 17 0,101 432 0,-98-440-272,29 71 1,-31-90-551,2 5-6004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4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24575,'0'-4'0,"4"-7"0,2-5 0,4 0 0,0-2 0,4 2 0,3 0 0,3-2 0,3 1 0,-2 0 0,-1 3 0,1-1 0,1 2 0,-3-1 0,0 2 0,-4 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 24575,'9'-4'0,"7"-6"0,5-2 0,4-7 0,2-1 0,-3-1 0,-7-1 0,-5 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7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24575,'0'40'0,"2"0"0,1 0 0,2 0 0,2 0 0,2-1 0,1 0 0,26 62 0,-34-95 0,3 7 0,1-1 0,-1 1 0,2-1 0,0 0 0,10 13 0,-14-22 0,-1-1 0,1 1 0,-1-1 0,1 1 0,0-1 0,0 0 0,0 0 0,0-1 0,0 1 0,0 0 0,0-1 0,1 0 0,-1 0 0,1 0 0,-1 0 0,1 0 0,-1-1 0,1 0 0,-1 1 0,1-1 0,0 0 0,-1-1 0,1 1 0,-1-1 0,6-1 0,6-2-124,0 0 0,-1-1 0,1 0 0,-1-2 0,0 1 0,0-2-1,-1 0 1,0 0 0,-1-2 0,17-14 0,-17 7-6702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6:57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358 1 24575,'-5'0'0,"-5"4"0,-11 7 0,-10 9 0,-4 11 0,-5 9 0,-1 2 0,-1 3 0,1-2 0,8-4 0,5-8 0,7-6 0,12-6 0,12-7 0,9-14 0,8-16 0,14-13 0,0-2-8191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0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1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24575,'0'0'0,"0"0"0,0-1 0,0 1 0,0 0 0,0-1 0,0 1 0,0 0 0,0-1 0,0 1 0,0-1 0,0 1 0,0 0 0,0-1 0,0 1 0,0 0 0,0-1 0,0 1 0,1 0 0,-1-1 0,0 1 0,0 0 0,0 0 0,1-1 0,-1 1 0,0 0 0,0-1 0,1 1 0,-1 0 0,0 0 0,1 0 0,-1-1 0,0 1 0,1 0 0,-1 0 0,0 0 0,1 0 0,-1 0 0,0 0 0,1-1 0,15 9 0,14 20 0,7 23 0,-3 1 0,-2 2 0,-2 1 0,23 60 0,75 239 0,-60-142 0,-68-211-3,0-1 1,0 1-1,0 0 0,0-1 0,0 1 1,0 0-1,0-1 0,1 1 0,-1-1 1,0 1-1,0 0 0,1-1 0,-1 1 1,0-1-1,1 1 0,-1-1 0,0 1 1,1-1-1,-1 1 0,1-1 0,-1 1 0,1-1 1,-1 1-1,1-1 0,-1 0 0,1 1 1,0-1-1,-1 0 0,2 1 0,3-21 180,-6-44-1172,1 60 531,-1-37-6362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2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1 247 24575,'0'-14'0,"1"-1"0,0 1 0,1 0 0,1 0 0,0 0 0,1 0 0,0 1 0,10-20 0,-10 26 0,0-1 0,0 1 0,1 0 0,0 0 0,0 1 0,1-1 0,-1 1 0,2 0 0,-1 1 0,0 0 0,1 0 0,0 0 0,1 0 0,-1 1 0,13-5 0,-18 9 0,-1-1 0,1 1 0,0-1 0,-1 1 0,1 0 0,0 0 0,-1-1 0,1 1 0,0 0 0,-1 1 0,1-1 0,0 0 0,-1 0 0,1 1 0,0-1 0,-1 1 0,1-1 0,0 1 0,-1 0 0,1 0 0,-1-1 0,2 2 0,0 1 0,0 0 0,0 0 0,-1 0 0,1 0 0,-1 0 0,1 1 0,-1-1 0,0 1 0,1 4 0,3 6 0,-1 2 0,0-1 0,3 27 0,-5-26 0,-2 0 0,0 0 0,-1 1 0,0-1 0,-2 0 0,0 0 0,0 0 0,-2 0 0,0 0 0,-12 30 0,11-34 0,-1 0 0,-1 0 0,1-1 0,-2 0 0,0 0 0,0 0 0,-1-1 0,0-1 0,-1 0 0,0 0 0,0 0 0,-1-1 0,0-1 0,-12 7 0,-6-3 120,28-10-166,0-1-1,0 1 1,1-1-1,-1 0 1,0 0 0,0 1-1,0-1 1,0 0-1,1 0 1,-1 0 0,0 0-1,0 0 1,0 0-1,0 0 1,0 0-1,0-1 1,1 1 0,-1 0-1,0 0 1,0-1-1,0 1 1,1 0 0,-1-1-1,0 1 1,0-1-1,1 1 1,-1-1 0,0 0-1,1 1 1,-1-1-1,0-1 1,-1-8-6780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3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58 261 24575,'9'1'0,"0"-1"0,-1-1 0,1 0 0,0 0 0,-1 0 0,1-1 0,0-1 0,-1 1 0,11-6 0,-15 6 0,0-1 0,0 0 0,0 0 0,0-1 0,-1 1 0,1-1 0,-1 0 0,0 0 0,0 0 0,0 0 0,-1 0 0,0 0 0,1-1 0,-1 0 0,-1 1 0,1-1 0,1-8 0,0 0 0,0 0 0,-1 0 0,-1 0 0,0 0 0,-1 0 0,-2-25 0,1 35 0,1 1 0,-1-1 0,0 0 0,1 1 0,-1-1 0,0 1 0,0-1 0,-1 1 0,1 0 0,0-1 0,-1 1 0,0 0 0,1 0 0,-1 0 0,0 0 0,-3-2 0,3 3 0,-1 0 0,1 0 0,-1 0 0,1 0 0,-1 1 0,1-1 0,-1 1 0,1 0 0,-1-1 0,1 1 0,-1 0 0,0 1 0,1-1 0,-1 0 0,1 1 0,-1 0 0,1-1 0,-1 1 0,1 0 0,-4 2 0,-3 2 0,1-1 0,0 1 0,0 1 0,1-1 0,0 1 0,0 0 0,0 1 0,1 0 0,-1 0 0,2 0 0,-1 1 0,1 0 0,0 0 0,1 0 0,0 1 0,0-1 0,-4 17 0,2-5 0,1 0 0,1 1 0,1 0 0,1 0 0,0 0 0,3 38 0,-1-56 0,0-1 0,1 1 0,-1 0 0,1-1 0,-1 1 0,1 0 0,0-1 0,0 1 0,0-1 0,1 1 0,-1-1 0,0 1 0,1-1 0,-1 0 0,1 0 0,0 0 0,0 0 0,0 0 0,0 0 0,4 3 0,-1-3 0,-1 0 0,1-1 0,-1 1 0,1-1 0,-1 1 0,1-1 0,0-1 0,0 1 0,-1-1 0,1 0 0,5 0 0,7-2 0,-1 0 0,-1-1 0,1 0 0,0-2 0,-1 0 0,18-8 0,-17 6 30,-1-1 0,0 0 0,23-18 0,-34 23-123,0-1 0,0 0 1,0 0-1,0 0 0,-1 0 0,1-1 0,-1 1 0,0-1 1,-1 0-1,1 1 0,-1-2 0,0 1 0,0 0 1,0 0-1,0-7 0,1-10-6733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3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1 213 24575,'20'0'0,"1"2"0,-1 1 0,0 0 0,1 2 0,-2 0 0,1 1 0,0 1 0,-1 1 0,-1 0 0,1 2 0,-2 0 0,1 1 0,-1 1 0,-1 0 0,0 1 0,-1 1 0,0 1 0,13 17 0,-24-27 0,0 0 0,-1 1 0,1 0 0,-1 0 0,0 0 0,0 0 0,-1 0 0,0 1 0,0-1 0,-1 1 0,1 0 0,-1-1 0,-1 1 0,1 0 0,-2 9 0,1-12 0,-1-1 0,1 1 0,-1 0 0,0 0 0,-1-1 0,1 1 0,-1-1 0,1 0 0,-1 1 0,0-1 0,0 0 0,0 0 0,-1 0 0,1 0 0,-1 0 0,0-1 0,0 1 0,0-1 0,0 0 0,0 0 0,0 0 0,0 0 0,-1 0 0,1-1 0,-1 1 0,1-1 0,-1 0 0,-5 1 0,7-2 0,0 1 0,0-1 0,0 0 0,0 0 0,-1 1 0,1-1 0,0-1 0,0 1 0,0 0 0,0 0 0,0-1 0,-1 1 0,1-1 0,0 0 0,0 0 0,0 0 0,0 0 0,1 0 0,-1 0 0,-3-3 0,2 1 0,0 0 0,0-1 0,1 1 0,-1-1 0,1 1 0,0-1 0,0 0 0,0 0 0,1 0 0,-2-5 0,-1-10 0,0-1 0,1 0 0,0-32 0,2 41 0,0-11-80,1 0 0,1 1-1,1-1 1,1 0 0,1 1-1,1 0 1,0 0 0,2 0-1,0 1 1,2 0 0,0 0 0,1 1-1,1 0 1,1 1 0,0 0-1,23-25 1,-10 15-6746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4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 24575,'-2'0'0,"0"1"0,0-1 0,1 1 0,-1 0 0,1 0 0,-1 0 0,0 0 0,1 0 0,0 0 0,-1 0 0,1 1 0,0-1 0,-1 0 0,1 1 0,0-1 0,0 1 0,0-1 0,0 1 0,1 0 0,-1-1 0,-1 4 0,-12 38 0,12-38 0,1 1 0,-1-1 0,2 0 0,-1 1 0,0-1 0,1 1 0,0-1 0,0 1 0,1-1 0,0 0 0,2 10 0,-2-12 0,1-1 0,-1 1 0,1-1 0,0 1 0,0-1 0,0 0 0,0 1 0,0-1 0,0 0 0,1-1 0,-1 1 0,0 0 0,1-1 0,0 1 0,-1-1 0,1 0 0,0 0 0,0 0 0,0 0 0,-1 0 0,1-1 0,6 1 0,23 3 0,-26-4 0,0 1 0,0 0 0,0 0 0,0 0 0,0 1 0,0-1 0,8 5 0,-11-4 0,-1 0 0,1 0 0,-1 0 0,0 0 0,0 0 0,0 1 0,0-1 0,-1 1 0,1-1 0,0 1 0,-1 0 0,0-1 0,0 1 0,0 0 0,0 0 0,0 0 0,0 0 0,-1 0 0,1 4 0,0 4 0,-1 0 0,0 0 0,0 0 0,-1 0 0,-1 0 0,0 0 0,0-1 0,-1 1 0,-1-1 0,0 0 0,0 1 0,-1-2 0,-11 19 0,11-20 0,0-1 0,0 0 0,0 0 0,-1 0 0,0-1 0,-1 0 0,1 0 0,-1 0 0,0-1 0,-1 0 0,1 0 0,-1-1 0,0 0 0,0-1 0,0 0 0,-1 0 0,-14 3 0,21-6 3,0 1 1,0-1-1,0 0 0,0 0 0,-1-1 0,1 1 0,0 0 1,0-1-1,0 1 0,0-1 0,0 0 0,0 0 0,0 0 1,1 0-1,-1 0 0,0 0 0,0 0 0,1 0 0,-1-1 1,1 1-1,-1-1 0,1 1 0,-1-1 0,1 1 0,0-1 1,0 0-1,0 0 0,0 0 0,0 0 0,0 0 0,0 0 1,1 0-1,-1 0 0,1 0 0,0 0 0,-1-3 0,0-5-214,0 0-1,0 0 0,1 0 0,1 0 1,-1 0-1,3-12 0,8-25-6614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5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65 304 24575,'-11'50'0,"2"-9"0,6-23 0,0 1 0,1-1 0,0 1 0,1 0 0,1-1 0,1 1 0,0 0 0,6 24 0,-6-41 0,-1 0 0,0-1 0,1 1 0,-1 0 0,1-1 0,0 1 0,-1-1 0,1 1 0,0-1 0,0 1 0,0-1 0,0 0 0,0 1 0,0-1 0,0 0 0,1 0 0,-1 0 0,0 0 0,1 0 0,-1 0 0,1 0 0,-1 0 0,1 0 0,-1-1 0,1 1 0,0-1 0,-1 1 0,1-1 0,0 0 0,-1 0 0,1 1 0,0-1 0,-1 0 0,1-1 0,0 1 0,-1 0 0,1 0 0,0-1 0,-1 1 0,1-1 0,0 1 0,-1-1 0,3-1 0,0 0 0,0-1 0,0 0 0,0 0 0,0 0 0,0-1 0,0 1 0,-1-1 0,0 0 0,0 0 0,0 0 0,0-1 0,-1 1 0,3-7 0,-1 1 0,0 0 0,-1 0 0,-1 0 0,1-1 0,-2 1 0,1-1 0,-2 0 0,1 1 0,-2-1 0,-1-16 0,1 22 0,0 0 0,-1 0 0,1 1 0,-1-1 0,0 1 0,0-1 0,0 1 0,-1 0 0,0-1 0,1 1 0,-2 1 0,1-1 0,0 0 0,-1 1 0,1 0 0,-1 0 0,0 0 0,0 0 0,0 0 0,-1 1 0,1 0 0,-1 0 0,1 0 0,-8-2 0,-5 0 0,0 1 0,0 1 0,-17-1 0,49 3 0,0-1 0,0 0 0,-1-1 0,1-1 0,0 0 0,18-8 0,90-38 0,-81 30 0,83-43 0,-82 38 0,73-27 0,-114 50 0,1 0 0,-1 0 0,0 0 0,1 1 0,-1-1 0,1 1 0,-1-1 0,1 1 0,-1 0 0,1 0 0,-1 0 0,1 0 0,-1 1 0,1-1 0,-1 1 0,1 0 0,-1-1 0,1 1 0,-1 0 0,0 0 0,0 1 0,1-1 0,-1 0 0,0 1 0,0-1 0,0 1 0,0 0 0,-1-1 0,1 1 0,0 0 0,-1 0 0,1 0 0,-1 1 0,0-1 0,0 0 0,0 0 0,1 4 0,4 9 0,-2 1 0,0-1 0,-1 1 0,3 30 0,-2-9 0,-2-26 0,1-1 0,-1 0 0,2 0 0,-1 0 0,11 18 0,-14-26 0,1-1 0,0 0 0,0 0 0,-1 0 0,1 1 0,0-1 0,0 0 0,0 0 0,1 0 0,-1 0 0,0-1 0,0 1 0,0 0 0,1 0 0,-1-1 0,0 1 0,1-1 0,-1 1 0,0-1 0,3 1 0,-2-2 0,0 1 0,0-1 0,0 1 0,0-1 0,0 0 0,0 0 0,-1 0 0,1 0 0,0 0 0,-1 0 0,1-1 0,0 1 0,-1 0 0,0-1 0,1 1 0,-1-1 0,0 0 0,0 1 0,0-1 0,1-2 0,19-31 0,-3 0 0,22-55 0,-25 51 0,2 1 0,26-42 0,-42 78 0,1 0 0,-1 0 0,0 0 0,0 0 0,1 0 0,-1 0 0,1 0 0,0 1 0,-1-1 0,1 1 0,0-1 0,0 1 0,0-1 0,0 1 0,0 0 0,1 0 0,-1 0 0,0 0 0,0 1 0,1-1 0,-1 1 0,0-1 0,1 1 0,-1 0 0,1-1 0,-1 1 0,0 1 0,1-1 0,-1 0 0,0 1 0,1-1 0,-1 1 0,0-1 0,1 1 0,-1 0 0,0 0 0,0 0 0,0 0 0,0 1 0,0-1 0,4 4 0,7 7 0,1 0 0,-1 1 0,-1 1 0,17 25 0,-6-11 0,-13-15 0,51 54 0,-56-62 0,-1-1 0,1 0 0,0 0 0,1 0 0,-1 0 0,1-1 0,0 0 0,-1 0 0,1-1 0,12 4 0,-15-6-54,-1 0-1,1-1 0,-1 1 1,0-1-1,1 1 1,-1-1-1,0 0 0,1 0 1,-1 0-1,0 0 1,0 0-1,0 0 0,0 0 1,0-1-1,0 1 0,0-1 1,0 0-1,0 1 1,-1-1-1,1 0 0,-1 0 1,0 0-1,1 0 1,1-5-1,17-29-6771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0 24575,'-2'1'0,"0"-1"0,0 1 0,-1-1 0,1 1 0,0 0 0,0 0 0,-1 0 0,1 0 0,0 0 0,0 0 0,0 0 0,1 1 0,-1-1 0,0 1 0,0-1 0,1 1 0,-1 0 0,1 0 0,-1 0 0,1 0 0,0 0 0,0 0 0,0 0 0,0 0 0,0 0 0,0 1 0,1-1 0,-1 0 0,1 0 0,-1 1 0,1 2 0,-3 14 0,2-1 0,0 1 0,1 19 0,0-16 0,9 232 0,-6-224 0,2-1 0,1 1 0,1-1 0,2 0 0,0-1 0,21 40 0,-25-59 0,1 0 0,0 0 0,0-1 0,1 1 0,0-2 0,1 1 0,-1-1 0,1 0 0,1 0 0,0-1 0,0 0 0,0-1 0,0 0 0,1 0 0,0-1 0,0 0 0,0-1 0,0 0 0,20 2 0,4-1 0,1-1 0,-1-3 0,1 0 0,61-10 0,-69 4-1365,-8-1-5461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6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24575,'0'-1'0,"0"0"0,0 0 0,1 0 0,-1 1 0,0-1 0,1 0 0,-1 0 0,1 0 0,-1 0 0,1 1 0,0-1 0,-1 0 0,1 0 0,0 1 0,-1-1 0,1 1 0,0-1 0,0 0 0,-1 1 0,1-1 0,0 1 0,0 0 0,0-1 0,0 1 0,0 0 0,0 0 0,0-1 0,0 1 0,-1 0 0,1 0 0,2 0 0,30 1 0,-25 2 0,0 0 0,-1 1 0,0 0 0,0 0 0,0 0 0,0 1 0,-1 0 0,1 1 0,-1-1 0,-1 1 0,1 0 0,-1 0 0,0 1 0,0 0 0,4 8 0,-2-3 0,0 1 0,-1 0 0,0 0 0,-1 1 0,-1 0 0,0-1 0,4 28 0,-13-10 0,0-25 0,-1-20 0,1-10 0,1-1 0,2 1 0,0 0 0,2-1 0,0 0 0,2 1 0,1 0 0,11-46 0,-13 66 0,0 0 0,0 0 0,1 1 0,-1-1 0,1 0 0,0 1 0,0 0 0,1-1 0,-1 1 0,1 0 0,-1 0 0,1 0 0,0 1 0,0-1 0,0 1 0,0-1 0,1 1 0,5-3 0,-5 4 0,-1 1 0,0-1 0,0 1 0,1-1 0,-1 1 0,0 0 0,1 1 0,-1-1 0,0 0 0,1 1 0,-1 0 0,0 0 0,0 0 0,0 0 0,0 0 0,0 1 0,0-1 0,0 1 0,0 0 0,0 0 0,-1 0 0,4 3 0,12 11 0,-12-10 0,1 0 0,-1 0 0,1-1 0,0 0 0,1 0 0,7 3 0,-13-7 0,0-1 0,-1 1 0,1-1 0,0 1 0,0-1 0,-1 0 0,1 0 0,0 0 0,0 0 0,0 0 0,-1 0 0,1 0 0,0-1 0,0 1 0,-1-1 0,1 1 0,0-1 0,-1 0 0,1 1 0,0-1 0,-1 0 0,1 0 0,-1 0 0,0 0 0,1-1 0,-1 1 0,0 0 0,0 0 0,1-1 0,-1 1 0,0-1 0,0 1 0,-1-1 0,2-2 0,14-25-1365,-3-1-5461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7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24575,'4'3'0,"0"0"0,0 0 0,-1 0 0,1 1 0,-1 0 0,1-1 0,-1 1 0,0 0 0,-1 1 0,1-1 0,2 5 0,6 10 0,165 280 0,-154-253 0,-1 2 0,-3 0 0,-2 1 0,18 88 0,-32-128 0,0 0 0,-1 0 0,0 1 0,-1-1 0,0 0 0,0 0 0,-1 0 0,0 1 0,0-1 0,-1 0 0,-1 0 0,1-1 0,-2 1 0,1 0 0,-1-1 0,0 0 0,-1 0 0,0 0 0,0 0 0,0-1 0,-1 0 0,0 0 0,-10 8 0,-107 85 0,77-65 0,-80 79 0,78-64-1365,30-34-5461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08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54 191 24575,'-3'60'0,"-3"1"0,-19 82 0,8-52 0,15-255 0,4-126 0,-2 283 0,0 0 0,1 0 0,1 0 0,-1 1 0,1-1 0,0 0 0,0 1 0,4-8 0,-5 12 0,0 1 0,0-1 0,0 1 0,0-1 0,0 1 0,0 0 0,1 0 0,-1-1 0,0 1 0,0 0 0,1 0 0,-1 0 0,1 0 0,-1 0 0,1 1 0,0-1 0,-1 0 0,1 1 0,0-1 0,-1 1 0,1 0 0,0-1 0,-1 1 0,1 0 0,0 0 0,0 0 0,-1 0 0,1 0 0,0 1 0,0-1 0,-1 0 0,1 1 0,0-1 0,-1 1 0,1 0 0,2 1 0,11 7 0,-1 0 0,0 1 0,0 1 0,-1 0 0,-1 1 0,0 0 0,0 1 0,-1 0 0,11 18 0,-4-7 0,35 36 0,-52-59-35,0 0 0,0 1 0,0-1 0,-1 0 0,1 0 0,1-1 0,-1 1 0,0 0 0,0 0 0,0 0 0,0-1 0,0 1 0,1-1 0,-1 1 0,0-1 0,1 1 0,-1-1 0,0 0 0,1 0 0,-1 1 0,0-1 0,1 0 0,-1 0 0,0 0 0,1-1 0,-1 1 0,0 0 0,1 0 0,-1-1 0,0 1 0,1-1 0,-1 1 0,0-1 0,0 1 0,1-1 0,-1 0 0,0 0 0,2-1 0,10-14-6791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2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24575,'-1'0'0,"0"1"0,0-1 0,0 0 0,1 0 0,-1 1 0,0-1 0,0 0 0,1 1 0,-1-1 0,0 1 0,1-1 0,-1 1 0,0-1 0,1 1 0,-1-1 0,1 1 0,-1 0 0,1-1 0,-1 1 0,1 0 0,0 0 0,-1-1 0,1 1 0,0 0 0,-1 0 0,1-1 0,0 1 0,0 0 0,0 0 0,0 0 0,0-1 0,0 3 0,0 28 0,0-31 0,10 53 0,1 0 0,3-1 0,21 53 0,-30-91 0,9 30 0,-8-23 0,0 0 0,18 36 0,-23-55 0,0 0 0,0 0 0,1 0 0,-1 0 0,0 0 0,1 0 0,0 0 0,-1-1 0,1 1 0,0-1 0,0 1 0,0-1 0,0 0 0,0 1 0,0-1 0,0 0 0,0 0 0,0-1 0,1 1 0,-1 0 0,5 0 0,-4-1 0,1-1 0,0 1 0,-1-1 0,1 1 0,-1-1 0,1 0 0,-1 0 0,1-1 0,-1 1 0,0-1 0,0 0 0,6-4 0,1-1 0,-1-1 0,1-1 0,-2 0 0,1 0 0,-1-1 0,0 0 0,6-12 0,12-43 0,-12 22 0,-13 43 0,-1-1 0,0 1 0,0-1 0,0 1 0,0-1 0,0 1 0,1-1 0,-1 1 0,0-1 0,0 1 0,1-1 0,-1 1 0,0-1 0,1 1 0,-1 0 0,1-1 0,-1 1 0,0 0 0,1-1 0,-1 1 0,1 0 0,-1-1 0,1 1 0,-1 0 0,1 0 0,-1 0 0,1-1 0,-1 1 0,1 0 0,-1 0 0,1 0 0,-1 0 0,1 0 0,0 0 0,-1 0 0,2 0 0,15 18 0,10 38 0,-25-51 0,-1-2 0,-1-1 0,1 1 0,1 0 0,-1-1 0,0 1 0,0-1 0,1 1 0,0-1 0,-1 0 0,1 0 0,0 0 0,0 0 0,0 0 0,0 0 0,0 0 0,1-1 0,-1 1 0,1-1 0,-1 1 0,1-1 0,-1 0 0,1 0 0,0 0 0,3 0 0,-3-1 0,0-1 0,0 0 0,1 1 0,-1-1 0,0 0 0,0-1 0,0 1 0,0-1 0,0 1 0,0-1 0,-1 0 0,1 0 0,0 0 0,-1 0 0,1 0 0,-1-1 0,0 1 0,0-1 0,0 0 0,2-2 0,28-46-1365,-19 27-5461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2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24575,'-5'0'0,"-1"5"0,0 5 0,-7 6 0,-2 5 0,-3 2 0,2 3 0,-1-3 0,2-6-8191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4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24575,'6'0'0,"-1"1"0,1 0 0,-1 0 0,1 1 0,-1 0 0,0 0 0,0 0 0,0 1 0,0-1 0,0 1 0,0 0 0,0 1 0,-1-1 0,0 1 0,0 0 0,0 0 0,0 0 0,-1 0 0,1 1 0,-1-1 0,5 11 0,5 9 0,-1 1 0,-1 0 0,8 29 0,-16-45 0,4 14 0,-6-16 0,1 0 0,0-1 0,0 1 0,0-1 0,1 1 0,0-1 0,0 0 0,1 0 0,6 8 0,-9-15 0,-1 0 0,1 0 0,0 0 0,0 0 0,-1 0 0,1 0 0,0 0 0,-1 0 0,1-1 0,-1 1 0,0 0 0,1 0 0,-1-1 0,0 1 0,0 0 0,0-1 0,1 1 0,-2 0 0,1-2 0,1-55 0,-2 33 0,1 0 0,2 0 0,4-27 0,-5 47 0,0 0 0,0 0 0,1 0 0,-1 0 0,1 0 0,0 0 0,0 1 0,1-1 0,-1 1 0,1 0 0,0 0 0,0 0 0,1 0 0,-1 0 0,1 1 0,0-1 0,0 1 0,0 0 0,0 0 0,8-4 0,-10 7 0,1-1 0,-1 0 0,0 1 0,0 0 0,1-1 0,-1 1 0,0 0 0,0 0 0,1 0 0,-1 1 0,0-1 0,0 0 0,1 1 0,-1 0 0,0-1 0,0 1 0,0 0 0,0 0 0,0 0 0,0 0 0,0 1 0,0-1 0,0 1 0,0-1 0,-1 1 0,1-1 0,-1 1 0,1 0 0,-1 0 0,0 0 0,0 0 0,1 0 0,0 3 0,6 10 0,0 2 0,-1-1 0,7 24 0,-5-13 0,-6-20 0,0 1 0,1-1 0,0 0 0,0 1 0,1-2 0,6 9 0,-10-14 0,-1 0 0,1-1 0,0 1 0,0 0 0,-1-1 0,1 1 0,0-1 0,0 1 0,0-1 0,0 1 0,0-1 0,0 1 0,0-1 0,0 0 0,0 1 0,0-1 0,0 0 0,0 0 0,0 0 0,0 0 0,0 0 0,1 0 0,0-1 0,0 0 0,-1 0 0,1 0 0,-1 0 0,0 0 0,1 0 0,-1 0 0,0-1 0,0 1 0,0 0 0,0-1 0,0 1 0,0-1 0,0 1 0,0-1 0,0 0 0,-1 1 0,1-3 0,10-25 0,-9 21 0,1 0 0,0 1 0,0 0 0,0 0 0,1 0 0,8-12 0,-9 17 0,-1 0 0,0 0 0,1 0 0,-1 0 0,1 1 0,-1-1 0,1 1 0,0 0 0,-1-1 0,1 1 0,0 0 0,0 1 0,0-1 0,0 1 0,0-1 0,0 1 0,0 0 0,0 0 0,0 0 0,0 0 0,0 1 0,5 0 0,78 22 0,-64-16 0,0-1 0,0-1 0,31 4 0,-46-9 0,0 0 0,0 0 0,0 0 0,0-1 0,0 0 0,0 0 0,0-1 0,0 0 0,-1 0 0,1-1 0,0 0 0,-1 0 0,0 0 0,0-1 0,6-4 0,1-3 0,0-1 0,-1-1 0,-1 0 0,0 0 0,0-1 0,-2 0 0,14-28 0,-10 16 0,-1-1 0,-1-1 0,12-50 0,-22 74 0,0-1 0,0 1 0,0-1 0,0 0 0,-1 1 0,0-1 0,0 0 0,-1 1 0,1-1 0,-1 0 0,0 1 0,0-1 0,0 1 0,-1-1 0,1 1 0,-5-8 0,3 9 0,0-1 0,0 1 0,0 0 0,-1 0 0,1 0 0,-1 1 0,1-1 0,-1 1 0,0 0 0,0 0 0,0 0 0,0 1 0,0-1 0,-1 1 0,1 0 0,0 0 0,-9 0 0,8 0 0,1 1 0,0 0 0,0 0 0,-1 0 0,1 0 0,0 1 0,-1 0 0,1 0 0,0 0 0,0 0 0,0 1 0,0-1 0,0 1 0,0 0 0,1 0 0,-1 1 0,1-1 0,-1 1 0,1-1 0,0 1 0,0 0 0,0 1 0,0-1 0,0 0 0,1 1 0,0 0 0,0-1 0,0 1 0,0 0 0,-2 7 0,1-2 0,0 1 0,0 0 0,2-1 0,-1 1 0,1 0 0,0 0 0,1 0 0,0 0 0,1-1 0,0 1 0,0 0 0,6 17 0,-5-23 0,0 0 0,0-1 0,1 1 0,-1 0 0,1-1 0,0 0 0,0 1 0,0-1 0,0 0 0,1-1 0,-1 1 0,1 0 0,0-1 0,-1 0 0,1 0 0,0 0 0,0-1 0,1 1 0,-1-1 0,0 0 0,0 0 0,1 0 0,-1-1 0,1 1 0,7-1 0,3 0 0,0 0 0,0-1 0,-1 0 0,1-2 0,-1 1 0,24-9 0,-28 7-80,1-1 0,-2 0-1,1-1 1,-1 0 0,0 0-1,0-1 1,-1 0 0,1-1-1,-2 0 1,1 0 0,-1-1 0,0 0-1,-1 0 1,0 0 0,-1-1-1,6-13 1,7-20-6746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5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24575,'-3'120'0,"4"103"0,1-192 0,2 0 0,1-1 0,1 1 0,2-1 0,12 31 0,-11-42 0,1-1 0,1 0 0,0-1 0,2-1 0,0 1 0,0-2 0,30 26 0,-2-1 0,-35-33 0,1 0 0,0 0 0,0-1 0,0 0 0,1-1 0,0 1 0,1-2 0,-1 1 0,15 5 0,-19-9 0,1 0 0,-1 0 0,1-1 0,0 1 0,-1-1 0,1 0 0,0 0 0,-1-1 0,1 1 0,-1-1 0,1 0 0,0 0 0,-1-1 0,0 0 0,1 1 0,-1-1 0,0 0 0,0-1 0,0 1 0,0-1 0,4-4 0,5-5-136,-2 0-1,1-1 1,-2-1-1,0 1 1,0-2-1,-1 1 1,-1-1-1,-1-1 0,8-20 1,9-27-6690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24575,'4'48'0,"1"0"0,3-1 0,1 0 0,3 0 0,20 50 0,-22-66 0,62 183 0,-72-213 0,0 1 0,0-1 0,0 1 0,1-1 0,-1 1 0,1-1 0,-1 1 0,1-1 0,0 0 0,-1 1 0,1-1 0,0 0 0,0 0 0,0 1 0,0-1 0,0 0 0,0 0 0,2 1 0,-2-2 0,0 0 0,-1 0 0,1-1 0,0 1 0,-1 0 0,1-1 0,0 1 0,-1 0 0,1-1 0,0 1 0,-1-1 0,1 1 0,-1-1 0,1 0 0,-1 1 0,1-1 0,-1 1 0,0-1 0,1 0 0,-1 1 0,0-1 0,1 0 0,-1 1 0,0-3 0,18-59 0,-18 59 0,11-48-1365,-1 0-5461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5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 24575,'-9'4'0,"-16"7"0,-8 9 0,-4 2 0,1 2 0,1 0 0,8 2 0,7-9 0,8-16 0,10-16 0,6-7-8191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16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24575,'16'0'0,"0"0"0,0 0 0,1 2 0,-1 0 0,0 1 0,0 0 0,-1 1 0,1 1 0,-1 1 0,0 0 0,0 1 0,0 0 0,-1 2 0,-1-1 0,1 2 0,-1 0 0,-1 0 0,0 1 0,21 25 0,-12-8 0,-1 1 0,-1 0 0,-2 2 0,-1 0 0,-2 1 0,-1 0 0,-1 1 0,-1 1 0,-3 0 0,0 0 0,-3 1 0,0-1 0,-2 1 0,-2 0 0,-1 0 0,-2 0 0,-2 0 0,0 0 0,-3-1 0,-1 0 0,-12 35 0,4-29 0,-30 52 0,40-79 0,-2-1 0,0 0 0,0-1 0,-1 0 0,0 0 0,-1-1 0,0 0 0,-13 9 0,21-17-136,0-1-1,-1 0 1,1 0-1,-1 1 1,1-1-1,-1-1 1,1 1-1,-1 0 0,-5 0 1,-17-4-6690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5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0 342 24575,'5'-9'0,"9"-7"0,17-10 0,20-9 0,16-8 0,9-6 0,0 6 0,2 6 0,-5 4 0,-9 8 0,-12 9 0,-15 6-8191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5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1 365 24575,'8'-5'0,"13"-10"0,11-11 0,14-6 0,12-11 0,5-3 0,1-2 0,-6 3 0,-8 4 0,-14 5 0,-11 8-8191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5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24575,'85'4'0,"-2"3"0,1 4 0,-1 3 0,-1 4 0,150 54 0,-224-69 0,-1-1 0,0 1 0,-1 0 0,1 1 0,0-1 0,-1 1 0,0 1 0,0-1 0,0 1 0,5 6 0,-8-7 0,0 1 0,0 0 0,-1-1 0,1 1 0,-1 0 0,0 0 0,-1 0 0,1 0 0,-1 0 0,0 1 0,0-1 0,-1 0 0,0 0 0,0 11 0,-2 12-12,-1-1-1,-1 0 1,-1 0-1,-18 52 0,-51 100 209,52-134-495,2 1-1,2 1 0,2 0 1,-13 66-1,26-78-6526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7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31 111 24575,'-1'0'0,"0"0"0,0 1 0,0-1 0,0 1 0,0-1 0,0 1 0,0 0 0,0-1 0,1 1 0,-1 0 0,0-1 0,0 1 0,0 0 0,1 0 0,-1 0 0,1 0 0,-1 0 0,0 0 0,1 0 0,0 0 0,-1 0 0,1 0 0,0 0 0,-1 0 0,1 0 0,0 3 0,-5 35 0,4-34 0,0 11 0,-2 3 0,2 0 0,0 0 0,1 0 0,5 36 0,-4-50 0,0-1 0,0 1 0,1-1 0,-1 1 0,1-1 0,0 1 0,1-1 0,-1 0 0,1 0 0,-1 0 0,1 0 0,0-1 0,1 1 0,-1-1 0,1 0 0,-1 0 0,1 0 0,0 0 0,0 0 0,0-1 0,1 0 0,-1 0 0,1 0 0,8 2 0,31 4 0,0-2 0,1-2 0,0-1 0,89-8 0,-81 2 0,-18 2 0,-1-2 0,0-1 0,0-2 0,0-1 0,54-19 0,-78 22 0,0 1 0,-1-1 0,0-1 0,0 0 0,0 0 0,0-1 0,-1 0 0,0-1 0,0 0 0,-1 0 0,0 0 0,0-1 0,-1 0 0,0 0 0,0-1 0,-1 0 0,0 0 0,0 0 0,-1 0 0,0-1 0,-1 0 0,0 0 0,1-13 0,-3 18 0,0-1 0,0 1 0,-1-1 0,0 0 0,0 1 0,-1-1 0,0 0 0,0 1 0,0-1 0,0 1 0,-1-1 0,0 1 0,0 0 0,-1 0 0,1 0 0,-1 0 0,0 0 0,-1 0 0,1 1 0,-1-1 0,0 1 0,0 0 0,0 0 0,0 1 0,-1-1 0,-5-2 0,0 0 0,0 2 0,0-1 0,0 1 0,-1 1 0,0 0 0,0 0 0,0 1 0,0 1 0,0 0 0,0 0 0,0 1 0,-16 2 0,23-2 0,-1 1 0,0 0 0,1 0 0,-1 1 0,1 0 0,0-1 0,-1 1 0,1 1 0,0-1 0,0 1 0,0-1 0,0 1 0,1 0 0,-1 0 0,1 1 0,0-1 0,0 1 0,0 0 0,0 0 0,1 0 0,-1 0 0,1 0 0,0 0 0,1 1 0,-1-1 0,1 1 0,-2 7 0,-2 11 0,1 0 0,1 1 0,2-1 0,0 28 0,1-44 0,0 8 0,0 0 0,1-1 0,0 1 0,1 0 0,1 0 0,6 17 0,-8-28 0,1 1 0,0-1 0,0 0 0,1-1 0,-1 1 0,1 0 0,0-1 0,-1 1 0,2-1 0,-1 0 0,0 0 0,1 0 0,-1 0 0,1-1 0,0 0 0,0 1 0,0-1 0,0 0 0,0-1 0,0 1 0,1-1 0,-1 0 0,1 0 0,-1 0 0,6-1 0,5 1 0,1-1 0,0-1 0,0 0 0,-1-1 0,1-1 0,-1-1 0,0 0 0,0-1 0,0 0 0,23-13 0,2-3 0,-1-2 0,51-41 0,-71 48 0,33-36 0,-40 38 0,1 0 0,1 1 0,1 0 0,15-10 0,-25 21 0,-1 0 0,1 0 0,-1 0 0,1 1 0,0-1 0,0 1 0,0 0 0,0 1 0,8-1 0,-11 1 0,0 1 0,0-1 0,0 0 0,0 0 0,1 0 0,-1 0 0,0-1 0,0 1 0,0-1 0,0 1 0,0-1 0,0 0 0,0 1 0,0-1 0,0 0 0,0 0 0,0-1 0,0 1 0,-1 0 0,1-1 0,0 1 0,-1-1 0,1 1 0,-1-1 0,0 0 0,0 1 0,1-1 0,-1 0 0,0 0 0,0 0 0,-1 0 0,1 0 0,0 0 0,-1 0 0,1 0 0,-1-1 0,0 1 0,1-3 0,0-16 0,-2 13 0,2 0 0,-1 0 0,1 1 0,3-15 0,-3 21 0,-1 0 0,0 0 0,1 1 0,-1-1 0,0 0 0,1 0 0,-1 0 0,1 0 0,-1 1 0,1-1 0,0 0 0,-1 0 0,1 1 0,0-1 0,-1 1 0,1-1 0,0 1 0,0-1 0,0 1 0,-1-1 0,1 1 0,0-1 0,0 1 0,0 0 0,0 0 0,0-1 0,0 1 0,0 0 0,0 0 0,0 0 0,0 0 0,0 0 0,-1 0 0,1 0 0,0 1 0,0-1 0,0 0 0,0 0 0,0 1 0,0-1 0,0 1 0,0-1 0,-1 0 0,1 1 0,1 0 0,8 5 0,0 1 0,0 0 0,-1 0 0,0 1 0,0 0 0,12 16 0,45 63 0,-53-69 0,2 5 0,20 28 0,-34-49 0,1 0 0,0 0 0,0 0 0,0 0 0,0 0 0,0 0 0,0 0 0,1-1 0,-1 1 0,0-1 0,1 0 0,-1 1 0,1-1 0,0 0 0,-1 0 0,4 0 0,-4-1 0,-1-1 0,1 1 0,0-1 0,0 1 0,-1-1 0,1 1 0,-1-1 0,1 0 0,0 0 0,-1 0 0,1 0 0,-1 0 0,0 0 0,1 0 0,-1-1 0,0 1 0,0 0 0,0-1 0,0 1 0,1-2 0,19-36 0,-18 33 0,22-54-70,13-24 247,-35 77-311,1 1 0,0 0 1,1 1-1,-1-1 0,1 1 0,0 0 0,0 0 0,1 0 1,-1 1-1,10-6 0,7 0-6692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8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1 395 24575,'4'0'0,"2"-4"0,13-7 0,13-5 0,9-9 0,11-4 0,19-7 0,11-6 0,5 0 0,-4 2 0,-7 4 0,-11 8 0,-14 4 0,-14 2 0,-14 0 0,-11 4-8191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2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13 753 24575,'-1'0'0,"1"0"0,-1 0 0,1 1 0,-1-1 0,0 0 0,1 0 0,-1 0 0,1 1 0,-1-1 0,1 0 0,-1 1 0,1-1 0,-1 1 0,1-1 0,-1 0 0,1 1 0,0-1 0,-1 1 0,1-1 0,0 1 0,-1-1 0,1 1 0,0 0 0,0-1 0,-1 1 0,1-1 0,0 1 0,0-1 0,0 1 0,0 0 0,0-1 0,0 1 0,0-1 0,0 1 0,0 0 0,0-1 0,0 1 0,0 0 0,0-1 0,1 2 0,6 26 0,17 30 0,2-1 0,3-2 0,40 59 0,-17-29 0,-1 3 0,97 157 0,-142-238 0,-5-4 0,0-1 0,0 1 0,1-1 0,-1 1 0,1-1 0,-1 0 0,1 0 0,0 0 0,0 0 0,0 0 0,0 0 0,1 0 0,-1-1 0,0 1 0,1-1 0,-1 1 0,5 0 0,-7-2 0,1 0 0,-1 0 0,1-1 0,-1 1 0,0 0 0,1-1 0,-1 1 0,0 0 0,0-1 0,1 1 0,-1 0 0,0-1 0,0 1 0,1-1 0,-1 1 0,0-1 0,0 1 0,0-1 0,0 1 0,0 0 0,0-1 0,0 1 0,0-1 0,0 1 0,0-1 0,0 1 0,0-1 0,0 1 0,0-1 0,0 1 0,0-1 0,0 1 0,-1 0 0,1-1 0,0 1 0,0-1 0,-1 1 0,1-1 0,-10-21 0,-7-5 0,-1 1 0,-1 1 0,-1 1 0,-2 0 0,0 2 0,-1 0 0,-33-23 0,19 15 0,1-2 0,-38-45 0,71 75 0,0-1 0,1 0 0,0 0 0,0-1 0,0 1 0,0 0 0,0-1 0,0 1 0,1-1 0,0 1 0,0-1 0,0 0 0,0 0 0,1 1 0,-1-1 0,1 0 0,0 0 0,0 0 0,1-6 0,1 4 0,0-1 0,1 1 0,0 0 0,0 0 0,0 1 0,1-1 0,0 0 0,0 1 0,0 0 0,9-7 0,263-226 0,-228 200 0,-42 33 0,0 0 0,0 1 0,0 0 0,0 0 0,1 0 0,0 1 0,0 0 0,0 0 0,11-2 0,-15 4 0,1 1 0,0 0 0,0 0 0,-1 1 0,1-1 0,0 1 0,-1 0 0,1-1 0,0 2 0,-1-1 0,1 0 0,-1 1 0,0-1 0,1 1 0,-1 0 0,0 0 0,0 1 0,0-1 0,-1 1 0,6 4 0,25 33 0,-29-32 0,2-1 0,-1 0 0,1 0 0,0 0 0,0 0 0,1-1 0,0 0 0,0-1 0,0 1 0,1-1 0,12 6 0,-19-11 0,0 0 0,0 0 0,0 0 0,-1 0 0,1 0 0,0 0 0,0 0 0,0 0 0,0 0 0,0-1 0,-1 1 0,1 0 0,0 0 0,0-1 0,0 1 0,0 0 0,-1-1 0,1 1 0,0-1 0,-1 1 0,1-1 0,0 0 0,-1 1 0,1-1 0,-1 0 0,1 1 0,0-1 0,-1 0 0,0 1 0,1-1 0,-1 0 0,0 0 0,1 0 0,-1 0 0,0 1 0,0-1 0,1 0 0,-1 0 0,0 0 0,0 0 0,0 0 0,0 1 0,0-1 0,0 0 0,-1 0 0,1 0 0,0-1 0,-9-45 0,1 25 0,-1 1 0,-1-1 0,-1 2 0,-1 0 0,0 0 0,-2 1 0,0 0 0,-26-25 0,34 38 0,-1 0 0,2-1 0,-1 0 0,1 0 0,0 0 0,0-1 0,1 0 0,0 0 0,0 0 0,1 0 0,0-1 0,1 1 0,-2-11 0,3 14 0,1-1 0,0 1 0,1-1 0,-1 1 0,1-1 0,0 1 0,0-1 0,1 1 0,0 0 0,0 0 0,0 0 0,0 0 0,1 0 0,0 0 0,0 0 0,0 1 0,1 0 0,-1-1 0,1 1 0,0 1 0,9-8 0,-10 9 0,0-1 0,1 1 0,-1 0 0,0 0 0,1 1 0,-1-1 0,1 1 0,0-1 0,0 1 0,-1 0 0,1 1 0,0-1 0,0 1 0,0-1 0,0 1 0,0 0 0,0 1 0,0-1 0,-1 1 0,1 0 0,0 0 0,0 0 0,0 0 0,-1 0 0,1 1 0,-1 0 0,1 0 0,-1 0 0,0 0 0,0 0 0,6 5 0,7 8 0,0 0 0,0 1 0,-2 1 0,17 25 0,-24-34 0,2 6 0,-4-7 0,0 0 0,0 0 0,1 0 0,0-1 0,10 9 0,-15-14 0,0 0 0,0 0 0,0-1 0,0 1 0,1 0 0,-1-1 0,0 0 0,1 1 0,-1-1 0,0 1 0,1-1 0,-1 0 0,0 0 0,1 0 0,-1 0 0,0 0 0,1 0 0,-1 0 0,0 0 0,1-1 0,-1 1 0,0 0 0,1-1 0,-1 1 0,0-1 0,0 0 0,0 1 0,1-1 0,-1 0 0,0 0 0,0 1 0,0-1 0,0 0 0,0 0 0,0 0 0,-1 0 0,1-1 0,0 1 0,0 0 0,-1 0 0,1 0 0,0-2 0,10-17 0,-1-1 0,0 0 0,-1-1 0,-2 0 0,7-28 0,-3-5 0,6-58 0,-16 91 0,-1-1 0,-1 1 0,-1-1 0,-1 1 0,-6-24 0,8 29 0,7 22 0,13 32 0,31 78-71,-30-62-188,3-2 0,2 0 0,1-1 1,51 67-1,-48-84-6567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31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24575,'1'14'0,"0"0"0,1-1 0,0 1 0,1-1 0,0 1 0,10 21 0,41 74 0,-25-54 0,-19-35 0,28 58 0,3-1 0,101 139 0,-130-201 20,1-1 0,0-1 0,1 0 0,1-1 0,23 15 0,-33-23-103,1-1 1,0 1-1,0-1 1,1-1-1,-1 1 1,1-1-1,-1 0 1,1 0-1,0-1 1,0 0-1,-1 0 1,1 0-1,0-1 1,0 0-1,0-1 1,0 0-1,12-2 1,-2-4-6744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1:57:32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0 24575,'-2'0'0,"-1"1"0,1-1 0,0 1 0,0-1 0,0 1 0,0 0 0,0 0 0,0 0 0,0 0 0,1 0 0,-1 1 0,0-1 0,0 0 0,1 1 0,-1-1 0,1 1 0,-1 0 0,0 1 0,-27 43 0,16-24 0,-48 73 0,6 3 0,3 1 0,5 3 0,-34 109 0,75-191 0,1 0 0,1 1 0,1 0 0,0 0 0,2 0 0,0 0 0,2 0 0,0 0 0,1 0 0,7 27 0,-8-36 0,-5-18 0,-7-24 0,7 8 0,1 1 0,1-1 0,2 0 0,0 0 0,1 0 0,1 0 0,6-26 0,45-152 0,20 3 0,-58 165 0,0 1 0,3 1 0,0 0 0,23-27 0,-30 47 100,-11 10-132,0 0-1,0 0 1,1 0-1,-1 0 0,0 0 1,0 0-1,1 0 1,-1 0-1,0 0 1,0 0-1,0 0 0,1 0 1,-1 0-1,0 0 1,0 0-1,1 1 1,-1-1-1,0 0 1,0 0-1,0 0 0,1 0 1,-1 0-1,0 0 1,0 1-1,0-1 1,0 0-1,0 0 0,1 0 1,-1 1-1,0-1 1,0 0-1,0 0 1,0 0-1,0 1 1,0-1-1,0 0 0,0 0 1,0 0-1,0 1 1,0-1-1,0 0 1,0 0-1,0 1 1,0-1-1,1 14-6793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2:41:31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1 950 24575,'1'14'0,"1"0"0,1 0 0,0 0 0,1 0 0,10 25 0,40 80 0,-36-83 0,-2 0 0,2 5 0,1-2 0,2 0 0,1-1 0,44 56 0,-65-93 0,0 0 0,0 0 0,-1 0 0,1 1 0,0-1 0,1 0 0,-1 0 0,0 0 0,0 0 0,0-1 0,1 1 0,-1 0 0,0 0 0,1-1 0,-1 1 0,0-1 0,1 1 0,-1-1 0,1 0 0,-1 0 0,1 1 0,-1-1 0,1 0 0,-1 0 0,1 0 0,-1 0 0,1-1 0,-1 1 0,1 0 0,-1-1 0,0 1 0,1-1 0,-1 1 0,0-1 0,2-1 0,2-2 0,-1 0 0,0 0 0,1-1 0,-2 0 0,1 0 0,-1 0 0,6-11 0,28-62 0,-3-2 0,30-107 0,-6 15 0,-15 60 0,115-208 0,-120 256 0,2 3 0,4 1 0,2 2 0,74-73 0,-105 116-136,0 0-1,1 1 1,1 0-1,0 1 1,1 1-1,0 1 1,1 1-1,0 0 0,29-10 1,-12 14-6690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2:41:3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1 364 24575,'1'19'0,"1"0"0,0 0 0,2 0 0,0 0 0,1-1 0,10 24 0,54 106 0,-41-91 0,16 32 0,43 93 0,130 199 0,-213-376 0,2 6 0,1-1 0,1 0 0,0 0 0,16 14 0,-22-22 0,0 0 0,0-1 0,0 1 0,0-1 0,1 0 0,-1 1 0,1-1 0,-1 0 0,1 0 0,-1-1 0,1 1 0,-1-1 0,1 1 0,0-1 0,-1 0 0,1 0 0,-1 0 0,1 0 0,0 0 0,-1 0 0,1-1 0,0 0 0,-1 1 0,1-1 0,-1 0 0,1 0 0,3-2 0,3-4 0,1 1 0,-2-1 0,1 0 0,-1-1 0,0 0 0,0 0 0,-1-1 0,11-17 0,44-88 0,-42 74 0,30-59 0,158-287 0,-165 318 0,2 1 0,3 3 0,83-86 0,-77 98-227,1 3-1,3 2 1,1 3-1,3 2 1,101-52-1,-47 43-6598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3:48:20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24575,'2806'0'0,"-2436"-13"0,9-1 0,2639 15 0,-1800 71 0,-917-46 0,-39-4 0,666 42 0,-575-63 0,-166-3 0,38-11 0,-20 0 0,-100 12 0,15 1 0,214-27 0,61-12 0,-300 32 0,477 0 0,-330 10 0,1610-3-1365,-1798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3:49:32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0 481 24575,'2'0'0,"-1"1"0,0-1 0,1 1 0,-1 0 0,1 0 0,-1-1 0,0 1 0,0 0 0,1 0 0,-1 0 0,0 0 0,0 0 0,0 1 0,0-1 0,0 0 0,0 0 0,-1 1 0,1-1 0,0 0 0,-1 1 0,1-1 0,-1 1 0,1 2 0,12 42 0,-11-36 0,7 33 0,-3-17 0,14 49 0,-18-69 0,1 0 0,-1 0 0,1 0 0,0-1 0,0 1 0,1-1 0,0 0 0,0 0 0,0 0 0,0 0 0,1-1 0,-1 0 0,9 6 0,-9-8 0,0-1 0,0 1 0,0-1 0,0 0 0,0 0 0,0 0 0,0-1 0,0 1 0,0-1 0,0 0 0,1 0 0,-1-1 0,0 1 0,0-1 0,0 0 0,0 0 0,0 0 0,0 0 0,7-4 0,6-4 0,-1 0 0,0 0 0,18-16 0,37-31 21,-3-4 0,84-94-1,108-155-419,-157 182-629,-79 99-5798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3:49:33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1 159 24575,'2'27'0,"1"-1"0,1 1 0,13 40 0,-7-25 0,0 3 0,-4-17 0,0 0 0,2 0 0,1 0 0,1-1 0,18 35 0,-26-58 0,1-1 0,-1 1 0,1-1 0,0 0 0,0 1 0,0-1 0,0 0 0,1-1 0,-1 1 0,1-1 0,0 1 0,0-1 0,-1 0 0,2 0 0,-1-1 0,0 1 0,0-1 0,0 0 0,1 0 0,-1-1 0,0 1 0,1-1 0,-1 0 0,0 0 0,1 0 0,-1-1 0,1 1 0,-1-1 0,0 0 0,0 0 0,6-3 0,5-2 0,0 0 0,-1-1 0,0-1 0,-1 0 0,1-1 0,-2 0 0,18-17 0,15-18 13,-1-3 0,37-52 0,68-112-202,-67 90-1026,-57 86-5611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14:01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12 24575,'-9'-5'0,"-2"-1"-8191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0:35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1 614 24575,'11'14'0,"-1"0"0,0 0 0,0 1 0,-2 1 0,0 0 0,11 31 0,19 35 0,-34-76 0,-1 0 0,1 0 0,0 0 0,0-1 0,1 0 0,-1 0 0,1 0 0,9 7 0,-10-10 0,1 0 0,-1 0 0,0 0 0,0-1 0,1 1 0,-1-1 0,1 0 0,0 0 0,-1-1 0,1 0 0,-1 1 0,1-1 0,0-1 0,5 0 0,15-3 0,-1 0 0,1-2 0,0-1 0,-1-1 0,30-15 0,117-68 0,-158 83 0,665-430 0,-464 293 0,-3 17-1365,-137 90-5461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0:35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2 328 24575,'-1'54'0,"0"-15"0,7 69 0,-5-97 0,1 0 0,0 0 0,1 0 0,0-1 0,1 1 0,0-1 0,1 0 0,0 0 0,0 0 0,14 16 0,-15-22 0,0 0 0,0 0 0,1-1 0,0 0 0,0 0 0,0 0 0,0-1 0,0 1 0,0-1 0,1 0 0,-1-1 0,1 1 0,-1-1 0,1 0 0,0-1 0,0 1 0,-1-1 0,1 0 0,0-1 0,-1 1 0,1-1 0,8-3 0,15-2 0,-1-2 0,0-2 0,27-12 0,-52 21 0,136-67 0,258-169 0,-258 148 0,-101 65-112,279-165-1141,-241 151-5573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0:37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24575,'4'0'0,"15"0"0,18 0 0,20 0 0,23 0 0,29 0 0,31 0 0,32 0 0,23 0 0,13 4 0,12 6 0,-9 2 0,-23-2 0,-31-3 0,-32-2 0,-37-2-8191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1:31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17 928 24575,'-1'0'0,"0"0"0,0 1 0,1-1 0,-1 1 0,0-1 0,0 1 0,0-1 0,0 1 0,1 0 0,-1-1 0,0 1 0,0 0 0,1-1 0,-1 1 0,1 0 0,-1 0 0,1 0 0,-1 0 0,1 0 0,-1-1 0,1 1 0,0 0 0,0 0 0,-1 0 0,1 0 0,0 0 0,0 0 0,0 0 0,0 0 0,0 0 0,0 0 0,0 0 0,0 0 0,1 2 0,4 40 0,-5-41 0,22 101 0,4 0 0,5-2 0,80 179 0,-106-269 0,1 1 0,0-1 0,1 0 0,0-1 0,17 19 0,-21-26 0,-1-1 0,1 0 0,0 0 0,-1 1 0,1-1 0,0-1 0,0 1 0,0 0 0,0-1 0,1 0 0,-1 1 0,0-1 0,1-1 0,-1 1 0,0 0 0,1-1 0,-1 0 0,1 0 0,-1 0 0,1 0 0,-1 0 0,1-1 0,-1 1 0,1-1 0,-1 0 0,4-1 0,2-3 0,0 0 0,0 0 0,-1 0 0,0-1 0,0 0 0,0-1 0,-1 0 0,0 0 0,10-13 0,7-12 0,22-40 0,-23 35 0,17-27 0,595-885 0,-562 850 0,140-179 0,-203 264-112,0 2 194,0 0 0,23-20 0,-30 30-153,-1 0-1,0 0 1,1 0-1,-1 1 1,1-1 0,0 1-1,-1-1 1,1 1 0,0 0-1,0 0 1,0 0-1,0 1 1,0-1 0,0 1-1,0 0 1,0-1-1,0 1 1,0 0 0,0 1-1,6 0 1,18 13-6755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1:34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24575,'1'-1'0,"-1"-1"0,0 1 0,1 0 0,-1 1 0,1-1 0,0 0 0,-1 0 0,1 0 0,0 0 0,0 0 0,-1 1 0,1-1 0,0 0 0,0 0 0,0 1 0,0-1 0,0 1 0,0-1 0,0 1 0,0-1 0,0 1 0,0 0 0,0 0 0,0-1 0,0 1 0,2 0 0,36-5 0,-34 4 0,413-4 0,-225 8 0,1240-3 0,-1190-13 0,-31 0 0,916 10 0,-577 5 0,-323 6 0,0 10 0,281 58 0,190 30 0,68-49 0,-331-32 0,154 1 0,-567-26 0,961-28 0,552-25 0,-1106 55 0,1235-4 0,-632-41 0,-1000 41-341,1-3 0,-1-1-1,36-10 1,-38 4-6485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4:21:35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24575,'1977'0'-1365,"-1910"0"-5461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00:36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24575,'17'-1'0,"-1"-2"0,0 0 0,27-8 0,-5 1 0,45-7 0,151-9 0,83 20 0,-76 3 0,-20-9 0,93-2 0,1819 15 0,-1489 53 0,-9-1 0,-267-53 0,625 14 0,-575 13 0,357 10 0,-516-25 0,-11 1 0,622 2 0,-365-3 0,577 38 0,-1060-48 0,787 51 0,2893-56 0,-1949 5 0,-1733-2-63,88 1-371,1-5 0,112-19 0,-178 14-6392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00:38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24575,'5'0'0,"1334"21"0,-688 13 0,387 16 0,-953-48-1365,-25-1-5461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21:16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0 585 24575,'1'-20'0,"1"0"0,1 1 0,0-1 0,1 0 0,1 1 0,1 0 0,13-28 0,9-10 0,36-54 0,-26 47 0,-19 33-341,2 1 0,1 0-1,33-34 1,-42 51-6485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21:18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11 617 24575,'0'-553'0,"-5"506"-1365,0 30-5461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21:31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24575,'4558'0'0,"-4533"-1"0,0-2 0,32-7 0,-30 5 0,46-3 0,-43 7 0,0-1 0,53-11 0,165-25 0,-243 37-170,-1 1-1,1-1 0,0-1 1,0 1-1,-1-1 0,1 0 1,7-4-1,6-5-6655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36:17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0 361 24575,'5'-2'0,"1"0"0,-1 0 0,0-1 0,0 0 0,0 0 0,-1-1 0,1 1 0,-1-1 0,0 0 0,0 0 0,0 0 0,4-7 0,10-7 0,48-39-341,2 3 0,3 3-1,130-70 1,-181 111-6485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39:13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0 630 24575,'5'0'0,"5"-4"0,2-11 0,2-7 0,5-4 0,-3-7 0,2-2 0,2-4 0,-3-4 0,1-9 0,1-3 0,2-3 0,-2 6 0,-1 1 0,2 6 0,-3 6 0,-4 5 0,-4 8-8191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39:38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0 570 24575,'0'-5'0,"0"-10"0,0-11 0,5-11 0,1-12 0,4-6 0,5-4 0,-1 0 0,3 2 0,2 5 0,3 7 0,-3 3 0,-4 3 0,-5 9-8191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0 24575,'-64'104'0,"15"-27"0,-18 40 1662,-133 215-7300,61-146 4310,33-74 5267,90-97-10765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1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24575,'19'-15'0,"0"1"0,0 1 0,2 1 0,-1 1 0,2 0 0,-1 2 0,1 0 0,29-6 0,-32 10 0,-1 1 0,1 1 0,0 1 0,0 1 0,0 0 0,0 2 0,0 0 0,0 1 0,-1 0 0,1 2 0,-1 0 0,1 2 0,-1 0 0,0 0 0,-1 2 0,24 14 0,8 7 0,-2 2 0,-1 3 0,-1 1 0,47 49 0,-40-29 0,-2 2 0,54 83 0,-65-86 0,-4-11-1365,-25-31-5461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2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0 703 24575,'1'1'0,"-1"1"0,1 0 0,0-1 0,-1 1 0,1 0 0,0-1 0,0 1 0,0-1 0,0 0 0,0 1 0,0-1 0,1 0 0,-1 1 0,0-1 0,1 0 0,-1 0 0,1 0 0,-1 0 0,1-1 0,-1 1 0,1 0 0,2 0 0,39 13 0,-36-12 0,1-1 0,0 0 0,0 0 0,-1-1 0,1 0 0,0 0 0,0-1 0,0 0 0,-1-1 0,1 1 0,0-1 0,-1-1 0,0 1 0,1-1 0,-1-1 0,0 1 0,-1-1 0,1 0 0,-1-1 0,1 0 0,-1 0 0,-1 0 0,1-1 0,-1 1 0,0-1 0,0-1 0,-1 1 0,1-1 0,-1 1 0,-1-1 0,0-1 0,5-11 0,1-7 0,-2 1 0,0-1 0,-2 0 0,0 0 0,0-39 0,-6-140 0,-3 105 0,-7-24 0,16 207 0,4 0 0,32 133 0,-35-186 0,4 12 0,1-1 0,25 58 0,-27-76 0,2-1 0,1-1 0,0 0 0,2 0 0,27 31 0,-36-47 0,0 1 0,1-1 0,0-1 0,0 1 0,0-1 0,0 0 0,0-1 0,1 1 0,0-1 0,0 0 0,-1-1 0,2 0 0,-1 0 0,0 0 0,0-1 0,1 0 0,-1-1 0,0 0 0,1 0 0,-1 0 0,0-1 0,1 0 0,-1 0 0,0-1 0,0 0 0,0 0 0,0-1 0,11-5 0,-8 3 0,0 0 0,0-1 0,-1-1 0,0 0 0,0 0 0,0 0 0,-1-1 0,0-1 0,-1 1 0,0-1 0,0 0 0,-1-1 0,0 0 0,0 0 0,-1 0 0,-1-1 0,7-20 0,-7 4 0,0 0 0,-2 0 0,-1-30 0,0 8 0,-2 48 0,1 0 0,0 0 0,0 1 0,0-1 0,0 0 0,0 0 0,0 0 0,0 1 0,0-1 0,0 0 0,0 0 0,1 1 0,-1-1 0,0 0 0,0 1 0,1-1 0,-1 0 0,0 0 0,1 1 0,-1-1 0,1 1 0,-1-1 0,1 0 0,-1 1 0,1-1 0,-1 1 0,1-1 0,0 1 0,-1-1 0,1 1 0,1-1 0,-1 2 0,0-1 0,1 0 0,-1 1 0,1-1 0,-1 1 0,1 0 0,-1-1 0,0 1 0,0 0 0,1 0 0,-1 0 0,0 0 0,0 0 0,2 2 0,44 57 0,-41-51 0,23 33 0,-18-24 0,1-1 0,0 0 0,1 0 0,1-2 0,0 0 0,22 17 0,-35-30-27,1-1 1,0 1-1,-1-1 0,1 0 0,0 0 1,0 0-1,0 0 0,0 0 0,0 0 1,0-1-1,0 1 0,0 0 0,0-1 0,0 0 1,0 1-1,1-1 0,-1 0 0,0 0 1,0 0-1,0-1 0,0 1 0,0 0 1,0-1-1,1 0 0,-1 1 0,0-1 0,0 0 1,-1 0-1,1 0 0,0 0 0,0 0 1,0 0-1,-1-1 0,1 1 0,0-1 1,-1 1-1,1-1 0,-1 0 0,0 1 0,0-1 1,0 0-1,1 0 0,-2 0 0,1 0 1,0 0-1,0 0 0,-1 0 0,1 0 0,-1 0 1,1-3-1,5-22-6799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3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24575,'4'-3'0,"1"2"0,-1-1 0,1 0 0,0 1 0,0 0 0,0 0 0,0 0 0,0 1 0,0 0 0,0 0 0,0 0 0,0 0 0,0 1 0,0 0 0,-1 0 0,1 0 0,0 1 0,0-1 0,-1 1 0,1 0 0,-1 1 0,1-1 0,-1 1 0,0 0 0,0 0 0,5 4 0,8 10 0,-1 0 0,0 1 0,-1 0 0,16 28 0,-14-22 0,99 160 0,146 310 0,-260-489 0,5 9 0,-4-7 0,0 0 0,0 0 0,1-1 0,0 0 0,0 1 0,1-1 0,8 8 0,-13-14 0,1 1 0,0-1 0,-1 0 0,1 1 0,0-1 0,-1 0 0,1 0 0,0 0 0,0 0 0,-1 0 0,1 0 0,0 0 0,0 0 0,-1 0 0,1 0 0,0 0 0,-1 0 0,1 0 0,0-1 0,0 1 0,-1 0 0,1 0 0,0-1 0,-1 1 0,1-1 0,-1 1 0,1 0 0,0-1 0,-1 1 0,1-1 0,-1 0 0,1 1 0,-1-1 0,0 1 0,1-1 0,-1 0 0,0 1 0,1-1 0,-1 0 0,0 1 0,1-1 0,-1 0 0,0 1 0,0-1 0,0-1 0,13-41 0,-11 36 0,26-126 0,-19 82 0,2 1 0,28-79 0,-39 128 0,0 1 0,0 0 0,0 0 0,0 0 0,0 0 0,0-1 0,0 1 0,0 0 0,0 0 0,0 0 0,0-1 0,0 1 0,0 0 0,0 0 0,0 0 0,0 0 0,0-1 0,0 1 0,0 0 0,0 0 0,0 0 0,0 0 0,1 0 0,-1-1 0,0 1 0,0 0 0,0 0 0,0 0 0,0 0 0,0 0 0,1 0 0,-1 0 0,0 0 0,0 0 0,0-1 0,0 1 0,1 0 0,-1 0 0,0 0 0,0 0 0,0 0 0,0 0 0,1 0 0,-1 0 0,0 0 0,0 0 0,0 0 0,0 0 0,1 0 0,-1 0 0,0 0 0,0 1 0,0-1 0,1 0 0,2 13 0,0 30 0,-2-36 0,-1-3 0,1-1 0,0 1 0,1 0 0,-1-1 0,1 1 0,-1-1 0,1 1 0,0-1 0,1 0 0,-1 0 0,0 0 0,1 0 0,0 0 0,-1-1 0,1 1 0,0-1 0,1 0 0,-1 0 0,0 0 0,0 0 0,1 0 0,-1-1 0,1 1 0,0-1 0,5 1 0,15 5 0,0-1 0,45 4 0,-47-7 0,184 11 0,-106-10 0,-91-4-195,1 1 0,-1 1 0,0 0 0,1 0 0,-1 1 0,10 4 0,0 2-6631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0:2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59 542 24575,'5'-1'0,"0"1"0,0-1 0,0 0 0,0-1 0,0 1 0,-1-1 0,1 0 0,0 0 0,-1-1 0,1 1 0,7-7 0,44-40 0,-40 34 0,-8 8 0,56-58 0,-61 61 0,0 1 0,0-1 0,0 0 0,0 0 0,-1 0 0,0 0 0,0 0 0,0-1 0,0 1 0,-1 0 0,1-1 0,-1 0 0,0 1 0,-1-1 0,1 1 0,-1-7 0,-1 9 0,0 0 0,0 0 0,0 0 0,0 0 0,0 1 0,-1-1 0,1 0 0,-1 1 0,1-1 0,-1 1 0,1-1 0,-1 1 0,0 0 0,0-1 0,0 1 0,0 0 0,0 0 0,0 0 0,0 1 0,0-1 0,0 0 0,0 1 0,0 0 0,0-1 0,-1 1 0,-1 0 0,-68-3 0,63 3 0,-1 0 0,1 1 0,-1-1 0,1 2 0,-1-1 0,1 1 0,0 0 0,-1 1 0,1 0 0,-14 8 0,19-8 0,0-1 0,-1 2 0,2-1 0,-1 0 0,0 1 0,1 0 0,-1 0 0,1 0 0,0 0 0,1 0 0,-1 0 0,1 1 0,-1 0 0,2-1 0,-1 1 0,0 0 0,1 0 0,0 0 0,-1 9 0,-1 3 0,2 0 0,0 0 0,0 0 0,2 0 0,0 0 0,1 0 0,6 23 0,-7-35 0,0 0 0,1 0 0,0 1 0,0-1 0,1-1 0,-1 1 0,1 0 0,0-1 0,1 1 0,-1-1 0,1 0 0,-1 0 0,1 0 0,1-1 0,-1 1 0,0-1 0,1 0 0,-1 0 0,1-1 0,0 1 0,0-1 0,0 0 0,0 0 0,1-1 0,-1 1 0,8 0 0,5 0 0,0-1 0,0-1 0,0-1 0,0 0 0,0-1 0,0-1 0,-1-1 0,1 0 0,-1-1 0,0-1 0,0-1 0,-1 0 0,1-1 0,-2-1 0,17-12 0,0-3 0,-1-2 0,-1-1 0,-1-1 0,-2-1 0,42-60 0,-27 33 0,99-149 0,-139 203 0,-1 0 0,1-1 0,-1 1 0,0 0 0,0-1 0,0 1 0,0-1 0,0 1 0,-1-1 0,1 1 0,-1-1 0,0 0 0,1 1 0,-1-1 0,0 0 0,-1 1 0,1-1 0,0 1 0,-1-1 0,-1-4 0,1 5 0,-1 0 0,1 0 0,-1 0 0,0 1 0,0-1 0,1 1 0,-1 0 0,0-1 0,0 1 0,0 0 0,-1 0 0,1 0 0,0 0 0,0 0 0,0 1 0,-1-1 0,1 1 0,0-1 0,-1 1 0,1 0 0,0 0 0,-1 0 0,1 0 0,-4 1 0,0 0 0,-1-1 0,1 1 0,-1 0 0,1 1 0,-1 0 0,1 0 0,0 0 0,0 1 0,0 0 0,0 0 0,0 0 0,1 1 0,0 0 0,-1 0 0,1 0 0,1 1 0,-8 8 0,8-8 0,1-1 0,1 1 0,-1-1 0,1 1 0,-1 0 0,1 0 0,1 0 0,-1 0 0,1 0 0,0 0 0,0 0 0,0 0 0,1 1 0,0-1 0,0 0 0,0 1 0,1-1 0,-1 0 0,1 0 0,0 1 0,1-1 0,3 8 0,2 2 0,0 0 0,2-1 0,-1 0 0,2 0 0,0-1 0,23 23 0,81 62 0,-84-75 0,-1 1 0,-1 1 0,42 49 0,-65-67 0,0 1 0,-1 0 0,0 1 0,0-1 0,-1 1 0,0-1 0,0 1 0,-1 0 0,0 0 0,-1 0 0,0 1 0,0-1 0,-1 0 0,-1 0 0,1 0 0,-3 14 0,2-18 0,0 0 0,0 1 0,-1-1 0,1 0 0,-1 0 0,-1 0 0,1 0 0,0 0 0,-1-1 0,0 1 0,0-1 0,-1 0 0,1 1 0,-1-1 0,0-1 0,0 1 0,0-1 0,0 1 0,-1-1 0,0-1 0,1 1 0,-1 0 0,0-1 0,0 0 0,0 0 0,0-1 0,-1 0 0,1 1 0,-6-1 0,-18 0-1365,2-1-5461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19:20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1 148 24575,'0'-2'0,"1"1"0,-1-1 0,1 0 0,0 1 0,-1-1 0,1 1 0,0 0 0,0-1 0,0 1 0,0-1 0,1 1 0,-1 0 0,0 0 0,1 0 0,-1 0 0,0 0 0,1 0 0,-1 0 0,1 0 0,-1 1 0,1-1 0,3 0 0,38-12 0,11 6 0,0 2 0,0 3 0,56 4 0,78-3 0,664-17 0,-309 15 0,-428-3 1268,56-12-3869,139-7-2850,-212 22 4332,49-6 4058,132-3 2025,511 13-6329,-744-1-5461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19:20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24575,'5'0'0,"8"0"0,20 0 0,25 0 0,31 4 0,30 2 0,28-1 0,22-1 0,3 0 0,-11-3 0,-20 0 0,-35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5E3D8-DDB0-4D1F-BC26-95A94F663B1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3963F-15E3-4F9A-906F-AFE85BBD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D8A0-2B96-027A-711B-1550DF8D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8609AF5-F111-CF19-14D7-A2CA40988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12A281-D118-4EC7-BDEE-700B21792AC4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213F91B-71D1-C642-7DEE-262CE4F84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C373121-DD5A-9975-13BC-E94EE7365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99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33E0-4195-D8E7-B92A-DEC79835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EDE0B-0ED5-43A4-C54F-17B3C186C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1E2A9-9135-7E48-FE78-E513D76F3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3EF8-3A8D-49CD-7417-ADE9338AB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7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6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4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8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6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5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5902B-52C6-0B2A-97C6-59E4597E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A955D-DF3B-0B86-D83D-8AA589FC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09E10-A051-8107-DCEB-91C7425C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E9F2F-D431-46BA-B5AD-ABB2B8E2ED8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105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600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.xml"/><Relationship Id="rId21" Type="http://schemas.openxmlformats.org/officeDocument/2006/relationships/image" Target="../media/image19.png"/><Relationship Id="rId42" Type="http://schemas.openxmlformats.org/officeDocument/2006/relationships/customXml" Target="../ink/ink29.xml"/><Relationship Id="rId47" Type="http://schemas.openxmlformats.org/officeDocument/2006/relationships/image" Target="../media/image32.png"/><Relationship Id="rId63" Type="http://schemas.openxmlformats.org/officeDocument/2006/relationships/image" Target="../media/image40.png"/><Relationship Id="rId68" Type="http://schemas.openxmlformats.org/officeDocument/2006/relationships/customXml" Target="../ink/ink42.xml"/><Relationship Id="rId84" Type="http://schemas.openxmlformats.org/officeDocument/2006/relationships/image" Target="../media/image50.png"/><Relationship Id="rId89" Type="http://schemas.openxmlformats.org/officeDocument/2006/relationships/customXml" Target="../ink/ink53.xml"/><Relationship Id="rId16" Type="http://schemas.openxmlformats.org/officeDocument/2006/relationships/customXml" Target="../ink/ink16.xml"/><Relationship Id="rId11" Type="http://schemas.openxmlformats.org/officeDocument/2006/relationships/image" Target="../media/image14.png"/><Relationship Id="rId32" Type="http://schemas.openxmlformats.org/officeDocument/2006/relationships/customXml" Target="../ink/ink24.xml"/><Relationship Id="rId37" Type="http://schemas.openxmlformats.org/officeDocument/2006/relationships/image" Target="../media/image27.png"/><Relationship Id="rId53" Type="http://schemas.openxmlformats.org/officeDocument/2006/relationships/image" Target="../media/image35.png"/><Relationship Id="rId58" Type="http://schemas.openxmlformats.org/officeDocument/2006/relationships/customXml" Target="../ink/ink37.xml"/><Relationship Id="rId74" Type="http://schemas.openxmlformats.org/officeDocument/2006/relationships/image" Target="../media/image45.png"/><Relationship Id="rId79" Type="http://schemas.openxmlformats.org/officeDocument/2006/relationships/customXml" Target="../ink/ink48.xml"/><Relationship Id="rId5" Type="http://schemas.openxmlformats.org/officeDocument/2006/relationships/image" Target="../media/image11.png"/><Relationship Id="rId90" Type="http://schemas.openxmlformats.org/officeDocument/2006/relationships/image" Target="../media/image53.png"/><Relationship Id="rId95" Type="http://schemas.openxmlformats.org/officeDocument/2006/relationships/customXml" Target="../ink/ink56.xml"/><Relationship Id="rId22" Type="http://schemas.openxmlformats.org/officeDocument/2006/relationships/customXml" Target="../ink/ink19.xml"/><Relationship Id="rId27" Type="http://schemas.openxmlformats.org/officeDocument/2006/relationships/image" Target="../media/image22.png"/><Relationship Id="rId43" Type="http://schemas.openxmlformats.org/officeDocument/2006/relationships/image" Target="../media/image30.png"/><Relationship Id="rId48" Type="http://schemas.openxmlformats.org/officeDocument/2006/relationships/customXml" Target="../ink/ink32.xml"/><Relationship Id="rId64" Type="http://schemas.openxmlformats.org/officeDocument/2006/relationships/customXml" Target="../ink/ink40.xml"/><Relationship Id="rId69" Type="http://schemas.openxmlformats.org/officeDocument/2006/relationships/customXml" Target="../ink/ink43.xml"/><Relationship Id="rId8" Type="http://schemas.openxmlformats.org/officeDocument/2006/relationships/customXml" Target="../ink/ink12.xml"/><Relationship Id="rId51" Type="http://schemas.openxmlformats.org/officeDocument/2006/relationships/image" Target="../media/image34.png"/><Relationship Id="rId72" Type="http://schemas.openxmlformats.org/officeDocument/2006/relationships/image" Target="../media/image44.png"/><Relationship Id="rId80" Type="http://schemas.openxmlformats.org/officeDocument/2006/relationships/image" Target="../media/image48.png"/><Relationship Id="rId85" Type="http://schemas.openxmlformats.org/officeDocument/2006/relationships/customXml" Target="../ink/ink51.xml"/><Relationship Id="rId93" Type="http://schemas.openxmlformats.org/officeDocument/2006/relationships/customXml" Target="../ink/ink55.xml"/><Relationship Id="rId3" Type="http://schemas.openxmlformats.org/officeDocument/2006/relationships/image" Target="../media/image10.png"/><Relationship Id="rId12" Type="http://schemas.openxmlformats.org/officeDocument/2006/relationships/customXml" Target="../ink/ink14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27.xml"/><Relationship Id="rId46" Type="http://schemas.openxmlformats.org/officeDocument/2006/relationships/customXml" Target="../ink/ink31.xml"/><Relationship Id="rId59" Type="http://schemas.openxmlformats.org/officeDocument/2006/relationships/image" Target="../media/image38.png"/><Relationship Id="rId67" Type="http://schemas.openxmlformats.org/officeDocument/2006/relationships/image" Target="../media/image42.png"/><Relationship Id="rId20" Type="http://schemas.openxmlformats.org/officeDocument/2006/relationships/customXml" Target="../ink/ink18.xml"/><Relationship Id="rId41" Type="http://schemas.openxmlformats.org/officeDocument/2006/relationships/image" Target="../media/image29.png"/><Relationship Id="rId54" Type="http://schemas.openxmlformats.org/officeDocument/2006/relationships/customXml" Target="../ink/ink35.xml"/><Relationship Id="rId62" Type="http://schemas.openxmlformats.org/officeDocument/2006/relationships/customXml" Target="../ink/ink39.xml"/><Relationship Id="rId70" Type="http://schemas.openxmlformats.org/officeDocument/2006/relationships/image" Target="../media/image43.png"/><Relationship Id="rId75" Type="http://schemas.openxmlformats.org/officeDocument/2006/relationships/customXml" Target="../ink/ink46.xml"/><Relationship Id="rId83" Type="http://schemas.openxmlformats.org/officeDocument/2006/relationships/customXml" Target="../ink/ink50.xml"/><Relationship Id="rId88" Type="http://schemas.openxmlformats.org/officeDocument/2006/relationships/image" Target="../media/image52.png"/><Relationship Id="rId91" Type="http://schemas.openxmlformats.org/officeDocument/2006/relationships/customXml" Target="../ink/ink54.xml"/><Relationship Id="rId9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49" Type="http://schemas.openxmlformats.org/officeDocument/2006/relationships/image" Target="../media/image33.png"/><Relationship Id="rId57" Type="http://schemas.openxmlformats.org/officeDocument/2006/relationships/image" Target="../media/image37.png"/><Relationship Id="rId10" Type="http://schemas.openxmlformats.org/officeDocument/2006/relationships/customXml" Target="../ink/ink13.xml"/><Relationship Id="rId31" Type="http://schemas.openxmlformats.org/officeDocument/2006/relationships/image" Target="../media/image24.png"/><Relationship Id="rId44" Type="http://schemas.openxmlformats.org/officeDocument/2006/relationships/customXml" Target="../ink/ink30.xml"/><Relationship Id="rId52" Type="http://schemas.openxmlformats.org/officeDocument/2006/relationships/customXml" Target="../ink/ink34.xml"/><Relationship Id="rId60" Type="http://schemas.openxmlformats.org/officeDocument/2006/relationships/customXml" Target="../ink/ink38.xml"/><Relationship Id="rId65" Type="http://schemas.openxmlformats.org/officeDocument/2006/relationships/image" Target="../media/image41.png"/><Relationship Id="rId73" Type="http://schemas.openxmlformats.org/officeDocument/2006/relationships/customXml" Target="../ink/ink45.xml"/><Relationship Id="rId78" Type="http://schemas.openxmlformats.org/officeDocument/2006/relationships/image" Target="../media/image47.png"/><Relationship Id="rId81" Type="http://schemas.openxmlformats.org/officeDocument/2006/relationships/customXml" Target="../ink/ink49.xml"/><Relationship Id="rId86" Type="http://schemas.openxmlformats.org/officeDocument/2006/relationships/image" Target="../media/image51.png"/><Relationship Id="rId94" Type="http://schemas.openxmlformats.org/officeDocument/2006/relationships/image" Target="../media/image55.png"/><Relationship Id="rId4" Type="http://schemas.openxmlformats.org/officeDocument/2006/relationships/customXml" Target="../ink/ink10.xml"/><Relationship Id="rId9" Type="http://schemas.openxmlformats.org/officeDocument/2006/relationships/image" Target="../media/image13.png"/><Relationship Id="rId13" Type="http://schemas.openxmlformats.org/officeDocument/2006/relationships/image" Target="../media/image15.png"/><Relationship Id="rId18" Type="http://schemas.openxmlformats.org/officeDocument/2006/relationships/customXml" Target="../ink/ink17.xml"/><Relationship Id="rId39" Type="http://schemas.openxmlformats.org/officeDocument/2006/relationships/image" Target="../media/image28.png"/><Relationship Id="rId34" Type="http://schemas.openxmlformats.org/officeDocument/2006/relationships/customXml" Target="../ink/ink25.xml"/><Relationship Id="rId50" Type="http://schemas.openxmlformats.org/officeDocument/2006/relationships/customXml" Target="../ink/ink33.xml"/><Relationship Id="rId55" Type="http://schemas.openxmlformats.org/officeDocument/2006/relationships/image" Target="../media/image36.png"/><Relationship Id="rId76" Type="http://schemas.openxmlformats.org/officeDocument/2006/relationships/image" Target="../media/image46.png"/><Relationship Id="rId7" Type="http://schemas.openxmlformats.org/officeDocument/2006/relationships/image" Target="../media/image12.png"/><Relationship Id="rId71" Type="http://schemas.openxmlformats.org/officeDocument/2006/relationships/customXml" Target="../ink/ink44.xml"/><Relationship Id="rId92" Type="http://schemas.openxmlformats.org/officeDocument/2006/relationships/image" Target="../media/image54.png"/><Relationship Id="rId2" Type="http://schemas.openxmlformats.org/officeDocument/2006/relationships/customXml" Target="../ink/ink9.xml"/><Relationship Id="rId29" Type="http://schemas.openxmlformats.org/officeDocument/2006/relationships/image" Target="../media/image23.png"/><Relationship Id="rId24" Type="http://schemas.openxmlformats.org/officeDocument/2006/relationships/customXml" Target="../ink/ink20.xml"/><Relationship Id="rId40" Type="http://schemas.openxmlformats.org/officeDocument/2006/relationships/customXml" Target="../ink/ink28.xml"/><Relationship Id="rId45" Type="http://schemas.openxmlformats.org/officeDocument/2006/relationships/image" Target="../media/image31.png"/><Relationship Id="rId66" Type="http://schemas.openxmlformats.org/officeDocument/2006/relationships/customXml" Target="../ink/ink41.xml"/><Relationship Id="rId87" Type="http://schemas.openxmlformats.org/officeDocument/2006/relationships/customXml" Target="../ink/ink52.xml"/><Relationship Id="rId61" Type="http://schemas.openxmlformats.org/officeDocument/2006/relationships/image" Target="../media/image39.png"/><Relationship Id="rId82" Type="http://schemas.openxmlformats.org/officeDocument/2006/relationships/image" Target="../media/image49.png"/><Relationship Id="rId19" Type="http://schemas.openxmlformats.org/officeDocument/2006/relationships/image" Target="../media/image18.png"/><Relationship Id="rId14" Type="http://schemas.openxmlformats.org/officeDocument/2006/relationships/customXml" Target="../ink/ink15.xml"/><Relationship Id="rId30" Type="http://schemas.openxmlformats.org/officeDocument/2006/relationships/customXml" Target="../ink/ink23.xml"/><Relationship Id="rId35" Type="http://schemas.openxmlformats.org/officeDocument/2006/relationships/image" Target="../media/image26.png"/><Relationship Id="rId56" Type="http://schemas.openxmlformats.org/officeDocument/2006/relationships/customXml" Target="../ink/ink36.xml"/><Relationship Id="rId77" Type="http://schemas.openxmlformats.org/officeDocument/2006/relationships/customXml" Target="../ink/ink4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customXml" Target="../ink/ink5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customXml" Target="../ink/ink59.xml"/><Relationship Id="rId7" Type="http://schemas.openxmlformats.org/officeDocument/2006/relationships/customXml" Target="../ink/ink61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customXml" Target="../ink/ink60.xml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customXml" Target="../ink/ink6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.xml"/><Relationship Id="rId5" Type="http://schemas.openxmlformats.org/officeDocument/2006/relationships/image" Target="../media/image64.png"/><Relationship Id="rId4" Type="http://schemas.openxmlformats.org/officeDocument/2006/relationships/customXml" Target="../ink/ink6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5" Type="http://schemas.openxmlformats.org/officeDocument/2006/relationships/image" Target="../media/image67.png"/><Relationship Id="rId4" Type="http://schemas.openxmlformats.org/officeDocument/2006/relationships/customXml" Target="../ink/ink6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customXml" Target="../ink/ink7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12" Type="http://schemas.openxmlformats.org/officeDocument/2006/relationships/customXml" Target="../ink/ink76.xml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.xml"/><Relationship Id="rId11" Type="http://schemas.openxmlformats.org/officeDocument/2006/relationships/image" Target="../media/image75.png"/><Relationship Id="rId5" Type="http://schemas.openxmlformats.org/officeDocument/2006/relationships/image" Target="../media/image72.png"/><Relationship Id="rId10" Type="http://schemas.openxmlformats.org/officeDocument/2006/relationships/customXml" Target="../ink/ink75.xml"/><Relationship Id="rId4" Type="http://schemas.openxmlformats.org/officeDocument/2006/relationships/customXml" Target="../ink/ink72.xml"/><Relationship Id="rId9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13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12" Type="http://schemas.openxmlformats.org/officeDocument/2006/relationships/customXml" Target="../ink/ink82.xml"/><Relationship Id="rId2" Type="http://schemas.openxmlformats.org/officeDocument/2006/relationships/customXml" Target="../ink/ink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9.xml"/><Relationship Id="rId11" Type="http://schemas.openxmlformats.org/officeDocument/2006/relationships/image" Target="../media/image82.png"/><Relationship Id="rId5" Type="http://schemas.openxmlformats.org/officeDocument/2006/relationships/image" Target="../media/image79.png"/><Relationship Id="rId10" Type="http://schemas.openxmlformats.org/officeDocument/2006/relationships/customXml" Target="../ink/ink81.xml"/><Relationship Id="rId4" Type="http://schemas.openxmlformats.org/officeDocument/2006/relationships/customXml" Target="../ink/ink78.xml"/><Relationship Id="rId9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customXml" Target="../ink/ink8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D087E4-6954-FD2F-ABCB-633814FDC1C8}"/>
              </a:ext>
            </a:extLst>
          </p:cNvPr>
          <p:cNvSpPr txBox="1"/>
          <p:nvPr/>
        </p:nvSpPr>
        <p:spPr>
          <a:xfrm>
            <a:off x="728131" y="3736776"/>
            <a:ext cx="7687733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 Order Logic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14D9D-2F9E-D295-0F59-4E5091EF0BAA}"/>
              </a:ext>
            </a:extLst>
          </p:cNvPr>
          <p:cNvSpPr txBox="1"/>
          <p:nvPr/>
        </p:nvSpPr>
        <p:spPr>
          <a:xfrm>
            <a:off x="1231898" y="1138762"/>
            <a:ext cx="66802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60280-9426-4BB9-15A1-74F21142D85D}"/>
              </a:ext>
            </a:extLst>
          </p:cNvPr>
          <p:cNvSpPr txBox="1"/>
          <p:nvPr/>
        </p:nvSpPr>
        <p:spPr>
          <a:xfrm>
            <a:off x="927094" y="4920620"/>
            <a:ext cx="7289805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Dr. Mohammad Mahmudul Alam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Department of Electrical &amp; Computer Engineering (ECE)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North South University (NSU)</a:t>
            </a:r>
          </a:p>
        </p:txBody>
      </p:sp>
    </p:spTree>
    <p:extLst>
      <p:ext uri="{BB962C8B-B14F-4D97-AF65-F5344CB8AC3E}">
        <p14:creationId xmlns:p14="http://schemas.microsoft.com/office/powerpoint/2010/main" val="30983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668C-AA10-197B-73F0-D6FD99B4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630F3D-4E01-E4BE-EBBD-AF6124F2919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F22AC-60F6-47A5-8A58-E5D96C9DE8E6}"/>
              </a:ext>
            </a:extLst>
          </p:cNvPr>
          <p:cNvSpPr txBox="1"/>
          <p:nvPr/>
        </p:nvSpPr>
        <p:spPr>
          <a:xfrm>
            <a:off x="452967" y="1861902"/>
            <a:ext cx="8238066" cy="415498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Logic: A simple language consisting of symbols and logical connectives.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 derive new sentences from Knowledge Base (KB) by the process of Inference.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Enumeration method checks truth value of all models which have exponential time &amp; space complexity.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 also perform inference by directly applying rules.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prove by contradiction, we need to convert the KB to CNF.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KB in Horn form, we can apply forward or backward chaining for inference.</a:t>
            </a:r>
          </a:p>
        </p:txBody>
      </p:sp>
    </p:spTree>
    <p:extLst>
      <p:ext uri="{BB962C8B-B14F-4D97-AF65-F5344CB8AC3E}">
        <p14:creationId xmlns:p14="http://schemas.microsoft.com/office/powerpoint/2010/main" val="397753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17D0-5382-2794-3828-B6B1565B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1D1CAC-AFBF-E902-F892-1C8E13C4E78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PL vs FOL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49DDCA-404A-ED63-461E-C4ACABC85821}"/>
                  </a:ext>
                </a:extLst>
              </p:cNvPr>
              <p:cNvSpPr txBox="1"/>
              <p:nvPr/>
            </p:nvSpPr>
            <p:spPr>
              <a:xfrm>
                <a:off x="452965" y="1551179"/>
                <a:ext cx="8238067" cy="4924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How we represent this sentence in each language, </a:t>
                </a:r>
                <a:r>
                  <a:rPr lang="en-US" sz="20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“Squares adjacent to pits are breezy”</a:t>
                </a: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u="sng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Propositional Logic (PL)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factored representation.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Lacks expressive power for environments with many objects.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Requires separate rules for each instance. For each square we write: B11 ⇔ (P12 ⋁ P21)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5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u="sng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First-Order Logic (FOL)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structured representation enabling concise, general statements.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Represent relationships between objects.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FOL Representation of the sentence: </a:t>
                </a:r>
              </a:p>
              <a:p>
                <a:pPr lvl="1" algn="ctr">
                  <a:spcAft>
                    <a:spcPts val="60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∀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</m:oMath>
                </a14:m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x, y) Breeze(x, y) ⇔ ∀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</m:oMath>
                </a14:m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a, b) Adjacent(x, y, a, b) ⋀ Pit(a, b)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More expressive, like natural language.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49DDCA-404A-ED63-461E-C4ACABC85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551179"/>
                <a:ext cx="8238067" cy="4924425"/>
              </a:xfrm>
              <a:prstGeom prst="rect">
                <a:avLst/>
              </a:prstGeom>
              <a:blipFill>
                <a:blip r:embed="rId2"/>
                <a:stretch>
                  <a:fillRect l="-1849" t="-990" r="-1849" b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04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ED83-CEBA-9CB5-B125-1FBF4F8B2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25C096-7768-5B3E-61D9-45669422029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First-Order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4C353-9386-03E0-D9F9-1C594545F2DB}"/>
              </a:ext>
            </a:extLst>
          </p:cNvPr>
          <p:cNvSpPr txBox="1"/>
          <p:nvPr/>
        </p:nvSpPr>
        <p:spPr>
          <a:xfrm>
            <a:off x="452965" y="1828436"/>
            <a:ext cx="8238067" cy="427809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Logic: Assumes the world consists of facts.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First-Order Logic (FOL): Assumes the world consists of: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Objects (e.g., students, cars)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Relations (e.g., brother-of, owns)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Properties (e.g., blue, large)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Functions (e.g., father-of, one-more-than)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Can express the following: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Squares neighboring the Wumpus are smelly.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Squares neighboring a pit are breezy.</a:t>
            </a:r>
          </a:p>
        </p:txBody>
      </p:sp>
    </p:spTree>
    <p:extLst>
      <p:ext uri="{BB962C8B-B14F-4D97-AF65-F5344CB8AC3E}">
        <p14:creationId xmlns:p14="http://schemas.microsoft.com/office/powerpoint/2010/main" val="23384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ED734-13A3-D996-C95C-A8FF1093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8EBE04-A1D2-1FA0-BF54-BF5100325D6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 of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06779-9C85-FFF7-8FDD-BD22102CB586}"/>
              </a:ext>
            </a:extLst>
          </p:cNvPr>
          <p:cNvSpPr txBox="1"/>
          <p:nvPr/>
        </p:nvSpPr>
        <p:spPr>
          <a:xfrm>
            <a:off x="452965" y="2323110"/>
            <a:ext cx="8238067" cy="28315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User defines these primitives: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Constant symbols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which represent individuals in the world, e.g., Mary, 3, green.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Function symbols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which map individuals to individuals, e.g., father-of(Mary) = John, color-of(Sky) = Blue.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Predicate symbols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which map individuals to truth values, e.g., greater(5,3), green(apple), color(apple, Green)</a:t>
            </a:r>
          </a:p>
        </p:txBody>
      </p:sp>
    </p:spTree>
    <p:extLst>
      <p:ext uri="{BB962C8B-B14F-4D97-AF65-F5344CB8AC3E}">
        <p14:creationId xmlns:p14="http://schemas.microsoft.com/office/powerpoint/2010/main" val="124173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AF00-355A-DEBC-804E-13ABF86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31082-850C-80D3-2100-CB0DA9BF3A9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Provides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620BA-DE1F-9923-367C-D4A9E48D93D0}"/>
              </a:ext>
            </a:extLst>
          </p:cNvPr>
          <p:cNvSpPr txBox="1"/>
          <p:nvPr/>
        </p:nvSpPr>
        <p:spPr>
          <a:xfrm>
            <a:off x="452966" y="1653781"/>
            <a:ext cx="8238067" cy="46782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Variable symbols: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Used to represent objects or properties of objects without explicitly naming the object.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E.g., x, y, foo.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Connectives: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Same as in PL: not (¬), and (⋀), or (⋁), implies (⇒), if and only if (biconditional ⇔).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Quantifiers: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Allow us to express properties of collections of objects instead of enumerating objects by name.</a:t>
            </a:r>
            <a:endParaRPr lang="en-US" sz="2200" dirty="0">
              <a:solidFill>
                <a:schemeClr val="accent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Universal: “for all” ∀&lt;variable&gt; &lt;sentence&gt;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Existential: “exists” ∃&lt;variable&gt; &lt;sentence&gt;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F32F11-0EC4-43C0-8A19-BBEA0D416C84}"/>
              </a:ext>
            </a:extLst>
          </p:cNvPr>
          <p:cNvGrpSpPr/>
          <p:nvPr/>
        </p:nvGrpSpPr>
        <p:grpSpPr>
          <a:xfrm>
            <a:off x="263624" y="943798"/>
            <a:ext cx="920160" cy="590040"/>
            <a:chOff x="263624" y="943798"/>
            <a:chExt cx="92016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95579BD-1EFF-4DD2-B3F3-A68C89A49AAC}"/>
                    </a:ext>
                  </a:extLst>
                </p14:cNvPr>
                <p14:cNvContentPartPr/>
                <p14:nvPr/>
              </p14:nvContentPartPr>
              <p14:xfrm>
                <a:off x="263624" y="943798"/>
                <a:ext cx="920160" cy="590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95579BD-1EFF-4DD2-B3F3-A68C89A49A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4984" y="934798"/>
                  <a:ext cx="9378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A72E58-3226-4A99-BAE1-456EEECBD6AF}"/>
                    </a:ext>
                  </a:extLst>
                </p14:cNvPr>
                <p14:cNvContentPartPr/>
                <p14:nvPr/>
              </p14:nvContentPartPr>
              <p14:xfrm>
                <a:off x="584384" y="1161958"/>
                <a:ext cx="507240" cy="272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A72E58-3226-4A99-BAE1-456EEECBD6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5384" y="1153318"/>
                  <a:ext cx="52488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30E50E-3E29-463E-B40B-D6492FD72AD1}"/>
                  </a:ext>
                </a:extLst>
              </p14:cNvPr>
              <p14:cNvContentPartPr/>
              <p14:nvPr/>
            </p14:nvContentPartPr>
            <p14:xfrm>
              <a:off x="659984" y="4391158"/>
              <a:ext cx="445680" cy="40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30E50E-3E29-463E-B40B-D6492FD72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984" y="4382518"/>
                <a:ext cx="463320" cy="4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319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F4C4-F35A-A564-0960-781F686C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AAC4C4-2EF4-DAC4-8148-9FEDDF4258A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Predicates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B7C6E-A825-BC8B-79DE-8AE474219193}"/>
              </a:ext>
            </a:extLst>
          </p:cNvPr>
          <p:cNvSpPr txBox="1"/>
          <p:nvPr/>
        </p:nvSpPr>
        <p:spPr>
          <a:xfrm>
            <a:off x="452966" y="2288556"/>
            <a:ext cx="8238067" cy="33239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predicate symbol represents a relation in each universe of discourse.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sentence in the form Relation(Term1, Term2, ...) is either true or false, depending on whether the relation holds for the given terms.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To represent “Alex read books”. </a:t>
            </a:r>
          </a:p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Read(Alex, Books)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This sentence is true under the intended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7903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6C19-2E4A-0C68-7CDA-4E167753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BA0DC9-4575-0A4D-CCE9-C4A3BD26D08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9B543-BCD5-688E-AC5E-0DF2B0D04CED}"/>
              </a:ext>
            </a:extLst>
          </p:cNvPr>
          <p:cNvSpPr txBox="1"/>
          <p:nvPr/>
        </p:nvSpPr>
        <p:spPr>
          <a:xfrm>
            <a:off x="452966" y="1626838"/>
            <a:ext cx="8238067" cy="464742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Function symbols represent mappings from objects to other objects within the universe of discourse.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Unlike predicate symbols, which express relationships that can be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or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false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function symbols return a single unique object as output.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Map inputs to a single output (deterministic). Do not return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true/false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 predicates.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 function symbols: father-of, best-friend, successor, sum.</a:t>
            </a:r>
          </a:p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father-of(John) = Mike → “Mike is John's father”.</a:t>
            </a:r>
          </a:p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sum(2, 3) = 5 → “The sum of 2 and 3 is 5”.</a:t>
            </a:r>
          </a:p>
        </p:txBody>
      </p:sp>
    </p:spTree>
    <p:extLst>
      <p:ext uri="{BB962C8B-B14F-4D97-AF65-F5344CB8AC3E}">
        <p14:creationId xmlns:p14="http://schemas.microsoft.com/office/powerpoint/2010/main" val="73133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E15A-7AB0-F71B-9B3D-9644B960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23C28-94CA-9D5A-6864-F43B0298F10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Properties of Quantifiers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C7F6B-EB26-CF5A-3570-DBCF0CA432DD}"/>
              </a:ext>
            </a:extLst>
          </p:cNvPr>
          <p:cNvSpPr txBox="1"/>
          <p:nvPr/>
        </p:nvSpPr>
        <p:spPr>
          <a:xfrm>
            <a:off x="452966" y="1729981"/>
            <a:ext cx="8238067" cy="44627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∀y is the same as ∀y ∀x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∃y is the same as ∃y ∃x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∀y is not the same as ∀y ∃x: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∀y Loves(x,y)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“There is a person (x) who loves everyone (y) in the world”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∀y ∃x Loves(x,y)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“Everyone (y) in the world is loved by at least one person (x)”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Quantifier duality: each can be expressed using the other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Likes(x, IceCream) ≡ ¬∃x ¬Likes(x, IceCream)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Likes(x, Broccoli) ≡ ¬∀x ¬Likes(x, Broccoli)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A478F4-1102-4918-B1D2-57AC6CB97574}"/>
                  </a:ext>
                </a:extLst>
              </p14:cNvPr>
              <p14:cNvContentPartPr/>
              <p14:nvPr/>
            </p14:nvContentPartPr>
            <p14:xfrm>
              <a:off x="810731" y="5279638"/>
              <a:ext cx="5561640" cy="6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A478F4-1102-4918-B1D2-57AC6CB97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1731" y="5270638"/>
                <a:ext cx="5579280" cy="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89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7AD-D80B-F00C-0091-587469C3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7F5CA8-54A6-DB9A-D874-33B824BF7FB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Connection between Quantifiers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3CEC2-C937-40C7-9B5C-078324F7BBD8}"/>
              </a:ext>
            </a:extLst>
          </p:cNvPr>
          <p:cNvSpPr txBox="1"/>
          <p:nvPr/>
        </p:nvSpPr>
        <p:spPr>
          <a:xfrm>
            <a:off x="452965" y="2486323"/>
            <a:ext cx="8238067" cy="28315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 relate sentences involving ∀ and ∃ using De Morgan’s laws: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¬P(x) ⇔ ¬(∃x) P(x)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¬(∀x) P(x) ⇔ (∃x) ¬P(x)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P(x) ⇔ ¬(∃x) ¬P(x)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(∃x) P(x) ⇔ ¬(∀x) ¬P(x)</a:t>
            </a:r>
          </a:p>
        </p:txBody>
      </p:sp>
    </p:spTree>
    <p:extLst>
      <p:ext uri="{BB962C8B-B14F-4D97-AF65-F5344CB8AC3E}">
        <p14:creationId xmlns:p14="http://schemas.microsoft.com/office/powerpoint/2010/main" val="80036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2677-EF40-9213-D46A-867AAA6F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E0E93D-8081-2DA3-4482-80B5C8A4DDA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Quantifiers: use of 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0EC64-6E97-F7DD-9D44-D27C9E826E07}"/>
                  </a:ext>
                </a:extLst>
              </p:cNvPr>
              <p:cNvSpPr txBox="1"/>
              <p:nvPr/>
            </p:nvSpPr>
            <p:spPr>
              <a:xfrm>
                <a:off x="452966" y="2558076"/>
                <a:ext cx="8238067" cy="2523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Universal Quantifiers (UQ) often used with “implies (⇒)” to form “rules”: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(∀x) student(x) ⇒ smart(x)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“All students are smart”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Common mistake: using ⋀ as the main connective with ∀: </a:t>
                </a:r>
                <a:r>
                  <a:rPr lang="en-US" sz="2400" dirty="0">
                    <a:solidFill>
                      <a:srgbClr val="FF0000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∀x At(x, NSU) ⋀ Smart(x) </a:t>
                </a: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means “Everyone is at NSU, and everyone is smart”. </a:t>
                </a:r>
                <a:endParaRPr lang="en-US" sz="2400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0EC64-6E97-F7DD-9D44-D27C9E826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2558076"/>
                <a:ext cx="8238067" cy="2523768"/>
              </a:xfrm>
              <a:prstGeom prst="rect">
                <a:avLst/>
              </a:prstGeom>
              <a:blipFill>
                <a:blip r:embed="rId2"/>
                <a:stretch>
                  <a:fillRect l="-2071" t="-4589" r="-2219" b="-6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690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236D-D076-B371-8FFC-0B664E4D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79766E-22A3-D8B4-6EB2-BCA4EE57C95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Quantifiers: use of 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C7EA1-5E14-DC6B-A40D-A090A9C5AB67}"/>
              </a:ext>
            </a:extLst>
          </p:cNvPr>
          <p:cNvSpPr txBox="1"/>
          <p:nvPr/>
        </p:nvSpPr>
        <p:spPr>
          <a:xfrm>
            <a:off x="452965" y="1919895"/>
            <a:ext cx="8238067" cy="40934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Existential Quantifiers (EQ) are usually used with “and” to specify a list of properties about an individual: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(∃x) student(x) ⋀ smart(x)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“There is a student who is smart”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common mistake is to represent this English sentence as the FOL sentence: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(∃x) student(x) ⇒ smart(x)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But what happens when there is a person who is not a student?</a:t>
            </a:r>
            <a:endParaRPr lang="en-US" sz="24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722DE4-A84D-4F65-B5F4-4A91C7279DD3}"/>
                  </a:ext>
                </a:extLst>
              </p14:cNvPr>
              <p14:cNvContentPartPr/>
              <p14:nvPr/>
            </p14:nvContentPartPr>
            <p14:xfrm>
              <a:off x="952211" y="2261758"/>
              <a:ext cx="3168000" cy="7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722DE4-A84D-4F65-B5F4-4A91C7279D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11" y="2253118"/>
                <a:ext cx="3185640" cy="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893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AD0B-2E26-F0B3-A6F9-D5619F28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A6D88-92BD-C45D-FA85-23F56F8B67A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Atomic Sentences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CBAF5-6CE7-B764-865C-EC767979B246}"/>
              </a:ext>
            </a:extLst>
          </p:cNvPr>
          <p:cNvSpPr txBox="1"/>
          <p:nvPr/>
        </p:nvSpPr>
        <p:spPr>
          <a:xfrm>
            <a:off x="452966" y="1864409"/>
            <a:ext cx="8238067" cy="403187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Atomic sentences in logic state facts that are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or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false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Atomic sentence = predicate(term_1, ..., term_n)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					  or term1 = term2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Term = function(term1, ..., term_n)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	      or constant or variable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 terms: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Brother(Ali , Mohamed)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Greater(Length(x), Length(y))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BC8A8E-0922-402F-97FF-82048CEC457E}"/>
                  </a:ext>
                </a:extLst>
              </p14:cNvPr>
              <p14:cNvContentPartPr/>
              <p14:nvPr/>
            </p14:nvContentPartPr>
            <p14:xfrm>
              <a:off x="1008371" y="2271118"/>
              <a:ext cx="5781960" cy="180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BC8A8E-0922-402F-97FF-82048CEC45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371" y="2262118"/>
                <a:ext cx="5799600" cy="1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068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665C-422B-5113-0C4F-53855A5D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763AE4-AD03-ED1A-7569-FA8531FF4E7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Complex Sentences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3A963-5DDC-CC27-BC81-A7B1A3937F0A}"/>
              </a:ext>
            </a:extLst>
          </p:cNvPr>
          <p:cNvSpPr txBox="1"/>
          <p:nvPr/>
        </p:nvSpPr>
        <p:spPr>
          <a:xfrm>
            <a:off x="452965" y="2524958"/>
            <a:ext cx="8238067" cy="28315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Complex sentences are made from atomic sentences using connectives and by applying quantifiers.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Examples: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Sibling(Ali, Mohamed) ⇒ Sibling(Mohamed, Ali)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greater(1, 2) ∨ less-or-equal(1, 2)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 x, y Sibling(x, y) ⇒ Sibling(y, 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92023B-6644-44C2-BD3A-3E3A768D4940}"/>
                  </a:ext>
                </a:extLst>
              </p14:cNvPr>
              <p14:cNvContentPartPr/>
              <p14:nvPr/>
            </p14:nvContentPartPr>
            <p14:xfrm>
              <a:off x="1885331" y="2874478"/>
              <a:ext cx="5771520" cy="14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92023B-6644-44C2-BD3A-3E3A768D49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6331" y="2865838"/>
                <a:ext cx="5789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E4EE9D-3335-4D02-8C69-846435EBA7B2}"/>
                  </a:ext>
                </a:extLst>
              </p14:cNvPr>
              <p14:cNvContentPartPr/>
              <p14:nvPr/>
            </p14:nvContentPartPr>
            <p14:xfrm>
              <a:off x="1112051" y="3382078"/>
              <a:ext cx="3907440" cy="59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E4EE9D-3335-4D02-8C69-846435EBA7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3051" y="3373078"/>
                <a:ext cx="3925080" cy="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5164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8F52-E9B0-70EA-1192-E8502DCB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D34CF-6CB5-175E-C4B7-1F80437F23C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English to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ACF6E-FEBE-14EF-EF35-867704BDC5E1}"/>
              </a:ext>
            </a:extLst>
          </p:cNvPr>
          <p:cNvSpPr txBox="1"/>
          <p:nvPr/>
        </p:nvSpPr>
        <p:spPr>
          <a:xfrm>
            <a:off x="452965" y="1954689"/>
            <a:ext cx="8238067" cy="41242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Mary is not tall.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¬tall(Mary)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Every gardener likes the sun.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gardener(x) ⇒ likes(x, Sun)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You can fool some of the people all the time.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∀t  person(x) ⋀ time(t) ⇒ can-fool(x, t)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You can fool all the people some of the time.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∃t (person(x) ⇒ time(t) ⋀ can-fool(x, t))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(person(x) ⇒ ∃t (time(t) ⋀ can-fool(x, t))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7D7EDC-D86E-4D0F-A29E-B5A3302A1910}"/>
                  </a:ext>
                </a:extLst>
              </p14:cNvPr>
              <p14:cNvContentPartPr/>
              <p14:nvPr/>
            </p14:nvContentPartPr>
            <p14:xfrm>
              <a:off x="1872011" y="4185238"/>
              <a:ext cx="239076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7D7EDC-D86E-4D0F-A29E-B5A3302A19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3371" y="4176598"/>
                <a:ext cx="24084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56C157D-9BCB-4F20-8DBD-17BB32384670}"/>
                  </a:ext>
                </a:extLst>
              </p14:cNvPr>
              <p14:cNvContentPartPr/>
              <p14:nvPr/>
            </p14:nvContentPartPr>
            <p14:xfrm>
              <a:off x="2158571" y="5156158"/>
              <a:ext cx="1378440" cy="57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56C157D-9BCB-4F20-8DBD-17BB323846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9571" y="5147518"/>
                <a:ext cx="139608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4F8B95E-4563-4D4E-A2F4-CEC5BC9CC629}"/>
              </a:ext>
            </a:extLst>
          </p:cNvPr>
          <p:cNvGrpSpPr/>
          <p:nvPr/>
        </p:nvGrpSpPr>
        <p:grpSpPr>
          <a:xfrm>
            <a:off x="3770651" y="4611118"/>
            <a:ext cx="1298880" cy="300240"/>
            <a:chOff x="3770651" y="4611118"/>
            <a:chExt cx="129888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8EE3702-57FF-4290-94F2-F22FF0595B1F}"/>
                    </a:ext>
                  </a:extLst>
                </p14:cNvPr>
                <p14:cNvContentPartPr/>
                <p14:nvPr/>
              </p14:nvContentPartPr>
              <p14:xfrm>
                <a:off x="3770651" y="4802278"/>
                <a:ext cx="518400" cy="10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8EE3702-57FF-4290-94F2-F22FF0595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1651" y="4793638"/>
                  <a:ext cx="536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8D324A-821A-47E4-8103-AC240FC1C3D6}"/>
                    </a:ext>
                  </a:extLst>
                </p14:cNvPr>
                <p14:cNvContentPartPr/>
                <p14:nvPr/>
              </p14:nvContentPartPr>
              <p14:xfrm>
                <a:off x="4572011" y="4611118"/>
                <a:ext cx="226440" cy="242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8D324A-821A-47E4-8103-AC240FC1C3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63011" y="4602118"/>
                  <a:ext cx="244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7B53F4-C39A-4396-8AE1-9DFFD078AF2B}"/>
                    </a:ext>
                  </a:extLst>
                </p14:cNvPr>
                <p14:cNvContentPartPr/>
                <p14:nvPr/>
              </p14:nvContentPartPr>
              <p14:xfrm>
                <a:off x="4618811" y="4699318"/>
                <a:ext cx="103320" cy="42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7B53F4-C39A-4396-8AE1-9DFFD078AF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10171" y="4690318"/>
                  <a:ext cx="12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A31FA9-06E1-4DCB-8988-1DC45357372A}"/>
                    </a:ext>
                  </a:extLst>
                </p14:cNvPr>
                <p14:cNvContentPartPr/>
                <p14:nvPr/>
              </p14:nvContentPartPr>
              <p14:xfrm>
                <a:off x="4826171" y="4707238"/>
                <a:ext cx="243360" cy="102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A31FA9-06E1-4DCB-8988-1DC4535737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17531" y="4698598"/>
                  <a:ext cx="26100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145B76-C7FA-4B9C-A3C1-F32FC8B6EB02}"/>
                  </a:ext>
                </a:extLst>
              </p14:cNvPr>
              <p14:cNvContentPartPr/>
              <p14:nvPr/>
            </p14:nvContentPartPr>
            <p14:xfrm>
              <a:off x="4175651" y="3279478"/>
              <a:ext cx="841320" cy="642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145B76-C7FA-4B9C-A3C1-F32FC8B6EB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67011" y="3270838"/>
                <a:ext cx="85896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448CE-6473-4825-AF18-23D38A2D6080}"/>
                  </a:ext>
                </a:extLst>
              </p14:cNvPr>
              <p14:cNvContentPartPr/>
              <p14:nvPr/>
            </p14:nvContentPartPr>
            <p14:xfrm>
              <a:off x="5373371" y="2857918"/>
              <a:ext cx="157320" cy="223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448CE-6473-4825-AF18-23D38A2D60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64371" y="2849278"/>
                <a:ext cx="1749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8576C77-6F7D-4082-9F27-1D52100EE9FA}"/>
                  </a:ext>
                </a:extLst>
              </p14:cNvPr>
              <p14:cNvContentPartPr/>
              <p14:nvPr/>
            </p14:nvContentPartPr>
            <p14:xfrm>
              <a:off x="5259971" y="2776918"/>
              <a:ext cx="231480" cy="13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8576C77-6F7D-4082-9F27-1D52100EE9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50971" y="2768278"/>
                <a:ext cx="2491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A7DEB8-34AE-40BB-A324-8BEB7748E7F2}"/>
                  </a:ext>
                </a:extLst>
              </p14:cNvPr>
              <p14:cNvContentPartPr/>
              <p14:nvPr/>
            </p14:nvContentPartPr>
            <p14:xfrm>
              <a:off x="5259971" y="2925958"/>
              <a:ext cx="181080" cy="138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A7DEB8-34AE-40BB-A324-8BEB7748E7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50971" y="2916958"/>
                <a:ext cx="198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ED29E75-4DB1-47C8-B69F-3FAE6C847FEA}"/>
                  </a:ext>
                </a:extLst>
              </p14:cNvPr>
              <p14:cNvContentPartPr/>
              <p14:nvPr/>
            </p14:nvContentPartPr>
            <p14:xfrm>
              <a:off x="5333411" y="3017398"/>
              <a:ext cx="160200" cy="121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ED29E75-4DB1-47C8-B69F-3FAE6C847F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24411" y="3008758"/>
                <a:ext cx="1778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F901F2-502A-4AD3-9A34-D2AED7376934}"/>
                  </a:ext>
                </a:extLst>
              </p14:cNvPr>
              <p14:cNvContentPartPr/>
              <p14:nvPr/>
            </p14:nvContentPartPr>
            <p14:xfrm>
              <a:off x="5551931" y="2789878"/>
              <a:ext cx="717120" cy="265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F901F2-502A-4AD3-9A34-D2AED73769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43291" y="2780878"/>
                <a:ext cx="7347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715FF5-EE18-4A1C-AE19-3A336E2CA681}"/>
                  </a:ext>
                </a:extLst>
              </p14:cNvPr>
              <p14:cNvContentPartPr/>
              <p14:nvPr/>
            </p14:nvContentPartPr>
            <p14:xfrm>
              <a:off x="5363651" y="3374878"/>
              <a:ext cx="253800" cy="259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715FF5-EE18-4A1C-AE19-3A336E2CA6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54651" y="3366238"/>
                <a:ext cx="2714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495DC8D-D88D-4CD4-B46D-ED1419463CEA}"/>
                  </a:ext>
                </a:extLst>
              </p14:cNvPr>
              <p14:cNvContentPartPr/>
              <p14:nvPr/>
            </p14:nvContentPartPr>
            <p14:xfrm>
              <a:off x="5392091" y="3508798"/>
              <a:ext cx="125280" cy="64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495DC8D-D88D-4CD4-B46D-ED1419463CE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83451" y="3500158"/>
                <a:ext cx="142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91AE4E-1316-43F5-8DB1-D519F5985195}"/>
                  </a:ext>
                </a:extLst>
              </p14:cNvPr>
              <p14:cNvContentPartPr/>
              <p14:nvPr/>
            </p14:nvContentPartPr>
            <p14:xfrm>
              <a:off x="5420171" y="3613558"/>
              <a:ext cx="172440" cy="82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91AE4E-1316-43F5-8DB1-D519F59851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11531" y="3604558"/>
                <a:ext cx="1900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0C5DA5B-D748-4EF9-87F7-839E03D37217}"/>
                  </a:ext>
                </a:extLst>
              </p14:cNvPr>
              <p14:cNvContentPartPr/>
              <p14:nvPr/>
            </p14:nvContentPartPr>
            <p14:xfrm>
              <a:off x="5670731" y="3438958"/>
              <a:ext cx="381600" cy="172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0C5DA5B-D748-4EF9-87F7-839E03D372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61731" y="3430318"/>
                <a:ext cx="3992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6F84EF0-AB40-49C3-9B24-76846367777A}"/>
                  </a:ext>
                </a:extLst>
              </p14:cNvPr>
              <p14:cNvContentPartPr/>
              <p14:nvPr/>
            </p14:nvContentPartPr>
            <p14:xfrm>
              <a:off x="5891771" y="3084358"/>
              <a:ext cx="260280" cy="307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6F84EF0-AB40-49C3-9B24-76846367777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82771" y="3075358"/>
                <a:ext cx="2779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D593BF5-E67E-4990-8246-E06AB3A5E480}"/>
                  </a:ext>
                </a:extLst>
              </p14:cNvPr>
              <p14:cNvContentPartPr/>
              <p14:nvPr/>
            </p14:nvContentPartPr>
            <p14:xfrm>
              <a:off x="6014171" y="3255358"/>
              <a:ext cx="87480" cy="81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D593BF5-E67E-4990-8246-E06AB3A5E48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05531" y="3246718"/>
                <a:ext cx="1051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65B1FEB-EA82-457F-A477-9D6945D1D1D7}"/>
                  </a:ext>
                </a:extLst>
              </p14:cNvPr>
              <p14:cNvContentPartPr/>
              <p14:nvPr/>
            </p14:nvContentPartPr>
            <p14:xfrm>
              <a:off x="6070691" y="3356518"/>
              <a:ext cx="54720" cy="46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5B1FEB-EA82-457F-A477-9D6945D1D1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62051" y="3347878"/>
                <a:ext cx="723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83D2A9A-F25F-4AFA-9914-43EE520B4B63}"/>
                  </a:ext>
                </a:extLst>
              </p14:cNvPr>
              <p14:cNvContentPartPr/>
              <p14:nvPr/>
            </p14:nvContentPartPr>
            <p14:xfrm>
              <a:off x="6297131" y="3035038"/>
              <a:ext cx="140760" cy="181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83D2A9A-F25F-4AFA-9914-43EE520B4B6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88131" y="3026398"/>
                <a:ext cx="158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AB9AAA0-86BA-4D53-B0E2-1833D1BB1FFF}"/>
                  </a:ext>
                </a:extLst>
              </p14:cNvPr>
              <p14:cNvContentPartPr/>
              <p14:nvPr/>
            </p14:nvContentPartPr>
            <p14:xfrm>
              <a:off x="6262571" y="3072838"/>
              <a:ext cx="128880" cy="130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AB9AAA0-86BA-4D53-B0E2-1833D1BB1FF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53931" y="3064198"/>
                <a:ext cx="1465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AE64A9-65E9-4C2C-8251-4C0014FF1F35}"/>
                  </a:ext>
                </a:extLst>
              </p14:cNvPr>
              <p14:cNvContentPartPr/>
              <p14:nvPr/>
            </p14:nvContentPartPr>
            <p14:xfrm>
              <a:off x="8682131" y="2318638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AE64A9-65E9-4C2C-8251-4C0014FF1F3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73131" y="230999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4E19C1D-465E-4FF5-BF2D-FED3A1F23B11}"/>
              </a:ext>
            </a:extLst>
          </p:cNvPr>
          <p:cNvGrpSpPr/>
          <p:nvPr/>
        </p:nvGrpSpPr>
        <p:grpSpPr>
          <a:xfrm>
            <a:off x="6749651" y="1960798"/>
            <a:ext cx="2296440" cy="1765080"/>
            <a:chOff x="6749651" y="1960798"/>
            <a:chExt cx="2296440" cy="176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167975-4A3E-46E5-B85B-25CC72D949EB}"/>
                    </a:ext>
                  </a:extLst>
                </p14:cNvPr>
                <p14:cNvContentPartPr/>
                <p14:nvPr/>
              </p14:nvContentPartPr>
              <p14:xfrm>
                <a:off x="6862331" y="2804998"/>
                <a:ext cx="162720" cy="34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167975-4A3E-46E5-B85B-25CC72D949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53691" y="2795998"/>
                  <a:ext cx="180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02A272-EF5E-4FD9-A2FA-771F4EA10840}"/>
                    </a:ext>
                  </a:extLst>
                </p14:cNvPr>
                <p14:cNvContentPartPr/>
                <p14:nvPr/>
              </p14:nvContentPartPr>
              <p14:xfrm>
                <a:off x="6909491" y="2739118"/>
                <a:ext cx="84240" cy="18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02A272-EF5E-4FD9-A2FA-771F4EA108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00851" y="2730118"/>
                  <a:ext cx="101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152FE9-EE81-4811-A634-A8AA0C3B34E6}"/>
                    </a:ext>
                  </a:extLst>
                </p14:cNvPr>
                <p14:cNvContentPartPr/>
                <p14:nvPr/>
              </p14:nvContentPartPr>
              <p14:xfrm>
                <a:off x="7049171" y="2724718"/>
                <a:ext cx="127440" cy="142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152FE9-EE81-4811-A634-A8AA0C3B34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40171" y="2715718"/>
                  <a:ext cx="145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3636EA-F842-4DA0-8762-77C364068602}"/>
                    </a:ext>
                  </a:extLst>
                </p14:cNvPr>
                <p14:cNvContentPartPr/>
                <p14:nvPr/>
              </p14:nvContentPartPr>
              <p14:xfrm>
                <a:off x="7183091" y="2591158"/>
                <a:ext cx="142200" cy="20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3636EA-F842-4DA0-8762-77C3640686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4451" y="2582158"/>
                  <a:ext cx="159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7B0B09-0552-439D-A490-693D8ABA72DA}"/>
                    </a:ext>
                  </a:extLst>
                </p14:cNvPr>
                <p14:cNvContentPartPr/>
                <p14:nvPr/>
              </p14:nvContentPartPr>
              <p14:xfrm>
                <a:off x="7390451" y="2525998"/>
                <a:ext cx="86400" cy="18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7B0B09-0552-439D-A490-693D8ABA72D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81451" y="2517358"/>
                  <a:ext cx="104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DC44A8-9629-4A9B-A2AE-1ED59A04C004}"/>
                    </a:ext>
                  </a:extLst>
                </p14:cNvPr>
                <p14:cNvContentPartPr/>
                <p14:nvPr/>
              </p14:nvContentPartPr>
              <p14:xfrm>
                <a:off x="7546331" y="2379478"/>
                <a:ext cx="477720" cy="223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DC44A8-9629-4A9B-A2AE-1ED59A04C0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37331" y="2370478"/>
                  <a:ext cx="495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FC9E37-338D-4655-B3F7-4B5FDB0C3743}"/>
                    </a:ext>
                  </a:extLst>
                </p14:cNvPr>
                <p14:cNvContentPartPr/>
                <p14:nvPr/>
              </p14:nvContentPartPr>
              <p14:xfrm>
                <a:off x="8106131" y="2083198"/>
                <a:ext cx="196200" cy="28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FC9E37-338D-4655-B3F7-4B5FDB0C37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7491" y="2074198"/>
                  <a:ext cx="213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B5D6A4B-3B98-4092-BEB3-F9797742347D}"/>
                    </a:ext>
                  </a:extLst>
                </p14:cNvPr>
                <p14:cNvContentPartPr/>
                <p14:nvPr/>
              </p14:nvContentPartPr>
              <p14:xfrm>
                <a:off x="8219891" y="2196598"/>
                <a:ext cx="173520" cy="12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B5D6A4B-3B98-4092-BEB3-F979774234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11251" y="2187958"/>
                  <a:ext cx="191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A1ACDA-AAB9-483A-A5AE-D31E361A58FC}"/>
                    </a:ext>
                  </a:extLst>
                </p14:cNvPr>
                <p14:cNvContentPartPr/>
                <p14:nvPr/>
              </p14:nvContentPartPr>
              <p14:xfrm>
                <a:off x="8367851" y="1960798"/>
                <a:ext cx="156600" cy="440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A1ACDA-AAB9-483A-A5AE-D31E361A58F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58851" y="1951798"/>
                  <a:ext cx="1742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52A5A2-768C-4FC5-BD4C-7DA1C84F52D9}"/>
                    </a:ext>
                  </a:extLst>
                </p14:cNvPr>
                <p14:cNvContentPartPr/>
                <p14:nvPr/>
              </p14:nvContentPartPr>
              <p14:xfrm>
                <a:off x="7493771" y="2957278"/>
                <a:ext cx="125640" cy="196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52A5A2-768C-4FC5-BD4C-7DA1C84F52D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85131" y="2948638"/>
                  <a:ext cx="143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C7DF07-0599-4175-B0CB-859AE5927157}"/>
                    </a:ext>
                  </a:extLst>
                </p14:cNvPr>
                <p14:cNvContentPartPr/>
                <p14:nvPr/>
              </p14:nvContentPartPr>
              <p14:xfrm>
                <a:off x="7771331" y="2780878"/>
                <a:ext cx="199080" cy="181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C7DF07-0599-4175-B0CB-859AE59271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62691" y="2771878"/>
                  <a:ext cx="21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3D997A-F502-441D-86B1-41E356C2984C}"/>
                    </a:ext>
                  </a:extLst>
                </p14:cNvPr>
                <p14:cNvContentPartPr/>
                <p14:nvPr/>
              </p14:nvContentPartPr>
              <p14:xfrm>
                <a:off x="7927931" y="2761798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3D997A-F502-441D-86B1-41E356C298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18931" y="275315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8E8CB2-7E5C-4B2B-89D5-3FBBFE6BA4C6}"/>
                    </a:ext>
                  </a:extLst>
                </p14:cNvPr>
                <p14:cNvContentPartPr/>
                <p14:nvPr/>
              </p14:nvContentPartPr>
              <p14:xfrm>
                <a:off x="7803371" y="2846758"/>
                <a:ext cx="39960" cy="51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8E8CB2-7E5C-4B2B-89D5-3FBBFE6BA4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794371" y="2837758"/>
                  <a:ext cx="57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61B8FA-0738-44FA-B66B-A509B521C184}"/>
                    </a:ext>
                  </a:extLst>
                </p14:cNvPr>
                <p14:cNvContentPartPr/>
                <p14:nvPr/>
              </p14:nvContentPartPr>
              <p14:xfrm>
                <a:off x="7965731" y="2722198"/>
                <a:ext cx="450360" cy="225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61B8FA-0738-44FA-B66B-A509B521C1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956731" y="2713558"/>
                  <a:ext cx="468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7B7AB49-940B-4D53-8370-2C372FEF3562}"/>
                    </a:ext>
                  </a:extLst>
                </p14:cNvPr>
                <p14:cNvContentPartPr/>
                <p14:nvPr/>
              </p14:nvContentPartPr>
              <p14:xfrm>
                <a:off x="8426531" y="2592238"/>
                <a:ext cx="191160" cy="29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7B7AB49-940B-4D53-8370-2C372FEF356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17531" y="2583598"/>
                  <a:ext cx="2088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1F91760-6ACA-4632-B11D-D322FF28798D}"/>
                    </a:ext>
                  </a:extLst>
                </p14:cNvPr>
                <p14:cNvContentPartPr/>
                <p14:nvPr/>
              </p14:nvContentPartPr>
              <p14:xfrm>
                <a:off x="8625611" y="2573518"/>
                <a:ext cx="78840" cy="218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1F91760-6ACA-4632-B11D-D322FF28798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16611" y="2564518"/>
                  <a:ext cx="96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28DA89-CD37-4AC0-8048-9D1C1F52803E}"/>
                    </a:ext>
                  </a:extLst>
                </p14:cNvPr>
                <p14:cNvContentPartPr/>
                <p14:nvPr/>
              </p14:nvContentPartPr>
              <p14:xfrm>
                <a:off x="8596811" y="2658118"/>
                <a:ext cx="85320" cy="54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28DA89-CD37-4AC0-8048-9D1C1F52803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88171" y="2649478"/>
                  <a:ext cx="102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94A0A6-914A-42A0-9A56-F2878466D282}"/>
                    </a:ext>
                  </a:extLst>
                </p14:cNvPr>
                <p14:cNvContentPartPr/>
                <p14:nvPr/>
              </p14:nvContentPartPr>
              <p14:xfrm>
                <a:off x="8672411" y="2469478"/>
                <a:ext cx="176040" cy="415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94A0A6-914A-42A0-9A56-F2878466D28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63771" y="2460838"/>
                  <a:ext cx="1936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93DA6F-8DF6-48EF-9D9F-2BDA5E96C0D6}"/>
                    </a:ext>
                  </a:extLst>
                </p14:cNvPr>
                <p14:cNvContentPartPr/>
                <p14:nvPr/>
              </p14:nvContentPartPr>
              <p14:xfrm>
                <a:off x="6749651" y="3524998"/>
                <a:ext cx="225000" cy="123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93DA6F-8DF6-48EF-9D9F-2BDA5E96C0D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40651" y="3515998"/>
                  <a:ext cx="242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69F735-3238-47CD-97B8-ADF034A93F3E}"/>
                    </a:ext>
                  </a:extLst>
                </p14:cNvPr>
                <p14:cNvContentPartPr/>
                <p14:nvPr/>
              </p14:nvContentPartPr>
              <p14:xfrm>
                <a:off x="6843611" y="3535798"/>
                <a:ext cx="166320" cy="13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69F735-3238-47CD-97B8-ADF034A93F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34971" y="3526798"/>
                  <a:ext cx="183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74D8E9-0F7F-4F03-8856-78984B725F21}"/>
                    </a:ext>
                  </a:extLst>
                </p14:cNvPr>
                <p14:cNvContentPartPr/>
                <p14:nvPr/>
              </p14:nvContentPartPr>
              <p14:xfrm>
                <a:off x="6777731" y="3374878"/>
                <a:ext cx="270360" cy="345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74D8E9-0F7F-4F03-8856-78984B725F2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68731" y="3365878"/>
                  <a:ext cx="288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B53D9E-99B8-4E08-BBE0-B6C3796CBAE4}"/>
                    </a:ext>
                  </a:extLst>
                </p14:cNvPr>
                <p14:cNvContentPartPr/>
                <p14:nvPr/>
              </p14:nvContentPartPr>
              <p14:xfrm>
                <a:off x="7398371" y="3561358"/>
                <a:ext cx="641160" cy="164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B53D9E-99B8-4E08-BBE0-B6C3796CBA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89731" y="3552718"/>
                  <a:ext cx="658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2563E29-C925-4305-95FC-7B4CC1F42FF8}"/>
                    </a:ext>
                  </a:extLst>
                </p14:cNvPr>
                <p14:cNvContentPartPr/>
                <p14:nvPr/>
              </p14:nvContentPartPr>
              <p14:xfrm>
                <a:off x="8078411" y="3402238"/>
                <a:ext cx="267120" cy="142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2563E29-C925-4305-95FC-7B4CC1F42FF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69771" y="3393238"/>
                  <a:ext cx="284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7FE972-8205-45C5-AE0A-143BF7D20BF3}"/>
                    </a:ext>
                  </a:extLst>
                </p14:cNvPr>
                <p14:cNvContentPartPr/>
                <p14:nvPr/>
              </p14:nvContentPartPr>
              <p14:xfrm>
                <a:off x="8309891" y="3037558"/>
                <a:ext cx="455400" cy="55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7FE972-8205-45C5-AE0A-143BF7D20B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01251" y="3028918"/>
                  <a:ext cx="47304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1BE0733-1767-4C2C-B0F7-0BEAD6A0ED6A}"/>
                    </a:ext>
                  </a:extLst>
                </p14:cNvPr>
                <p14:cNvContentPartPr/>
                <p14:nvPr/>
              </p14:nvContentPartPr>
              <p14:xfrm>
                <a:off x="8832971" y="2988238"/>
                <a:ext cx="213120" cy="286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1BE0733-1767-4C2C-B0F7-0BEAD6A0ED6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23971" y="2979238"/>
                  <a:ext cx="230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8965751-28ED-4E9C-856D-291C2C1E1A56}"/>
                    </a:ext>
                  </a:extLst>
                </p14:cNvPr>
                <p14:cNvContentPartPr/>
                <p14:nvPr/>
              </p14:nvContentPartPr>
              <p14:xfrm>
                <a:off x="8799131" y="2997598"/>
                <a:ext cx="146880" cy="347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8965751-28ED-4E9C-856D-291C2C1E1A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90491" y="2988598"/>
                  <a:ext cx="164520" cy="36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6350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D2FF-0ED5-799B-40B5-B5CE50A4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2EB006-9C77-45E9-D818-BF44233E658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English to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166A4-DA2D-0681-590E-9381A8835A8A}"/>
              </a:ext>
            </a:extLst>
          </p:cNvPr>
          <p:cNvSpPr txBox="1"/>
          <p:nvPr/>
        </p:nvSpPr>
        <p:spPr>
          <a:xfrm>
            <a:off x="452965" y="1919531"/>
            <a:ext cx="8238067" cy="415498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 purple mushroom is poisonous.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¬(∃x) purple(x) ⋀ mushroom(x) ⋀ poisonous(x)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(mushroom(x) ⋀ purple(x)) ⇒  ¬poisonous(x)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There are exactly two purple mushrooms.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(∃x)(∃y) mushroom(x) ⋀ purple(x) ⋀ mushroom(y) ⋀ purple(y) ⋀ ¬(x=y) ⋀ (∀z) (mushroom(z) ⋀ purple(z)) ⇒ ((x=z) ⋁ (y=z))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 is above Y if X is on directly on top of Y or else there is a pile of one or more other objects directly on top of one another starting with X and ending with Y.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(∀x)(∀y) above(x,y) ⇔ (on(x,y) ⋁ (∃z) (on(x,z) ⋀ above(z,y)))</a:t>
            </a:r>
          </a:p>
        </p:txBody>
      </p:sp>
    </p:spTree>
    <p:extLst>
      <p:ext uri="{BB962C8B-B14F-4D97-AF65-F5344CB8AC3E}">
        <p14:creationId xmlns:p14="http://schemas.microsoft.com/office/powerpoint/2010/main" val="338436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6EB412-0519-E415-7E72-1622DEC1253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to English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43AE-1293-D4A5-677B-C6BF38B1A9E6}"/>
              </a:ext>
            </a:extLst>
          </p:cNvPr>
          <p:cNvSpPr txBox="1"/>
          <p:nvPr/>
        </p:nvSpPr>
        <p:spPr>
          <a:xfrm>
            <a:off x="452966" y="1905548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has-a(x, Bachelors) ⇒ is-a(x, human)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2DC0D-F719-82D6-A5DF-2A0780030997}"/>
              </a:ext>
            </a:extLst>
          </p:cNvPr>
          <p:cNvSpPr txBox="1"/>
          <p:nvPr/>
        </p:nvSpPr>
        <p:spPr>
          <a:xfrm>
            <a:off x="452966" y="2364632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Everyone who has a bachelors is human.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15DD3-759D-6B71-F94A-9C11F7A29425}"/>
              </a:ext>
            </a:extLst>
          </p:cNvPr>
          <p:cNvSpPr txBox="1"/>
          <p:nvPr/>
        </p:nvSpPr>
        <p:spPr>
          <a:xfrm>
            <a:off x="452968" y="2986194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∃x has-a(x, Bachelors)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FF25C-7D4B-E945-5F53-881711993566}"/>
              </a:ext>
            </a:extLst>
          </p:cNvPr>
          <p:cNvSpPr txBox="1"/>
          <p:nvPr/>
        </p:nvSpPr>
        <p:spPr>
          <a:xfrm>
            <a:off x="452966" y="3450440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There exists some who has a bachelors.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56BC-C5B2-38F8-0CB2-CB5A1F101380}"/>
              </a:ext>
            </a:extLst>
          </p:cNvPr>
          <p:cNvSpPr txBox="1"/>
          <p:nvPr/>
        </p:nvSpPr>
        <p:spPr>
          <a:xfrm>
            <a:off x="452966" y="4066840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∃y Loves(x, 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5D6E0-1B8E-CD9E-582B-0091CDD8D4C0}"/>
              </a:ext>
            </a:extLst>
          </p:cNvPr>
          <p:cNvSpPr txBox="1"/>
          <p:nvPr/>
        </p:nvSpPr>
        <p:spPr>
          <a:xfrm>
            <a:off x="452966" y="4525924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Everybody loves somebody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7C618-01D8-49AF-0C8A-5D94EB0017B9}"/>
              </a:ext>
            </a:extLst>
          </p:cNvPr>
          <p:cNvSpPr txBox="1"/>
          <p:nvPr/>
        </p:nvSpPr>
        <p:spPr>
          <a:xfrm>
            <a:off x="452966" y="5138061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Man(x) ⇒ Mortal(x)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574D4-148E-6EBB-540F-823D78E0D156}"/>
              </a:ext>
            </a:extLst>
          </p:cNvPr>
          <p:cNvSpPr txBox="1"/>
          <p:nvPr/>
        </p:nvSpPr>
        <p:spPr>
          <a:xfrm>
            <a:off x="452966" y="5597145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All men are mortal</a:t>
            </a:r>
          </a:p>
        </p:txBody>
      </p:sp>
    </p:spTree>
    <p:extLst>
      <p:ext uri="{BB962C8B-B14F-4D97-AF65-F5344CB8AC3E}">
        <p14:creationId xmlns:p14="http://schemas.microsoft.com/office/powerpoint/2010/main" val="1286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C7E51-5044-A4DE-5494-923B989B90E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Exercise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7A5499-7961-3332-C349-3BA1D7E6C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23743"/>
              </p:ext>
            </p:extLst>
          </p:nvPr>
        </p:nvGraphicFramePr>
        <p:xfrm>
          <a:off x="452967" y="1962944"/>
          <a:ext cx="8238066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9033">
                  <a:extLst>
                    <a:ext uri="{9D8B030D-6E8A-4147-A177-3AD203B41FA5}">
                      <a16:colId xmlns:a16="http://schemas.microsoft.com/office/drawing/2014/main" val="2983659858"/>
                    </a:ext>
                  </a:extLst>
                </a:gridCol>
                <a:gridCol w="4119033">
                  <a:extLst>
                    <a:ext uri="{9D8B030D-6E8A-4147-A177-3AD203B41FA5}">
                      <a16:colId xmlns:a16="http://schemas.microsoft.com/office/drawing/2014/main" val="918874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1. Everything is bitter or sweet.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2. Either everything is bitter, or everything is sweet.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3. There is somebody who is loved by everyone.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Nobody is loved by no one.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If someone is noisy, everybody is annoyed. 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Frogs are green.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7. Frogs are not green.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8. No frog is green.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9. Some frogs are not green.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10. A mechanic likes Bob.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11. A mechanic likes herself.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12. Every mechanic likes Bob.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13. Some mechanic likes every nurse.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14. There is a mechanic who is liked by every nurse.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9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968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9702-0E44-E057-35DB-854CA8FE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AA646-0E6C-CB22-FB32-95627B63688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Exercise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43F07D-0E21-9215-24E5-9792DFA59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963093"/>
              </p:ext>
            </p:extLst>
          </p:nvPr>
        </p:nvGraphicFramePr>
        <p:xfrm>
          <a:off x="452967" y="1962944"/>
          <a:ext cx="8238066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9033">
                  <a:extLst>
                    <a:ext uri="{9D8B030D-6E8A-4147-A177-3AD203B41FA5}">
                      <a16:colId xmlns:a16="http://schemas.microsoft.com/office/drawing/2014/main" val="2983659858"/>
                    </a:ext>
                  </a:extLst>
                </a:gridCol>
                <a:gridCol w="4119033">
                  <a:extLst>
                    <a:ext uri="{9D8B030D-6E8A-4147-A177-3AD203B41FA5}">
                      <a16:colId xmlns:a16="http://schemas.microsoft.com/office/drawing/2014/main" val="918874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1. ∀x (bitter(x) ⋁ sweet(x))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2. ∀x (bitter(x)) ⋁ ∀x (sweet(x))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3. ∃x ∀y (loves(y, 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¬∃x ¬∃y (loves(y, 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∃x (noisy(x)) ⇒ ∀y(annoyed(y))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∀x (frog(x) ⇒ green(x))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7. ∀x (frog(x) ⇒ ¬green(x))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8. ¬∃x (frog(x) ⋀ green(x))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9. ∃x (frog(x) ⋀ ¬green(x))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10. ∃x (mech.(x) ⋀ likes(x, Bob))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11. ∃x (mech.(x) ⋀ likes(x, x))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12. ∀x (mech.(x) ⇒ likes(x, Bob))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13. ∃x ∀y (mech(x) ⋀ nurse(y) ⇒ likes(x, y))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14. ∃x(mech(x) ∧ ∀y(nurse(y) ⇒ likes(y, x))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9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979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9D6E-6272-2F56-74B8-4C6589DA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9AC63-64EC-0602-80F9-E4A6050FF92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in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0DB22-7853-9005-8BFE-BE6E744DA42E}"/>
              </a:ext>
            </a:extLst>
          </p:cNvPr>
          <p:cNvSpPr txBox="1"/>
          <p:nvPr/>
        </p:nvSpPr>
        <p:spPr>
          <a:xfrm>
            <a:off x="452965" y="2245210"/>
            <a:ext cx="8238067" cy="35086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in FOL can be performed by: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Reduce FOL to PL (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Propositionalization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Unification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Generalized Modus Ponens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48BF79-53AC-45EB-9E8B-EE15AC36EF49}"/>
              </a:ext>
            </a:extLst>
          </p:cNvPr>
          <p:cNvGrpSpPr/>
          <p:nvPr/>
        </p:nvGrpSpPr>
        <p:grpSpPr>
          <a:xfrm>
            <a:off x="376931" y="1160158"/>
            <a:ext cx="870120" cy="580680"/>
            <a:chOff x="376931" y="1160158"/>
            <a:chExt cx="870120" cy="58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020F005-B89C-477E-BC0A-8F1C23A774D8}"/>
                    </a:ext>
                  </a:extLst>
                </p14:cNvPr>
                <p14:cNvContentPartPr/>
                <p14:nvPr/>
              </p14:nvContentPartPr>
              <p14:xfrm>
                <a:off x="376931" y="1194358"/>
                <a:ext cx="456480" cy="546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020F005-B89C-477E-BC0A-8F1C23A774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8291" y="1185718"/>
                  <a:ext cx="4741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A5C6B3B-3432-435F-B347-980A53BA1C8C}"/>
                    </a:ext>
                  </a:extLst>
                </p14:cNvPr>
                <p14:cNvContentPartPr/>
                <p14:nvPr/>
              </p14:nvContentPartPr>
              <p14:xfrm>
                <a:off x="574571" y="1160158"/>
                <a:ext cx="672480" cy="526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A5C6B3B-3432-435F-B347-980A53BA1C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5931" y="1151518"/>
                  <a:ext cx="690120" cy="54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356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F0E0-D5E8-26CC-8B42-E839A3C8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22FF9-E792-544A-7A39-16C0BA38B6B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From FOL to PL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745F5-3B24-8623-BAC7-D879545B0FB5}"/>
              </a:ext>
            </a:extLst>
          </p:cNvPr>
          <p:cNvSpPr txBox="1"/>
          <p:nvPr/>
        </p:nvSpPr>
        <p:spPr>
          <a:xfrm>
            <a:off x="452965" y="2231246"/>
            <a:ext cx="8238067" cy="35394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First-order inference can be done by converting the Knowledge Base to PL and using propositional inference.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How to convert universal quantifiers ∀ ?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Replace variable by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ground term 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 term without variables).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How to convert existential quantifiers ∃ ?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Skolemization.</a:t>
            </a:r>
          </a:p>
        </p:txBody>
      </p:sp>
    </p:spTree>
    <p:extLst>
      <p:ext uri="{BB962C8B-B14F-4D97-AF65-F5344CB8AC3E}">
        <p14:creationId xmlns:p14="http://schemas.microsoft.com/office/powerpoint/2010/main" val="85199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8524-26FE-96C3-8766-80AEF570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82569-82E6-9BDA-3C4A-4B102611A31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Universal Instantiation (UI)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C912E-490E-D089-33BB-CCF3FB69A923}"/>
              </a:ext>
            </a:extLst>
          </p:cNvPr>
          <p:cNvSpPr txBox="1"/>
          <p:nvPr/>
        </p:nvSpPr>
        <p:spPr>
          <a:xfrm>
            <a:off x="452965" y="2108544"/>
            <a:ext cx="8238067" cy="37856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(∀x) P(x) is true, then P(c) is true, where c is a constant in the domain of x.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 example, from (∀x) eats(Ziggy, x) we can infer eats(Ziggy, IceCream).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variable symbol can be replaced by any ground term, i.e., any constant symbol or function symbol applied to ground terms only.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general, </a:t>
            </a:r>
            <a:r>
              <a:rPr lang="en-US" sz="24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Subst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({v/g}, α) 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means the result of substituting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 sentence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α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3616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CB55-2635-12B5-C4C1-F57A5EFE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20BF4-F387-721D-4C04-8FB06B59FF0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Existential Instantiation (EI)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0529B-9AC3-BBED-6C4B-BC76BCDE9FF1}"/>
                  </a:ext>
                </a:extLst>
              </p:cNvPr>
              <p:cNvSpPr txBox="1"/>
              <p:nvPr/>
            </p:nvSpPr>
            <p:spPr>
              <a:xfrm>
                <a:off x="452965" y="1839118"/>
                <a:ext cx="8238067" cy="4313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 the existential quantifier, variable is replaced by a new constant that does not occur anywhere in the Knowledge Base.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This new constant is called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Skolem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constant.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In general, for any sentence </a:t>
                </a:r>
                <a:r>
                  <a:rPr lang="el-GR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α</a:t>
                </a:r>
                <a:r>
                  <a:rPr lang="el-GR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variable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v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and constant symbol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k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(that does not appear elsewhere in the knowledge base):</a:t>
                </a:r>
              </a:p>
              <a:p>
                <a:pPr algn="ctr">
                  <a:spcAft>
                    <a:spcPts val="12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fPr>
                        <m:num>
                          <m:r>
                            <a:rPr lang="en-US" sz="2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∃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v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Subst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(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v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k</m:t>
                              </m:r>
                            </m:e>
                          </m:d>
                          <m: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α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l-GR" sz="22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UI and EI allows to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“propositionalize”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any FOL sentences.</a:t>
                </a:r>
              </a:p>
              <a:p>
                <a:pPr marL="800100" lvl="1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UI produces a whole set of instantiated sentences per UQ.</a:t>
                </a:r>
              </a:p>
              <a:p>
                <a:pPr marL="800100" lvl="1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EI produces one instantiation per EQ sentence.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0529B-9AC3-BBED-6C4B-BC76BCDE9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839118"/>
                <a:ext cx="8238067" cy="4313297"/>
              </a:xfrm>
              <a:prstGeom prst="rect">
                <a:avLst/>
              </a:prstGeom>
              <a:blipFill>
                <a:blip r:embed="rId2"/>
                <a:stretch>
                  <a:fillRect l="-1923" t="-1839" r="-1997" b="-3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230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62E9-8D68-B39B-FB55-0CBB54DE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D54274-F610-14B3-F73A-42E43D02735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to PL Exercise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802F0D-C0F6-875D-FBB0-31BC9A333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304474"/>
              </p:ext>
            </p:extLst>
          </p:nvPr>
        </p:nvGraphicFramePr>
        <p:xfrm>
          <a:off x="452966" y="1971712"/>
          <a:ext cx="8238066" cy="364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1561">
                  <a:extLst>
                    <a:ext uri="{9D8B030D-6E8A-4147-A177-3AD203B41FA5}">
                      <a16:colId xmlns:a16="http://schemas.microsoft.com/office/drawing/2014/main" val="478209712"/>
                    </a:ext>
                  </a:extLst>
                </a:gridCol>
                <a:gridCol w="3946505">
                  <a:extLst>
                    <a:ext uri="{9D8B030D-6E8A-4147-A177-3AD203B41FA5}">
                      <a16:colId xmlns:a16="http://schemas.microsoft.com/office/drawing/2014/main" val="322284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Suppose the KB contains the following: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2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442823"/>
                  </a:ext>
                </a:extLst>
              </a:tr>
              <a:tr h="2123536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Jim is a turtle: Turtle(Jim)</a:t>
                      </a:r>
                    </a:p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Deb is a rabbit: Rabbit(Deb)</a:t>
                      </a:r>
                    </a:p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Turtles outlast Rabbits: ∀x,y (Turtle(x) ⋀ Rabbit(y)) ⇒ Outlast(x,y)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endParaRPr lang="en-US" sz="2200" b="0" dirty="0">
                        <a:solidFill>
                          <a:schemeClr val="accent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671016"/>
                  </a:ext>
                </a:extLst>
              </a:tr>
              <a:tr h="74561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Query: Jim outlasts Deb – Outlast(Jim, Deb)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2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392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D626-A5FF-FF79-8320-C94814C1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1B40FD-7A99-BA84-3026-A524A1EEB31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FOL to PL Exercise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F63F02-E00D-58C9-8512-83C66319D02A}"/>
              </a:ext>
            </a:extLst>
          </p:cNvPr>
          <p:cNvGraphicFramePr>
            <a:graphicFrameLocks noGrp="1"/>
          </p:cNvGraphicFramePr>
          <p:nvPr/>
        </p:nvGraphicFramePr>
        <p:xfrm>
          <a:off x="452966" y="1971712"/>
          <a:ext cx="8238066" cy="409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1561">
                  <a:extLst>
                    <a:ext uri="{9D8B030D-6E8A-4147-A177-3AD203B41FA5}">
                      <a16:colId xmlns:a16="http://schemas.microsoft.com/office/drawing/2014/main" val="478209712"/>
                    </a:ext>
                  </a:extLst>
                </a:gridCol>
                <a:gridCol w="3946505">
                  <a:extLst>
                    <a:ext uri="{9D8B030D-6E8A-4147-A177-3AD203B41FA5}">
                      <a16:colId xmlns:a16="http://schemas.microsoft.com/office/drawing/2014/main" val="322284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Suppose the KB contains the following: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Instantiating the universal sentence in all possible ways, we have: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442823"/>
                  </a:ext>
                </a:extLst>
              </a:tr>
              <a:tr h="2123536"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Jim is a turtle: Turtle(Jim)</a:t>
                      </a:r>
                    </a:p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Deb is a rabbit: Rabbit(Deb)</a:t>
                      </a:r>
                    </a:p>
                    <a:p>
                      <a:pPr marL="457200" indent="-457200" algn="l"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Turtles outlast Rabbits: ∀x,y (Turtle(x) ⋀ Rabbit(y)) ⇒ Outlast(x,y)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Turtle(Jim) ⋀ Rabbit(Deb) (And Introduction 1, 2) </a:t>
                      </a:r>
                    </a:p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Turtle(Jim) ⋀ Rabbit(Deb) ⇒ Outlast(Jim, Deb) (Universal Instantiation 3) </a:t>
                      </a:r>
                    </a:p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Outlast(Jim, Deb) (Modus Ponens 4, 5)</a:t>
                      </a:r>
                    </a:p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671016"/>
                  </a:ext>
                </a:extLst>
              </a:tr>
              <a:tr h="74561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Query: Jim outlasts Deb – Outlast(Jim, Deb)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2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1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32E8-6A0D-22F6-70F4-30A855AF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5A4E5-2142-A7EE-62DC-8BE2814F91B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3A585A-B0C6-4EB9-B9F3-831F142B1FCB}"/>
                  </a:ext>
                </a:extLst>
              </p:cNvPr>
              <p:cNvSpPr txBox="1"/>
              <p:nvPr/>
            </p:nvSpPr>
            <p:spPr>
              <a:xfrm>
                <a:off x="452965" y="1952373"/>
                <a:ext cx="8238067" cy="40934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Unification is a "pattern matching" procedure that takes two atomic sentences, called literals, as input.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they do not match it returns a "failure", otherwise, returns a substitution list,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That is, unify(p, q)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means Subst(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p) = Subst(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q) for two atomic sentences p and q.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Theta (𝜃) is called the </a:t>
                </a:r>
                <a:r>
                  <a:rPr lang="en-US" sz="24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Most General Unifier (MGU)</a:t>
                </a: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Unify algorithm has a time complexity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where n is the size of the expressions.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3A585A-B0C6-4EB9-B9F3-831F142B1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952373"/>
                <a:ext cx="8238067" cy="4093428"/>
              </a:xfrm>
              <a:prstGeom prst="rect">
                <a:avLst/>
              </a:prstGeom>
              <a:blipFill>
                <a:blip r:embed="rId2"/>
                <a:stretch>
                  <a:fillRect l="-2071" r="-2219" b="-2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3C202E-6305-41E1-995C-876E2AD92543}"/>
                  </a:ext>
                </a:extLst>
              </p14:cNvPr>
              <p14:cNvContentPartPr/>
              <p14:nvPr/>
            </p14:nvContentPartPr>
            <p14:xfrm>
              <a:off x="1602371" y="5127718"/>
              <a:ext cx="5047920" cy="6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3C202E-6305-41E1-995C-876E2AD92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3371" y="5118718"/>
                <a:ext cx="506556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1A85BF0-9089-4C89-B94C-43784E9583CF}"/>
              </a:ext>
            </a:extLst>
          </p:cNvPr>
          <p:cNvGrpSpPr/>
          <p:nvPr/>
        </p:nvGrpSpPr>
        <p:grpSpPr>
          <a:xfrm>
            <a:off x="329771" y="5350918"/>
            <a:ext cx="353520" cy="385920"/>
            <a:chOff x="329771" y="5350918"/>
            <a:chExt cx="35352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1C5D78-386E-49F0-8317-FC8F50684797}"/>
                    </a:ext>
                  </a:extLst>
                </p14:cNvPr>
                <p14:cNvContentPartPr/>
                <p14:nvPr/>
              </p14:nvContentPartPr>
              <p14:xfrm>
                <a:off x="329771" y="5350918"/>
                <a:ext cx="353520" cy="287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1C5D78-386E-49F0-8317-FC8F5068479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0771" y="5341918"/>
                  <a:ext cx="371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84FC9A-A3AE-49A4-AD03-6908F80BB3FB}"/>
                    </a:ext>
                  </a:extLst>
                </p14:cNvPr>
                <p14:cNvContentPartPr/>
                <p14:nvPr/>
              </p14:nvContentPartPr>
              <p14:xfrm>
                <a:off x="367211" y="5504638"/>
                <a:ext cx="285840" cy="23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84FC9A-A3AE-49A4-AD03-6908F80BB3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571" y="5495638"/>
                  <a:ext cx="30348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D7DAF3-1B58-476B-9DBF-9B9D3513ED3A}"/>
                  </a:ext>
                </a:extLst>
              </p14:cNvPr>
              <p14:cNvContentPartPr/>
              <p14:nvPr/>
            </p14:nvContentPartPr>
            <p14:xfrm>
              <a:off x="-2175829" y="3285958"/>
              <a:ext cx="7920" cy="4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D7DAF3-1B58-476B-9DBF-9B9D3513ED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2184469" y="3277318"/>
                <a:ext cx="2556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895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2EFB-4BCC-ECA8-640A-926635BE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97572-EF3B-B6D0-1958-441AE065F77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145163C-FB60-D235-70C4-77E93AEF71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55117"/>
                  </p:ext>
                </p:extLst>
              </p:nvPr>
            </p:nvGraphicFramePr>
            <p:xfrm>
              <a:off x="452966" y="1792069"/>
              <a:ext cx="8238066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2116">
                      <a:extLst>
                        <a:ext uri="{9D8B030D-6E8A-4147-A177-3AD203B41FA5}">
                          <a16:colId xmlns:a16="http://schemas.microsoft.com/office/drawing/2014/main" val="844175032"/>
                        </a:ext>
                      </a:extLst>
                    </a:gridCol>
                    <a:gridCol w="2502116">
                      <a:extLst>
                        <a:ext uri="{9D8B030D-6E8A-4147-A177-3AD203B41FA5}">
                          <a16:colId xmlns:a16="http://schemas.microsoft.com/office/drawing/2014/main" val="478209712"/>
                        </a:ext>
                      </a:extLst>
                    </a:gridCol>
                    <a:gridCol w="3233834">
                      <a:extLst>
                        <a:ext uri="{9D8B030D-6E8A-4147-A177-3AD203B41FA5}">
                          <a16:colId xmlns:a16="http://schemas.microsoft.com/office/drawing/2014/main" val="32228489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0442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Jane)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{x/Jane}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9671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Knows(y, Bill)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{x/Bill, y/John}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1987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Knows(y, Father(y))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{y/John, x/Father(John)}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252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Knows(x, Bill)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{fail}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7511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145163C-FB60-D235-70C4-77E93AEF71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55117"/>
                  </p:ext>
                </p:extLst>
              </p:nvPr>
            </p:nvGraphicFramePr>
            <p:xfrm>
              <a:off x="452966" y="1792069"/>
              <a:ext cx="8238066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2116">
                      <a:extLst>
                        <a:ext uri="{9D8B030D-6E8A-4147-A177-3AD203B41FA5}">
                          <a16:colId xmlns:a16="http://schemas.microsoft.com/office/drawing/2014/main" val="844175032"/>
                        </a:ext>
                      </a:extLst>
                    </a:gridCol>
                    <a:gridCol w="2502116">
                      <a:extLst>
                        <a:ext uri="{9D8B030D-6E8A-4147-A177-3AD203B41FA5}">
                          <a16:colId xmlns:a16="http://schemas.microsoft.com/office/drawing/2014/main" val="478209712"/>
                        </a:ext>
                      </a:extLst>
                    </a:gridCol>
                    <a:gridCol w="3233834">
                      <a:extLst>
                        <a:ext uri="{9D8B030D-6E8A-4147-A177-3AD203B41FA5}">
                          <a16:colId xmlns:a16="http://schemas.microsoft.com/office/drawing/2014/main" val="322284892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4802" t="-6154" r="-377" b="-4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04428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Jane)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{x/Jane}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96710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Knows(y, Bill)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{x/Bill, y/John}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19876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Knows(y, Father(y))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{y/John, x/Father(John)}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25214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Knows(John, 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Knows(x, Bill)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{fail}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7511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486FD7F-2451-E3BE-0F73-522EEB3331D3}"/>
              </a:ext>
            </a:extLst>
          </p:cNvPr>
          <p:cNvSpPr txBox="1"/>
          <p:nvPr/>
        </p:nvSpPr>
        <p:spPr>
          <a:xfrm>
            <a:off x="452965" y="4179601"/>
            <a:ext cx="8238067" cy="22621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unification </a:t>
            </a:r>
            <a:r>
              <a:rPr lang="en-US" sz="22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fails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only because x can’t take values John and Bill at the same time.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is due to use of same variable x in both sentences.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Variables must be standardized apart!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the same variable is found in both p and q, then rename variable, so none are shared. </a:t>
            </a:r>
          </a:p>
        </p:txBody>
      </p:sp>
    </p:spTree>
    <p:extLst>
      <p:ext uri="{BB962C8B-B14F-4D97-AF65-F5344CB8AC3E}">
        <p14:creationId xmlns:p14="http://schemas.microsoft.com/office/powerpoint/2010/main" val="2579128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B5A8-0522-39EA-E423-B8CB1940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D91D6-BAE3-2734-C6A1-97A35AF0DC2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Unification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7A48B-9D81-E6BA-CA9E-6BAC421899C2}"/>
              </a:ext>
            </a:extLst>
          </p:cNvPr>
          <p:cNvSpPr txBox="1"/>
          <p:nvPr/>
        </p:nvSpPr>
        <p:spPr>
          <a:xfrm>
            <a:off x="452965" y="1981904"/>
            <a:ext cx="8238067" cy="38625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“Unify” rule premises with known facts and apply unifier to conclusion.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Rule: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∀x,y (Turtle(x) ⋀ Rabbit(y)) ⇒ Outlast(x,y)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Known facts: </a:t>
            </a:r>
          </a:p>
          <a:p>
            <a:pPr marL="1257300" lvl="2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Turtle(Jim)</a:t>
            </a:r>
          </a:p>
          <a:p>
            <a:pPr marL="1257300" lvl="2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Rabbit(Deb)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Unifier: {x/Jim, y/Deb}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Apply unifier to conclusion: Outlast(Jim, Deb)</a:t>
            </a:r>
          </a:p>
        </p:txBody>
      </p:sp>
    </p:spTree>
    <p:extLst>
      <p:ext uri="{BB962C8B-B14F-4D97-AF65-F5344CB8AC3E}">
        <p14:creationId xmlns:p14="http://schemas.microsoft.com/office/powerpoint/2010/main" val="1044311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6BA70-96F6-B840-9EA1-1823C59DEAC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Generalized Modus Ponens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138619-B063-5DF0-F31F-C03BBF6D42A4}"/>
                  </a:ext>
                </a:extLst>
              </p:cNvPr>
              <p:cNvSpPr txBox="1"/>
              <p:nvPr/>
            </p:nvSpPr>
            <p:spPr>
              <a:xfrm>
                <a:off x="452966" y="1766850"/>
                <a:ext cx="8238067" cy="44412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Combines And-Introduction, Universal-Elimination, and Modus Ponens.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In general, </a:t>
                </a:r>
              </a:p>
              <a:p>
                <a:pPr algn="ctr">
                  <a:spcAft>
                    <a:spcPts val="12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…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m:rPr>
                                  <m:nor/>
                                </m:rPr>
                                <a:rPr lang="en-US" sz="2200" b="0" i="0" dirty="0" smtClean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 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𝑆𝑢𝑏𝑠𝑡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2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substitution list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} means to replace all occurrences of variable symbol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by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Substitutions are made in left-to-right order in the list. Example: Subst({x/IceCream, y/Ziggy}, eats(y,x)) = eats(Ziggy, IceCream)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138619-B063-5DF0-F31F-C03BBF6D4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766850"/>
                <a:ext cx="8238067" cy="4441280"/>
              </a:xfrm>
              <a:prstGeom prst="rect">
                <a:avLst/>
              </a:prstGeom>
              <a:blipFill>
                <a:blip r:embed="rId2"/>
                <a:stretch>
                  <a:fillRect l="-2071" t="-137" r="-2219"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618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9EDF9-15AC-6CFE-19C8-15C9859E4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D497C-21CE-E593-4A5E-161CA690415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Generalized Modus Ponens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C601DE-9FF3-8383-6C06-40B27000F721}"/>
                  </a:ext>
                </a:extLst>
              </p:cNvPr>
              <p:cNvSpPr txBox="1"/>
              <p:nvPr/>
            </p:nvSpPr>
            <p:spPr>
              <a:xfrm>
                <a:off x="452965" y="2090389"/>
                <a:ext cx="8238067" cy="370261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12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…</m:t>
                              </m:r>
                              <m:r>
                                <m:rPr>
                                  <m:nor/>
                                </m:rPr>
                                <a:rPr lang="en-US" sz="2200" dirty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  <m:r>
                                <m:rPr>
                                  <m:nor/>
                                </m:rPr>
                                <a:rPr lang="en-US" sz="2200" b="0" i="0" dirty="0" smtClean="0">
                                  <a:latin typeface="CMU Serif" panose="02000603000000000000" pitchFamily="2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 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𝑆𝑢𝑏𝑠𝑡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500" b="0" i="1" dirty="0">
                  <a:latin typeface="Cambria Math" panose="02040503050406030204" pitchFamily="18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 Smarter(Deb, Bob)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 Smarter(Bob, Joe)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) ⇒ R = (Smarter(x,y) ⋀ Smarter(y,z)) ⇒ Smarter(x,z)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 {x/Deb, y/Bob, z/Joe}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SUBST(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R) = Smarter(Deb, Joe)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C601DE-9FF3-8383-6C06-40B27000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2090389"/>
                <a:ext cx="8238067" cy="3702617"/>
              </a:xfrm>
              <a:prstGeom prst="rect">
                <a:avLst/>
              </a:prstGeom>
              <a:blipFill>
                <a:blip r:embed="rId2"/>
                <a:stretch>
                  <a:fillRect l="-2071" r="-2219" b="-4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361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5C54-B0EF-A936-9295-9F8BB27E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1A29B-A12E-1B68-5135-4B1F79D1E17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Completeness of FOL 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1B80D-0D04-EE71-48C2-E15F48D377AD}"/>
              </a:ext>
            </a:extLst>
          </p:cNvPr>
          <p:cNvSpPr txBox="1"/>
          <p:nvPr/>
        </p:nvSpPr>
        <p:spPr>
          <a:xfrm>
            <a:off x="452965" y="1653037"/>
            <a:ext cx="8238067" cy="455509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Truth table enumeration: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incomplete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FOL.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Table may be infinite in size for infinite domain.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Natural Deduction: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complete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FOL.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But impractical since branching factor too large.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GMP: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incomplete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FOL (In general). 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Not every sentence can be converted to Horn form.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GMP: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complete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FOL if KB contains only Horn clauses.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Chaining: move from KB to query.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chaining: move from query to KB.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26CD50-5581-45B1-AEE7-9560BD4F165B}"/>
                  </a:ext>
                </a:extLst>
              </p14:cNvPr>
              <p14:cNvContentPartPr/>
              <p14:nvPr/>
            </p14:nvContentPartPr>
            <p14:xfrm>
              <a:off x="829451" y="5887678"/>
              <a:ext cx="638640" cy="325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26CD50-5581-45B1-AEE7-9560BD4F16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811" y="5879038"/>
                <a:ext cx="6562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68CE885-48DB-4FB1-8786-60E9E986F81B}"/>
              </a:ext>
            </a:extLst>
          </p:cNvPr>
          <p:cNvGrpSpPr/>
          <p:nvPr/>
        </p:nvGrpSpPr>
        <p:grpSpPr>
          <a:xfrm>
            <a:off x="687971" y="5222398"/>
            <a:ext cx="723960" cy="284400"/>
            <a:chOff x="687971" y="5222398"/>
            <a:chExt cx="7239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60ADBD-E030-4AE2-BFF8-34E99967131E}"/>
                    </a:ext>
                  </a:extLst>
                </p14:cNvPr>
                <p14:cNvContentPartPr/>
                <p14:nvPr/>
              </p14:nvContentPartPr>
              <p14:xfrm>
                <a:off x="696611" y="5255158"/>
                <a:ext cx="517680" cy="251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60ADBD-E030-4AE2-BFF8-34E9996713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7611" y="5246518"/>
                  <a:ext cx="535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69D993-4C59-4557-BA39-B0E4C061DA32}"/>
                    </a:ext>
                  </a:extLst>
                </p14:cNvPr>
                <p14:cNvContentPartPr/>
                <p14:nvPr/>
              </p14:nvContentPartPr>
              <p14:xfrm>
                <a:off x="687971" y="5222398"/>
                <a:ext cx="723960" cy="19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69D993-4C59-4557-BA39-B0E4C061DA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9331" y="5213758"/>
                  <a:ext cx="741600" cy="3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9684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768E-9CFE-8C46-6914-2D918E66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C4B92-82F5-D054-0E14-9F1A8BEE648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21E72-9CAE-6E62-29E1-212CAE177FD3}"/>
              </a:ext>
            </a:extLst>
          </p:cNvPr>
          <p:cNvSpPr txBox="1"/>
          <p:nvPr/>
        </p:nvSpPr>
        <p:spPr>
          <a:xfrm>
            <a:off x="452965" y="1960813"/>
            <a:ext cx="8238067" cy="42473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 inference procedure moves "forward" from the KB to the goal.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KB = All cats like fish, cats eat everything they like, and Ziggy is a cat.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KB: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cat(x) ⇒ likes(x, Fish)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(∀x)(∀y) (cat(x) ⋀ likes(x,y)) ⇒ eats(x,y)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Goal query: Does Ziggy eat fish?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7C6EC8-25B0-4B83-AE7E-9EDADFAB9888}"/>
                  </a:ext>
                </a:extLst>
              </p14:cNvPr>
              <p14:cNvContentPartPr/>
              <p14:nvPr/>
            </p14:nvContentPartPr>
            <p14:xfrm>
              <a:off x="455771" y="844438"/>
              <a:ext cx="590760" cy="612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7C6EC8-25B0-4B83-AE7E-9EDADFAB98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131" y="835438"/>
                <a:ext cx="60840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CFEA9C-55C7-4986-AB04-04E37ABD416B}"/>
                  </a:ext>
                </a:extLst>
              </p14:cNvPr>
              <p14:cNvContentPartPr/>
              <p14:nvPr/>
            </p14:nvContentPartPr>
            <p14:xfrm>
              <a:off x="2121131" y="2336638"/>
              <a:ext cx="4887000" cy="115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CFEA9C-55C7-4986-AB04-04E37ABD41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2131" y="2327998"/>
                <a:ext cx="49046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E060F3-0D64-4A6E-B44D-9D95F4101084}"/>
                  </a:ext>
                </a:extLst>
              </p14:cNvPr>
              <p14:cNvContentPartPr/>
              <p14:nvPr/>
            </p14:nvContentPartPr>
            <p14:xfrm>
              <a:off x="1508051" y="2714998"/>
              <a:ext cx="7362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E060F3-0D64-4A6E-B44D-9D95F41010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9411" y="2705998"/>
                <a:ext cx="7538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598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3301-4600-55D6-3FBC-DC1B849F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1D98CE-866C-F765-CD5A-C3BE95B07F3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F6679-E685-0425-187A-A381B1E0A905}"/>
              </a:ext>
            </a:extLst>
          </p:cNvPr>
          <p:cNvSpPr txBox="1"/>
          <p:nvPr/>
        </p:nvSpPr>
        <p:spPr>
          <a:xfrm>
            <a:off x="452965" y="1942695"/>
            <a:ext cx="8238067" cy="403187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Proof: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cat(x) ⇒ likes(x, Fish)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(∀x)(∀y) (cat(x) ⋀ likes(x,y)) ⇒ eats(x,y)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likes(Ziggy, Fish) GMP with (1) and (3) 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eats(Ziggy, Fish) GMP with (3), (4), and (2)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QED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So, Yes, Ziggy eats fish.</a:t>
            </a:r>
          </a:p>
        </p:txBody>
      </p:sp>
    </p:spTree>
    <p:extLst>
      <p:ext uri="{BB962C8B-B14F-4D97-AF65-F5344CB8AC3E}">
        <p14:creationId xmlns:p14="http://schemas.microsoft.com/office/powerpoint/2010/main" val="481140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ACF6-DB13-EC5A-DCED-3C42C406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76C96-6360-579F-BFED-9FDFB3BB060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DEE48-135D-7DEF-18C1-610D3CB0F433}"/>
              </a:ext>
            </a:extLst>
          </p:cNvPr>
          <p:cNvSpPr txBox="1"/>
          <p:nvPr/>
        </p:nvSpPr>
        <p:spPr>
          <a:xfrm>
            <a:off x="452966" y="1707726"/>
            <a:ext cx="8238067" cy="46782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Proofs start with the goal query, find implications (sub-goal) that would allow you to prove it.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Then prove each of the antecedents in the implication, continuing to work "backwards" until we get to the axioms, which we know are true.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Does Ziggy eat fish?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prove eats(Ziggy, Fish), first see if this is known from one of the axioms directly.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Here it is not known, so see if there is a Horn clause that has the consequent (i.e., right-hand side) of the implication matching the goal.</a:t>
            </a:r>
          </a:p>
        </p:txBody>
      </p:sp>
    </p:spTree>
    <p:extLst>
      <p:ext uri="{BB962C8B-B14F-4D97-AF65-F5344CB8AC3E}">
        <p14:creationId xmlns:p14="http://schemas.microsoft.com/office/powerpoint/2010/main" val="183923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C6EF-BD59-1CD7-7FCF-F632E084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407E2-E638-893F-50AE-D34F3D41EB7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1093B-AAD6-FA5B-874D-3F6377A47E7C}"/>
              </a:ext>
            </a:extLst>
          </p:cNvPr>
          <p:cNvSpPr txBox="1"/>
          <p:nvPr/>
        </p:nvSpPr>
        <p:spPr>
          <a:xfrm>
            <a:off x="452966" y="1401908"/>
            <a:ext cx="8238067" cy="52014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Proof:</a:t>
            </a:r>
            <a:endParaRPr lang="en-US" sz="24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cat(x) ⇒ likes(x, Fish)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(∀x)(∀y) (cat(x) ⋀ likes(x,y)) ⇒ eats(x,y)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eats(Ziggy, Fish) (Goal)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 ⋀ likes(Ziggy, Fish) (Subgoal (2))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 (Subgoal (5), True (3), proven)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likes(Ziggy, Fish) (Subgoal (5))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likes(Ziggy, Fish) (Using (6), subgoal is proven)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cat(Ziggy) ⋀ likes(Ziggy, Fish) (using (6) and (8), subgoal is proven)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eats(Ziggy, Fish)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QED</a:t>
            </a:r>
          </a:p>
        </p:txBody>
      </p:sp>
    </p:spTree>
    <p:extLst>
      <p:ext uri="{BB962C8B-B14F-4D97-AF65-F5344CB8AC3E}">
        <p14:creationId xmlns:p14="http://schemas.microsoft.com/office/powerpoint/2010/main" val="2339399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5F57-C9F8-57A3-0E87-A6485692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70E5B-11E8-6BAF-02C8-B2FB7BE55C2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2503D-4978-DD0B-F91C-5623B6CF46D3}"/>
              </a:ext>
            </a:extLst>
          </p:cNvPr>
          <p:cNvSpPr txBox="1"/>
          <p:nvPr/>
        </p:nvSpPr>
        <p:spPr>
          <a:xfrm>
            <a:off x="452966" y="1899258"/>
            <a:ext cx="8238067" cy="430887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 procedure is a sound and complete inference procedure for FOL.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 procedure uses a single rule of inference: the Resolution Rule (RR), which is a generalization of the same rule used in PL.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Given A ⋁ B and ¬B ⋁ C are true, we can conclude that A ⋁ C is true.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KB needs to be in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conjunctive normal form (CNF) 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format and any KB can be converted to CNF.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infer KB ╞ 𝛼, we show KB ⋀ ¬𝛼 is unsatisfiable.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863520-863D-4C1E-B4FB-A417DD92D7F2}"/>
                  </a:ext>
                </a:extLst>
              </p14:cNvPr>
              <p14:cNvContentPartPr/>
              <p14:nvPr/>
            </p14:nvContentPartPr>
            <p14:xfrm>
              <a:off x="904691" y="2224318"/>
              <a:ext cx="6212880" cy="123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863520-863D-4C1E-B4FB-A417DD92D7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5691" y="2215318"/>
                <a:ext cx="62305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8E2CBB-66FF-4601-A3C7-AF76D6683E23}"/>
                  </a:ext>
                </a:extLst>
              </p14:cNvPr>
              <p14:cNvContentPartPr/>
              <p14:nvPr/>
            </p14:nvContentPartPr>
            <p14:xfrm>
              <a:off x="1244171" y="2686558"/>
              <a:ext cx="1144800" cy="39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8E2CBB-66FF-4601-A3C7-AF76D6683E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5531" y="2677558"/>
                <a:ext cx="1162440" cy="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9055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503A-AF31-FE9C-7D73-118CD608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1CF25C-56AA-7931-450F-9C3EF873F28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CNF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5B5AA-63A0-505E-BEEB-F025A2B5A9F2}"/>
              </a:ext>
            </a:extLst>
          </p:cNvPr>
          <p:cNvSpPr txBox="1"/>
          <p:nvPr/>
        </p:nvSpPr>
        <p:spPr>
          <a:xfrm>
            <a:off x="452965" y="1545763"/>
            <a:ext cx="8238067" cy="49244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Convert the sentence to CNF: 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 (P(x) ⇒ ((∀y) (P(y) ⇒ P(f(x,y))) ⋀ ¬(∀y)(Q(x,y) ⇒ P(y))))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1. Eliminate ⇒ 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(∀x)(¬P(x) ⋁ ((∀y)(¬P(y) ⋁ P(f(x,y))) ⋀ ¬(∀y)(¬Q(x,y) ⋁ P(y))))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2. Reduce scope of negation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(∀x)(¬P(x) ⋁ ((∀y)(¬P(y) ⋁ P(f(x,y))) ⋀ (∃y)(Q(x,y) ⋀ ¬P(y))))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3. Standardize variables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(∀x)(¬P(x) ⋁ ((∀y)(¬P(y) ⋁ P(f(x,y))) ⋀ (∃z)(Q(x,z) ⋀ ¬P(z))))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4. Eliminate existential quantification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(∀x)(¬P(x) ⋁ ((∀y)(¬P(y) ⋁ P(f(x,y))) ⋀ (Q(x, g(x)) ⋀ ¬P(g(x)))))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5. Drop universal quantification symbols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(¬P(x) ⋁ ((¬P(y) ⋁ P(f(x,y))) ⋀ (Q(x, g(x)) ⋀ ¬P(g(x)))))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280BA7-67B3-4D42-8BCE-86F9D69AB754}"/>
                  </a:ext>
                </a:extLst>
              </p14:cNvPr>
              <p14:cNvContentPartPr/>
              <p14:nvPr/>
            </p14:nvContentPartPr>
            <p14:xfrm>
              <a:off x="4911131" y="1768918"/>
              <a:ext cx="109080" cy="21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280BA7-67B3-4D42-8BCE-86F9D69AB7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2131" y="1760278"/>
                <a:ext cx="1267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8C9B95-250B-46E5-8336-2CFFEB528DAB}"/>
                  </a:ext>
                </a:extLst>
              </p14:cNvPr>
              <p14:cNvContentPartPr/>
              <p14:nvPr/>
            </p14:nvContentPartPr>
            <p14:xfrm>
              <a:off x="6311891" y="1776478"/>
              <a:ext cx="3960" cy="222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8C9B95-250B-46E5-8336-2CFFEB528D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3251" y="1767478"/>
                <a:ext cx="216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CFDB78-7219-49CC-B1FC-A17F1290B7F5}"/>
                  </a:ext>
                </a:extLst>
              </p14:cNvPr>
              <p14:cNvContentPartPr/>
              <p14:nvPr/>
            </p14:nvContentPartPr>
            <p14:xfrm>
              <a:off x="4383371" y="2308918"/>
              <a:ext cx="1879200" cy="3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CFDB78-7219-49CC-B1FC-A17F1290B7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4731" y="2299918"/>
                <a:ext cx="18968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F31CEBB-A78E-4AE7-80B3-84FF88C32DFB}"/>
                  </a:ext>
                </a:extLst>
              </p14:cNvPr>
              <p14:cNvContentPartPr/>
              <p14:nvPr/>
            </p14:nvContentPartPr>
            <p14:xfrm>
              <a:off x="952211" y="3027838"/>
              <a:ext cx="183240" cy="13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F31CEBB-A78E-4AE7-80B3-84FF88C32D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3211" y="3019198"/>
                <a:ext cx="2008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56B368B-DD46-4C3D-8996-8273AFCBD0D2}"/>
                  </a:ext>
                </a:extLst>
              </p14:cNvPr>
              <p14:cNvContentPartPr/>
              <p14:nvPr/>
            </p14:nvContentPartPr>
            <p14:xfrm>
              <a:off x="1800371" y="1752718"/>
              <a:ext cx="102600" cy="227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56B368B-DD46-4C3D-8996-8273AFCBD0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91371" y="1744078"/>
                <a:ext cx="1202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3D69A4-CAB9-4935-BCD0-4D96ABE0257D}"/>
                  </a:ext>
                </a:extLst>
              </p14:cNvPr>
              <p14:cNvContentPartPr/>
              <p14:nvPr/>
            </p14:nvContentPartPr>
            <p14:xfrm>
              <a:off x="3978011" y="1831198"/>
              <a:ext cx="55080" cy="205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3D69A4-CAB9-4935-BCD0-4D96ABE025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69011" y="1822198"/>
                <a:ext cx="72720" cy="2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317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92B6-A774-9053-CBE7-DE5613A1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4ED7C-5B6A-9B71-A187-4DB8AD04D88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CNF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12AD8-3BE3-1E94-7E9E-2ACC6A86F97B}"/>
              </a:ext>
            </a:extLst>
          </p:cNvPr>
          <p:cNvSpPr txBox="1"/>
          <p:nvPr/>
        </p:nvSpPr>
        <p:spPr>
          <a:xfrm>
            <a:off x="452965" y="1609540"/>
            <a:ext cx="8238067" cy="484748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5. Drop universal quantification symbols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(¬P(x) ⋁ ((¬P(y) ⋁ P(f(x,y))) ⋀ (Q(x, g(x)) ⋀ ¬P(g(x)))))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6. Convert to conjunction of disjunctions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(¬P(x) ⋁ ¬P(y) ⋁ P(f(x,y))) ⋀ (¬P(x) ⋁ Q(x, g(x))) ⋀ (¬P(x) ⋀ ¬P(g(x)))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7. Create separate clauses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¬P(x) ⋁ ¬P(y) ⋁ P(f(x,y))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¬P(x) ⋁ Q(x, g(x))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¬P(x) ⋁ ¬P(g(x))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8. Standardize variables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¬P(x) ⋁ ¬P(y) ⋁ P(f(x,y))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¬P(z) ⋁ Q(z, g(z))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¬P(w) ⋁ ¬P(g(w))</a:t>
            </a:r>
          </a:p>
        </p:txBody>
      </p:sp>
    </p:spTree>
    <p:extLst>
      <p:ext uri="{BB962C8B-B14F-4D97-AF65-F5344CB8AC3E}">
        <p14:creationId xmlns:p14="http://schemas.microsoft.com/office/powerpoint/2010/main" val="2492409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CA6F-8A65-2DFA-9542-FD717322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5A1DA-AC2C-19C5-F661-C4F8A80839E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CNF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B718C-DBBA-59FE-BF49-2E4F7BF2FF9A}"/>
              </a:ext>
            </a:extLst>
          </p:cNvPr>
          <p:cNvSpPr txBox="1"/>
          <p:nvPr/>
        </p:nvSpPr>
        <p:spPr>
          <a:xfrm>
            <a:off x="452965" y="1894280"/>
            <a:ext cx="8238067" cy="40010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First, translate the sentence to FOL.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Anyone who likes all animals is loved by someone:</a:t>
            </a:r>
          </a:p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∀x [(∀y Animal(y) ⇒ Likes(x, y))) ⇒ (∃z Loves(z, x))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endParaRPr lang="en-US" sz="2200" u="sng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2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Final Answer: 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(Animal(f(x)) ⋁ Loves(g(x), x)) ⋀ (¬Loves(x, f(x)) ⋁ Loves(g(x), x))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where, 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∃y ⇒ y = f(x) 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∃z ⇒ z = g(x)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634DB4-AC61-427D-8123-41DAE124B900}"/>
              </a:ext>
            </a:extLst>
          </p:cNvPr>
          <p:cNvGrpSpPr/>
          <p:nvPr/>
        </p:nvGrpSpPr>
        <p:grpSpPr>
          <a:xfrm>
            <a:off x="4062032" y="4403866"/>
            <a:ext cx="403920" cy="340560"/>
            <a:chOff x="4062032" y="4403866"/>
            <a:chExt cx="40392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87928C-1772-43C7-A7AE-48EF579DB253}"/>
                    </a:ext>
                  </a:extLst>
                </p14:cNvPr>
                <p14:cNvContentPartPr/>
                <p14:nvPr/>
              </p14:nvContentPartPr>
              <p14:xfrm>
                <a:off x="4121072" y="4404946"/>
                <a:ext cx="231480" cy="339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87928C-1772-43C7-A7AE-48EF579DB25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12432" y="4395946"/>
                  <a:ext cx="2491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46342E-D4ED-4716-9EBE-4B2AAB87FC10}"/>
                    </a:ext>
                  </a:extLst>
                </p14:cNvPr>
                <p14:cNvContentPartPr/>
                <p14:nvPr/>
              </p14:nvContentPartPr>
              <p14:xfrm>
                <a:off x="4062032" y="4403866"/>
                <a:ext cx="403920" cy="229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46342E-D4ED-4716-9EBE-4B2AAB87FC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53032" y="4394866"/>
                  <a:ext cx="4215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D4D037-69BC-4B43-8687-8BB81444FCE4}"/>
              </a:ext>
            </a:extLst>
          </p:cNvPr>
          <p:cNvGrpSpPr/>
          <p:nvPr/>
        </p:nvGrpSpPr>
        <p:grpSpPr>
          <a:xfrm>
            <a:off x="4070672" y="3582706"/>
            <a:ext cx="1282680" cy="509760"/>
            <a:chOff x="4070672" y="3582706"/>
            <a:chExt cx="128268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5FCA1E4-4921-48A7-8EA1-22CEDCA18BD5}"/>
                    </a:ext>
                  </a:extLst>
                </p14:cNvPr>
                <p14:cNvContentPartPr/>
                <p14:nvPr/>
              </p14:nvContentPartPr>
              <p14:xfrm>
                <a:off x="4070672" y="3800146"/>
                <a:ext cx="432000" cy="29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5FCA1E4-4921-48A7-8EA1-22CEDCA18B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61672" y="3791506"/>
                  <a:ext cx="449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AD71E5-852B-47B4-B2DE-AE494EA4E062}"/>
                    </a:ext>
                  </a:extLst>
                </p14:cNvPr>
                <p14:cNvContentPartPr/>
                <p14:nvPr/>
              </p14:nvContentPartPr>
              <p14:xfrm>
                <a:off x="4334552" y="3841906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AD71E5-852B-47B4-B2DE-AE494EA4E0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5552" y="38332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68AA93-E3CE-4978-A797-6E741FF43FF8}"/>
                    </a:ext>
                  </a:extLst>
                </p14:cNvPr>
                <p14:cNvContentPartPr/>
                <p14:nvPr/>
              </p14:nvContentPartPr>
              <p14:xfrm>
                <a:off x="4501592" y="3582706"/>
                <a:ext cx="511200" cy="335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68AA93-E3CE-4978-A797-6E741FF43F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92952" y="3574066"/>
                  <a:ext cx="5288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121C50-A8F4-4F38-84F0-DFE41DB57396}"/>
                    </a:ext>
                  </a:extLst>
                </p14:cNvPr>
                <p14:cNvContentPartPr/>
                <p14:nvPr/>
              </p14:nvContentPartPr>
              <p14:xfrm>
                <a:off x="4981832" y="3585586"/>
                <a:ext cx="371520" cy="294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121C50-A8F4-4F38-84F0-DFE41DB573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72832" y="3576586"/>
                  <a:ext cx="389160" cy="31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152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3F73-B138-207B-9B2F-D2761DAC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EA412-7BAF-A365-A9FD-62DB668B922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Hoofers Club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BF84F-0E8A-532A-F742-96EAEA197951}"/>
              </a:ext>
            </a:extLst>
          </p:cNvPr>
          <p:cNvSpPr txBox="1"/>
          <p:nvPr/>
        </p:nvSpPr>
        <p:spPr>
          <a:xfrm>
            <a:off x="452966" y="1729981"/>
            <a:ext cx="8238067" cy="447814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Statement: 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Tony, Shi-Kuo and Ellen belong to the Hoofers Club.  Every member of the Hoofers Club is either a skier or a mountain climber or both.  No mountain climber likes rain, and all skiers like snow.  Ellen dislikes whatever Tony likes and likes whatever Tony dislikes. Tony likes rain and snow.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Query: 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 there a member of the Hoofers Club who is a mountain climber but not a skier?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Let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S(x)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mean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a skier,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M(x)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mean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a mountain climber, and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L(x,y)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mean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x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likes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where the domain of the first variable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(x)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 Hoofers Club members, and the domain of the second variable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(y)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 snow and rain.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40F713-0201-4322-89FC-B14E22023E89}"/>
                  </a:ext>
                </a:extLst>
              </p14:cNvPr>
              <p14:cNvContentPartPr/>
              <p14:nvPr/>
            </p14:nvContentPartPr>
            <p14:xfrm>
              <a:off x="2030912" y="2698906"/>
              <a:ext cx="1398240" cy="53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40F713-0201-4322-89FC-B14E22023E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2272" y="2689906"/>
                <a:ext cx="14158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F66F77-9D26-4CB5-89EE-3013DACBFBFE}"/>
                  </a:ext>
                </a:extLst>
              </p14:cNvPr>
              <p14:cNvContentPartPr/>
              <p14:nvPr/>
            </p14:nvContentPartPr>
            <p14:xfrm>
              <a:off x="1846232" y="3032986"/>
              <a:ext cx="437040" cy="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F66F77-9D26-4CB5-89EE-3013DACBFB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7232" y="3024346"/>
                <a:ext cx="45468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5215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C553-C8AB-AC2E-CDB1-505F0CA5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22656-6FF9-771B-5EC4-E2EA112B407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Hoofers Club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EF441C-73C6-1E23-7360-AF2B03975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354492"/>
              </p:ext>
            </p:extLst>
          </p:nvPr>
        </p:nvGraphicFramePr>
        <p:xfrm>
          <a:off x="452964" y="2319836"/>
          <a:ext cx="8238066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8066">
                  <a:extLst>
                    <a:ext uri="{9D8B030D-6E8A-4147-A177-3AD203B41FA5}">
                      <a16:colId xmlns:a16="http://schemas.microsoft.com/office/drawing/2014/main" val="2983659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1. (∀x) S(x) ⋁ M(x) (Every member is either a skier or a mountain climber or both.)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9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2. ¬(∃x) M(x) ⋀ L(x, Rain)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No mountain climber likes rain.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62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3. (∀x) S(x) ⇒ L(x, Snow)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All skiers like snow.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83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(∀y) L(Ellen, y) ⇔ ¬L(Tony, y)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Ellen dislikes whatever Tony likes and likes whatever Tony dislikes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28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L(Tony, Rain)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Tony likes rain.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175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L(Tony, Snow)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Tony likes snow.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09041"/>
                  </a:ext>
                </a:extLst>
              </a:tr>
              <a:tr h="4179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Query: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(∃x) M(x) ⋀ ¬S(x) (</a:t>
                      </a:r>
                      <a:r>
                        <a:rPr lang="en-US" sz="200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Is there a member of the Club who is a mountain climber but not a skier?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5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1200"/>
                        </a:spcAft>
                        <a:buClr>
                          <a:schemeClr val="accent1"/>
                        </a:buClr>
                        <a:buFont typeface="+mj-lt"/>
                        <a:buNone/>
                      </a:pPr>
                      <a:r>
                        <a:rPr lang="en-US" sz="2000" b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Negation of the Query: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¬(∃x) M(x) ⋀ ¬S(x)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680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9C260D-9E75-E53B-6CFB-CE64FC0AF785}"/>
              </a:ext>
            </a:extLst>
          </p:cNvPr>
          <p:cNvSpPr txBox="1"/>
          <p:nvPr/>
        </p:nvSpPr>
        <p:spPr>
          <a:xfrm>
            <a:off x="452963" y="1423298"/>
            <a:ext cx="8238067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 now translate the above English sentences into the following FOL: </a:t>
            </a:r>
          </a:p>
        </p:txBody>
      </p:sp>
    </p:spTree>
    <p:extLst>
      <p:ext uri="{BB962C8B-B14F-4D97-AF65-F5344CB8AC3E}">
        <p14:creationId xmlns:p14="http://schemas.microsoft.com/office/powerpoint/2010/main" val="463092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0765-4E3C-6737-5CC4-9F86473F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FC521-9BF3-8562-72F5-917C47D9B3A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Hoofers Club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050558-6263-9A18-2B11-5DFD228B5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10530"/>
              </p:ext>
            </p:extLst>
          </p:nvPr>
        </p:nvGraphicFramePr>
        <p:xfrm>
          <a:off x="452964" y="2144147"/>
          <a:ext cx="8238066" cy="427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9033">
                  <a:extLst>
                    <a:ext uri="{9D8B030D-6E8A-4147-A177-3AD203B41FA5}">
                      <a16:colId xmlns:a16="http://schemas.microsoft.com/office/drawing/2014/main" val="2983659858"/>
                    </a:ext>
                  </a:extLst>
                </a:gridCol>
                <a:gridCol w="4119033">
                  <a:extLst>
                    <a:ext uri="{9D8B030D-6E8A-4147-A177-3AD203B41FA5}">
                      <a16:colId xmlns:a16="http://schemas.microsoft.com/office/drawing/2014/main" val="4040645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Clause Form: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30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1. (∀x) S(x) ⋁ M(x)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1. S(x1) ⋁ M(x1)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9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2. ¬(∃x) M(x) ⋀ L(x, Rain)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2. ¬M(x2) ⋁ ¬L(x2, Rain)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62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3. (∀x) S(x) ⇒ L(x, Snow)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3. ¬S(x3) ⋁ L(x3, Snow)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83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(∀y) L(Ellen, y) ⇔ ¬L(Tony, 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4. ¬L(Tony, x4) ⋁ ¬L(Ellen, x4)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L(Tony, x5) ⋁ L(Ellen, x5)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28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5. L(Tony, Rain)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L(Tony, Rain)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175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6. L(Tony, Snow)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7. L(Tony, Snow)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09041"/>
                  </a:ext>
                </a:extLst>
              </a:tr>
              <a:tr h="4179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Query: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(∃x) M(x) ⋀ ¬S(x)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5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+mj-lt"/>
                        <a:buNone/>
                      </a:pPr>
                      <a:r>
                        <a:rPr lang="en-US" sz="2000" b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Negation of the Query: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¬(∃x) M(x) ⋀ ¬S(x)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8. </a:t>
                      </a:r>
                      <a:r>
                        <a:rPr lang="en-US" sz="2000" b="0" i="0" dirty="0">
                          <a:solidFill>
                            <a:schemeClr val="accent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Negation of the Query: </a:t>
                      </a: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¬M(x7) ⋁ S(x7)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680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0115F5-8419-FBC4-6BD2-285A1CCC77E2}"/>
              </a:ext>
            </a:extLst>
          </p:cNvPr>
          <p:cNvSpPr txBox="1"/>
          <p:nvPr/>
        </p:nvSpPr>
        <p:spPr>
          <a:xfrm>
            <a:off x="452963" y="1592575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Conversion to CNF Form</a:t>
            </a:r>
          </a:p>
        </p:txBody>
      </p:sp>
    </p:spTree>
    <p:extLst>
      <p:ext uri="{BB962C8B-B14F-4D97-AF65-F5344CB8AC3E}">
        <p14:creationId xmlns:p14="http://schemas.microsoft.com/office/powerpoint/2010/main" val="1774264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3380-DF49-BC4C-9494-4A3AF029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37957-436F-E267-A75B-95F86DF634C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Hoofers Club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A4548FE-AB22-87EE-6027-FAD99DC126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310696"/>
                  </p:ext>
                </p:extLst>
              </p:nvPr>
            </p:nvGraphicFramePr>
            <p:xfrm>
              <a:off x="452966" y="1676927"/>
              <a:ext cx="8238067" cy="4678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7269">
                      <a:extLst>
                        <a:ext uri="{9D8B030D-6E8A-4147-A177-3AD203B41FA5}">
                          <a16:colId xmlns:a16="http://schemas.microsoft.com/office/drawing/2014/main" val="4040645440"/>
                        </a:ext>
                      </a:extLst>
                    </a:gridCol>
                    <a:gridCol w="3968151">
                      <a:extLst>
                        <a:ext uri="{9D8B030D-6E8A-4147-A177-3AD203B41FA5}">
                          <a16:colId xmlns:a16="http://schemas.microsoft.com/office/drawing/2014/main" val="1840089715"/>
                        </a:ext>
                      </a:extLst>
                    </a:gridCol>
                    <a:gridCol w="1772647">
                      <a:extLst>
                        <a:ext uri="{9D8B030D-6E8A-4147-A177-3AD203B41FA5}">
                          <a16:colId xmlns:a16="http://schemas.microsoft.com/office/drawing/2014/main" val="26060223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KB: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Proof: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MGU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2303453"/>
                      </a:ext>
                    </a:extLst>
                  </a:tr>
                  <a:tr h="370840">
                    <a:tc rowSpan="5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1. S(x1) ⋁ M(x1)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2. ¬M(x2) ⋁ ¬L(x2, Rain)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3. ¬S(x3) ⋁ L(x3, Snow)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4. ¬L(Tony, x4) ⋁ ¬L(Ellen, x4)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5. L(Tony, x5) ⋁ L(Ellen, x5)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6. L(Tony, Rain)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7. L(Tony, Snow)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8.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¬M(x7) ⋁ S(x7)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9. S(x1) Res. (8, 1)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10. L(x1, Snow) Res. (9, 3)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11. ¬L(Tony, Snow) Res. (10, 4)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12. False. Contradiction (11, 7)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9. {x1/x7}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749439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10. {x1/x3}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562115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11. {Snow/x4, </a:t>
                          </a:r>
                          <a:r>
                            <a:rPr lang="en-US" sz="2000" b="0" i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Ellen/x1}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983253"/>
                      </a:ext>
                    </a:extLst>
                  </a:tr>
                  <a:tr h="114808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Thus, Negated query is False, i.e., query is True. x7 is a member but not a skier. 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x7 is replaced with x1, and x1 is replaced with Ellen.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528142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accent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So, Ellen is the member who is not a skier.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1593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A4548FE-AB22-87EE-6027-FAD99DC126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310696"/>
                  </p:ext>
                </p:extLst>
              </p:nvPr>
            </p:nvGraphicFramePr>
            <p:xfrm>
              <a:off x="452966" y="1676927"/>
              <a:ext cx="8238067" cy="4678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7269">
                      <a:extLst>
                        <a:ext uri="{9D8B030D-6E8A-4147-A177-3AD203B41FA5}">
                          <a16:colId xmlns:a16="http://schemas.microsoft.com/office/drawing/2014/main" val="4040645440"/>
                        </a:ext>
                      </a:extLst>
                    </a:gridCol>
                    <a:gridCol w="3968151">
                      <a:extLst>
                        <a:ext uri="{9D8B030D-6E8A-4147-A177-3AD203B41FA5}">
                          <a16:colId xmlns:a16="http://schemas.microsoft.com/office/drawing/2014/main" val="1840089715"/>
                        </a:ext>
                      </a:extLst>
                    </a:gridCol>
                    <a:gridCol w="1772647">
                      <a:extLst>
                        <a:ext uri="{9D8B030D-6E8A-4147-A177-3AD203B41FA5}">
                          <a16:colId xmlns:a16="http://schemas.microsoft.com/office/drawing/2014/main" val="260602234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KB: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Proof: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64948" t="-6154" r="-687" b="-111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2303453"/>
                      </a:ext>
                    </a:extLst>
                  </a:tr>
                  <a:tr h="396240">
                    <a:tc rowSpan="5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1. S(x1) ⋁ M(x1)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2. ¬M(x2) ⋁ ¬L(x2, Rain)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3. ¬S(x3) ⋁ L(x3, Snow)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4. ¬L(Tony, x4) ⋁ ¬L(Ellen, x4)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5. L(Tony, x5) ⋁ L(Ellen, x5)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6. L(Tony, Rain)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7. L(Tony, Snow)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8. </a:t>
                          </a: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¬M(x7) ⋁ S(x7)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9. S(x1) Res. (8, 1)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10. L(x1, Snow) Res. (9, 3)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11. ¬L(Tony, Snow) Res. (10, 4)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12. False. Contradiction (11, 7)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9. {x1/x7}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7494390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10. {x1/x3}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5621150"/>
                      </a:ext>
                    </a:extLst>
                  </a:tr>
                  <a:tr h="74676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11. {Snow/x4, </a:t>
                          </a:r>
                          <a:r>
                            <a:rPr lang="en-US" sz="2000" b="0" i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Ellen/x1}</a:t>
                          </a: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983253"/>
                      </a:ext>
                    </a:extLst>
                  </a:tr>
                  <a:tr h="169164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Thus, Negated query is False, i.e., query is True. x7 is a member but not a skier. 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x7 is replaced with x1, and x1 is replaced with Ellen.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5281420"/>
                      </a:ext>
                    </a:extLst>
                  </a:tr>
                  <a:tr h="1051560">
                    <a:tc vMerge="1"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solidFill>
                                <a:schemeClr val="accent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So, Ellen is the member who is not a skier.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1593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38183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1FF4-EAF6-2CEF-4DE6-5886D04C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93CF-BC27-A928-9DEB-D15BA21936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3D3CF-F72C-15E7-AD0E-9FFD45BFA487}"/>
              </a:ext>
            </a:extLst>
          </p:cNvPr>
          <p:cNvSpPr txBox="1"/>
          <p:nvPr/>
        </p:nvSpPr>
        <p:spPr>
          <a:xfrm>
            <a:off x="452965" y="2982724"/>
            <a:ext cx="8238067" cy="8925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08: First Order Logic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09: Inference in First Order Logic</a:t>
            </a:r>
          </a:p>
        </p:txBody>
      </p:sp>
    </p:spTree>
    <p:extLst>
      <p:ext uri="{BB962C8B-B14F-4D97-AF65-F5344CB8AC3E}">
        <p14:creationId xmlns:p14="http://schemas.microsoft.com/office/powerpoint/2010/main" val="42388027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7311</TotalTime>
  <Words>4971</Words>
  <Application>Microsoft Office PowerPoint</Application>
  <PresentationFormat>On-screen Show (4:3)</PresentationFormat>
  <Paragraphs>408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Arial</vt:lpstr>
      <vt:lpstr>Cambria Math</vt:lpstr>
      <vt:lpstr>CMU Serif</vt:lpstr>
      <vt:lpstr>Courier New</vt:lpstr>
      <vt:lpstr>Gill Sans MT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M Alam</dc:creator>
  <cp:lastModifiedBy>Pahela</cp:lastModifiedBy>
  <cp:revision>246</cp:revision>
  <dcterms:created xsi:type="dcterms:W3CDTF">2025-01-08T01:58:03Z</dcterms:created>
  <dcterms:modified xsi:type="dcterms:W3CDTF">2025-11-26T05:59:48Z</dcterms:modified>
</cp:coreProperties>
</file>