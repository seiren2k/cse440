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59"/>
  </p:notesMasterIdLst>
  <p:sldIdLst>
    <p:sldId id="256" r:id="rId2"/>
    <p:sldId id="260" r:id="rId3"/>
    <p:sldId id="459" r:id="rId4"/>
    <p:sldId id="441" r:id="rId5"/>
    <p:sldId id="339" r:id="rId6"/>
    <p:sldId id="340" r:id="rId7"/>
    <p:sldId id="460" r:id="rId8"/>
    <p:sldId id="341" r:id="rId9"/>
    <p:sldId id="342" r:id="rId10"/>
    <p:sldId id="348" r:id="rId11"/>
    <p:sldId id="349" r:id="rId12"/>
    <p:sldId id="461" r:id="rId13"/>
    <p:sldId id="362" r:id="rId14"/>
    <p:sldId id="352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6" r:id="rId23"/>
    <p:sldId id="392" r:id="rId24"/>
    <p:sldId id="394" r:id="rId25"/>
    <p:sldId id="395" r:id="rId26"/>
    <p:sldId id="396" r:id="rId27"/>
    <p:sldId id="397" r:id="rId28"/>
    <p:sldId id="363" r:id="rId29"/>
    <p:sldId id="368" r:id="rId30"/>
    <p:sldId id="393" r:id="rId31"/>
    <p:sldId id="398" r:id="rId32"/>
    <p:sldId id="399" r:id="rId33"/>
    <p:sldId id="400" r:id="rId34"/>
    <p:sldId id="401" r:id="rId35"/>
    <p:sldId id="402" r:id="rId36"/>
    <p:sldId id="353" r:id="rId37"/>
    <p:sldId id="378" r:id="rId38"/>
    <p:sldId id="440" r:id="rId39"/>
    <p:sldId id="442" r:id="rId40"/>
    <p:sldId id="443" r:id="rId41"/>
    <p:sldId id="375" r:id="rId42"/>
    <p:sldId id="414" r:id="rId43"/>
    <p:sldId id="411" r:id="rId44"/>
    <p:sldId id="412" r:id="rId45"/>
    <p:sldId id="413" r:id="rId46"/>
    <p:sldId id="387" r:id="rId47"/>
    <p:sldId id="415" r:id="rId48"/>
    <p:sldId id="416" r:id="rId49"/>
    <p:sldId id="417" r:id="rId50"/>
    <p:sldId id="462" r:id="rId51"/>
    <p:sldId id="463" r:id="rId52"/>
    <p:sldId id="454" r:id="rId53"/>
    <p:sldId id="455" r:id="rId54"/>
    <p:sldId id="456" r:id="rId55"/>
    <p:sldId id="457" r:id="rId56"/>
    <p:sldId id="421" r:id="rId57"/>
    <p:sldId id="288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  <a:srgbClr val="0099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5E3D8-DDB0-4D1F-BC26-95A94F663B1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3963F-15E3-4F9A-906F-AFE85BBD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7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58CF304F-979E-76E6-39D5-F9CE20C8D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D6939641-505B-1C00-8949-6CBCA0E7E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From A, straight distance is 366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Among C, E, B -&gt; E is nearer, so expand E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1A880529-5FD2-701B-779F-EC9DD66C7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95749B-BCA8-422E-B440-FA466D69CC86}" type="slidenum">
              <a:rPr lang="en-GB" altLang="en-US"/>
              <a:pPr>
                <a:spcBef>
                  <a:spcPct val="0"/>
                </a:spcBef>
              </a:pPr>
              <a:t>24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55B779EC-DF82-B9BA-EEB0-DD02AF26A7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B7195BCC-C662-EF60-BE82-DAEC2D106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Not optimal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F5565D5A-35C1-A5E6-193E-9CDA7230B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B22D6D-056F-4B77-BAA1-B044F91C34B4}" type="slidenum">
              <a:rPr lang="en-GB" altLang="en-US"/>
              <a:pPr>
                <a:spcBef>
                  <a:spcPct val="0"/>
                </a:spcBef>
              </a:pPr>
              <a:t>28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71C7F5BE-30D6-C2E7-76D8-C5858573F3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4475689B-FC59-EDED-88EC-6159FC68B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If for some reason, lets say straight distance from C is 250, then what happened?</a:t>
            </a: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31943E7A-483D-B31A-5917-463B3CDAB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B28155-52B7-4CDD-9BD9-E0CFEF39288E}" type="slidenum">
              <a:rPr lang="en-GB" altLang="en-US"/>
              <a:pPr>
                <a:spcBef>
                  <a:spcPct val="0"/>
                </a:spcBef>
              </a:pPr>
              <a:t>29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B6671A14-5850-0F3C-B828-9EFAA808E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FACCD4D0-BB41-7941-1A5F-58012F400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Even not complete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1E5C6835-7113-6526-5EDE-E7AF959FA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E5AD70-C2C4-4D2F-8837-71491F234ABB}" type="slidenum">
              <a:rPr lang="en-GB" altLang="en-US"/>
              <a:pPr>
                <a:spcBef>
                  <a:spcPct val="0"/>
                </a:spcBef>
              </a:pPr>
              <a:t>35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9518BC8-A036-0445-FD59-0EEE26744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0F7108F-3CEA-773D-6248-A132D752D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C[447] = 118 + 329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E[393] = 140 + 253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B[449] = 75 + 374</a:t>
            </a: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F8A2F529-5BDB-A32B-C3CA-7FA904974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1D7A91-77F0-495D-979E-F8220E6B2D7F}" type="slidenum">
              <a:rPr lang="en-GB" altLang="en-US"/>
              <a:pPr>
                <a:spcBef>
                  <a:spcPct val="0"/>
                </a:spcBef>
              </a:pPr>
              <a:t>43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B1E12-9044-F38B-D1E0-895900FF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033E7-599A-7038-74CC-0255B8DD6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18E05-D7EC-9B23-9FC1-26BC27A3D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179E9-C50F-E391-3410-BFF1F998D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67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5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5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2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3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6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6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3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1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E7CDF-FB70-7F76-652C-D0B32089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E5D01-275A-33B2-C9B5-292A9F08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BC30A-3A0B-9AF0-1896-1866EF67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BB4771-FBDB-43E3-B2F1-1A065B9018C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463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621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D087E4-6954-FD2F-ABCB-633814FDC1C8}"/>
              </a:ext>
            </a:extLst>
          </p:cNvPr>
          <p:cNvSpPr txBox="1"/>
          <p:nvPr/>
        </p:nvSpPr>
        <p:spPr>
          <a:xfrm>
            <a:off x="728131" y="3736776"/>
            <a:ext cx="7687733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Informed 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14D9D-2F9E-D295-0F59-4E5091EF0BAA}"/>
              </a:ext>
            </a:extLst>
          </p:cNvPr>
          <p:cNvSpPr txBox="1"/>
          <p:nvPr/>
        </p:nvSpPr>
        <p:spPr>
          <a:xfrm>
            <a:off x="1231898" y="1138762"/>
            <a:ext cx="6680200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CSE 440 </a:t>
            </a:r>
          </a:p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60280-9426-4BB9-15A1-74F21142D85D}"/>
              </a:ext>
            </a:extLst>
          </p:cNvPr>
          <p:cNvSpPr txBox="1"/>
          <p:nvPr/>
        </p:nvSpPr>
        <p:spPr>
          <a:xfrm>
            <a:off x="927094" y="4920620"/>
            <a:ext cx="7289805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Dr. Mohammad Mahmudul Alam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Department of Electrical &amp; Computer Engineering (ECE)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North South University (NSU)</a:t>
            </a:r>
          </a:p>
        </p:txBody>
      </p:sp>
    </p:spTree>
    <p:extLst>
      <p:ext uri="{BB962C8B-B14F-4D97-AF65-F5344CB8AC3E}">
        <p14:creationId xmlns:p14="http://schemas.microsoft.com/office/powerpoint/2010/main" val="30983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5D54-78D8-C72F-E271-F8DA5BD6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5FA21F-30CA-339F-96B8-078FF18136B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Last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61B56-48CD-656A-B742-F7358987DCF3}"/>
              </a:ext>
            </a:extLst>
          </p:cNvPr>
          <p:cNvSpPr txBox="1"/>
          <p:nvPr/>
        </p:nvSpPr>
        <p:spPr>
          <a:xfrm>
            <a:off x="452966" y="1529419"/>
            <a:ext cx="8238067" cy="483209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Search: process of constructing sequences of actions that achieve a goal given a problem.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 studied methods assume that the environment is observable, deterministic, static and completely known.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 solution is a path from the initial state to a goal state.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Search algorithms are judged based on completeness, optimality, time complexity and space complexity.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Several uninformed search strategies: BFS, UCS, DFS, DLS, IDS, BDS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All uninformed searches have an exponential time complexity. </a:t>
            </a:r>
          </a:p>
        </p:txBody>
      </p:sp>
    </p:spTree>
    <p:extLst>
      <p:ext uri="{BB962C8B-B14F-4D97-AF65-F5344CB8AC3E}">
        <p14:creationId xmlns:p14="http://schemas.microsoft.com/office/powerpoint/2010/main" val="114470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6EFE-E215-5160-3D71-CD03406D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3B37B-7D73-CD56-A641-B99166E4B3E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Informed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F458F-2D23-B90A-6250-7B5DA9DFDA06}"/>
              </a:ext>
            </a:extLst>
          </p:cNvPr>
          <p:cNvSpPr txBox="1"/>
          <p:nvPr/>
        </p:nvSpPr>
        <p:spPr>
          <a:xfrm>
            <a:off x="452965" y="2428726"/>
            <a:ext cx="8238067" cy="200054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 informed search strategy - one that uses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 specific knowledge 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… can find solutions more efficiently than an uninformed strategy.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hints come in the form of a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heuristic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function, denoted h(n)</a:t>
            </a:r>
          </a:p>
        </p:txBody>
      </p:sp>
    </p:spTree>
    <p:extLst>
      <p:ext uri="{BB962C8B-B14F-4D97-AF65-F5344CB8AC3E}">
        <p14:creationId xmlns:p14="http://schemas.microsoft.com/office/powerpoint/2010/main" val="418205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Slide Number Placeholder 6">
            <a:extLst>
              <a:ext uri="{FF2B5EF4-FFF2-40B4-BE49-F238E27FC236}">
                <a16:creationId xmlns:a16="http://schemas.microsoft.com/office/drawing/2014/main" id="{E1BD88E2-3F4D-9D37-38CF-629AFA79A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617BC0-7F8D-4ABD-96E7-A48B4D57E86B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56E2AE4-A222-A66F-AAE2-DC0A2A7017B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52966" y="1631198"/>
            <a:ext cx="4227513" cy="4623128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Without incorporating knowledge into searching, one can have no </a:t>
            </a:r>
            <a:r>
              <a:rPr lang="en-US" altLang="en-US" sz="2400" i="1" dirty="0">
                <a:solidFill>
                  <a:schemeClr val="tx1"/>
                </a:solidFill>
                <a:latin typeface="+mj-lt"/>
              </a:rPr>
              <a:t>bias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(i.e. a preference) on the search space.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Without a bias, one is forced to look everywhere to find the answer. Hence, the complexity of uninformed search is intractable.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560636FF-E16F-590C-6F9F-22A8085C6D25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9" r="9486"/>
          <a:stretch/>
        </p:blipFill>
        <p:spPr>
          <a:xfrm>
            <a:off x="5038255" y="2925598"/>
            <a:ext cx="3467039" cy="2743200"/>
          </a:xfrm>
          <a:noFill/>
        </p:spPr>
      </p:pic>
      <p:sp>
        <p:nvSpPr>
          <p:cNvPr id="9222" name="Text Box 6">
            <a:extLst>
              <a:ext uri="{FF2B5EF4-FFF2-40B4-BE49-F238E27FC236}">
                <a16:creationId xmlns:a16="http://schemas.microsoft.com/office/drawing/2014/main" id="{3B9D72A0-2F4C-5434-9816-067496D85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41" y="1807263"/>
            <a:ext cx="2057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j-lt"/>
              </a:rPr>
              <a:t>Search everywhere!!</a:t>
            </a:r>
            <a:endParaRPr lang="en-GB" altLang="en-US" sz="24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042D7-7E54-5CB9-AA8F-D11ADA29ED8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 with Uninformed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>
            <a:extLst>
              <a:ext uri="{FF2B5EF4-FFF2-40B4-BE49-F238E27FC236}">
                <a16:creationId xmlns:a16="http://schemas.microsoft.com/office/drawing/2014/main" id="{F0AB1CC6-526F-B6DB-9B16-68CC6CA8A92C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52966" y="1869562"/>
            <a:ext cx="8238067" cy="156368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With knowledge, one can search the state space as if he was given “hints” when exploring a maze.</a:t>
            </a:r>
          </a:p>
          <a:p>
            <a:pPr lvl="1"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Heuristic information in search = Hints</a:t>
            </a: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Leads to dramatic speed up in efficiency. </a:t>
            </a:r>
            <a:endParaRPr lang="en-GB" altLang="en-US" sz="24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10245" name="Group 65">
            <a:extLst>
              <a:ext uri="{FF2B5EF4-FFF2-40B4-BE49-F238E27FC236}">
                <a16:creationId xmlns:a16="http://schemas.microsoft.com/office/drawing/2014/main" id="{277D999D-486D-08C2-B29D-20DAF7991CE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505200"/>
            <a:ext cx="5410200" cy="2971800"/>
            <a:chOff x="2057400" y="3886200"/>
            <a:chExt cx="5410200" cy="2971800"/>
          </a:xfrm>
        </p:grpSpPr>
        <p:grpSp>
          <p:nvGrpSpPr>
            <p:cNvPr id="10247" name="Group 37">
              <a:extLst>
                <a:ext uri="{FF2B5EF4-FFF2-40B4-BE49-F238E27FC236}">
                  <a16:creationId xmlns:a16="http://schemas.microsoft.com/office/drawing/2014/main" id="{755485D9-A5F4-1FF7-864A-CBECA4D61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3962400"/>
              <a:ext cx="5334000" cy="2701925"/>
              <a:chOff x="1104" y="1776"/>
              <a:chExt cx="3408" cy="2222"/>
            </a:xfrm>
          </p:grpSpPr>
          <p:grpSp>
            <p:nvGrpSpPr>
              <p:cNvPr id="10249" name="Group 38">
                <a:extLst>
                  <a:ext uri="{FF2B5EF4-FFF2-40B4-BE49-F238E27FC236}">
                    <a16:creationId xmlns:a16="http://schemas.microsoft.com/office/drawing/2014/main" id="{C2A3133D-95F2-4227-A82A-50BE99C7D7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0" y="1776"/>
                <a:ext cx="336" cy="302"/>
                <a:chOff x="2640" y="1776"/>
                <a:chExt cx="336" cy="302"/>
              </a:xfrm>
            </p:grpSpPr>
            <p:sp>
              <p:nvSpPr>
                <p:cNvPr id="10305" name="Oval 39">
                  <a:extLst>
                    <a:ext uri="{FF2B5EF4-FFF2-40B4-BE49-F238E27FC236}">
                      <a16:creationId xmlns:a16="http://schemas.microsoft.com/office/drawing/2014/main" id="{CA88C10F-5F74-19A7-3AD9-A077DC6499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306" name="Text Box 40">
                  <a:extLst>
                    <a:ext uri="{FF2B5EF4-FFF2-40B4-BE49-F238E27FC236}">
                      <a16:creationId xmlns:a16="http://schemas.microsoft.com/office/drawing/2014/main" id="{8CEE1497-FBF4-F489-68ED-CC1D080C44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A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0" name="Group 41">
                <a:extLst>
                  <a:ext uri="{FF2B5EF4-FFF2-40B4-BE49-F238E27FC236}">
                    <a16:creationId xmlns:a16="http://schemas.microsoft.com/office/drawing/2014/main" id="{119DB6DE-1EE8-7223-CD98-672C65DB2E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2208"/>
                <a:ext cx="336" cy="302"/>
                <a:chOff x="2640" y="1776"/>
                <a:chExt cx="336" cy="302"/>
              </a:xfrm>
            </p:grpSpPr>
            <p:sp>
              <p:nvSpPr>
                <p:cNvPr id="10303" name="Oval 42">
                  <a:extLst>
                    <a:ext uri="{FF2B5EF4-FFF2-40B4-BE49-F238E27FC236}">
                      <a16:creationId xmlns:a16="http://schemas.microsoft.com/office/drawing/2014/main" id="{EED396F7-2F3A-E8A6-6139-7ED779A686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304" name="Text Box 43">
                  <a:extLst>
                    <a:ext uri="{FF2B5EF4-FFF2-40B4-BE49-F238E27FC236}">
                      <a16:creationId xmlns:a16="http://schemas.microsoft.com/office/drawing/2014/main" id="{008ED90D-5B1B-7807-A0E9-76DEEA81BE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B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1" name="Group 44">
                <a:extLst>
                  <a:ext uri="{FF2B5EF4-FFF2-40B4-BE49-F238E27FC236}">
                    <a16:creationId xmlns:a16="http://schemas.microsoft.com/office/drawing/2014/main" id="{DD3CDDC7-6316-2F23-6216-32FFA1D932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208"/>
                <a:ext cx="336" cy="302"/>
                <a:chOff x="2640" y="1776"/>
                <a:chExt cx="336" cy="302"/>
              </a:xfrm>
            </p:grpSpPr>
            <p:sp>
              <p:nvSpPr>
                <p:cNvPr id="10301" name="Oval 45">
                  <a:extLst>
                    <a:ext uri="{FF2B5EF4-FFF2-40B4-BE49-F238E27FC236}">
                      <a16:creationId xmlns:a16="http://schemas.microsoft.com/office/drawing/2014/main" id="{F7F3A2A3-C8AF-DB9B-445A-F60742821D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302" name="Text Box 46">
                  <a:extLst>
                    <a:ext uri="{FF2B5EF4-FFF2-40B4-BE49-F238E27FC236}">
                      <a16:creationId xmlns:a16="http://schemas.microsoft.com/office/drawing/2014/main" id="{C273B373-0F36-52F8-157A-FF60FC65A6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C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2" name="Group 47">
                <a:extLst>
                  <a:ext uri="{FF2B5EF4-FFF2-40B4-BE49-F238E27FC236}">
                    <a16:creationId xmlns:a16="http://schemas.microsoft.com/office/drawing/2014/main" id="{EFB943D2-DD63-CD6A-C640-164E2B758F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6" y="2208"/>
                <a:ext cx="336" cy="302"/>
                <a:chOff x="2640" y="1776"/>
                <a:chExt cx="336" cy="302"/>
              </a:xfrm>
            </p:grpSpPr>
            <p:sp>
              <p:nvSpPr>
                <p:cNvPr id="10299" name="Oval 48">
                  <a:extLst>
                    <a:ext uri="{FF2B5EF4-FFF2-40B4-BE49-F238E27FC236}">
                      <a16:creationId xmlns:a16="http://schemas.microsoft.com/office/drawing/2014/main" id="{30FAEE48-12CF-D9A2-3117-8E42E702D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300" name="Text Box 49">
                  <a:extLst>
                    <a:ext uri="{FF2B5EF4-FFF2-40B4-BE49-F238E27FC236}">
                      <a16:creationId xmlns:a16="http://schemas.microsoft.com/office/drawing/2014/main" id="{802DAF24-3263-F290-431F-A0C934E44F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E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3" name="Group 50">
                <a:extLst>
                  <a:ext uri="{FF2B5EF4-FFF2-40B4-BE49-F238E27FC236}">
                    <a16:creationId xmlns:a16="http://schemas.microsoft.com/office/drawing/2014/main" id="{F4A2C206-49BB-D1E5-9FB1-71DA83D118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208"/>
                <a:ext cx="336" cy="302"/>
                <a:chOff x="2640" y="1776"/>
                <a:chExt cx="336" cy="302"/>
              </a:xfrm>
            </p:grpSpPr>
            <p:sp>
              <p:nvSpPr>
                <p:cNvPr id="10297" name="Oval 51">
                  <a:extLst>
                    <a:ext uri="{FF2B5EF4-FFF2-40B4-BE49-F238E27FC236}">
                      <a16:creationId xmlns:a16="http://schemas.microsoft.com/office/drawing/2014/main" id="{042FC417-0199-DEE8-AD86-D1B0F581BF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98" name="Text Box 52">
                  <a:extLst>
                    <a:ext uri="{FF2B5EF4-FFF2-40B4-BE49-F238E27FC236}">
                      <a16:creationId xmlns:a16="http://schemas.microsoft.com/office/drawing/2014/main" id="{CD97601E-0E88-2069-2703-A47989F528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D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4" name="Group 53">
                <a:extLst>
                  <a:ext uri="{FF2B5EF4-FFF2-40B4-BE49-F238E27FC236}">
                    <a16:creationId xmlns:a16="http://schemas.microsoft.com/office/drawing/2014/main" id="{CAF36B5B-405E-811C-996E-C9BFBB4BF0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2640"/>
                <a:ext cx="336" cy="302"/>
                <a:chOff x="2640" y="1776"/>
                <a:chExt cx="336" cy="302"/>
              </a:xfrm>
            </p:grpSpPr>
            <p:sp>
              <p:nvSpPr>
                <p:cNvPr id="10295" name="Oval 54">
                  <a:extLst>
                    <a:ext uri="{FF2B5EF4-FFF2-40B4-BE49-F238E27FC236}">
                      <a16:creationId xmlns:a16="http://schemas.microsoft.com/office/drawing/2014/main" id="{C8AC0989-790D-ED5E-4107-0A09CA277A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96" name="Text Box 55">
                  <a:extLst>
                    <a:ext uri="{FF2B5EF4-FFF2-40B4-BE49-F238E27FC236}">
                      <a16:creationId xmlns:a16="http://schemas.microsoft.com/office/drawing/2014/main" id="{1DE6AB8E-E72B-B7CE-B7FE-79DE7844DA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F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5" name="Group 56">
                <a:extLst>
                  <a:ext uri="{FF2B5EF4-FFF2-40B4-BE49-F238E27FC236}">
                    <a16:creationId xmlns:a16="http://schemas.microsoft.com/office/drawing/2014/main" id="{B54632CD-99C5-071C-8684-D6ACB7C1AF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2" y="2640"/>
                <a:ext cx="336" cy="302"/>
                <a:chOff x="2640" y="1776"/>
                <a:chExt cx="336" cy="302"/>
              </a:xfrm>
            </p:grpSpPr>
            <p:sp>
              <p:nvSpPr>
                <p:cNvPr id="10293" name="Oval 57">
                  <a:extLst>
                    <a:ext uri="{FF2B5EF4-FFF2-40B4-BE49-F238E27FC236}">
                      <a16:creationId xmlns:a16="http://schemas.microsoft.com/office/drawing/2014/main" id="{3BA86F40-34C0-2A33-9715-08E2F4EFC6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94" name="Text Box 58">
                  <a:extLst>
                    <a:ext uri="{FF2B5EF4-FFF2-40B4-BE49-F238E27FC236}">
                      <a16:creationId xmlns:a16="http://schemas.microsoft.com/office/drawing/2014/main" id="{FF1E4FBA-739D-4D94-006B-B07A6F3451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G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6" name="Group 59">
                <a:extLst>
                  <a:ext uri="{FF2B5EF4-FFF2-40B4-BE49-F238E27FC236}">
                    <a16:creationId xmlns:a16="http://schemas.microsoft.com/office/drawing/2014/main" id="{860FBE57-7F36-ED3E-39DA-34BA0536A6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640"/>
                <a:ext cx="336" cy="302"/>
                <a:chOff x="2640" y="1776"/>
                <a:chExt cx="336" cy="302"/>
              </a:xfrm>
            </p:grpSpPr>
            <p:sp>
              <p:nvSpPr>
                <p:cNvPr id="10291" name="Oval 60">
                  <a:extLst>
                    <a:ext uri="{FF2B5EF4-FFF2-40B4-BE49-F238E27FC236}">
                      <a16:creationId xmlns:a16="http://schemas.microsoft.com/office/drawing/2014/main" id="{882E582D-F934-971D-1F57-BE4E5A1093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92" name="Text Box 61">
                  <a:extLst>
                    <a:ext uri="{FF2B5EF4-FFF2-40B4-BE49-F238E27FC236}">
                      <a16:creationId xmlns:a16="http://schemas.microsoft.com/office/drawing/2014/main" id="{33A20B3A-FEE1-3B08-2AF1-282C932D7C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H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7" name="Group 62">
                <a:extLst>
                  <a:ext uri="{FF2B5EF4-FFF2-40B4-BE49-F238E27FC236}">
                    <a16:creationId xmlns:a16="http://schemas.microsoft.com/office/drawing/2014/main" id="{D6A8422F-3885-7605-95A6-CE95273C15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2" y="2640"/>
                <a:ext cx="336" cy="302"/>
                <a:chOff x="2640" y="1776"/>
                <a:chExt cx="336" cy="302"/>
              </a:xfrm>
            </p:grpSpPr>
            <p:sp>
              <p:nvSpPr>
                <p:cNvPr id="10289" name="Oval 63">
                  <a:extLst>
                    <a:ext uri="{FF2B5EF4-FFF2-40B4-BE49-F238E27FC236}">
                      <a16:creationId xmlns:a16="http://schemas.microsoft.com/office/drawing/2014/main" id="{6B47585E-0E03-6835-F3E3-E201D3895A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90" name="Text Box 64">
                  <a:extLst>
                    <a:ext uri="{FF2B5EF4-FFF2-40B4-BE49-F238E27FC236}">
                      <a16:creationId xmlns:a16="http://schemas.microsoft.com/office/drawing/2014/main" id="{37DECED8-DFC2-66F3-9877-6CB61563D1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I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8" name="Group 65">
                <a:extLst>
                  <a:ext uri="{FF2B5EF4-FFF2-40B4-BE49-F238E27FC236}">
                    <a16:creationId xmlns:a16="http://schemas.microsoft.com/office/drawing/2014/main" id="{FB5BE0A1-6463-1CC2-4514-D89F72B337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2640"/>
                <a:ext cx="336" cy="302"/>
                <a:chOff x="2640" y="1776"/>
                <a:chExt cx="336" cy="302"/>
              </a:xfrm>
            </p:grpSpPr>
            <p:sp>
              <p:nvSpPr>
                <p:cNvPr id="10287" name="Oval 66">
                  <a:extLst>
                    <a:ext uri="{FF2B5EF4-FFF2-40B4-BE49-F238E27FC236}">
                      <a16:creationId xmlns:a16="http://schemas.microsoft.com/office/drawing/2014/main" id="{F751F923-526F-416B-31DE-E5E1305331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88" name="Text Box 67">
                  <a:extLst>
                    <a:ext uri="{FF2B5EF4-FFF2-40B4-BE49-F238E27FC236}">
                      <a16:creationId xmlns:a16="http://schemas.microsoft.com/office/drawing/2014/main" id="{4AC29870-3788-F0C1-5AEF-5716088F68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J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59" name="Group 68">
                <a:extLst>
                  <a:ext uri="{FF2B5EF4-FFF2-40B4-BE49-F238E27FC236}">
                    <a16:creationId xmlns:a16="http://schemas.microsoft.com/office/drawing/2014/main" id="{4880AFBC-73E1-AF3B-9785-5FF1264F41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36" y="3168"/>
                <a:ext cx="336" cy="301"/>
                <a:chOff x="2640" y="1776"/>
                <a:chExt cx="336" cy="301"/>
              </a:xfrm>
            </p:grpSpPr>
            <p:sp>
              <p:nvSpPr>
                <p:cNvPr id="10285" name="Oval 69">
                  <a:extLst>
                    <a:ext uri="{FF2B5EF4-FFF2-40B4-BE49-F238E27FC236}">
                      <a16:creationId xmlns:a16="http://schemas.microsoft.com/office/drawing/2014/main" id="{26D35869-4AE4-0867-97BD-7109B1D631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86" name="Text Box 70">
                  <a:extLst>
                    <a:ext uri="{FF2B5EF4-FFF2-40B4-BE49-F238E27FC236}">
                      <a16:creationId xmlns:a16="http://schemas.microsoft.com/office/drawing/2014/main" id="{110397AE-BBB6-4829-6DD1-B857BF0798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K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60" name="Group 71">
                <a:extLst>
                  <a:ext uri="{FF2B5EF4-FFF2-40B4-BE49-F238E27FC236}">
                    <a16:creationId xmlns:a16="http://schemas.microsoft.com/office/drawing/2014/main" id="{F28391A3-239B-A427-A4A0-6857CF2E6E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0" y="3168"/>
                <a:ext cx="336" cy="301"/>
                <a:chOff x="2640" y="1776"/>
                <a:chExt cx="336" cy="301"/>
              </a:xfrm>
            </p:grpSpPr>
            <p:sp>
              <p:nvSpPr>
                <p:cNvPr id="10283" name="Oval 72">
                  <a:extLst>
                    <a:ext uri="{FF2B5EF4-FFF2-40B4-BE49-F238E27FC236}">
                      <a16:creationId xmlns:a16="http://schemas.microsoft.com/office/drawing/2014/main" id="{8D58AB15-2D7A-EBE3-8BFA-86BD3A98D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84" name="Text Box 73">
                  <a:extLst>
                    <a:ext uri="{FF2B5EF4-FFF2-40B4-BE49-F238E27FC236}">
                      <a16:creationId xmlns:a16="http://schemas.microsoft.com/office/drawing/2014/main" id="{DA4BCE5E-7F48-9762-9C14-0944C9BBA7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L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0261" name="Oval 74">
                <a:extLst>
                  <a:ext uri="{FF2B5EF4-FFF2-40B4-BE49-F238E27FC236}">
                    <a16:creationId xmlns:a16="http://schemas.microsoft.com/office/drawing/2014/main" id="{39A3A30F-BB71-A59F-7D7E-CBC9C2F91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696"/>
                <a:ext cx="336" cy="240"/>
              </a:xfrm>
              <a:prstGeom prst="ellipse">
                <a:avLst/>
              </a:prstGeom>
              <a:solidFill>
                <a:srgbClr val="FF0000"/>
              </a:solidFill>
              <a:ln w="38100" cmpd="dbl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0262" name="Text Box 75">
                <a:extLst>
                  <a:ext uri="{FF2B5EF4-FFF2-40B4-BE49-F238E27FC236}">
                    <a16:creationId xmlns:a16="http://schemas.microsoft.com/office/drawing/2014/main" id="{BD4FE7B6-6B67-663C-7D19-DA1B291BF6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696"/>
                <a:ext cx="240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 cmpd="dbl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 b="1" i="1">
                    <a:latin typeface="Tahoma" panose="020B0604030504040204" pitchFamily="34" charset="0"/>
                  </a:rPr>
                  <a:t>O</a:t>
                </a:r>
                <a:endParaRPr lang="en-GB" altLang="en-US" sz="1800" b="1" i="1">
                  <a:latin typeface="Tahoma" panose="020B0604030504040204" pitchFamily="34" charset="0"/>
                </a:endParaRPr>
              </a:p>
            </p:txBody>
          </p:sp>
          <p:sp>
            <p:nvSpPr>
              <p:cNvPr id="10263" name="Line 76">
                <a:extLst>
                  <a:ext uri="{FF2B5EF4-FFF2-40B4-BE49-F238E27FC236}">
                    <a16:creationId xmlns:a16="http://schemas.microsoft.com/office/drawing/2014/main" id="{62DF161A-E233-FB44-52FF-980DA6A7E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76" y="2016"/>
                <a:ext cx="100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4" name="Line 77">
                <a:extLst>
                  <a:ext uri="{FF2B5EF4-FFF2-40B4-BE49-F238E27FC236}">
                    <a16:creationId xmlns:a16="http://schemas.microsoft.com/office/drawing/2014/main" id="{1CE41CC4-7DA6-B4F8-1ABF-E14E62BA0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2" y="2016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5" name="Line 78">
                <a:extLst>
                  <a:ext uri="{FF2B5EF4-FFF2-40B4-BE49-F238E27FC236}">
                    <a16:creationId xmlns:a16="http://schemas.microsoft.com/office/drawing/2014/main" id="{33B0BE07-029E-70FF-158C-5396995F4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016"/>
                <a:ext cx="48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6" name="Line 79">
                <a:extLst>
                  <a:ext uri="{FF2B5EF4-FFF2-40B4-BE49-F238E27FC236}">
                    <a16:creationId xmlns:a16="http://schemas.microsoft.com/office/drawing/2014/main" id="{D06D3F79-2813-AD7D-40AB-575B6A62F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016"/>
                <a:ext cx="15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7" name="Line 80">
                <a:extLst>
                  <a:ext uri="{FF2B5EF4-FFF2-40B4-BE49-F238E27FC236}">
                    <a16:creationId xmlns:a16="http://schemas.microsoft.com/office/drawing/2014/main" id="{E1EBE4AE-99F7-22FD-0F94-7D6762D46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2448"/>
                <a:ext cx="38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8" name="Line 81">
                <a:extLst>
                  <a:ext uri="{FF2B5EF4-FFF2-40B4-BE49-F238E27FC236}">
                    <a16:creationId xmlns:a16="http://schemas.microsoft.com/office/drawing/2014/main" id="{8C423E0C-B445-5181-6A41-C49F12485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448"/>
                <a:ext cx="33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9" name="Line 82">
                <a:extLst>
                  <a:ext uri="{FF2B5EF4-FFF2-40B4-BE49-F238E27FC236}">
                    <a16:creationId xmlns:a16="http://schemas.microsoft.com/office/drawing/2014/main" id="{EA78353B-DA5D-E5A5-A110-A13BEF53E8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448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0" name="Line 83">
                <a:extLst>
                  <a:ext uri="{FF2B5EF4-FFF2-40B4-BE49-F238E27FC236}">
                    <a16:creationId xmlns:a16="http://schemas.microsoft.com/office/drawing/2014/main" id="{2F5AE1B9-8DAA-49F1-0AEB-FF643E632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16" y="24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1" name="Line 84">
                <a:extLst>
                  <a:ext uri="{FF2B5EF4-FFF2-40B4-BE49-F238E27FC236}">
                    <a16:creationId xmlns:a16="http://schemas.microsoft.com/office/drawing/2014/main" id="{D9D55FD3-C882-CC7E-90E2-8757BAB0B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448"/>
                <a:ext cx="43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2" name="Line 85">
                <a:extLst>
                  <a:ext uri="{FF2B5EF4-FFF2-40B4-BE49-F238E27FC236}">
                    <a16:creationId xmlns:a16="http://schemas.microsoft.com/office/drawing/2014/main" id="{60D30E94-FF06-D915-E9D0-027EBE6A3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2880"/>
                <a:ext cx="33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3" name="Line 86">
                <a:extLst>
                  <a:ext uri="{FF2B5EF4-FFF2-40B4-BE49-F238E27FC236}">
                    <a16:creationId xmlns:a16="http://schemas.microsoft.com/office/drawing/2014/main" id="{CF110412-2EB6-C441-4FDF-FC3FF6909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288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274" name="Group 87">
                <a:extLst>
                  <a:ext uri="{FF2B5EF4-FFF2-40B4-BE49-F238E27FC236}">
                    <a16:creationId xmlns:a16="http://schemas.microsoft.com/office/drawing/2014/main" id="{0B80E37D-74F5-1E91-AF92-6B63FFD731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3168"/>
                <a:ext cx="336" cy="301"/>
                <a:chOff x="2640" y="1776"/>
                <a:chExt cx="336" cy="301"/>
              </a:xfrm>
            </p:grpSpPr>
            <p:sp>
              <p:nvSpPr>
                <p:cNvPr id="10281" name="Oval 88">
                  <a:extLst>
                    <a:ext uri="{FF2B5EF4-FFF2-40B4-BE49-F238E27FC236}">
                      <a16:creationId xmlns:a16="http://schemas.microsoft.com/office/drawing/2014/main" id="{5A628F66-2924-64A8-279E-6A27F0A90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82" name="Text Box 89">
                  <a:extLst>
                    <a:ext uri="{FF2B5EF4-FFF2-40B4-BE49-F238E27FC236}">
                      <a16:creationId xmlns:a16="http://schemas.microsoft.com/office/drawing/2014/main" id="{55760688-422E-D578-B74F-FEE3F3F561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M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0275" name="Group 90">
                <a:extLst>
                  <a:ext uri="{FF2B5EF4-FFF2-40B4-BE49-F238E27FC236}">
                    <a16:creationId xmlns:a16="http://schemas.microsoft.com/office/drawing/2014/main" id="{5EE4354D-348C-FA55-CB5C-1E8B8A77E1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3120"/>
                <a:ext cx="336" cy="301"/>
                <a:chOff x="2640" y="1776"/>
                <a:chExt cx="336" cy="301"/>
              </a:xfrm>
            </p:grpSpPr>
            <p:sp>
              <p:nvSpPr>
                <p:cNvPr id="10279" name="Oval 91">
                  <a:extLst>
                    <a:ext uri="{FF2B5EF4-FFF2-40B4-BE49-F238E27FC236}">
                      <a16:creationId xmlns:a16="http://schemas.microsoft.com/office/drawing/2014/main" id="{C0B6C6C4-6874-5CBB-E028-C50349299F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776"/>
                  <a:ext cx="336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280" name="Text Box 92">
                  <a:extLst>
                    <a:ext uri="{FF2B5EF4-FFF2-40B4-BE49-F238E27FC236}">
                      <a16:creationId xmlns:a16="http://schemas.microsoft.com/office/drawing/2014/main" id="{6FA67137-A2DD-2D6B-F77C-E344E53EA0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6" y="1776"/>
                  <a:ext cx="240" cy="3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Perpetua" panose="02020502060401020303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ahoma" panose="020B0604030504040204" pitchFamily="34" charset="0"/>
                    </a:rPr>
                    <a:t>N</a:t>
                  </a:r>
                  <a:endParaRPr lang="en-GB" altLang="en-US" sz="18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0276" name="Line 93">
                <a:extLst>
                  <a:ext uri="{FF2B5EF4-FFF2-40B4-BE49-F238E27FC236}">
                    <a16:creationId xmlns:a16="http://schemas.microsoft.com/office/drawing/2014/main" id="{48F7141C-2540-FD25-4879-5E0E80C5DE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880"/>
                <a:ext cx="4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7" name="Line 94">
                <a:extLst>
                  <a:ext uri="{FF2B5EF4-FFF2-40B4-BE49-F238E27FC236}">
                    <a16:creationId xmlns:a16="http://schemas.microsoft.com/office/drawing/2014/main" id="{1A939223-39F2-5A5D-2A0C-533E9B10C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880"/>
                <a:ext cx="4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8" name="Line 95">
                <a:extLst>
                  <a:ext uri="{FF2B5EF4-FFF2-40B4-BE49-F238E27FC236}">
                    <a16:creationId xmlns:a16="http://schemas.microsoft.com/office/drawing/2014/main" id="{680AF9A1-4211-9AA7-228F-B78ED71BD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3408"/>
                <a:ext cx="4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48" name="Oval 96">
              <a:extLst>
                <a:ext uri="{FF2B5EF4-FFF2-40B4-BE49-F238E27FC236}">
                  <a16:creationId xmlns:a16="http://schemas.microsoft.com/office/drawing/2014/main" id="{09B1C782-9FBC-1B41-B3DA-39C9BDD7E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3886200"/>
              <a:ext cx="2514600" cy="2971800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9223" name="Text Box 97">
            <a:extLst>
              <a:ext uri="{FF2B5EF4-FFF2-40B4-BE49-F238E27FC236}">
                <a16:creationId xmlns:a16="http://schemas.microsoft.com/office/drawing/2014/main" id="{9F15FD22-B539-6896-6831-B0519E755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09" y="4569908"/>
            <a:ext cx="1828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000" dirty="0">
                <a:latin typeface="+mj-lt"/>
                <a:cs typeface="Arial" charset="0"/>
              </a:rPr>
              <a:t>Search only in this subtree!!!</a:t>
            </a:r>
            <a:endParaRPr lang="en-GB" sz="2000" dirty="0">
              <a:latin typeface="+mj-lt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F145B6-2BB0-0085-52BA-00E333FC7852}"/>
              </a:ext>
            </a:extLst>
          </p:cNvPr>
          <p:cNvSpPr txBox="1"/>
          <p:nvPr/>
        </p:nvSpPr>
        <p:spPr>
          <a:xfrm>
            <a:off x="452966" y="650066"/>
            <a:ext cx="8238067" cy="110799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 Specific Knowledge to Aid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>
            <a:extLst>
              <a:ext uri="{FF2B5EF4-FFF2-40B4-BE49-F238E27FC236}">
                <a16:creationId xmlns:a16="http://schemas.microsoft.com/office/drawing/2014/main" id="{D796BEAC-51E7-B7B6-359C-734D5D6A569D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52965" y="1632033"/>
            <a:ext cx="8238067" cy="4419600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In any search problem where there are at most b choices at each node and a depth of d at the goal node, a naive search algorithm would have to, in the worst case, search around </a:t>
            </a:r>
            <a:r>
              <a:rPr lang="en-US" altLang="en-US" sz="2400" dirty="0">
                <a:solidFill>
                  <a:schemeClr val="accent1"/>
                </a:solidFill>
                <a:latin typeface="+mj-lt"/>
              </a:rPr>
              <a:t>O(b</a:t>
            </a:r>
            <a:r>
              <a:rPr lang="en-US" altLang="en-US" sz="2400" baseline="30000" dirty="0">
                <a:solidFill>
                  <a:schemeClr val="accent1"/>
                </a:solidFill>
                <a:latin typeface="+mj-lt"/>
              </a:rPr>
              <a:t>d</a:t>
            </a:r>
            <a:r>
              <a:rPr lang="en-US" altLang="en-US" sz="2400" dirty="0">
                <a:solidFill>
                  <a:schemeClr val="accent1"/>
                </a:solidFill>
                <a:latin typeface="+mj-lt"/>
              </a:rPr>
              <a:t>) 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nodes before finding a solution (Exponential Time Complexity).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Heuristics improve the efficiency of search algorithms by reducing the </a:t>
            </a:r>
            <a:r>
              <a:rPr lang="en-US" altLang="en-US" sz="2400" dirty="0">
                <a:solidFill>
                  <a:schemeClr val="accent1"/>
                </a:solidFill>
                <a:latin typeface="+mj-lt"/>
              </a:rPr>
              <a:t>effective branching factor 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from </a:t>
            </a:r>
            <a:r>
              <a:rPr lang="en-US" altLang="en-US" sz="2400" dirty="0">
                <a:solidFill>
                  <a:schemeClr val="accent1"/>
                </a:solidFill>
                <a:latin typeface="+mj-lt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to (ideally) a low constant b* such that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1 =&lt; b* &lt;&lt; b</a:t>
            </a:r>
            <a:endParaRPr lang="en-GB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30998-8FD0-21D1-2C18-8CAFB7395A3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Heuristic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FD80-116E-08A2-EE5C-3D1B03DB3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DA4BE-7CD1-0B4C-C999-3E0F2AB029D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Definition: Heuristic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AAF1D-7DD3-3C73-8E17-AD62D1CCD697}"/>
              </a:ext>
            </a:extLst>
          </p:cNvPr>
          <p:cNvSpPr txBox="1"/>
          <p:nvPr/>
        </p:nvSpPr>
        <p:spPr>
          <a:xfrm>
            <a:off x="452965" y="2215738"/>
            <a:ext cx="8238067" cy="33239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Heuristic is a rule of thumb, simplification, or educated guess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commonsense rule (or set of rules) intended to increase the probability of solving some problem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Does not guarantee feasible solutions; often with no theoretical guarantee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Playing chess: try to take the opponent’s queen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Getting someplace: head in that compass direction when possible</a:t>
            </a:r>
          </a:p>
        </p:txBody>
      </p:sp>
    </p:spTree>
    <p:extLst>
      <p:ext uri="{BB962C8B-B14F-4D97-AF65-F5344CB8AC3E}">
        <p14:creationId xmlns:p14="http://schemas.microsoft.com/office/powerpoint/2010/main" val="398087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5AE1A2-758B-3E5F-5E0F-9F7F1297D32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Heuristic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58C6A-115D-23AF-7EEE-E389B3D69E44}"/>
              </a:ext>
            </a:extLst>
          </p:cNvPr>
          <p:cNvSpPr txBox="1"/>
          <p:nvPr/>
        </p:nvSpPr>
        <p:spPr>
          <a:xfrm>
            <a:off x="452965" y="1825469"/>
            <a:ext cx="8238067" cy="415498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heuristic function f(n) gives an estimation on the “</a:t>
            </a:r>
            <a:r>
              <a:rPr lang="en-US" sz="20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cost</a:t>
            </a: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” of getting from </a:t>
            </a:r>
            <a:r>
              <a:rPr lang="en-US" sz="2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node n (state)</a:t>
            </a: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to the </a:t>
            </a:r>
            <a:r>
              <a:rPr lang="en-US" sz="2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goal state </a:t>
            </a: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 so that the node with the least cost among all possible choices can be selected for expansion first.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Three approaches for defining f(n):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 measures the value of the current state (its “goodness”)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 measures the estimated cost of getting to the goal from the current state: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f(n) = h(n) where h(n) = an estimate of the cost to get from n to a goal</a:t>
            </a:r>
            <a:endParaRPr lang="en-US" sz="2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 measures the estimated cost of getting to the goal state from the current state and the cost of the existing path to it.  Often, in this case, we decompose f: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f(n) = g(n) + h(n) where g(n) = the cost to get to n (from initial state)	</a:t>
            </a:r>
            <a:endParaRPr lang="en-US" sz="2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301919E9-95EF-160A-7B4C-13F347FD1D8C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52966" y="2040467"/>
            <a:ext cx="8238066" cy="4495800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Usually, the case when solving optimization problems</a:t>
            </a:r>
          </a:p>
          <a:p>
            <a:pPr lvl="1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Finding a state such that the value of the metric </a:t>
            </a:r>
            <a:r>
              <a:rPr lang="en-US" altLang="en-US" sz="2400" i="1" dirty="0">
                <a:solidFill>
                  <a:schemeClr val="tx1"/>
                </a:solidFill>
                <a:latin typeface="+mj-lt"/>
              </a:rPr>
              <a:t>f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is optimized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Often, in these cases, </a:t>
            </a:r>
            <a:r>
              <a:rPr lang="en-US" altLang="en-US" sz="2400" i="1" dirty="0">
                <a:solidFill>
                  <a:schemeClr val="tx1"/>
                </a:solidFill>
                <a:latin typeface="+mj-lt"/>
              </a:rPr>
              <a:t>f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could be a weighted sum of a set of component values:</a:t>
            </a:r>
          </a:p>
          <a:p>
            <a:pPr lvl="1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N-Queens</a:t>
            </a:r>
          </a:p>
          <a:p>
            <a:pPr lvl="2" eaLnBrk="1" hangingPunct="1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Example: the number of queens under attack …</a:t>
            </a:r>
          </a:p>
          <a:p>
            <a:pPr lvl="1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Data mining</a:t>
            </a:r>
          </a:p>
          <a:p>
            <a:pPr lvl="2" eaLnBrk="1" hangingPunct="1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Example: the “predictive-ness” (a.k.a. accuracy) of a rule discovered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B08C5-5EA0-F771-36CB-93086F272F41}"/>
              </a:ext>
            </a:extLst>
          </p:cNvPr>
          <p:cNvSpPr txBox="1"/>
          <p:nvPr/>
        </p:nvSpPr>
        <p:spPr>
          <a:xfrm>
            <a:off x="452966" y="652271"/>
            <a:ext cx="8238067" cy="110799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Approach 1: F Measures the Value of the Current State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4222E997-6616-79F0-1F45-83DDC31132A9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52966" y="1985033"/>
            <a:ext cx="8238067" cy="19812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A state X would be better than a state Y if the estimated cost of getting from X to the goal is lower than that of Y – because X would be closer to the goal than Y</a:t>
            </a:r>
          </a:p>
        </p:txBody>
      </p:sp>
      <p:pic>
        <p:nvPicPr>
          <p:cNvPr id="14340" name="Picture 4" descr="8puzzle">
            <a:extLst>
              <a:ext uri="{FF2B5EF4-FFF2-40B4-BE49-F238E27FC236}">
                <a16:creationId xmlns:a16="http://schemas.microsoft.com/office/drawing/2014/main" id="{CBAA3603-6FCF-685B-B66A-7F457CF519B4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1033" y="4208298"/>
            <a:ext cx="3810000" cy="1930400"/>
          </a:xfrm>
          <a:noFill/>
        </p:spPr>
      </p:pic>
      <p:sp>
        <p:nvSpPr>
          <p:cNvPr id="14342" name="Text Box 6">
            <a:extLst>
              <a:ext uri="{FF2B5EF4-FFF2-40B4-BE49-F238E27FC236}">
                <a16:creationId xmlns:a16="http://schemas.microsoft.com/office/drawing/2014/main" id="{35BFCEF9-C228-8722-471A-C2B2CBB33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66" y="4090130"/>
            <a:ext cx="411903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en-US" sz="2000" dirty="0">
                <a:latin typeface="+mj-lt"/>
                <a:cs typeface="Times New Roman" panose="02020603050405020304" pitchFamily="18" charset="0"/>
              </a:rPr>
              <a:t>8–Puzzle </a:t>
            </a:r>
          </a:p>
          <a:p>
            <a:pPr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en-US" sz="2000" dirty="0">
                <a:latin typeface="+mj-lt"/>
                <a:cs typeface="Times New Roman" panose="02020603050405020304" pitchFamily="18" charset="0"/>
              </a:rPr>
              <a:t>h1: The number of misplaced tiles. </a:t>
            </a:r>
          </a:p>
          <a:p>
            <a:pPr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en-US" sz="2000" dirty="0">
                <a:latin typeface="+mj-lt"/>
                <a:cs typeface="Times New Roman" panose="02020603050405020304" pitchFamily="18" charset="0"/>
              </a:rPr>
              <a:t>h2: The sum of the distances of the tiles from their goal positions. (Manhattan distance)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D34E2-2D23-6770-AA2A-D2879774D9A0}"/>
              </a:ext>
            </a:extLst>
          </p:cNvPr>
          <p:cNvSpPr txBox="1"/>
          <p:nvPr/>
        </p:nvSpPr>
        <p:spPr>
          <a:xfrm>
            <a:off x="452966" y="652271"/>
            <a:ext cx="8238067" cy="110799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Approach 2: F Measures the Cost of the Goal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6">
            <a:extLst>
              <a:ext uri="{FF2B5EF4-FFF2-40B4-BE49-F238E27FC236}">
                <a16:creationId xmlns:a16="http://schemas.microsoft.com/office/drawing/2014/main" id="{5493E557-3382-C869-A9B3-F21C4FF691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86C743-7079-4686-BBBD-65ADADA5CDDC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DD01D9D-CF53-9AC9-7CF6-90E5F464E69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452966" y="1888067"/>
            <a:ext cx="8238067" cy="4569691"/>
          </a:xfrm>
        </p:spPr>
        <p:txBody>
          <a:bodyPr>
            <a:noAutofit/>
          </a:bodyPr>
          <a:lstStyle/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A heuristic function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f(n) = g(n) + h(n)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is admissible if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h(n)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+mj-lt"/>
              </a:rPr>
              <a:t>never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overestimates the cost to reach the goal.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Admissible heuristics are “optimistic”: “the cost is not that much …”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However,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g(n)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is the exact cost to reach node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from the initial state.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Therefore,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f(n)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never over-estimate the true cost to reach the goal state through node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Theorem: A search is optimal if 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h(n)</a:t>
            </a: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 is admissible.</a:t>
            </a:r>
          </a:p>
          <a:p>
            <a:pPr lvl="1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i.e., The search using 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h(n)</a:t>
            </a: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 returns an optimal solution.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Given 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h</a:t>
            </a:r>
            <a:r>
              <a:rPr lang="en-US" altLang="en-US" sz="2000" i="1" baseline="-25000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(n) &gt; h</a:t>
            </a:r>
            <a:r>
              <a:rPr lang="en-US" altLang="en-US" sz="2000" i="1" baseline="-25000" dirty="0">
                <a:solidFill>
                  <a:schemeClr val="accent1"/>
                </a:solidFill>
                <a:latin typeface="+mj-lt"/>
              </a:rPr>
              <a:t>1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(n) </a:t>
            </a: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for all 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n, </a:t>
            </a: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it’s always more </a:t>
            </a:r>
            <a:r>
              <a:rPr lang="en-US" altLang="en-US" sz="2000" b="1" u="sng" dirty="0">
                <a:solidFill>
                  <a:schemeClr val="accent1"/>
                </a:solidFill>
                <a:latin typeface="+mj-lt"/>
              </a:rPr>
              <a:t>efficient</a:t>
            </a: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 to use 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h</a:t>
            </a:r>
            <a:r>
              <a:rPr lang="en-US" altLang="en-US" sz="2000" i="1" baseline="-25000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(n).</a:t>
            </a:r>
          </a:p>
          <a:p>
            <a:pPr lvl="1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h</a:t>
            </a:r>
            <a:r>
              <a:rPr lang="en-US" altLang="en-US" sz="2000" i="1" baseline="-25000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is more realistic than 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h</a:t>
            </a:r>
            <a:r>
              <a:rPr lang="en-US" altLang="en-US" sz="2000" i="1" baseline="-25000" dirty="0">
                <a:solidFill>
                  <a:schemeClr val="accent1"/>
                </a:solidFill>
                <a:latin typeface="+mj-lt"/>
              </a:rPr>
              <a:t>1 </a:t>
            </a:r>
            <a:r>
              <a:rPr lang="en-US" altLang="en-US" sz="2000" i="1" dirty="0">
                <a:solidFill>
                  <a:schemeClr val="accent1"/>
                </a:solidFill>
                <a:latin typeface="+mj-lt"/>
              </a:rPr>
              <a:t>(more informed)</a:t>
            </a:r>
            <a:r>
              <a:rPr lang="en-US" altLang="en-US" sz="2000" dirty="0">
                <a:solidFill>
                  <a:schemeClr val="accent1"/>
                </a:solidFill>
                <a:latin typeface="+mj-lt"/>
              </a:rPr>
              <a:t>, though both are optimistic.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DBE6B-3908-1844-47D8-75769C147195}"/>
              </a:ext>
            </a:extLst>
          </p:cNvPr>
          <p:cNvSpPr txBox="1"/>
          <p:nvPr/>
        </p:nvSpPr>
        <p:spPr>
          <a:xfrm>
            <a:off x="452966" y="652271"/>
            <a:ext cx="8238067" cy="110799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Approach 3: F Measures the Total Cost of the Solution Path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A9EC-B0BC-147C-3998-9256B62D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628213-34CF-7447-08B6-6F5DE3444A0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Informed Search Strategies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48C2A-EED7-B977-A434-A276CD7CDA40}"/>
              </a:ext>
            </a:extLst>
          </p:cNvPr>
          <p:cNvSpPr txBox="1"/>
          <p:nvPr/>
        </p:nvSpPr>
        <p:spPr>
          <a:xfrm>
            <a:off x="452966" y="1877287"/>
            <a:ext cx="8238067" cy="430887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“Always chooses the successor node with the best f value” where f(n) = h(n)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We choose the one that is nearest to the final state among all possible choices</a:t>
            </a:r>
          </a:p>
          <a:p>
            <a:pPr>
              <a:spcAft>
                <a:spcPts val="1200"/>
              </a:spcAft>
              <a:buClr>
                <a:schemeClr val="accent1"/>
              </a:buClr>
            </a:pPr>
            <a:endParaRPr lang="en-US" sz="22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Best first search using an “admissible” heuristic function f that takes into account the current cost g(n)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Always returns the optimal solution path</a:t>
            </a:r>
          </a:p>
        </p:txBody>
      </p:sp>
    </p:spTree>
    <p:extLst>
      <p:ext uri="{BB962C8B-B14F-4D97-AF65-F5344CB8AC3E}">
        <p14:creationId xmlns:p14="http://schemas.microsoft.com/office/powerpoint/2010/main" val="4046145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490" name="Group 50">
            <a:extLst>
              <a:ext uri="{FF2B5EF4-FFF2-40B4-BE49-F238E27FC236}">
                <a16:creationId xmlns:a16="http://schemas.microsoft.com/office/drawing/2014/main" id="{6B61A83D-8F77-8D82-DE2E-E15EAE6B0230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553996927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9495" name="Group 3">
            <a:extLst>
              <a:ext uri="{FF2B5EF4-FFF2-40B4-BE49-F238E27FC236}">
                <a16:creationId xmlns:a16="http://schemas.microsoft.com/office/drawing/2014/main" id="{0566F013-E5D2-29F8-749C-586D16859F8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19541" name="Oval 4">
              <a:extLst>
                <a:ext uri="{FF2B5EF4-FFF2-40B4-BE49-F238E27FC236}">
                  <a16:creationId xmlns:a16="http://schemas.microsoft.com/office/drawing/2014/main" id="{C3C0AAE2-CF3C-8631-0312-2F997629C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42" name="Text Box 5">
              <a:extLst>
                <a:ext uri="{FF2B5EF4-FFF2-40B4-BE49-F238E27FC236}">
                  <a16:creationId xmlns:a16="http://schemas.microsoft.com/office/drawing/2014/main" id="{05CF4BC0-2EC7-E5AA-5C5B-8B51C62B3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19496" name="Group 6">
            <a:extLst>
              <a:ext uri="{FF2B5EF4-FFF2-40B4-BE49-F238E27FC236}">
                <a16:creationId xmlns:a16="http://schemas.microsoft.com/office/drawing/2014/main" id="{C2F27101-49C4-2F97-D3CE-95C01576220C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19539" name="Oval 7">
              <a:extLst>
                <a:ext uri="{FF2B5EF4-FFF2-40B4-BE49-F238E27FC236}">
                  <a16:creationId xmlns:a16="http://schemas.microsoft.com/office/drawing/2014/main" id="{D4997AB6-F734-7368-A4D3-8E999E636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40" name="Text Box 8">
              <a:extLst>
                <a:ext uri="{FF2B5EF4-FFF2-40B4-BE49-F238E27FC236}">
                  <a16:creationId xmlns:a16="http://schemas.microsoft.com/office/drawing/2014/main" id="{8564FDD0-496B-01EB-36C5-0340244EE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19497" name="Group 9">
            <a:extLst>
              <a:ext uri="{FF2B5EF4-FFF2-40B4-BE49-F238E27FC236}">
                <a16:creationId xmlns:a16="http://schemas.microsoft.com/office/drawing/2014/main" id="{02AF79C1-58F6-9F9D-C301-E665FF2901E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19537" name="Oval 10">
              <a:extLst>
                <a:ext uri="{FF2B5EF4-FFF2-40B4-BE49-F238E27FC236}">
                  <a16:creationId xmlns:a16="http://schemas.microsoft.com/office/drawing/2014/main" id="{8DA5C2D6-1F97-1DE9-9C7F-B517C8D72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38" name="Text Box 11">
              <a:extLst>
                <a:ext uri="{FF2B5EF4-FFF2-40B4-BE49-F238E27FC236}">
                  <a16:creationId xmlns:a16="http://schemas.microsoft.com/office/drawing/2014/main" id="{ADD4DD46-C6F3-A960-2626-ECB136EC7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19498" name="Group 12">
            <a:extLst>
              <a:ext uri="{FF2B5EF4-FFF2-40B4-BE49-F238E27FC236}">
                <a16:creationId xmlns:a16="http://schemas.microsoft.com/office/drawing/2014/main" id="{1AAF0726-5155-4656-FFFD-3ECEE452E5C4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19535" name="Oval 13">
              <a:extLst>
                <a:ext uri="{FF2B5EF4-FFF2-40B4-BE49-F238E27FC236}">
                  <a16:creationId xmlns:a16="http://schemas.microsoft.com/office/drawing/2014/main" id="{6CAB7B8E-4671-2BCF-7E37-CF46F03D0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36" name="Text Box 14">
              <a:extLst>
                <a:ext uri="{FF2B5EF4-FFF2-40B4-BE49-F238E27FC236}">
                  <a16:creationId xmlns:a16="http://schemas.microsoft.com/office/drawing/2014/main" id="{2908BEB5-8A2D-559D-42D5-2910118DD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19499" name="Group 15">
            <a:extLst>
              <a:ext uri="{FF2B5EF4-FFF2-40B4-BE49-F238E27FC236}">
                <a16:creationId xmlns:a16="http://schemas.microsoft.com/office/drawing/2014/main" id="{763365C0-55E3-998C-4B8F-E7D2F914562A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19533" name="Oval 16">
              <a:extLst>
                <a:ext uri="{FF2B5EF4-FFF2-40B4-BE49-F238E27FC236}">
                  <a16:creationId xmlns:a16="http://schemas.microsoft.com/office/drawing/2014/main" id="{0128B8CE-6933-ECBE-FAA1-DD7084559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34" name="Text Box 17">
              <a:extLst>
                <a:ext uri="{FF2B5EF4-FFF2-40B4-BE49-F238E27FC236}">
                  <a16:creationId xmlns:a16="http://schemas.microsoft.com/office/drawing/2014/main" id="{52AD35F4-257D-CAED-8E82-6185EF33C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19500" name="Group 18">
            <a:extLst>
              <a:ext uri="{FF2B5EF4-FFF2-40B4-BE49-F238E27FC236}">
                <a16:creationId xmlns:a16="http://schemas.microsoft.com/office/drawing/2014/main" id="{DA561567-CAA4-20FF-B430-214CB092322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19531" name="Oval 19">
              <a:extLst>
                <a:ext uri="{FF2B5EF4-FFF2-40B4-BE49-F238E27FC236}">
                  <a16:creationId xmlns:a16="http://schemas.microsoft.com/office/drawing/2014/main" id="{543A140C-8870-FFE9-A445-2E367073B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32" name="Text Box 20">
              <a:extLst>
                <a:ext uri="{FF2B5EF4-FFF2-40B4-BE49-F238E27FC236}">
                  <a16:creationId xmlns:a16="http://schemas.microsoft.com/office/drawing/2014/main" id="{0EF719B1-4037-30B3-C8BB-84AFF22D4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19501" name="Group 21">
            <a:extLst>
              <a:ext uri="{FF2B5EF4-FFF2-40B4-BE49-F238E27FC236}">
                <a16:creationId xmlns:a16="http://schemas.microsoft.com/office/drawing/2014/main" id="{A44AB651-71D9-3DD0-DB50-96798B93764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19529" name="Oval 22">
              <a:extLst>
                <a:ext uri="{FF2B5EF4-FFF2-40B4-BE49-F238E27FC236}">
                  <a16:creationId xmlns:a16="http://schemas.microsoft.com/office/drawing/2014/main" id="{43D056E7-D4F2-1E00-1E6E-2C640F1E3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30" name="Text Box 23">
              <a:extLst>
                <a:ext uri="{FF2B5EF4-FFF2-40B4-BE49-F238E27FC236}">
                  <a16:creationId xmlns:a16="http://schemas.microsoft.com/office/drawing/2014/main" id="{60F161B7-09B3-0C8D-5C97-DFF3F0B48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19502" name="Line 24">
            <a:extLst>
              <a:ext uri="{FF2B5EF4-FFF2-40B4-BE49-F238E27FC236}">
                <a16:creationId xmlns:a16="http://schemas.microsoft.com/office/drawing/2014/main" id="{6BBDC5D1-E4A4-3B83-0476-35413FBB1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3" name="Line 25">
            <a:extLst>
              <a:ext uri="{FF2B5EF4-FFF2-40B4-BE49-F238E27FC236}">
                <a16:creationId xmlns:a16="http://schemas.microsoft.com/office/drawing/2014/main" id="{7DFAAF96-53B7-68EF-6428-86D983ADCA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4" name="Text Box 26">
            <a:extLst>
              <a:ext uri="{FF2B5EF4-FFF2-40B4-BE49-F238E27FC236}">
                <a16:creationId xmlns:a16="http://schemas.microsoft.com/office/drawing/2014/main" id="{05A598FE-BB02-B583-3B7B-EC08A3735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9505" name="Text Box 27">
            <a:extLst>
              <a:ext uri="{FF2B5EF4-FFF2-40B4-BE49-F238E27FC236}">
                <a16:creationId xmlns:a16="http://schemas.microsoft.com/office/drawing/2014/main" id="{2F6724C0-445E-80FB-9055-198963C65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19506" name="Group 28">
            <a:extLst>
              <a:ext uri="{FF2B5EF4-FFF2-40B4-BE49-F238E27FC236}">
                <a16:creationId xmlns:a16="http://schemas.microsoft.com/office/drawing/2014/main" id="{74E0E8B0-A009-6FB4-8E8B-D050188AB1F7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19527" name="Oval 29">
              <a:extLst>
                <a:ext uri="{FF2B5EF4-FFF2-40B4-BE49-F238E27FC236}">
                  <a16:creationId xmlns:a16="http://schemas.microsoft.com/office/drawing/2014/main" id="{ACEE9915-3F7E-7B32-869F-FA86931A9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28" name="Text Box 30">
              <a:extLst>
                <a:ext uri="{FF2B5EF4-FFF2-40B4-BE49-F238E27FC236}">
                  <a16:creationId xmlns:a16="http://schemas.microsoft.com/office/drawing/2014/main" id="{DCB28973-4D98-3731-FB0B-3D301F829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19507" name="Group 31">
            <a:extLst>
              <a:ext uri="{FF2B5EF4-FFF2-40B4-BE49-F238E27FC236}">
                <a16:creationId xmlns:a16="http://schemas.microsoft.com/office/drawing/2014/main" id="{8727B2B6-805C-4CD1-4E70-3648F94F62C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19525" name="Oval 32">
              <a:extLst>
                <a:ext uri="{FF2B5EF4-FFF2-40B4-BE49-F238E27FC236}">
                  <a16:creationId xmlns:a16="http://schemas.microsoft.com/office/drawing/2014/main" id="{87D5B95E-FC78-2249-FA80-54AF4C175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9526" name="Text Box 33">
              <a:extLst>
                <a:ext uri="{FF2B5EF4-FFF2-40B4-BE49-F238E27FC236}">
                  <a16:creationId xmlns:a16="http://schemas.microsoft.com/office/drawing/2014/main" id="{13C1B1BC-8A36-FABE-45FE-6D7C549D8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19508" name="Line 34">
            <a:extLst>
              <a:ext uri="{FF2B5EF4-FFF2-40B4-BE49-F238E27FC236}">
                <a16:creationId xmlns:a16="http://schemas.microsoft.com/office/drawing/2014/main" id="{49C01221-EB5C-D78B-E6C0-DC37EB9FE9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9" name="Line 35">
            <a:extLst>
              <a:ext uri="{FF2B5EF4-FFF2-40B4-BE49-F238E27FC236}">
                <a16:creationId xmlns:a16="http://schemas.microsoft.com/office/drawing/2014/main" id="{10A517E1-A602-74EB-1873-AC10BC697D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0" name="Line 36">
            <a:extLst>
              <a:ext uri="{FF2B5EF4-FFF2-40B4-BE49-F238E27FC236}">
                <a16:creationId xmlns:a16="http://schemas.microsoft.com/office/drawing/2014/main" id="{EEB418FD-FE23-762F-643B-441840E42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1" name="Text Box 37">
            <a:extLst>
              <a:ext uri="{FF2B5EF4-FFF2-40B4-BE49-F238E27FC236}">
                <a16:creationId xmlns:a16="http://schemas.microsoft.com/office/drawing/2014/main" id="{516B545A-E7FB-0D2A-8179-594A62239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9512" name="Line 38">
            <a:extLst>
              <a:ext uri="{FF2B5EF4-FFF2-40B4-BE49-F238E27FC236}">
                <a16:creationId xmlns:a16="http://schemas.microsoft.com/office/drawing/2014/main" id="{57313614-1C0E-F550-1A33-F6988E1A5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3" name="Line 39">
            <a:extLst>
              <a:ext uri="{FF2B5EF4-FFF2-40B4-BE49-F238E27FC236}">
                <a16:creationId xmlns:a16="http://schemas.microsoft.com/office/drawing/2014/main" id="{B18F1D3E-2207-CFA6-F435-E1C27DCAAF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4" name="Line 40">
            <a:extLst>
              <a:ext uri="{FF2B5EF4-FFF2-40B4-BE49-F238E27FC236}">
                <a16:creationId xmlns:a16="http://schemas.microsoft.com/office/drawing/2014/main" id="{E2ECC56B-E257-FC2D-BE58-04B949DF9C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5" name="Line 41">
            <a:extLst>
              <a:ext uri="{FF2B5EF4-FFF2-40B4-BE49-F238E27FC236}">
                <a16:creationId xmlns:a16="http://schemas.microsoft.com/office/drawing/2014/main" id="{68DDB8B6-21CF-BD2D-4C2C-B564414B5F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6" name="Text Box 42">
            <a:extLst>
              <a:ext uri="{FF2B5EF4-FFF2-40B4-BE49-F238E27FC236}">
                <a16:creationId xmlns:a16="http://schemas.microsoft.com/office/drawing/2014/main" id="{74C73C3A-3D25-9D6C-22A2-1A0E70FBF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19517" name="Text Box 43">
            <a:extLst>
              <a:ext uri="{FF2B5EF4-FFF2-40B4-BE49-F238E27FC236}">
                <a16:creationId xmlns:a16="http://schemas.microsoft.com/office/drawing/2014/main" id="{88562395-A83A-5340-B3EF-DFA6F42CD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19518" name="Text Box 44">
            <a:extLst>
              <a:ext uri="{FF2B5EF4-FFF2-40B4-BE49-F238E27FC236}">
                <a16:creationId xmlns:a16="http://schemas.microsoft.com/office/drawing/2014/main" id="{3D813BA7-8AB2-571B-BFEB-38F5774A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9519" name="Text Box 45">
            <a:extLst>
              <a:ext uri="{FF2B5EF4-FFF2-40B4-BE49-F238E27FC236}">
                <a16:creationId xmlns:a16="http://schemas.microsoft.com/office/drawing/2014/main" id="{1E075AEE-C08A-BF37-C1F2-75EBECA1C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9520" name="Text Box 46">
            <a:extLst>
              <a:ext uri="{FF2B5EF4-FFF2-40B4-BE49-F238E27FC236}">
                <a16:creationId xmlns:a16="http://schemas.microsoft.com/office/drawing/2014/main" id="{38B9BA3F-7FFE-6A78-B66B-7F4F1F682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9521" name="Text Box 47">
            <a:extLst>
              <a:ext uri="{FF2B5EF4-FFF2-40B4-BE49-F238E27FC236}">
                <a16:creationId xmlns:a16="http://schemas.microsoft.com/office/drawing/2014/main" id="{BA6F75F3-2078-8263-F406-9DFA89801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9522" name="Text Box 48">
            <a:extLst>
              <a:ext uri="{FF2B5EF4-FFF2-40B4-BE49-F238E27FC236}">
                <a16:creationId xmlns:a16="http://schemas.microsoft.com/office/drawing/2014/main" id="{7978F9C1-A73A-F506-BD2A-5D4BCB54B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9523" name="Text Box 49">
            <a:extLst>
              <a:ext uri="{FF2B5EF4-FFF2-40B4-BE49-F238E27FC236}">
                <a16:creationId xmlns:a16="http://schemas.microsoft.com/office/drawing/2014/main" id="{85C9787A-B581-33AB-8FCF-6135B5E42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19524" name="Text Box 85">
            <a:extLst>
              <a:ext uri="{FF2B5EF4-FFF2-40B4-BE49-F238E27FC236}">
                <a16:creationId xmlns:a16="http://schemas.microsoft.com/office/drawing/2014/main" id="{D4B10352-320B-3715-6B0D-574C43291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FE974-7E33-9965-6947-8ACC3349E9A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280" name="Group 128">
            <a:extLst>
              <a:ext uri="{FF2B5EF4-FFF2-40B4-BE49-F238E27FC236}">
                <a16:creationId xmlns:a16="http://schemas.microsoft.com/office/drawing/2014/main" id="{DD3FD9C8-5E34-47CC-83B7-743355645654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494640862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0519" name="Group 8">
            <a:extLst>
              <a:ext uri="{FF2B5EF4-FFF2-40B4-BE49-F238E27FC236}">
                <a16:creationId xmlns:a16="http://schemas.microsoft.com/office/drawing/2014/main" id="{C1FB2679-DC88-0735-7F4D-85ED8C09CB7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0566" name="Oval 6">
              <a:extLst>
                <a:ext uri="{FF2B5EF4-FFF2-40B4-BE49-F238E27FC236}">
                  <a16:creationId xmlns:a16="http://schemas.microsoft.com/office/drawing/2014/main" id="{7AC85D5D-8994-ED57-51C6-50179066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67" name="Text Box 7">
              <a:extLst>
                <a:ext uri="{FF2B5EF4-FFF2-40B4-BE49-F238E27FC236}">
                  <a16:creationId xmlns:a16="http://schemas.microsoft.com/office/drawing/2014/main" id="{651797FD-C5DD-AFF3-A9A6-518907F05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0520" name="Group 9">
            <a:extLst>
              <a:ext uri="{FF2B5EF4-FFF2-40B4-BE49-F238E27FC236}">
                <a16:creationId xmlns:a16="http://schemas.microsoft.com/office/drawing/2014/main" id="{DBC584B5-C1C7-7849-4734-03E274555D03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0564" name="Oval 10">
              <a:extLst>
                <a:ext uri="{FF2B5EF4-FFF2-40B4-BE49-F238E27FC236}">
                  <a16:creationId xmlns:a16="http://schemas.microsoft.com/office/drawing/2014/main" id="{36247E0E-BBCD-2A4A-7575-D5244F646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65" name="Text Box 11">
              <a:extLst>
                <a:ext uri="{FF2B5EF4-FFF2-40B4-BE49-F238E27FC236}">
                  <a16:creationId xmlns:a16="http://schemas.microsoft.com/office/drawing/2014/main" id="{2D461DC6-C99A-480B-A53F-C7184DF14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0521" name="Group 12">
            <a:extLst>
              <a:ext uri="{FF2B5EF4-FFF2-40B4-BE49-F238E27FC236}">
                <a16:creationId xmlns:a16="http://schemas.microsoft.com/office/drawing/2014/main" id="{47565DC2-A168-CA3C-8607-E3C53FB54C7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0562" name="Oval 13">
              <a:extLst>
                <a:ext uri="{FF2B5EF4-FFF2-40B4-BE49-F238E27FC236}">
                  <a16:creationId xmlns:a16="http://schemas.microsoft.com/office/drawing/2014/main" id="{50A68BB2-1B39-453E-4ED6-DFFB3CA16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63" name="Text Box 14">
              <a:extLst>
                <a:ext uri="{FF2B5EF4-FFF2-40B4-BE49-F238E27FC236}">
                  <a16:creationId xmlns:a16="http://schemas.microsoft.com/office/drawing/2014/main" id="{4594B1E6-E774-8950-4040-757322EB0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0522" name="Group 15">
            <a:extLst>
              <a:ext uri="{FF2B5EF4-FFF2-40B4-BE49-F238E27FC236}">
                <a16:creationId xmlns:a16="http://schemas.microsoft.com/office/drawing/2014/main" id="{4FFDDB14-5C75-4A96-02B7-6F074DD4CDC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0560" name="Oval 16">
              <a:extLst>
                <a:ext uri="{FF2B5EF4-FFF2-40B4-BE49-F238E27FC236}">
                  <a16:creationId xmlns:a16="http://schemas.microsoft.com/office/drawing/2014/main" id="{CE8ADFDA-6F64-DAE5-B30C-77AFADF12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61" name="Text Box 17">
              <a:extLst>
                <a:ext uri="{FF2B5EF4-FFF2-40B4-BE49-F238E27FC236}">
                  <a16:creationId xmlns:a16="http://schemas.microsoft.com/office/drawing/2014/main" id="{55CC6F15-79E3-4975-7B89-927FCA00B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0523" name="Group 18">
            <a:extLst>
              <a:ext uri="{FF2B5EF4-FFF2-40B4-BE49-F238E27FC236}">
                <a16:creationId xmlns:a16="http://schemas.microsoft.com/office/drawing/2014/main" id="{BF927644-E81D-C6E1-2807-7E67EABF2D6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0558" name="Oval 19">
              <a:extLst>
                <a:ext uri="{FF2B5EF4-FFF2-40B4-BE49-F238E27FC236}">
                  <a16:creationId xmlns:a16="http://schemas.microsoft.com/office/drawing/2014/main" id="{3E67D0A9-7C99-7467-0C8F-E96FBC5C0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59" name="Text Box 20">
              <a:extLst>
                <a:ext uri="{FF2B5EF4-FFF2-40B4-BE49-F238E27FC236}">
                  <a16:creationId xmlns:a16="http://schemas.microsoft.com/office/drawing/2014/main" id="{ABFB961C-2EF0-4492-BA62-99FE12ED1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0524" name="Group 21">
            <a:extLst>
              <a:ext uri="{FF2B5EF4-FFF2-40B4-BE49-F238E27FC236}">
                <a16:creationId xmlns:a16="http://schemas.microsoft.com/office/drawing/2014/main" id="{57D5D67C-D264-D480-39EE-F6427188B349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0556" name="Oval 22">
              <a:extLst>
                <a:ext uri="{FF2B5EF4-FFF2-40B4-BE49-F238E27FC236}">
                  <a16:creationId xmlns:a16="http://schemas.microsoft.com/office/drawing/2014/main" id="{DB3BA70A-BB3B-54B8-A700-9AB73E4DE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57" name="Text Box 23">
              <a:extLst>
                <a:ext uri="{FF2B5EF4-FFF2-40B4-BE49-F238E27FC236}">
                  <a16:creationId xmlns:a16="http://schemas.microsoft.com/office/drawing/2014/main" id="{A0D500AC-0042-21FF-DF33-1C3FE1476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0525" name="Group 24">
            <a:extLst>
              <a:ext uri="{FF2B5EF4-FFF2-40B4-BE49-F238E27FC236}">
                <a16:creationId xmlns:a16="http://schemas.microsoft.com/office/drawing/2014/main" id="{7F2F8F38-9CC5-60A8-5842-26F698DB191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0554" name="Oval 25">
              <a:extLst>
                <a:ext uri="{FF2B5EF4-FFF2-40B4-BE49-F238E27FC236}">
                  <a16:creationId xmlns:a16="http://schemas.microsoft.com/office/drawing/2014/main" id="{D7B307AF-493A-DEB7-6438-E10432148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55" name="Text Box 26">
              <a:extLst>
                <a:ext uri="{FF2B5EF4-FFF2-40B4-BE49-F238E27FC236}">
                  <a16:creationId xmlns:a16="http://schemas.microsoft.com/office/drawing/2014/main" id="{783DE280-9250-2F3F-C9DC-BF937C285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0526" name="Line 27">
            <a:extLst>
              <a:ext uri="{FF2B5EF4-FFF2-40B4-BE49-F238E27FC236}">
                <a16:creationId xmlns:a16="http://schemas.microsoft.com/office/drawing/2014/main" id="{42DE723E-0D7C-CDC9-2685-AC1FB1175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7" name="Line 28">
            <a:extLst>
              <a:ext uri="{FF2B5EF4-FFF2-40B4-BE49-F238E27FC236}">
                <a16:creationId xmlns:a16="http://schemas.microsoft.com/office/drawing/2014/main" id="{3ADB6B53-66E6-048C-BFD1-EBF17DBDFC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8" name="Text Box 29">
            <a:extLst>
              <a:ext uri="{FF2B5EF4-FFF2-40B4-BE49-F238E27FC236}">
                <a16:creationId xmlns:a16="http://schemas.microsoft.com/office/drawing/2014/main" id="{963F6ACC-5F8B-AEF1-9932-6AAC1DB94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0529" name="Text Box 30">
            <a:extLst>
              <a:ext uri="{FF2B5EF4-FFF2-40B4-BE49-F238E27FC236}">
                <a16:creationId xmlns:a16="http://schemas.microsoft.com/office/drawing/2014/main" id="{256C53F1-D4D6-D9F9-FD63-169C6794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0530" name="Group 31">
            <a:extLst>
              <a:ext uri="{FF2B5EF4-FFF2-40B4-BE49-F238E27FC236}">
                <a16:creationId xmlns:a16="http://schemas.microsoft.com/office/drawing/2014/main" id="{92225C37-41CE-72BA-1D61-55A1BAC3A0C0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0552" name="Oval 32">
              <a:extLst>
                <a:ext uri="{FF2B5EF4-FFF2-40B4-BE49-F238E27FC236}">
                  <a16:creationId xmlns:a16="http://schemas.microsoft.com/office/drawing/2014/main" id="{DA143D16-9139-F0F6-0752-43AE9F35A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53" name="Text Box 33">
              <a:extLst>
                <a:ext uri="{FF2B5EF4-FFF2-40B4-BE49-F238E27FC236}">
                  <a16:creationId xmlns:a16="http://schemas.microsoft.com/office/drawing/2014/main" id="{32105B64-B0EC-1182-01B6-EEB62A8CA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0531" name="Group 34">
            <a:extLst>
              <a:ext uri="{FF2B5EF4-FFF2-40B4-BE49-F238E27FC236}">
                <a16:creationId xmlns:a16="http://schemas.microsoft.com/office/drawing/2014/main" id="{FCA35D88-52E1-75C2-3048-A6A136645B40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0550" name="Oval 35">
              <a:extLst>
                <a:ext uri="{FF2B5EF4-FFF2-40B4-BE49-F238E27FC236}">
                  <a16:creationId xmlns:a16="http://schemas.microsoft.com/office/drawing/2014/main" id="{B9C0B298-5078-B9F2-A002-3C39CFF82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0551" name="Text Box 36">
              <a:extLst>
                <a:ext uri="{FF2B5EF4-FFF2-40B4-BE49-F238E27FC236}">
                  <a16:creationId xmlns:a16="http://schemas.microsoft.com/office/drawing/2014/main" id="{8CF7EF86-D33C-2B02-DC31-9CF819B99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0532" name="Line 37">
            <a:extLst>
              <a:ext uri="{FF2B5EF4-FFF2-40B4-BE49-F238E27FC236}">
                <a16:creationId xmlns:a16="http://schemas.microsoft.com/office/drawing/2014/main" id="{D8F54E35-A653-FA62-72D9-C7EBCF5E24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3" name="Line 38">
            <a:extLst>
              <a:ext uri="{FF2B5EF4-FFF2-40B4-BE49-F238E27FC236}">
                <a16:creationId xmlns:a16="http://schemas.microsoft.com/office/drawing/2014/main" id="{DD68CACE-5E64-FAA2-E4EE-531ECA9AC7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4" name="Line 39">
            <a:extLst>
              <a:ext uri="{FF2B5EF4-FFF2-40B4-BE49-F238E27FC236}">
                <a16:creationId xmlns:a16="http://schemas.microsoft.com/office/drawing/2014/main" id="{504F171F-F74A-E47C-9E1B-A1FDC2459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5" name="Text Box 40">
            <a:extLst>
              <a:ext uri="{FF2B5EF4-FFF2-40B4-BE49-F238E27FC236}">
                <a16:creationId xmlns:a16="http://schemas.microsoft.com/office/drawing/2014/main" id="{05D54B8F-29C4-B806-300A-46E93517A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0536" name="Line 41">
            <a:extLst>
              <a:ext uri="{FF2B5EF4-FFF2-40B4-BE49-F238E27FC236}">
                <a16:creationId xmlns:a16="http://schemas.microsoft.com/office/drawing/2014/main" id="{15EF5F0F-038D-B35D-6D11-6AB0D121B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7" name="Line 42">
            <a:extLst>
              <a:ext uri="{FF2B5EF4-FFF2-40B4-BE49-F238E27FC236}">
                <a16:creationId xmlns:a16="http://schemas.microsoft.com/office/drawing/2014/main" id="{D4047629-8057-406F-3DA7-F6459DC56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8" name="Line 43">
            <a:extLst>
              <a:ext uri="{FF2B5EF4-FFF2-40B4-BE49-F238E27FC236}">
                <a16:creationId xmlns:a16="http://schemas.microsoft.com/office/drawing/2014/main" id="{A82BAB00-2C80-9229-57BB-91EB48771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9" name="Line 44">
            <a:extLst>
              <a:ext uri="{FF2B5EF4-FFF2-40B4-BE49-F238E27FC236}">
                <a16:creationId xmlns:a16="http://schemas.microsoft.com/office/drawing/2014/main" id="{DAADA852-70C8-3A19-25BD-A32C950A06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0" name="Text Box 45">
            <a:extLst>
              <a:ext uri="{FF2B5EF4-FFF2-40B4-BE49-F238E27FC236}">
                <a16:creationId xmlns:a16="http://schemas.microsoft.com/office/drawing/2014/main" id="{F6969BDA-8CEE-0DD4-66F3-C804B3EEE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0541" name="Text Box 46">
            <a:extLst>
              <a:ext uri="{FF2B5EF4-FFF2-40B4-BE49-F238E27FC236}">
                <a16:creationId xmlns:a16="http://schemas.microsoft.com/office/drawing/2014/main" id="{A19417A8-5AEB-44E8-6FFD-D7D2CDD9F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0542" name="Text Box 47">
            <a:extLst>
              <a:ext uri="{FF2B5EF4-FFF2-40B4-BE49-F238E27FC236}">
                <a16:creationId xmlns:a16="http://schemas.microsoft.com/office/drawing/2014/main" id="{D0934B3C-69D1-EA7E-C035-94DBA6EA6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0543" name="Text Box 48">
            <a:extLst>
              <a:ext uri="{FF2B5EF4-FFF2-40B4-BE49-F238E27FC236}">
                <a16:creationId xmlns:a16="http://schemas.microsoft.com/office/drawing/2014/main" id="{D3991AAF-2B13-09F7-98BC-BBA6A3248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0544" name="Text Box 49">
            <a:extLst>
              <a:ext uri="{FF2B5EF4-FFF2-40B4-BE49-F238E27FC236}">
                <a16:creationId xmlns:a16="http://schemas.microsoft.com/office/drawing/2014/main" id="{D76BB598-7F38-BF2B-7FDB-A127574A4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0545" name="Text Box 50">
            <a:extLst>
              <a:ext uri="{FF2B5EF4-FFF2-40B4-BE49-F238E27FC236}">
                <a16:creationId xmlns:a16="http://schemas.microsoft.com/office/drawing/2014/main" id="{904632A8-27A0-F2F9-CA5A-F033A663A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0546" name="Text Box 51">
            <a:extLst>
              <a:ext uri="{FF2B5EF4-FFF2-40B4-BE49-F238E27FC236}">
                <a16:creationId xmlns:a16="http://schemas.microsoft.com/office/drawing/2014/main" id="{414B85CD-5390-673D-E683-48DA7A0D4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0547" name="Text Box 52">
            <a:extLst>
              <a:ext uri="{FF2B5EF4-FFF2-40B4-BE49-F238E27FC236}">
                <a16:creationId xmlns:a16="http://schemas.microsoft.com/office/drawing/2014/main" id="{8EC21973-E433-7A46-F606-4DF8BF1DD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 dirty="0">
                <a:latin typeface="Tahoma" panose="020B0604030504040204" pitchFamily="34" charset="0"/>
              </a:rPr>
              <a:t>f(n) = h </a:t>
            </a:r>
            <a:r>
              <a:rPr lang="en-US" altLang="en-US" sz="1800" b="1" dirty="0">
                <a:latin typeface="Tahoma" panose="020B0604030504040204" pitchFamily="34" charset="0"/>
              </a:rPr>
              <a:t>(</a:t>
            </a:r>
            <a:r>
              <a:rPr lang="en-US" altLang="en-US" sz="1800" b="1" i="1" dirty="0">
                <a:latin typeface="Tahoma" panose="020B0604030504040204" pitchFamily="34" charset="0"/>
              </a:rPr>
              <a:t>n</a:t>
            </a:r>
            <a:r>
              <a:rPr lang="en-US" altLang="en-US" sz="1800" b="1" dirty="0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 dirty="0">
              <a:latin typeface="Tahoma" panose="020B0604030504040204" pitchFamily="34" charset="0"/>
            </a:endParaRPr>
          </a:p>
        </p:txBody>
      </p:sp>
      <p:sp>
        <p:nvSpPr>
          <p:cNvPr id="20548" name="Line 129">
            <a:extLst>
              <a:ext uri="{FF2B5EF4-FFF2-40B4-BE49-F238E27FC236}">
                <a16:creationId xmlns:a16="http://schemas.microsoft.com/office/drawing/2014/main" id="{F6A5023B-B235-4C51-1374-9700182479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2286000"/>
            <a:ext cx="228600" cy="3581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9" name="Text Box 130">
            <a:extLst>
              <a:ext uri="{FF2B5EF4-FFF2-40B4-BE49-F238E27FC236}">
                <a16:creationId xmlns:a16="http://schemas.microsoft.com/office/drawing/2014/main" id="{41A3F974-9783-39BB-BAAA-DD49AF7CE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C9DCE8-3BF9-B241-052B-EEBDCA0BA92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98" name="Group 50">
            <a:extLst>
              <a:ext uri="{FF2B5EF4-FFF2-40B4-BE49-F238E27FC236}">
                <a16:creationId xmlns:a16="http://schemas.microsoft.com/office/drawing/2014/main" id="{34AA1708-75F0-00E9-F775-0F45E703C07F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329573860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1543" name="Group 3">
            <a:extLst>
              <a:ext uri="{FF2B5EF4-FFF2-40B4-BE49-F238E27FC236}">
                <a16:creationId xmlns:a16="http://schemas.microsoft.com/office/drawing/2014/main" id="{B18561AB-FC2D-EC91-AAA9-7261B4FEE327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1590" name="Oval 4">
              <a:extLst>
                <a:ext uri="{FF2B5EF4-FFF2-40B4-BE49-F238E27FC236}">
                  <a16:creationId xmlns:a16="http://schemas.microsoft.com/office/drawing/2014/main" id="{343CB6A5-A2AA-FB6F-33C4-72FC4F175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91" name="Text Box 5">
              <a:extLst>
                <a:ext uri="{FF2B5EF4-FFF2-40B4-BE49-F238E27FC236}">
                  <a16:creationId xmlns:a16="http://schemas.microsoft.com/office/drawing/2014/main" id="{2C74C973-C6B7-A843-B71A-540E5CE45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1544" name="Group 6">
            <a:extLst>
              <a:ext uri="{FF2B5EF4-FFF2-40B4-BE49-F238E27FC236}">
                <a16:creationId xmlns:a16="http://schemas.microsoft.com/office/drawing/2014/main" id="{0B168E4E-2920-A840-4ACF-0DCE536785E2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1588" name="Oval 7">
              <a:extLst>
                <a:ext uri="{FF2B5EF4-FFF2-40B4-BE49-F238E27FC236}">
                  <a16:creationId xmlns:a16="http://schemas.microsoft.com/office/drawing/2014/main" id="{B09F4B4A-4427-6E53-A308-BBFE4BE68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89" name="Text Box 8">
              <a:extLst>
                <a:ext uri="{FF2B5EF4-FFF2-40B4-BE49-F238E27FC236}">
                  <a16:creationId xmlns:a16="http://schemas.microsoft.com/office/drawing/2014/main" id="{4EAEDC51-0673-1654-0CAF-BB2A6D195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1545" name="Group 9">
            <a:extLst>
              <a:ext uri="{FF2B5EF4-FFF2-40B4-BE49-F238E27FC236}">
                <a16:creationId xmlns:a16="http://schemas.microsoft.com/office/drawing/2014/main" id="{61299632-415B-763F-B8DB-044C6D856D3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1586" name="Oval 10">
              <a:extLst>
                <a:ext uri="{FF2B5EF4-FFF2-40B4-BE49-F238E27FC236}">
                  <a16:creationId xmlns:a16="http://schemas.microsoft.com/office/drawing/2014/main" id="{3A02145E-6609-9B8D-5C41-C1D558095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87" name="Text Box 11">
              <a:extLst>
                <a:ext uri="{FF2B5EF4-FFF2-40B4-BE49-F238E27FC236}">
                  <a16:creationId xmlns:a16="http://schemas.microsoft.com/office/drawing/2014/main" id="{B6A4DE47-580C-A283-50BB-3F2228A2A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1546" name="Group 12">
            <a:extLst>
              <a:ext uri="{FF2B5EF4-FFF2-40B4-BE49-F238E27FC236}">
                <a16:creationId xmlns:a16="http://schemas.microsoft.com/office/drawing/2014/main" id="{409D0FB0-68C4-4156-33D0-D9EE6495932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1584" name="Oval 13">
              <a:extLst>
                <a:ext uri="{FF2B5EF4-FFF2-40B4-BE49-F238E27FC236}">
                  <a16:creationId xmlns:a16="http://schemas.microsoft.com/office/drawing/2014/main" id="{8FD1843F-DF50-2DFA-9A1C-9787D42BF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85" name="Text Box 14">
              <a:extLst>
                <a:ext uri="{FF2B5EF4-FFF2-40B4-BE49-F238E27FC236}">
                  <a16:creationId xmlns:a16="http://schemas.microsoft.com/office/drawing/2014/main" id="{93B748D5-A693-191F-2064-8C432CA2E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1547" name="Group 15">
            <a:extLst>
              <a:ext uri="{FF2B5EF4-FFF2-40B4-BE49-F238E27FC236}">
                <a16:creationId xmlns:a16="http://schemas.microsoft.com/office/drawing/2014/main" id="{54731728-3FB4-3DF7-DEC9-C56F57B527F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1582" name="Oval 16">
              <a:extLst>
                <a:ext uri="{FF2B5EF4-FFF2-40B4-BE49-F238E27FC236}">
                  <a16:creationId xmlns:a16="http://schemas.microsoft.com/office/drawing/2014/main" id="{D6FD6EB5-0D80-648D-AD0E-B45073EA6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83" name="Text Box 17">
              <a:extLst>
                <a:ext uri="{FF2B5EF4-FFF2-40B4-BE49-F238E27FC236}">
                  <a16:creationId xmlns:a16="http://schemas.microsoft.com/office/drawing/2014/main" id="{6E06A0B2-123A-D23D-8774-405872B4C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1548" name="Group 18">
            <a:extLst>
              <a:ext uri="{FF2B5EF4-FFF2-40B4-BE49-F238E27FC236}">
                <a16:creationId xmlns:a16="http://schemas.microsoft.com/office/drawing/2014/main" id="{DA03F434-BAA0-71EE-7696-8316F744AF56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1580" name="Oval 19">
              <a:extLst>
                <a:ext uri="{FF2B5EF4-FFF2-40B4-BE49-F238E27FC236}">
                  <a16:creationId xmlns:a16="http://schemas.microsoft.com/office/drawing/2014/main" id="{DD202BA1-DD1A-8568-CD3A-33A1486F3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81" name="Text Box 20">
              <a:extLst>
                <a:ext uri="{FF2B5EF4-FFF2-40B4-BE49-F238E27FC236}">
                  <a16:creationId xmlns:a16="http://schemas.microsoft.com/office/drawing/2014/main" id="{6C77E658-A6A5-6198-C46C-1BAA02253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1549" name="Group 21">
            <a:extLst>
              <a:ext uri="{FF2B5EF4-FFF2-40B4-BE49-F238E27FC236}">
                <a16:creationId xmlns:a16="http://schemas.microsoft.com/office/drawing/2014/main" id="{23DFAF41-819C-F769-7EF1-B2A85ACEEACE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1578" name="Oval 22">
              <a:extLst>
                <a:ext uri="{FF2B5EF4-FFF2-40B4-BE49-F238E27FC236}">
                  <a16:creationId xmlns:a16="http://schemas.microsoft.com/office/drawing/2014/main" id="{C24C0AF5-EAC5-134A-C46B-63EF7C7AC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79" name="Text Box 23">
              <a:extLst>
                <a:ext uri="{FF2B5EF4-FFF2-40B4-BE49-F238E27FC236}">
                  <a16:creationId xmlns:a16="http://schemas.microsoft.com/office/drawing/2014/main" id="{D10283FD-D418-DB1C-6EBB-4E2A652B1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1550" name="Line 24">
            <a:extLst>
              <a:ext uri="{FF2B5EF4-FFF2-40B4-BE49-F238E27FC236}">
                <a16:creationId xmlns:a16="http://schemas.microsoft.com/office/drawing/2014/main" id="{43F26FFD-FE6C-B5FD-FA09-3F133C83B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1" name="Line 25">
            <a:extLst>
              <a:ext uri="{FF2B5EF4-FFF2-40B4-BE49-F238E27FC236}">
                <a16:creationId xmlns:a16="http://schemas.microsoft.com/office/drawing/2014/main" id="{FC781389-97B4-B9AC-30B8-194B67498E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2" name="Text Box 26">
            <a:extLst>
              <a:ext uri="{FF2B5EF4-FFF2-40B4-BE49-F238E27FC236}">
                <a16:creationId xmlns:a16="http://schemas.microsoft.com/office/drawing/2014/main" id="{BDC99A15-C9FF-4475-FEFB-C40B9660D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1553" name="Text Box 27">
            <a:extLst>
              <a:ext uri="{FF2B5EF4-FFF2-40B4-BE49-F238E27FC236}">
                <a16:creationId xmlns:a16="http://schemas.microsoft.com/office/drawing/2014/main" id="{F3F2D79F-76ED-3F52-3A8F-F1C411B09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1554" name="Group 28">
            <a:extLst>
              <a:ext uri="{FF2B5EF4-FFF2-40B4-BE49-F238E27FC236}">
                <a16:creationId xmlns:a16="http://schemas.microsoft.com/office/drawing/2014/main" id="{FC106E7E-1CB5-39EA-F686-6FE0AB6F88CB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1576" name="Oval 29">
              <a:extLst>
                <a:ext uri="{FF2B5EF4-FFF2-40B4-BE49-F238E27FC236}">
                  <a16:creationId xmlns:a16="http://schemas.microsoft.com/office/drawing/2014/main" id="{0729E436-55F0-8DD8-C792-7A6CA6600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77" name="Text Box 30">
              <a:extLst>
                <a:ext uri="{FF2B5EF4-FFF2-40B4-BE49-F238E27FC236}">
                  <a16:creationId xmlns:a16="http://schemas.microsoft.com/office/drawing/2014/main" id="{9FD5DC5A-22CF-5A7B-8590-9FA2FBAA6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1555" name="Group 31">
            <a:extLst>
              <a:ext uri="{FF2B5EF4-FFF2-40B4-BE49-F238E27FC236}">
                <a16:creationId xmlns:a16="http://schemas.microsoft.com/office/drawing/2014/main" id="{40A6B63E-4839-4CE8-8308-49A742D734D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1574" name="Oval 32">
              <a:extLst>
                <a:ext uri="{FF2B5EF4-FFF2-40B4-BE49-F238E27FC236}">
                  <a16:creationId xmlns:a16="http://schemas.microsoft.com/office/drawing/2014/main" id="{7FD1452C-FF8F-007F-C856-21BD0593A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575" name="Text Box 33">
              <a:extLst>
                <a:ext uri="{FF2B5EF4-FFF2-40B4-BE49-F238E27FC236}">
                  <a16:creationId xmlns:a16="http://schemas.microsoft.com/office/drawing/2014/main" id="{EA7BA78A-DAE9-465B-E476-60C4B5628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1556" name="Line 34">
            <a:extLst>
              <a:ext uri="{FF2B5EF4-FFF2-40B4-BE49-F238E27FC236}">
                <a16:creationId xmlns:a16="http://schemas.microsoft.com/office/drawing/2014/main" id="{23FC2344-590B-492A-64A7-6C868B085C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7" name="Line 35">
            <a:extLst>
              <a:ext uri="{FF2B5EF4-FFF2-40B4-BE49-F238E27FC236}">
                <a16:creationId xmlns:a16="http://schemas.microsoft.com/office/drawing/2014/main" id="{58AC21F3-F484-2C38-F2EC-8C0017B769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8" name="Line 36">
            <a:extLst>
              <a:ext uri="{FF2B5EF4-FFF2-40B4-BE49-F238E27FC236}">
                <a16:creationId xmlns:a16="http://schemas.microsoft.com/office/drawing/2014/main" id="{4BF87952-EBDC-3300-8D1E-EBF55BA8C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59" name="Text Box 37">
            <a:extLst>
              <a:ext uri="{FF2B5EF4-FFF2-40B4-BE49-F238E27FC236}">
                <a16:creationId xmlns:a16="http://schemas.microsoft.com/office/drawing/2014/main" id="{F0CD9356-834F-6B0F-CB9D-C7E5D71AD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1560" name="Line 38">
            <a:extLst>
              <a:ext uri="{FF2B5EF4-FFF2-40B4-BE49-F238E27FC236}">
                <a16:creationId xmlns:a16="http://schemas.microsoft.com/office/drawing/2014/main" id="{F2DEFC51-77D0-7E58-9920-6146F6AAE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1" name="Line 39">
            <a:extLst>
              <a:ext uri="{FF2B5EF4-FFF2-40B4-BE49-F238E27FC236}">
                <a16:creationId xmlns:a16="http://schemas.microsoft.com/office/drawing/2014/main" id="{BF6257A3-A252-3AC2-CC1C-E068D82E3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2" name="Line 40">
            <a:extLst>
              <a:ext uri="{FF2B5EF4-FFF2-40B4-BE49-F238E27FC236}">
                <a16:creationId xmlns:a16="http://schemas.microsoft.com/office/drawing/2014/main" id="{B7EB9D90-D5C1-494A-B9F5-3EB97D38A3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3" name="Line 41">
            <a:extLst>
              <a:ext uri="{FF2B5EF4-FFF2-40B4-BE49-F238E27FC236}">
                <a16:creationId xmlns:a16="http://schemas.microsoft.com/office/drawing/2014/main" id="{BD2484CC-4119-C673-AA27-39BB1BAC11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4" name="Text Box 42">
            <a:extLst>
              <a:ext uri="{FF2B5EF4-FFF2-40B4-BE49-F238E27FC236}">
                <a16:creationId xmlns:a16="http://schemas.microsoft.com/office/drawing/2014/main" id="{4B43FB9F-E186-8A93-E34C-7084A77BD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1565" name="Text Box 43">
            <a:extLst>
              <a:ext uri="{FF2B5EF4-FFF2-40B4-BE49-F238E27FC236}">
                <a16:creationId xmlns:a16="http://schemas.microsoft.com/office/drawing/2014/main" id="{B9248F86-8803-56CD-5292-E9E67F121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1566" name="Text Box 44">
            <a:extLst>
              <a:ext uri="{FF2B5EF4-FFF2-40B4-BE49-F238E27FC236}">
                <a16:creationId xmlns:a16="http://schemas.microsoft.com/office/drawing/2014/main" id="{5BAB2035-6BCE-7FBF-07D1-8388EC167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1567" name="Text Box 45">
            <a:extLst>
              <a:ext uri="{FF2B5EF4-FFF2-40B4-BE49-F238E27FC236}">
                <a16:creationId xmlns:a16="http://schemas.microsoft.com/office/drawing/2014/main" id="{C20A1A43-8B10-A6F7-8235-2EA199AB2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1568" name="Text Box 46">
            <a:extLst>
              <a:ext uri="{FF2B5EF4-FFF2-40B4-BE49-F238E27FC236}">
                <a16:creationId xmlns:a16="http://schemas.microsoft.com/office/drawing/2014/main" id="{57DF4CF3-B7A3-DA22-EBCB-F7A83445A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1569" name="Text Box 47">
            <a:extLst>
              <a:ext uri="{FF2B5EF4-FFF2-40B4-BE49-F238E27FC236}">
                <a16:creationId xmlns:a16="http://schemas.microsoft.com/office/drawing/2014/main" id="{A324EEE1-F1F5-3E96-B793-3BA33BA4D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1570" name="Text Box 48">
            <a:extLst>
              <a:ext uri="{FF2B5EF4-FFF2-40B4-BE49-F238E27FC236}">
                <a16:creationId xmlns:a16="http://schemas.microsoft.com/office/drawing/2014/main" id="{8DD7C2D2-2CFB-271E-F1EE-4AB1C9AE0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1571" name="Text Box 49">
            <a:extLst>
              <a:ext uri="{FF2B5EF4-FFF2-40B4-BE49-F238E27FC236}">
                <a16:creationId xmlns:a16="http://schemas.microsoft.com/office/drawing/2014/main" id="{03782DA8-366A-D974-2097-8EBF9F85C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1572" name="Line 85">
            <a:extLst>
              <a:ext uri="{FF2B5EF4-FFF2-40B4-BE49-F238E27FC236}">
                <a16:creationId xmlns:a16="http://schemas.microsoft.com/office/drawing/2014/main" id="{141A5C4F-E785-3561-C5C0-A85E912C0C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895600"/>
            <a:ext cx="1219200" cy="29718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73" name="Text Box 86">
            <a:extLst>
              <a:ext uri="{FF2B5EF4-FFF2-40B4-BE49-F238E27FC236}">
                <a16:creationId xmlns:a16="http://schemas.microsoft.com/office/drawing/2014/main" id="{3D2BD18B-0611-724F-CDBE-F213152AE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3A5C2D-F215-A861-5619-78DDEE74882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322" name="Group 50">
            <a:extLst>
              <a:ext uri="{FF2B5EF4-FFF2-40B4-BE49-F238E27FC236}">
                <a16:creationId xmlns:a16="http://schemas.microsoft.com/office/drawing/2014/main" id="{3D04FC3F-2D71-981C-BD0D-5C3FE542A574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747818249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2567" name="Group 3">
            <a:extLst>
              <a:ext uri="{FF2B5EF4-FFF2-40B4-BE49-F238E27FC236}">
                <a16:creationId xmlns:a16="http://schemas.microsoft.com/office/drawing/2014/main" id="{1C2000E6-FE63-C314-3EC3-5171B5F2808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2614" name="Oval 4">
              <a:extLst>
                <a:ext uri="{FF2B5EF4-FFF2-40B4-BE49-F238E27FC236}">
                  <a16:creationId xmlns:a16="http://schemas.microsoft.com/office/drawing/2014/main" id="{7B95EEF0-A06B-B7A9-C960-F368D9C50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15" name="Text Box 5">
              <a:extLst>
                <a:ext uri="{FF2B5EF4-FFF2-40B4-BE49-F238E27FC236}">
                  <a16:creationId xmlns:a16="http://schemas.microsoft.com/office/drawing/2014/main" id="{7E572882-78C2-D14D-C27D-8213BF862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2568" name="Group 6">
            <a:extLst>
              <a:ext uri="{FF2B5EF4-FFF2-40B4-BE49-F238E27FC236}">
                <a16:creationId xmlns:a16="http://schemas.microsoft.com/office/drawing/2014/main" id="{3601CA09-97BB-EDD7-E1DF-CE33064B7E72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2612" name="Oval 7">
              <a:extLst>
                <a:ext uri="{FF2B5EF4-FFF2-40B4-BE49-F238E27FC236}">
                  <a16:creationId xmlns:a16="http://schemas.microsoft.com/office/drawing/2014/main" id="{C4D9FF60-230D-0FFC-8F98-0F6EC8BA6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13" name="Text Box 8">
              <a:extLst>
                <a:ext uri="{FF2B5EF4-FFF2-40B4-BE49-F238E27FC236}">
                  <a16:creationId xmlns:a16="http://schemas.microsoft.com/office/drawing/2014/main" id="{65172E2A-711D-79BA-34FA-9F0051B3C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2569" name="Group 9">
            <a:extLst>
              <a:ext uri="{FF2B5EF4-FFF2-40B4-BE49-F238E27FC236}">
                <a16:creationId xmlns:a16="http://schemas.microsoft.com/office/drawing/2014/main" id="{62B1CCF0-443B-4C23-4560-ABC0DA33E05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2610" name="Oval 10">
              <a:extLst>
                <a:ext uri="{FF2B5EF4-FFF2-40B4-BE49-F238E27FC236}">
                  <a16:creationId xmlns:a16="http://schemas.microsoft.com/office/drawing/2014/main" id="{EA2079F4-4DE5-1907-DCE0-061E08123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11" name="Text Box 11">
              <a:extLst>
                <a:ext uri="{FF2B5EF4-FFF2-40B4-BE49-F238E27FC236}">
                  <a16:creationId xmlns:a16="http://schemas.microsoft.com/office/drawing/2014/main" id="{638166FD-618A-CE1B-591B-4891C38DC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2570" name="Group 12">
            <a:extLst>
              <a:ext uri="{FF2B5EF4-FFF2-40B4-BE49-F238E27FC236}">
                <a16:creationId xmlns:a16="http://schemas.microsoft.com/office/drawing/2014/main" id="{0D2F1C2D-F619-48ED-F286-95AF48AB6F3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2608" name="Oval 13">
              <a:extLst>
                <a:ext uri="{FF2B5EF4-FFF2-40B4-BE49-F238E27FC236}">
                  <a16:creationId xmlns:a16="http://schemas.microsoft.com/office/drawing/2014/main" id="{704DFA22-073D-44B9-0FD6-D20AB1FBC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09" name="Text Box 14">
              <a:extLst>
                <a:ext uri="{FF2B5EF4-FFF2-40B4-BE49-F238E27FC236}">
                  <a16:creationId xmlns:a16="http://schemas.microsoft.com/office/drawing/2014/main" id="{4DB70B50-F2C2-1B16-B63B-B808E79DB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2571" name="Group 15">
            <a:extLst>
              <a:ext uri="{FF2B5EF4-FFF2-40B4-BE49-F238E27FC236}">
                <a16:creationId xmlns:a16="http://schemas.microsoft.com/office/drawing/2014/main" id="{4D87618E-314F-20B1-4E36-1EBF1D061D7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2606" name="Oval 16">
              <a:extLst>
                <a:ext uri="{FF2B5EF4-FFF2-40B4-BE49-F238E27FC236}">
                  <a16:creationId xmlns:a16="http://schemas.microsoft.com/office/drawing/2014/main" id="{977EA057-02EF-5F67-1FA6-B0AE46C0A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07" name="Text Box 17">
              <a:extLst>
                <a:ext uri="{FF2B5EF4-FFF2-40B4-BE49-F238E27FC236}">
                  <a16:creationId xmlns:a16="http://schemas.microsoft.com/office/drawing/2014/main" id="{532C07D0-8DAD-A045-4C10-F9CB9849B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2572" name="Group 18">
            <a:extLst>
              <a:ext uri="{FF2B5EF4-FFF2-40B4-BE49-F238E27FC236}">
                <a16:creationId xmlns:a16="http://schemas.microsoft.com/office/drawing/2014/main" id="{A19CC85D-74A0-1AE6-520F-D14112D6E857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2604" name="Oval 19">
              <a:extLst>
                <a:ext uri="{FF2B5EF4-FFF2-40B4-BE49-F238E27FC236}">
                  <a16:creationId xmlns:a16="http://schemas.microsoft.com/office/drawing/2014/main" id="{752956A2-1742-A14D-1693-404AE344E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05" name="Text Box 20">
              <a:extLst>
                <a:ext uri="{FF2B5EF4-FFF2-40B4-BE49-F238E27FC236}">
                  <a16:creationId xmlns:a16="http://schemas.microsoft.com/office/drawing/2014/main" id="{F7705332-AF1B-54D3-17D7-966622779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2573" name="Group 21">
            <a:extLst>
              <a:ext uri="{FF2B5EF4-FFF2-40B4-BE49-F238E27FC236}">
                <a16:creationId xmlns:a16="http://schemas.microsoft.com/office/drawing/2014/main" id="{1006EEDE-0598-C676-3F2D-319C8F50444C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2602" name="Oval 22">
              <a:extLst>
                <a:ext uri="{FF2B5EF4-FFF2-40B4-BE49-F238E27FC236}">
                  <a16:creationId xmlns:a16="http://schemas.microsoft.com/office/drawing/2014/main" id="{521A07DD-BDDB-13F0-3632-2AC456382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03" name="Text Box 23">
              <a:extLst>
                <a:ext uri="{FF2B5EF4-FFF2-40B4-BE49-F238E27FC236}">
                  <a16:creationId xmlns:a16="http://schemas.microsoft.com/office/drawing/2014/main" id="{B52E285E-5EC6-4DA5-A584-7F22A9648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2574" name="Line 24">
            <a:extLst>
              <a:ext uri="{FF2B5EF4-FFF2-40B4-BE49-F238E27FC236}">
                <a16:creationId xmlns:a16="http://schemas.microsoft.com/office/drawing/2014/main" id="{E6CB8969-03E9-FCA4-EF49-DD9612F33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75" name="Line 25">
            <a:extLst>
              <a:ext uri="{FF2B5EF4-FFF2-40B4-BE49-F238E27FC236}">
                <a16:creationId xmlns:a16="http://schemas.microsoft.com/office/drawing/2014/main" id="{6FF1CC7E-518F-53BD-4A22-3BDD8D7B8B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76" name="Text Box 26">
            <a:extLst>
              <a:ext uri="{FF2B5EF4-FFF2-40B4-BE49-F238E27FC236}">
                <a16:creationId xmlns:a16="http://schemas.microsoft.com/office/drawing/2014/main" id="{D6493B5B-0B4F-EB0B-5DB9-8B105849B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2577" name="Text Box 27">
            <a:extLst>
              <a:ext uri="{FF2B5EF4-FFF2-40B4-BE49-F238E27FC236}">
                <a16:creationId xmlns:a16="http://schemas.microsoft.com/office/drawing/2014/main" id="{9C45074C-CBF2-21DB-31CC-D695D68E1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2578" name="Group 28">
            <a:extLst>
              <a:ext uri="{FF2B5EF4-FFF2-40B4-BE49-F238E27FC236}">
                <a16:creationId xmlns:a16="http://schemas.microsoft.com/office/drawing/2014/main" id="{9423F406-A3D0-1F20-5012-E5FA860D35B6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2600" name="Oval 29">
              <a:extLst>
                <a:ext uri="{FF2B5EF4-FFF2-40B4-BE49-F238E27FC236}">
                  <a16:creationId xmlns:a16="http://schemas.microsoft.com/office/drawing/2014/main" id="{382AF2E7-4C3D-2061-5FC6-61F744800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601" name="Text Box 30">
              <a:extLst>
                <a:ext uri="{FF2B5EF4-FFF2-40B4-BE49-F238E27FC236}">
                  <a16:creationId xmlns:a16="http://schemas.microsoft.com/office/drawing/2014/main" id="{E398C30A-0D8B-D858-4212-E5DBF9766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2579" name="Group 31">
            <a:extLst>
              <a:ext uri="{FF2B5EF4-FFF2-40B4-BE49-F238E27FC236}">
                <a16:creationId xmlns:a16="http://schemas.microsoft.com/office/drawing/2014/main" id="{2311C38E-4784-7A6D-ABBB-07C45E89E00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2598" name="Oval 32">
              <a:extLst>
                <a:ext uri="{FF2B5EF4-FFF2-40B4-BE49-F238E27FC236}">
                  <a16:creationId xmlns:a16="http://schemas.microsoft.com/office/drawing/2014/main" id="{C7F5259B-9765-3EC0-00BD-E8EC25D14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2599" name="Text Box 33">
              <a:extLst>
                <a:ext uri="{FF2B5EF4-FFF2-40B4-BE49-F238E27FC236}">
                  <a16:creationId xmlns:a16="http://schemas.microsoft.com/office/drawing/2014/main" id="{B067E19D-BD37-4C8A-99A3-5CFC3BE8A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2580" name="Line 34">
            <a:extLst>
              <a:ext uri="{FF2B5EF4-FFF2-40B4-BE49-F238E27FC236}">
                <a16:creationId xmlns:a16="http://schemas.microsoft.com/office/drawing/2014/main" id="{14A707A2-D4BC-355F-5C76-C71A710175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81" name="Line 35">
            <a:extLst>
              <a:ext uri="{FF2B5EF4-FFF2-40B4-BE49-F238E27FC236}">
                <a16:creationId xmlns:a16="http://schemas.microsoft.com/office/drawing/2014/main" id="{2AE2A774-390D-1981-4B21-86A3ED4C03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82" name="Line 36">
            <a:extLst>
              <a:ext uri="{FF2B5EF4-FFF2-40B4-BE49-F238E27FC236}">
                <a16:creationId xmlns:a16="http://schemas.microsoft.com/office/drawing/2014/main" id="{AB87EBB0-67D6-8C41-4940-B9DC3889E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83" name="Text Box 37">
            <a:extLst>
              <a:ext uri="{FF2B5EF4-FFF2-40B4-BE49-F238E27FC236}">
                <a16:creationId xmlns:a16="http://schemas.microsoft.com/office/drawing/2014/main" id="{7C98059F-14B1-F3D3-2CAD-2FC5AF8A0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2584" name="Line 38">
            <a:extLst>
              <a:ext uri="{FF2B5EF4-FFF2-40B4-BE49-F238E27FC236}">
                <a16:creationId xmlns:a16="http://schemas.microsoft.com/office/drawing/2014/main" id="{900348CE-8B09-87FA-DB79-F22F03A50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85" name="Line 39">
            <a:extLst>
              <a:ext uri="{FF2B5EF4-FFF2-40B4-BE49-F238E27FC236}">
                <a16:creationId xmlns:a16="http://schemas.microsoft.com/office/drawing/2014/main" id="{8792FD90-82C8-5353-EC3D-2142402EE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86" name="Line 40">
            <a:extLst>
              <a:ext uri="{FF2B5EF4-FFF2-40B4-BE49-F238E27FC236}">
                <a16:creationId xmlns:a16="http://schemas.microsoft.com/office/drawing/2014/main" id="{C5436454-C792-7355-0696-AB24FEC88C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87" name="Line 41">
            <a:extLst>
              <a:ext uri="{FF2B5EF4-FFF2-40B4-BE49-F238E27FC236}">
                <a16:creationId xmlns:a16="http://schemas.microsoft.com/office/drawing/2014/main" id="{9AAEA138-4751-9135-6DBF-20D1BA0C0D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88" name="Text Box 42">
            <a:extLst>
              <a:ext uri="{FF2B5EF4-FFF2-40B4-BE49-F238E27FC236}">
                <a16:creationId xmlns:a16="http://schemas.microsoft.com/office/drawing/2014/main" id="{0E1D5C00-DB3D-22E7-5F9E-5BF67D107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2589" name="Text Box 43">
            <a:extLst>
              <a:ext uri="{FF2B5EF4-FFF2-40B4-BE49-F238E27FC236}">
                <a16:creationId xmlns:a16="http://schemas.microsoft.com/office/drawing/2014/main" id="{FAC9BD7A-2B04-CDED-40DA-1D4C0B911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2590" name="Text Box 44">
            <a:extLst>
              <a:ext uri="{FF2B5EF4-FFF2-40B4-BE49-F238E27FC236}">
                <a16:creationId xmlns:a16="http://schemas.microsoft.com/office/drawing/2014/main" id="{A8D36C9F-1AEE-5B04-B23E-ACD6B7925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2591" name="Text Box 45">
            <a:extLst>
              <a:ext uri="{FF2B5EF4-FFF2-40B4-BE49-F238E27FC236}">
                <a16:creationId xmlns:a16="http://schemas.microsoft.com/office/drawing/2014/main" id="{3AB498AF-E5F1-6676-AD75-74EA0EF33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2592" name="Text Box 46">
            <a:extLst>
              <a:ext uri="{FF2B5EF4-FFF2-40B4-BE49-F238E27FC236}">
                <a16:creationId xmlns:a16="http://schemas.microsoft.com/office/drawing/2014/main" id="{C8C11309-A250-242D-0849-5F962BE3B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2593" name="Text Box 47">
            <a:extLst>
              <a:ext uri="{FF2B5EF4-FFF2-40B4-BE49-F238E27FC236}">
                <a16:creationId xmlns:a16="http://schemas.microsoft.com/office/drawing/2014/main" id="{368739B6-541A-1A86-C7B0-A2993306C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2594" name="Text Box 48">
            <a:extLst>
              <a:ext uri="{FF2B5EF4-FFF2-40B4-BE49-F238E27FC236}">
                <a16:creationId xmlns:a16="http://schemas.microsoft.com/office/drawing/2014/main" id="{827355FF-366B-B00A-6CB9-5DCCD64E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2595" name="Text Box 49">
            <a:extLst>
              <a:ext uri="{FF2B5EF4-FFF2-40B4-BE49-F238E27FC236}">
                <a16:creationId xmlns:a16="http://schemas.microsoft.com/office/drawing/2014/main" id="{D7A92DCD-8C72-F402-29D0-F35F2ABE9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2596" name="Line 85">
            <a:extLst>
              <a:ext uri="{FF2B5EF4-FFF2-40B4-BE49-F238E27FC236}">
                <a16:creationId xmlns:a16="http://schemas.microsoft.com/office/drawing/2014/main" id="{C48A7B65-ECA4-0F30-D410-543D70012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971800"/>
            <a:ext cx="838200" cy="2895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97" name="Text Box 86">
            <a:extLst>
              <a:ext uri="{FF2B5EF4-FFF2-40B4-BE49-F238E27FC236}">
                <a16:creationId xmlns:a16="http://schemas.microsoft.com/office/drawing/2014/main" id="{C29CAE4B-6169-8ED0-8922-7A54327FD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2B6CD5-62D8-8ECB-3591-7E8D5AD7866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346" name="Group 50">
            <a:extLst>
              <a:ext uri="{FF2B5EF4-FFF2-40B4-BE49-F238E27FC236}">
                <a16:creationId xmlns:a16="http://schemas.microsoft.com/office/drawing/2014/main" id="{E4DA1702-6CA7-E693-ABDD-47797014999A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80024643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3591" name="Group 3">
            <a:extLst>
              <a:ext uri="{FF2B5EF4-FFF2-40B4-BE49-F238E27FC236}">
                <a16:creationId xmlns:a16="http://schemas.microsoft.com/office/drawing/2014/main" id="{CF99E960-3AC4-367B-2BBF-1179C5B768B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3638" name="Oval 4">
              <a:extLst>
                <a:ext uri="{FF2B5EF4-FFF2-40B4-BE49-F238E27FC236}">
                  <a16:creationId xmlns:a16="http://schemas.microsoft.com/office/drawing/2014/main" id="{09E8012D-CFBA-B473-8F20-906868CEC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39" name="Text Box 5">
              <a:extLst>
                <a:ext uri="{FF2B5EF4-FFF2-40B4-BE49-F238E27FC236}">
                  <a16:creationId xmlns:a16="http://schemas.microsoft.com/office/drawing/2014/main" id="{E42F1C41-36E1-045B-D830-9B3BC89B2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3592" name="Group 6">
            <a:extLst>
              <a:ext uri="{FF2B5EF4-FFF2-40B4-BE49-F238E27FC236}">
                <a16:creationId xmlns:a16="http://schemas.microsoft.com/office/drawing/2014/main" id="{11A97BAF-16FF-787A-77A6-4D855A01EF41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3636" name="Oval 7">
              <a:extLst>
                <a:ext uri="{FF2B5EF4-FFF2-40B4-BE49-F238E27FC236}">
                  <a16:creationId xmlns:a16="http://schemas.microsoft.com/office/drawing/2014/main" id="{10872E18-2945-218E-B8F7-F91900D58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37" name="Text Box 8">
              <a:extLst>
                <a:ext uri="{FF2B5EF4-FFF2-40B4-BE49-F238E27FC236}">
                  <a16:creationId xmlns:a16="http://schemas.microsoft.com/office/drawing/2014/main" id="{D7EB4F45-C5F0-32FB-D9A0-E93C44D2C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3593" name="Group 9">
            <a:extLst>
              <a:ext uri="{FF2B5EF4-FFF2-40B4-BE49-F238E27FC236}">
                <a16:creationId xmlns:a16="http://schemas.microsoft.com/office/drawing/2014/main" id="{AD8E685C-3B88-DEDE-FE03-04B799BDCD1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3634" name="Oval 10">
              <a:extLst>
                <a:ext uri="{FF2B5EF4-FFF2-40B4-BE49-F238E27FC236}">
                  <a16:creationId xmlns:a16="http://schemas.microsoft.com/office/drawing/2014/main" id="{48DA44ED-EFB6-97DF-65AC-E2F8CFFA3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35" name="Text Box 11">
              <a:extLst>
                <a:ext uri="{FF2B5EF4-FFF2-40B4-BE49-F238E27FC236}">
                  <a16:creationId xmlns:a16="http://schemas.microsoft.com/office/drawing/2014/main" id="{018E7FA2-3961-BFFB-42B6-57650D0FE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3594" name="Group 12">
            <a:extLst>
              <a:ext uri="{FF2B5EF4-FFF2-40B4-BE49-F238E27FC236}">
                <a16:creationId xmlns:a16="http://schemas.microsoft.com/office/drawing/2014/main" id="{A929D5BC-057C-E644-95F3-1BFF533BE5EA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3632" name="Oval 13">
              <a:extLst>
                <a:ext uri="{FF2B5EF4-FFF2-40B4-BE49-F238E27FC236}">
                  <a16:creationId xmlns:a16="http://schemas.microsoft.com/office/drawing/2014/main" id="{89678F4D-E49C-041E-B8FE-346E02F16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33" name="Text Box 14">
              <a:extLst>
                <a:ext uri="{FF2B5EF4-FFF2-40B4-BE49-F238E27FC236}">
                  <a16:creationId xmlns:a16="http://schemas.microsoft.com/office/drawing/2014/main" id="{54603A5F-D42F-70C1-B617-9B8AD38CE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3595" name="Group 15">
            <a:extLst>
              <a:ext uri="{FF2B5EF4-FFF2-40B4-BE49-F238E27FC236}">
                <a16:creationId xmlns:a16="http://schemas.microsoft.com/office/drawing/2014/main" id="{B840C0F0-EC82-D8FD-DE97-A8B9D2F554FF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3630" name="Oval 16">
              <a:extLst>
                <a:ext uri="{FF2B5EF4-FFF2-40B4-BE49-F238E27FC236}">
                  <a16:creationId xmlns:a16="http://schemas.microsoft.com/office/drawing/2014/main" id="{1FF6B71B-497F-AF9C-4DDC-A12DBFA76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31" name="Text Box 17">
              <a:extLst>
                <a:ext uri="{FF2B5EF4-FFF2-40B4-BE49-F238E27FC236}">
                  <a16:creationId xmlns:a16="http://schemas.microsoft.com/office/drawing/2014/main" id="{9F2258CE-37F3-BE11-8AEC-B5AA1BACA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3596" name="Group 18">
            <a:extLst>
              <a:ext uri="{FF2B5EF4-FFF2-40B4-BE49-F238E27FC236}">
                <a16:creationId xmlns:a16="http://schemas.microsoft.com/office/drawing/2014/main" id="{1C2662E2-7FA7-DCE0-2986-FF0487F7091B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3628" name="Oval 19">
              <a:extLst>
                <a:ext uri="{FF2B5EF4-FFF2-40B4-BE49-F238E27FC236}">
                  <a16:creationId xmlns:a16="http://schemas.microsoft.com/office/drawing/2014/main" id="{72CD8427-967D-2627-3F70-274EEDD90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29" name="Text Box 20">
              <a:extLst>
                <a:ext uri="{FF2B5EF4-FFF2-40B4-BE49-F238E27FC236}">
                  <a16:creationId xmlns:a16="http://schemas.microsoft.com/office/drawing/2014/main" id="{C7EC10C1-27A1-66EC-4E4F-D10C309A6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3597" name="Group 21">
            <a:extLst>
              <a:ext uri="{FF2B5EF4-FFF2-40B4-BE49-F238E27FC236}">
                <a16:creationId xmlns:a16="http://schemas.microsoft.com/office/drawing/2014/main" id="{8330BF7C-25AC-0F9A-B5EF-5A7BDF64578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3626" name="Oval 22">
              <a:extLst>
                <a:ext uri="{FF2B5EF4-FFF2-40B4-BE49-F238E27FC236}">
                  <a16:creationId xmlns:a16="http://schemas.microsoft.com/office/drawing/2014/main" id="{994E55D3-D27F-B603-C249-37088BAD7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27" name="Text Box 23">
              <a:extLst>
                <a:ext uri="{FF2B5EF4-FFF2-40B4-BE49-F238E27FC236}">
                  <a16:creationId xmlns:a16="http://schemas.microsoft.com/office/drawing/2014/main" id="{86FE10E5-F5DF-83C8-2231-A1963CB77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3598" name="Line 24">
            <a:extLst>
              <a:ext uri="{FF2B5EF4-FFF2-40B4-BE49-F238E27FC236}">
                <a16:creationId xmlns:a16="http://schemas.microsoft.com/office/drawing/2014/main" id="{54B011F0-D5B6-5F97-0ED7-4C01847F5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9" name="Line 25">
            <a:extLst>
              <a:ext uri="{FF2B5EF4-FFF2-40B4-BE49-F238E27FC236}">
                <a16:creationId xmlns:a16="http://schemas.microsoft.com/office/drawing/2014/main" id="{1480AEFA-3883-A455-14FE-623B7BBF9A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0" name="Text Box 26">
            <a:extLst>
              <a:ext uri="{FF2B5EF4-FFF2-40B4-BE49-F238E27FC236}">
                <a16:creationId xmlns:a16="http://schemas.microsoft.com/office/drawing/2014/main" id="{08C891D5-6D54-F9FB-DFFB-C1278A9E5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3601" name="Text Box 27">
            <a:extLst>
              <a:ext uri="{FF2B5EF4-FFF2-40B4-BE49-F238E27FC236}">
                <a16:creationId xmlns:a16="http://schemas.microsoft.com/office/drawing/2014/main" id="{2061DA00-BB0D-33E2-50A0-C57C9BA98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3602" name="Group 28">
            <a:extLst>
              <a:ext uri="{FF2B5EF4-FFF2-40B4-BE49-F238E27FC236}">
                <a16:creationId xmlns:a16="http://schemas.microsoft.com/office/drawing/2014/main" id="{B464880D-9344-EB35-C08E-554B3CA9BC8B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3624" name="Oval 29">
              <a:extLst>
                <a:ext uri="{FF2B5EF4-FFF2-40B4-BE49-F238E27FC236}">
                  <a16:creationId xmlns:a16="http://schemas.microsoft.com/office/drawing/2014/main" id="{7575DF29-E482-3849-CE87-7252F9E64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25" name="Text Box 30">
              <a:extLst>
                <a:ext uri="{FF2B5EF4-FFF2-40B4-BE49-F238E27FC236}">
                  <a16:creationId xmlns:a16="http://schemas.microsoft.com/office/drawing/2014/main" id="{51682B81-7F8D-245C-1108-8A2A834A5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3603" name="Group 31">
            <a:extLst>
              <a:ext uri="{FF2B5EF4-FFF2-40B4-BE49-F238E27FC236}">
                <a16:creationId xmlns:a16="http://schemas.microsoft.com/office/drawing/2014/main" id="{4CBA190B-2001-4FA2-E809-2C984CAECEE3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3622" name="Oval 32">
              <a:extLst>
                <a:ext uri="{FF2B5EF4-FFF2-40B4-BE49-F238E27FC236}">
                  <a16:creationId xmlns:a16="http://schemas.microsoft.com/office/drawing/2014/main" id="{DE4B6DBE-6430-995E-C4EA-144778D3F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3623" name="Text Box 33">
              <a:extLst>
                <a:ext uri="{FF2B5EF4-FFF2-40B4-BE49-F238E27FC236}">
                  <a16:creationId xmlns:a16="http://schemas.microsoft.com/office/drawing/2014/main" id="{34F36B06-BA55-67BA-ECBF-367706397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3604" name="Line 34">
            <a:extLst>
              <a:ext uri="{FF2B5EF4-FFF2-40B4-BE49-F238E27FC236}">
                <a16:creationId xmlns:a16="http://schemas.microsoft.com/office/drawing/2014/main" id="{57DF96DF-4143-B137-3C76-2042416361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5" name="Line 35">
            <a:extLst>
              <a:ext uri="{FF2B5EF4-FFF2-40B4-BE49-F238E27FC236}">
                <a16:creationId xmlns:a16="http://schemas.microsoft.com/office/drawing/2014/main" id="{49E90C1C-BBB0-1F3D-7B2E-1B7A30837B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6" name="Line 36">
            <a:extLst>
              <a:ext uri="{FF2B5EF4-FFF2-40B4-BE49-F238E27FC236}">
                <a16:creationId xmlns:a16="http://schemas.microsoft.com/office/drawing/2014/main" id="{AFBD68CD-2253-F5FF-6D72-890569E32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7" name="Text Box 37">
            <a:extLst>
              <a:ext uri="{FF2B5EF4-FFF2-40B4-BE49-F238E27FC236}">
                <a16:creationId xmlns:a16="http://schemas.microsoft.com/office/drawing/2014/main" id="{85D1A2E4-919A-5300-96B9-9D28233B2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3608" name="Line 38">
            <a:extLst>
              <a:ext uri="{FF2B5EF4-FFF2-40B4-BE49-F238E27FC236}">
                <a16:creationId xmlns:a16="http://schemas.microsoft.com/office/drawing/2014/main" id="{46F65FD9-E7F8-2A0F-75D1-4D8124918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9" name="Line 39">
            <a:extLst>
              <a:ext uri="{FF2B5EF4-FFF2-40B4-BE49-F238E27FC236}">
                <a16:creationId xmlns:a16="http://schemas.microsoft.com/office/drawing/2014/main" id="{4F4D1372-17D5-FBAA-5B65-BF7548D00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0" name="Line 40">
            <a:extLst>
              <a:ext uri="{FF2B5EF4-FFF2-40B4-BE49-F238E27FC236}">
                <a16:creationId xmlns:a16="http://schemas.microsoft.com/office/drawing/2014/main" id="{3218D6EB-C8EA-9D41-0025-65A2F73827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1" name="Line 41">
            <a:extLst>
              <a:ext uri="{FF2B5EF4-FFF2-40B4-BE49-F238E27FC236}">
                <a16:creationId xmlns:a16="http://schemas.microsoft.com/office/drawing/2014/main" id="{A6A9890B-080F-363A-BB63-663639A789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2" name="Text Box 42">
            <a:extLst>
              <a:ext uri="{FF2B5EF4-FFF2-40B4-BE49-F238E27FC236}">
                <a16:creationId xmlns:a16="http://schemas.microsoft.com/office/drawing/2014/main" id="{6D38125C-4A20-6570-5500-B72AA08C7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3613" name="Text Box 43">
            <a:extLst>
              <a:ext uri="{FF2B5EF4-FFF2-40B4-BE49-F238E27FC236}">
                <a16:creationId xmlns:a16="http://schemas.microsoft.com/office/drawing/2014/main" id="{245F1FC8-BDF3-CE09-9B33-EA859D7AC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3614" name="Text Box 44">
            <a:extLst>
              <a:ext uri="{FF2B5EF4-FFF2-40B4-BE49-F238E27FC236}">
                <a16:creationId xmlns:a16="http://schemas.microsoft.com/office/drawing/2014/main" id="{54C0D64C-F0B0-A598-6FFE-BB86ED5A2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3615" name="Text Box 45">
            <a:extLst>
              <a:ext uri="{FF2B5EF4-FFF2-40B4-BE49-F238E27FC236}">
                <a16:creationId xmlns:a16="http://schemas.microsoft.com/office/drawing/2014/main" id="{F1B29605-6484-8F7F-9200-9DE2742FB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3616" name="Text Box 46">
            <a:extLst>
              <a:ext uri="{FF2B5EF4-FFF2-40B4-BE49-F238E27FC236}">
                <a16:creationId xmlns:a16="http://schemas.microsoft.com/office/drawing/2014/main" id="{17D22B70-1702-0AEF-CDFA-71DFC835D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3617" name="Text Box 47">
            <a:extLst>
              <a:ext uri="{FF2B5EF4-FFF2-40B4-BE49-F238E27FC236}">
                <a16:creationId xmlns:a16="http://schemas.microsoft.com/office/drawing/2014/main" id="{7F562134-3A20-7301-9422-B355EBC3E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3618" name="Text Box 48">
            <a:extLst>
              <a:ext uri="{FF2B5EF4-FFF2-40B4-BE49-F238E27FC236}">
                <a16:creationId xmlns:a16="http://schemas.microsoft.com/office/drawing/2014/main" id="{EE60276A-E4A4-E127-AC6A-F428998AC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3619" name="Text Box 49">
            <a:extLst>
              <a:ext uri="{FF2B5EF4-FFF2-40B4-BE49-F238E27FC236}">
                <a16:creationId xmlns:a16="http://schemas.microsoft.com/office/drawing/2014/main" id="{4093B1BE-E13E-6323-0591-FCDBE6308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3620" name="Line 85">
            <a:extLst>
              <a:ext uri="{FF2B5EF4-FFF2-40B4-BE49-F238E27FC236}">
                <a16:creationId xmlns:a16="http://schemas.microsoft.com/office/drawing/2014/main" id="{524220FE-0825-3CF1-2763-119A6A4AB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3810000"/>
            <a:ext cx="1295400" cy="20574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1" name="Text Box 86">
            <a:extLst>
              <a:ext uri="{FF2B5EF4-FFF2-40B4-BE49-F238E27FC236}">
                <a16:creationId xmlns:a16="http://schemas.microsoft.com/office/drawing/2014/main" id="{DC43EC52-7AE5-B4F1-696A-6B137F80F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244ED-1346-65E1-BA99-462E2AF4F50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70" name="Group 50">
            <a:extLst>
              <a:ext uri="{FF2B5EF4-FFF2-40B4-BE49-F238E27FC236}">
                <a16:creationId xmlns:a16="http://schemas.microsoft.com/office/drawing/2014/main" id="{E15BBC68-2ECF-8DA0-1CF1-1044F8969297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79553239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4615" name="Group 3">
            <a:extLst>
              <a:ext uri="{FF2B5EF4-FFF2-40B4-BE49-F238E27FC236}">
                <a16:creationId xmlns:a16="http://schemas.microsoft.com/office/drawing/2014/main" id="{D92E9698-1667-28B5-CC1D-80A9F52366F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4662" name="Oval 4">
              <a:extLst>
                <a:ext uri="{FF2B5EF4-FFF2-40B4-BE49-F238E27FC236}">
                  <a16:creationId xmlns:a16="http://schemas.microsoft.com/office/drawing/2014/main" id="{209EAB00-0466-0B10-DDD5-61D2C9F7A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63" name="Text Box 5">
              <a:extLst>
                <a:ext uri="{FF2B5EF4-FFF2-40B4-BE49-F238E27FC236}">
                  <a16:creationId xmlns:a16="http://schemas.microsoft.com/office/drawing/2014/main" id="{046AF11A-CF95-27E8-EEAD-3BD605978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4616" name="Group 6">
            <a:extLst>
              <a:ext uri="{FF2B5EF4-FFF2-40B4-BE49-F238E27FC236}">
                <a16:creationId xmlns:a16="http://schemas.microsoft.com/office/drawing/2014/main" id="{E4E3F94F-0BA0-257C-25C8-9982A0AD9A66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4660" name="Oval 7">
              <a:extLst>
                <a:ext uri="{FF2B5EF4-FFF2-40B4-BE49-F238E27FC236}">
                  <a16:creationId xmlns:a16="http://schemas.microsoft.com/office/drawing/2014/main" id="{43E46ECC-44C0-8C0F-0C63-02100771D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61" name="Text Box 8">
              <a:extLst>
                <a:ext uri="{FF2B5EF4-FFF2-40B4-BE49-F238E27FC236}">
                  <a16:creationId xmlns:a16="http://schemas.microsoft.com/office/drawing/2014/main" id="{371F01FD-213C-AC5C-ADBB-808677387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4617" name="Group 9">
            <a:extLst>
              <a:ext uri="{FF2B5EF4-FFF2-40B4-BE49-F238E27FC236}">
                <a16:creationId xmlns:a16="http://schemas.microsoft.com/office/drawing/2014/main" id="{0E20CAD0-4047-42D4-01A1-9EF40E38E48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4658" name="Oval 10">
              <a:extLst>
                <a:ext uri="{FF2B5EF4-FFF2-40B4-BE49-F238E27FC236}">
                  <a16:creationId xmlns:a16="http://schemas.microsoft.com/office/drawing/2014/main" id="{C4941BCD-CAE9-1F01-4A19-574BB1C89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59" name="Text Box 11">
              <a:extLst>
                <a:ext uri="{FF2B5EF4-FFF2-40B4-BE49-F238E27FC236}">
                  <a16:creationId xmlns:a16="http://schemas.microsoft.com/office/drawing/2014/main" id="{667B9633-226D-D87C-6E35-C0CA9DE06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4618" name="Group 12">
            <a:extLst>
              <a:ext uri="{FF2B5EF4-FFF2-40B4-BE49-F238E27FC236}">
                <a16:creationId xmlns:a16="http://schemas.microsoft.com/office/drawing/2014/main" id="{9DEDB80C-4E3E-76BD-CBD3-EE3FD86DD6C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4656" name="Oval 13">
              <a:extLst>
                <a:ext uri="{FF2B5EF4-FFF2-40B4-BE49-F238E27FC236}">
                  <a16:creationId xmlns:a16="http://schemas.microsoft.com/office/drawing/2014/main" id="{D686A793-42F0-C0B0-AE7F-0DE80BB39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57" name="Text Box 14">
              <a:extLst>
                <a:ext uri="{FF2B5EF4-FFF2-40B4-BE49-F238E27FC236}">
                  <a16:creationId xmlns:a16="http://schemas.microsoft.com/office/drawing/2014/main" id="{24390808-6A94-CFE1-24A4-C4ED7870D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4619" name="Group 15">
            <a:extLst>
              <a:ext uri="{FF2B5EF4-FFF2-40B4-BE49-F238E27FC236}">
                <a16:creationId xmlns:a16="http://schemas.microsoft.com/office/drawing/2014/main" id="{979A9AC2-85DB-DA27-AB89-69DD2A1DD04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4654" name="Oval 16">
              <a:extLst>
                <a:ext uri="{FF2B5EF4-FFF2-40B4-BE49-F238E27FC236}">
                  <a16:creationId xmlns:a16="http://schemas.microsoft.com/office/drawing/2014/main" id="{DE38DEBA-69BA-8D36-ECD1-97ECEBF32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55" name="Text Box 17">
              <a:extLst>
                <a:ext uri="{FF2B5EF4-FFF2-40B4-BE49-F238E27FC236}">
                  <a16:creationId xmlns:a16="http://schemas.microsoft.com/office/drawing/2014/main" id="{5D275E4F-C0A3-9CE3-7344-2131C7191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4620" name="Group 18">
            <a:extLst>
              <a:ext uri="{FF2B5EF4-FFF2-40B4-BE49-F238E27FC236}">
                <a16:creationId xmlns:a16="http://schemas.microsoft.com/office/drawing/2014/main" id="{1AD140CA-0FA6-2273-3C7E-FAC8A874B1B0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4652" name="Oval 19">
              <a:extLst>
                <a:ext uri="{FF2B5EF4-FFF2-40B4-BE49-F238E27FC236}">
                  <a16:creationId xmlns:a16="http://schemas.microsoft.com/office/drawing/2014/main" id="{0D732BD7-8F9D-D9F7-EF61-3BDB5594A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53" name="Text Box 20">
              <a:extLst>
                <a:ext uri="{FF2B5EF4-FFF2-40B4-BE49-F238E27FC236}">
                  <a16:creationId xmlns:a16="http://schemas.microsoft.com/office/drawing/2014/main" id="{AB6B4D37-3E21-91F5-F0C3-06462B392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4621" name="Group 21">
            <a:extLst>
              <a:ext uri="{FF2B5EF4-FFF2-40B4-BE49-F238E27FC236}">
                <a16:creationId xmlns:a16="http://schemas.microsoft.com/office/drawing/2014/main" id="{AFF0855F-12FB-7DC7-DD2B-3990762DBA6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4650" name="Oval 22">
              <a:extLst>
                <a:ext uri="{FF2B5EF4-FFF2-40B4-BE49-F238E27FC236}">
                  <a16:creationId xmlns:a16="http://schemas.microsoft.com/office/drawing/2014/main" id="{1FE6433C-FBE5-3CC9-374A-9C168867B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51" name="Text Box 23">
              <a:extLst>
                <a:ext uri="{FF2B5EF4-FFF2-40B4-BE49-F238E27FC236}">
                  <a16:creationId xmlns:a16="http://schemas.microsoft.com/office/drawing/2014/main" id="{F3AE16AD-3BDC-B321-0C34-4C1C038A6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4622" name="Line 24">
            <a:extLst>
              <a:ext uri="{FF2B5EF4-FFF2-40B4-BE49-F238E27FC236}">
                <a16:creationId xmlns:a16="http://schemas.microsoft.com/office/drawing/2014/main" id="{EBEE55EF-797E-DE71-D722-242B07D6D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3" name="Line 25">
            <a:extLst>
              <a:ext uri="{FF2B5EF4-FFF2-40B4-BE49-F238E27FC236}">
                <a16:creationId xmlns:a16="http://schemas.microsoft.com/office/drawing/2014/main" id="{0B569307-F164-C9CA-5B31-270FF80108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4" name="Text Box 26">
            <a:extLst>
              <a:ext uri="{FF2B5EF4-FFF2-40B4-BE49-F238E27FC236}">
                <a16:creationId xmlns:a16="http://schemas.microsoft.com/office/drawing/2014/main" id="{7CADD81C-7531-9774-6000-6FAF11FED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25" name="Text Box 27">
            <a:extLst>
              <a:ext uri="{FF2B5EF4-FFF2-40B4-BE49-F238E27FC236}">
                <a16:creationId xmlns:a16="http://schemas.microsoft.com/office/drawing/2014/main" id="{53AFA89B-5D38-404F-4A08-C97643D25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4626" name="Group 28">
            <a:extLst>
              <a:ext uri="{FF2B5EF4-FFF2-40B4-BE49-F238E27FC236}">
                <a16:creationId xmlns:a16="http://schemas.microsoft.com/office/drawing/2014/main" id="{E48E9F2B-048F-80F8-F77F-4552819014D1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4648" name="Oval 29">
              <a:extLst>
                <a:ext uri="{FF2B5EF4-FFF2-40B4-BE49-F238E27FC236}">
                  <a16:creationId xmlns:a16="http://schemas.microsoft.com/office/drawing/2014/main" id="{94DD0FC0-C34C-3510-9B58-44D7B67E5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49" name="Text Box 30">
              <a:extLst>
                <a:ext uri="{FF2B5EF4-FFF2-40B4-BE49-F238E27FC236}">
                  <a16:creationId xmlns:a16="http://schemas.microsoft.com/office/drawing/2014/main" id="{23743BF6-C5D4-D331-3BAE-445A4CC8B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4627" name="Group 31">
            <a:extLst>
              <a:ext uri="{FF2B5EF4-FFF2-40B4-BE49-F238E27FC236}">
                <a16:creationId xmlns:a16="http://schemas.microsoft.com/office/drawing/2014/main" id="{726208A2-DFF7-ABB8-5BCE-18043FDD9F6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4646" name="Oval 32">
              <a:extLst>
                <a:ext uri="{FF2B5EF4-FFF2-40B4-BE49-F238E27FC236}">
                  <a16:creationId xmlns:a16="http://schemas.microsoft.com/office/drawing/2014/main" id="{C3CAD221-1AAD-B0E3-EA0E-6FEDB9EDD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47" name="Text Box 33">
              <a:extLst>
                <a:ext uri="{FF2B5EF4-FFF2-40B4-BE49-F238E27FC236}">
                  <a16:creationId xmlns:a16="http://schemas.microsoft.com/office/drawing/2014/main" id="{46F71835-8175-079C-DEE1-5BB1C3AB4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4628" name="Line 34">
            <a:extLst>
              <a:ext uri="{FF2B5EF4-FFF2-40B4-BE49-F238E27FC236}">
                <a16:creationId xmlns:a16="http://schemas.microsoft.com/office/drawing/2014/main" id="{6D1FE5E1-36F4-6FBD-8C3F-47D657DF33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29" name="Line 35">
            <a:extLst>
              <a:ext uri="{FF2B5EF4-FFF2-40B4-BE49-F238E27FC236}">
                <a16:creationId xmlns:a16="http://schemas.microsoft.com/office/drawing/2014/main" id="{5F32BAB5-C86B-E2A9-1A3C-C776C92B43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0" name="Line 36">
            <a:extLst>
              <a:ext uri="{FF2B5EF4-FFF2-40B4-BE49-F238E27FC236}">
                <a16:creationId xmlns:a16="http://schemas.microsoft.com/office/drawing/2014/main" id="{9F7BCEE0-43CE-C918-0C68-C18617C65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1" name="Text Box 37">
            <a:extLst>
              <a:ext uri="{FF2B5EF4-FFF2-40B4-BE49-F238E27FC236}">
                <a16:creationId xmlns:a16="http://schemas.microsoft.com/office/drawing/2014/main" id="{6A41263F-B716-C1FF-3220-1B09A0F72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32" name="Line 38">
            <a:extLst>
              <a:ext uri="{FF2B5EF4-FFF2-40B4-BE49-F238E27FC236}">
                <a16:creationId xmlns:a16="http://schemas.microsoft.com/office/drawing/2014/main" id="{504A6F15-1846-68DB-49C9-CCB699ED0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3" name="Line 39">
            <a:extLst>
              <a:ext uri="{FF2B5EF4-FFF2-40B4-BE49-F238E27FC236}">
                <a16:creationId xmlns:a16="http://schemas.microsoft.com/office/drawing/2014/main" id="{A88A7605-CB98-B15C-783C-AEC6B9B7B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4" name="Line 40">
            <a:extLst>
              <a:ext uri="{FF2B5EF4-FFF2-40B4-BE49-F238E27FC236}">
                <a16:creationId xmlns:a16="http://schemas.microsoft.com/office/drawing/2014/main" id="{8F529C62-C7C0-156C-92E8-E44B0AF16C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5" name="Line 41">
            <a:extLst>
              <a:ext uri="{FF2B5EF4-FFF2-40B4-BE49-F238E27FC236}">
                <a16:creationId xmlns:a16="http://schemas.microsoft.com/office/drawing/2014/main" id="{9584BCC7-92A4-5018-EC9D-46EDF92472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6" name="Text Box 42">
            <a:extLst>
              <a:ext uri="{FF2B5EF4-FFF2-40B4-BE49-F238E27FC236}">
                <a16:creationId xmlns:a16="http://schemas.microsoft.com/office/drawing/2014/main" id="{2B87E963-CF44-4983-437B-AEB60CEC9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4637" name="Text Box 43">
            <a:extLst>
              <a:ext uri="{FF2B5EF4-FFF2-40B4-BE49-F238E27FC236}">
                <a16:creationId xmlns:a16="http://schemas.microsoft.com/office/drawing/2014/main" id="{EC7BF556-A477-4DC4-CB4D-DD47075D9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4638" name="Text Box 44">
            <a:extLst>
              <a:ext uri="{FF2B5EF4-FFF2-40B4-BE49-F238E27FC236}">
                <a16:creationId xmlns:a16="http://schemas.microsoft.com/office/drawing/2014/main" id="{63AD5CE8-84B1-1D49-2F5D-1A9F817B4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39" name="Text Box 45">
            <a:extLst>
              <a:ext uri="{FF2B5EF4-FFF2-40B4-BE49-F238E27FC236}">
                <a16:creationId xmlns:a16="http://schemas.microsoft.com/office/drawing/2014/main" id="{EB2CF389-CC68-6CF3-122D-421C39447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40" name="Text Box 46">
            <a:extLst>
              <a:ext uri="{FF2B5EF4-FFF2-40B4-BE49-F238E27FC236}">
                <a16:creationId xmlns:a16="http://schemas.microsoft.com/office/drawing/2014/main" id="{CD40BEA9-4BD6-C1E0-DFD1-52992CF24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41" name="Text Box 47">
            <a:extLst>
              <a:ext uri="{FF2B5EF4-FFF2-40B4-BE49-F238E27FC236}">
                <a16:creationId xmlns:a16="http://schemas.microsoft.com/office/drawing/2014/main" id="{5DC0E547-E289-8460-5ECA-147C627F8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42" name="Text Box 48">
            <a:extLst>
              <a:ext uri="{FF2B5EF4-FFF2-40B4-BE49-F238E27FC236}">
                <a16:creationId xmlns:a16="http://schemas.microsoft.com/office/drawing/2014/main" id="{508A8C69-76B3-DB51-0EF8-92A76C3F1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43" name="Text Box 49">
            <a:extLst>
              <a:ext uri="{FF2B5EF4-FFF2-40B4-BE49-F238E27FC236}">
                <a16:creationId xmlns:a16="http://schemas.microsoft.com/office/drawing/2014/main" id="{9332D890-E517-CD0E-118D-AA04AD20B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4644" name="Text Box 85">
            <a:extLst>
              <a:ext uri="{FF2B5EF4-FFF2-40B4-BE49-F238E27FC236}">
                <a16:creationId xmlns:a16="http://schemas.microsoft.com/office/drawing/2014/main" id="{7DB1B62E-B9D4-C2A6-9F4A-EB90666CB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4645" name="Line 86">
            <a:extLst>
              <a:ext uri="{FF2B5EF4-FFF2-40B4-BE49-F238E27FC236}">
                <a16:creationId xmlns:a16="http://schemas.microsoft.com/office/drawing/2014/main" id="{0FC531FC-2895-6490-DC9A-6C133A8A42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3505200"/>
            <a:ext cx="228600" cy="23622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3C53DF-9025-7AD5-3CA4-5B68908B7C3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394" name="Group 50">
            <a:extLst>
              <a:ext uri="{FF2B5EF4-FFF2-40B4-BE49-F238E27FC236}">
                <a16:creationId xmlns:a16="http://schemas.microsoft.com/office/drawing/2014/main" id="{2B42A358-84B3-B36B-2DDE-C52488E8F32A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725806156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5639" name="Group 3">
            <a:extLst>
              <a:ext uri="{FF2B5EF4-FFF2-40B4-BE49-F238E27FC236}">
                <a16:creationId xmlns:a16="http://schemas.microsoft.com/office/drawing/2014/main" id="{EB38960F-5FFD-8D77-AE51-B2CAD444410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5686" name="Oval 4">
              <a:extLst>
                <a:ext uri="{FF2B5EF4-FFF2-40B4-BE49-F238E27FC236}">
                  <a16:creationId xmlns:a16="http://schemas.microsoft.com/office/drawing/2014/main" id="{AB242CBB-72AD-CC28-0C48-FC96D1BE2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87" name="Text Box 5">
              <a:extLst>
                <a:ext uri="{FF2B5EF4-FFF2-40B4-BE49-F238E27FC236}">
                  <a16:creationId xmlns:a16="http://schemas.microsoft.com/office/drawing/2014/main" id="{747C452B-4A3A-7BC2-E3CE-CB156777F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5640" name="Group 6">
            <a:extLst>
              <a:ext uri="{FF2B5EF4-FFF2-40B4-BE49-F238E27FC236}">
                <a16:creationId xmlns:a16="http://schemas.microsoft.com/office/drawing/2014/main" id="{DE7F66B2-B4E9-7518-94F2-7CAA32A5D146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5684" name="Oval 7">
              <a:extLst>
                <a:ext uri="{FF2B5EF4-FFF2-40B4-BE49-F238E27FC236}">
                  <a16:creationId xmlns:a16="http://schemas.microsoft.com/office/drawing/2014/main" id="{3520E8DF-4435-7FA3-6E8A-CBCEA0C5A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85" name="Text Box 8">
              <a:extLst>
                <a:ext uri="{FF2B5EF4-FFF2-40B4-BE49-F238E27FC236}">
                  <a16:creationId xmlns:a16="http://schemas.microsoft.com/office/drawing/2014/main" id="{A3157C84-17E8-32B6-47CE-C3100F5F7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5641" name="Group 9">
            <a:extLst>
              <a:ext uri="{FF2B5EF4-FFF2-40B4-BE49-F238E27FC236}">
                <a16:creationId xmlns:a16="http://schemas.microsoft.com/office/drawing/2014/main" id="{C598C628-311E-601B-B815-174211076AF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5682" name="Oval 10">
              <a:extLst>
                <a:ext uri="{FF2B5EF4-FFF2-40B4-BE49-F238E27FC236}">
                  <a16:creationId xmlns:a16="http://schemas.microsoft.com/office/drawing/2014/main" id="{276A3E6A-9FC1-5209-1E1A-9192479A8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83" name="Text Box 11">
              <a:extLst>
                <a:ext uri="{FF2B5EF4-FFF2-40B4-BE49-F238E27FC236}">
                  <a16:creationId xmlns:a16="http://schemas.microsoft.com/office/drawing/2014/main" id="{63E27D2B-83D6-9DF5-221C-17192D990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5642" name="Group 12">
            <a:extLst>
              <a:ext uri="{FF2B5EF4-FFF2-40B4-BE49-F238E27FC236}">
                <a16:creationId xmlns:a16="http://schemas.microsoft.com/office/drawing/2014/main" id="{7EAA6F31-9A64-56DC-278A-8D44ED6456B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5680" name="Oval 13">
              <a:extLst>
                <a:ext uri="{FF2B5EF4-FFF2-40B4-BE49-F238E27FC236}">
                  <a16:creationId xmlns:a16="http://schemas.microsoft.com/office/drawing/2014/main" id="{161B21F1-C5D2-F4C4-66FC-140B139B4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81" name="Text Box 14">
              <a:extLst>
                <a:ext uri="{FF2B5EF4-FFF2-40B4-BE49-F238E27FC236}">
                  <a16:creationId xmlns:a16="http://schemas.microsoft.com/office/drawing/2014/main" id="{475C7E4D-AAFF-5356-EAC5-79D7E02B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5643" name="Group 15">
            <a:extLst>
              <a:ext uri="{FF2B5EF4-FFF2-40B4-BE49-F238E27FC236}">
                <a16:creationId xmlns:a16="http://schemas.microsoft.com/office/drawing/2014/main" id="{2981A86E-CDF0-4D8C-421F-C139EEE526F6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5678" name="Oval 16">
              <a:extLst>
                <a:ext uri="{FF2B5EF4-FFF2-40B4-BE49-F238E27FC236}">
                  <a16:creationId xmlns:a16="http://schemas.microsoft.com/office/drawing/2014/main" id="{BF1437CC-D1CB-A361-A30C-15E521FF4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79" name="Text Box 17">
              <a:extLst>
                <a:ext uri="{FF2B5EF4-FFF2-40B4-BE49-F238E27FC236}">
                  <a16:creationId xmlns:a16="http://schemas.microsoft.com/office/drawing/2014/main" id="{EF2F9891-2F43-8543-AFC9-1AF4C41D0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5644" name="Group 18">
            <a:extLst>
              <a:ext uri="{FF2B5EF4-FFF2-40B4-BE49-F238E27FC236}">
                <a16:creationId xmlns:a16="http://schemas.microsoft.com/office/drawing/2014/main" id="{0385DCC2-BEB1-64AD-4166-0D625AC2586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5676" name="Oval 19">
              <a:extLst>
                <a:ext uri="{FF2B5EF4-FFF2-40B4-BE49-F238E27FC236}">
                  <a16:creationId xmlns:a16="http://schemas.microsoft.com/office/drawing/2014/main" id="{7DCA56AB-AAFC-2365-6FA4-D21D9C45F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77" name="Text Box 20">
              <a:extLst>
                <a:ext uri="{FF2B5EF4-FFF2-40B4-BE49-F238E27FC236}">
                  <a16:creationId xmlns:a16="http://schemas.microsoft.com/office/drawing/2014/main" id="{CE64C8EB-B7B7-3F88-DCE9-9F7A75E6A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5645" name="Group 21">
            <a:extLst>
              <a:ext uri="{FF2B5EF4-FFF2-40B4-BE49-F238E27FC236}">
                <a16:creationId xmlns:a16="http://schemas.microsoft.com/office/drawing/2014/main" id="{F2655BD1-49D9-0E35-8057-40E37E4F4432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5674" name="Oval 22">
              <a:extLst>
                <a:ext uri="{FF2B5EF4-FFF2-40B4-BE49-F238E27FC236}">
                  <a16:creationId xmlns:a16="http://schemas.microsoft.com/office/drawing/2014/main" id="{647011D4-EB00-E4DB-298A-C25804219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75" name="Text Box 23">
              <a:extLst>
                <a:ext uri="{FF2B5EF4-FFF2-40B4-BE49-F238E27FC236}">
                  <a16:creationId xmlns:a16="http://schemas.microsoft.com/office/drawing/2014/main" id="{77360020-1DF5-8A6A-A8E2-A2BFCE8C4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5646" name="Line 24">
            <a:extLst>
              <a:ext uri="{FF2B5EF4-FFF2-40B4-BE49-F238E27FC236}">
                <a16:creationId xmlns:a16="http://schemas.microsoft.com/office/drawing/2014/main" id="{D6411986-8809-9FC2-BF73-DFF6E1DA4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47" name="Line 25">
            <a:extLst>
              <a:ext uri="{FF2B5EF4-FFF2-40B4-BE49-F238E27FC236}">
                <a16:creationId xmlns:a16="http://schemas.microsoft.com/office/drawing/2014/main" id="{3124B08A-A8FC-D5B6-211B-93E7C8CA6D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48" name="Text Box 26">
            <a:extLst>
              <a:ext uri="{FF2B5EF4-FFF2-40B4-BE49-F238E27FC236}">
                <a16:creationId xmlns:a16="http://schemas.microsoft.com/office/drawing/2014/main" id="{032FC13C-38C1-34E9-BEB9-CD476FE27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49" name="Text Box 27">
            <a:extLst>
              <a:ext uri="{FF2B5EF4-FFF2-40B4-BE49-F238E27FC236}">
                <a16:creationId xmlns:a16="http://schemas.microsoft.com/office/drawing/2014/main" id="{DF09D8DA-6A16-C4C9-2859-A2B651457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5650" name="Group 28">
            <a:extLst>
              <a:ext uri="{FF2B5EF4-FFF2-40B4-BE49-F238E27FC236}">
                <a16:creationId xmlns:a16="http://schemas.microsoft.com/office/drawing/2014/main" id="{B268EA40-B8A5-9657-AA50-9F23203BF60F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5672" name="Oval 29">
              <a:extLst>
                <a:ext uri="{FF2B5EF4-FFF2-40B4-BE49-F238E27FC236}">
                  <a16:creationId xmlns:a16="http://schemas.microsoft.com/office/drawing/2014/main" id="{7BA45C19-4748-F03B-6E9B-888ADD3EA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73" name="Text Box 30">
              <a:extLst>
                <a:ext uri="{FF2B5EF4-FFF2-40B4-BE49-F238E27FC236}">
                  <a16:creationId xmlns:a16="http://schemas.microsoft.com/office/drawing/2014/main" id="{E72099E4-1B1D-E15F-2E67-6DACF16BD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5651" name="Group 31">
            <a:extLst>
              <a:ext uri="{FF2B5EF4-FFF2-40B4-BE49-F238E27FC236}">
                <a16:creationId xmlns:a16="http://schemas.microsoft.com/office/drawing/2014/main" id="{129F8D2A-3814-A22C-59C3-B082AF09279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5670" name="Oval 32">
              <a:extLst>
                <a:ext uri="{FF2B5EF4-FFF2-40B4-BE49-F238E27FC236}">
                  <a16:creationId xmlns:a16="http://schemas.microsoft.com/office/drawing/2014/main" id="{B4510922-3A1D-4951-9B43-ACDA7A202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671" name="Text Box 33">
              <a:extLst>
                <a:ext uri="{FF2B5EF4-FFF2-40B4-BE49-F238E27FC236}">
                  <a16:creationId xmlns:a16="http://schemas.microsoft.com/office/drawing/2014/main" id="{97EB2B3E-A329-4B2C-5814-F93AE0810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5652" name="Line 34">
            <a:extLst>
              <a:ext uri="{FF2B5EF4-FFF2-40B4-BE49-F238E27FC236}">
                <a16:creationId xmlns:a16="http://schemas.microsoft.com/office/drawing/2014/main" id="{120115AA-3ECB-744D-C666-DF746C7C4F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3" name="Line 35">
            <a:extLst>
              <a:ext uri="{FF2B5EF4-FFF2-40B4-BE49-F238E27FC236}">
                <a16:creationId xmlns:a16="http://schemas.microsoft.com/office/drawing/2014/main" id="{6EB376F7-4F90-80CA-F93D-200A843CC9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4" name="Line 36">
            <a:extLst>
              <a:ext uri="{FF2B5EF4-FFF2-40B4-BE49-F238E27FC236}">
                <a16:creationId xmlns:a16="http://schemas.microsoft.com/office/drawing/2014/main" id="{F8EAD1F3-49CC-37E3-E1E9-614CF26E2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5" name="Text Box 37">
            <a:extLst>
              <a:ext uri="{FF2B5EF4-FFF2-40B4-BE49-F238E27FC236}">
                <a16:creationId xmlns:a16="http://schemas.microsoft.com/office/drawing/2014/main" id="{F5D440A5-3F20-71D6-4587-85CA8D73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56" name="Line 38">
            <a:extLst>
              <a:ext uri="{FF2B5EF4-FFF2-40B4-BE49-F238E27FC236}">
                <a16:creationId xmlns:a16="http://schemas.microsoft.com/office/drawing/2014/main" id="{55B20549-6E43-3CFB-14C0-7C5AFB159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7" name="Line 39">
            <a:extLst>
              <a:ext uri="{FF2B5EF4-FFF2-40B4-BE49-F238E27FC236}">
                <a16:creationId xmlns:a16="http://schemas.microsoft.com/office/drawing/2014/main" id="{56424C4E-C40D-08E6-F43B-53C4AFAB7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8" name="Line 40">
            <a:extLst>
              <a:ext uri="{FF2B5EF4-FFF2-40B4-BE49-F238E27FC236}">
                <a16:creationId xmlns:a16="http://schemas.microsoft.com/office/drawing/2014/main" id="{17F10339-94A8-3FB8-D49A-2684A8BEF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9" name="Line 41">
            <a:extLst>
              <a:ext uri="{FF2B5EF4-FFF2-40B4-BE49-F238E27FC236}">
                <a16:creationId xmlns:a16="http://schemas.microsoft.com/office/drawing/2014/main" id="{134733AE-F6F1-F162-0D58-C00526B5AC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60" name="Text Box 42">
            <a:extLst>
              <a:ext uri="{FF2B5EF4-FFF2-40B4-BE49-F238E27FC236}">
                <a16:creationId xmlns:a16="http://schemas.microsoft.com/office/drawing/2014/main" id="{9FCE2F24-10A6-A2AB-C08C-DF9E2813C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5661" name="Text Box 43">
            <a:extLst>
              <a:ext uri="{FF2B5EF4-FFF2-40B4-BE49-F238E27FC236}">
                <a16:creationId xmlns:a16="http://schemas.microsoft.com/office/drawing/2014/main" id="{4FAAD10D-3158-C15B-9B69-644231280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5662" name="Text Box 44">
            <a:extLst>
              <a:ext uri="{FF2B5EF4-FFF2-40B4-BE49-F238E27FC236}">
                <a16:creationId xmlns:a16="http://schemas.microsoft.com/office/drawing/2014/main" id="{5A7CE051-C572-0C26-E71F-158572F18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63" name="Text Box 45">
            <a:extLst>
              <a:ext uri="{FF2B5EF4-FFF2-40B4-BE49-F238E27FC236}">
                <a16:creationId xmlns:a16="http://schemas.microsoft.com/office/drawing/2014/main" id="{8985792A-5350-4971-A0AE-CE20E2D5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64" name="Text Box 46">
            <a:extLst>
              <a:ext uri="{FF2B5EF4-FFF2-40B4-BE49-F238E27FC236}">
                <a16:creationId xmlns:a16="http://schemas.microsoft.com/office/drawing/2014/main" id="{36D19DA7-213C-B0B0-05EC-21BBED534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65" name="Text Box 47">
            <a:extLst>
              <a:ext uri="{FF2B5EF4-FFF2-40B4-BE49-F238E27FC236}">
                <a16:creationId xmlns:a16="http://schemas.microsoft.com/office/drawing/2014/main" id="{435EE0E1-B1E4-2210-A43D-385AEE688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66" name="Text Box 48">
            <a:extLst>
              <a:ext uri="{FF2B5EF4-FFF2-40B4-BE49-F238E27FC236}">
                <a16:creationId xmlns:a16="http://schemas.microsoft.com/office/drawing/2014/main" id="{8F045A4A-1EAD-86EA-F375-D28FBB32F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67" name="Text Box 49">
            <a:extLst>
              <a:ext uri="{FF2B5EF4-FFF2-40B4-BE49-F238E27FC236}">
                <a16:creationId xmlns:a16="http://schemas.microsoft.com/office/drawing/2014/main" id="{B75E1B7C-E30C-B06F-C40A-0E82EF7F1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5668" name="Text Box 85">
            <a:extLst>
              <a:ext uri="{FF2B5EF4-FFF2-40B4-BE49-F238E27FC236}">
                <a16:creationId xmlns:a16="http://schemas.microsoft.com/office/drawing/2014/main" id="{8D48EC78-D69B-93E8-2640-80C2C01A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5669" name="Line 86">
            <a:extLst>
              <a:ext uri="{FF2B5EF4-FFF2-40B4-BE49-F238E27FC236}">
                <a16:creationId xmlns:a16="http://schemas.microsoft.com/office/drawing/2014/main" id="{508D9646-691B-4714-9FD1-A9DD3DEC88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343400"/>
            <a:ext cx="914400" cy="15240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09AFF5-C56B-9205-F387-9DF1B1B48C0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418" name="Group 50">
            <a:extLst>
              <a:ext uri="{FF2B5EF4-FFF2-40B4-BE49-F238E27FC236}">
                <a16:creationId xmlns:a16="http://schemas.microsoft.com/office/drawing/2014/main" id="{29DD0768-B242-C6F9-6394-84480B20B272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739477336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6663" name="Group 3">
            <a:extLst>
              <a:ext uri="{FF2B5EF4-FFF2-40B4-BE49-F238E27FC236}">
                <a16:creationId xmlns:a16="http://schemas.microsoft.com/office/drawing/2014/main" id="{BEEDA378-EFB2-0CB6-F61B-F6C759354171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6710" name="Oval 4">
              <a:extLst>
                <a:ext uri="{FF2B5EF4-FFF2-40B4-BE49-F238E27FC236}">
                  <a16:creationId xmlns:a16="http://schemas.microsoft.com/office/drawing/2014/main" id="{21255ECE-C498-84C8-AF54-327DBDD64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711" name="Text Box 5">
              <a:extLst>
                <a:ext uri="{FF2B5EF4-FFF2-40B4-BE49-F238E27FC236}">
                  <a16:creationId xmlns:a16="http://schemas.microsoft.com/office/drawing/2014/main" id="{B807F6F1-683E-CA6B-4BBB-47143DA66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6664" name="Group 6">
            <a:extLst>
              <a:ext uri="{FF2B5EF4-FFF2-40B4-BE49-F238E27FC236}">
                <a16:creationId xmlns:a16="http://schemas.microsoft.com/office/drawing/2014/main" id="{11C1E30E-9649-1D5C-69AB-2B0B9CE1A431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6708" name="Oval 7">
              <a:extLst>
                <a:ext uri="{FF2B5EF4-FFF2-40B4-BE49-F238E27FC236}">
                  <a16:creationId xmlns:a16="http://schemas.microsoft.com/office/drawing/2014/main" id="{D15EADBE-C986-6DC3-B719-C9BE5937F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709" name="Text Box 8">
              <a:extLst>
                <a:ext uri="{FF2B5EF4-FFF2-40B4-BE49-F238E27FC236}">
                  <a16:creationId xmlns:a16="http://schemas.microsoft.com/office/drawing/2014/main" id="{A38A2097-0934-03F1-FF77-B0A8A717F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6665" name="Group 9">
            <a:extLst>
              <a:ext uri="{FF2B5EF4-FFF2-40B4-BE49-F238E27FC236}">
                <a16:creationId xmlns:a16="http://schemas.microsoft.com/office/drawing/2014/main" id="{185A82CA-73F1-CCD4-B5A6-AFD942E05E1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6706" name="Oval 10">
              <a:extLst>
                <a:ext uri="{FF2B5EF4-FFF2-40B4-BE49-F238E27FC236}">
                  <a16:creationId xmlns:a16="http://schemas.microsoft.com/office/drawing/2014/main" id="{D99D3583-44E3-CAE5-12A6-8421312D3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707" name="Text Box 11">
              <a:extLst>
                <a:ext uri="{FF2B5EF4-FFF2-40B4-BE49-F238E27FC236}">
                  <a16:creationId xmlns:a16="http://schemas.microsoft.com/office/drawing/2014/main" id="{C6C1EDBE-0530-DE69-663E-00F550AC5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6666" name="Group 12">
            <a:extLst>
              <a:ext uri="{FF2B5EF4-FFF2-40B4-BE49-F238E27FC236}">
                <a16:creationId xmlns:a16="http://schemas.microsoft.com/office/drawing/2014/main" id="{07E09D7C-475D-073E-8B54-985C3FA7193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6704" name="Oval 13">
              <a:extLst>
                <a:ext uri="{FF2B5EF4-FFF2-40B4-BE49-F238E27FC236}">
                  <a16:creationId xmlns:a16="http://schemas.microsoft.com/office/drawing/2014/main" id="{5CEB1322-80F0-4E3C-497D-146534971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705" name="Text Box 14">
              <a:extLst>
                <a:ext uri="{FF2B5EF4-FFF2-40B4-BE49-F238E27FC236}">
                  <a16:creationId xmlns:a16="http://schemas.microsoft.com/office/drawing/2014/main" id="{A7D4567F-78E1-D367-B543-678D10C76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6667" name="Group 15">
            <a:extLst>
              <a:ext uri="{FF2B5EF4-FFF2-40B4-BE49-F238E27FC236}">
                <a16:creationId xmlns:a16="http://schemas.microsoft.com/office/drawing/2014/main" id="{56712687-4187-75D4-605F-766B23CCD33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6702" name="Oval 16">
              <a:extLst>
                <a:ext uri="{FF2B5EF4-FFF2-40B4-BE49-F238E27FC236}">
                  <a16:creationId xmlns:a16="http://schemas.microsoft.com/office/drawing/2014/main" id="{C23EBC46-E7C5-784B-47FD-A74F4B562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703" name="Text Box 17">
              <a:extLst>
                <a:ext uri="{FF2B5EF4-FFF2-40B4-BE49-F238E27FC236}">
                  <a16:creationId xmlns:a16="http://schemas.microsoft.com/office/drawing/2014/main" id="{23FB995B-3AF4-C4F8-A48F-D4E9A5D9F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6668" name="Group 18">
            <a:extLst>
              <a:ext uri="{FF2B5EF4-FFF2-40B4-BE49-F238E27FC236}">
                <a16:creationId xmlns:a16="http://schemas.microsoft.com/office/drawing/2014/main" id="{8488DC0C-F634-8B40-C512-10A53CA232C2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6700" name="Oval 19">
              <a:extLst>
                <a:ext uri="{FF2B5EF4-FFF2-40B4-BE49-F238E27FC236}">
                  <a16:creationId xmlns:a16="http://schemas.microsoft.com/office/drawing/2014/main" id="{D75C6FAB-68D9-D998-E973-160645738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701" name="Text Box 20">
              <a:extLst>
                <a:ext uri="{FF2B5EF4-FFF2-40B4-BE49-F238E27FC236}">
                  <a16:creationId xmlns:a16="http://schemas.microsoft.com/office/drawing/2014/main" id="{CACDBD0A-BF70-9D4A-FCAB-9A05311A3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6669" name="Group 21">
            <a:extLst>
              <a:ext uri="{FF2B5EF4-FFF2-40B4-BE49-F238E27FC236}">
                <a16:creationId xmlns:a16="http://schemas.microsoft.com/office/drawing/2014/main" id="{929F396E-AC54-5DBE-0717-390A46C21155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6698" name="Oval 22">
              <a:extLst>
                <a:ext uri="{FF2B5EF4-FFF2-40B4-BE49-F238E27FC236}">
                  <a16:creationId xmlns:a16="http://schemas.microsoft.com/office/drawing/2014/main" id="{C032991E-E530-7987-81D4-FAB4A8940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699" name="Text Box 23">
              <a:extLst>
                <a:ext uri="{FF2B5EF4-FFF2-40B4-BE49-F238E27FC236}">
                  <a16:creationId xmlns:a16="http://schemas.microsoft.com/office/drawing/2014/main" id="{A6C131C9-C1C6-84FB-76D6-BF0089FA5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6670" name="Line 24">
            <a:extLst>
              <a:ext uri="{FF2B5EF4-FFF2-40B4-BE49-F238E27FC236}">
                <a16:creationId xmlns:a16="http://schemas.microsoft.com/office/drawing/2014/main" id="{2691A1E1-189C-4F24-B38F-DA2A00FE4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1" name="Line 25">
            <a:extLst>
              <a:ext uri="{FF2B5EF4-FFF2-40B4-BE49-F238E27FC236}">
                <a16:creationId xmlns:a16="http://schemas.microsoft.com/office/drawing/2014/main" id="{67426321-9C6D-705A-4483-96D8BC81F8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2" name="Text Box 26">
            <a:extLst>
              <a:ext uri="{FF2B5EF4-FFF2-40B4-BE49-F238E27FC236}">
                <a16:creationId xmlns:a16="http://schemas.microsoft.com/office/drawing/2014/main" id="{CD3C3805-5D74-06D9-9074-2BB8548D2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73" name="Text Box 27">
            <a:extLst>
              <a:ext uri="{FF2B5EF4-FFF2-40B4-BE49-F238E27FC236}">
                <a16:creationId xmlns:a16="http://schemas.microsoft.com/office/drawing/2014/main" id="{3E823C6D-CE85-FEB8-3B97-016C2184E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6674" name="Group 28">
            <a:extLst>
              <a:ext uri="{FF2B5EF4-FFF2-40B4-BE49-F238E27FC236}">
                <a16:creationId xmlns:a16="http://schemas.microsoft.com/office/drawing/2014/main" id="{C1954501-0779-1618-79A4-30C3F0653D66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6696" name="Oval 29">
              <a:extLst>
                <a:ext uri="{FF2B5EF4-FFF2-40B4-BE49-F238E27FC236}">
                  <a16:creationId xmlns:a16="http://schemas.microsoft.com/office/drawing/2014/main" id="{3DE46952-DFDD-54E0-0400-7623C5B4B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697" name="Text Box 30">
              <a:extLst>
                <a:ext uri="{FF2B5EF4-FFF2-40B4-BE49-F238E27FC236}">
                  <a16:creationId xmlns:a16="http://schemas.microsoft.com/office/drawing/2014/main" id="{368542EE-07F5-F95F-CBEF-F1137E1C8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6675" name="Group 31">
            <a:extLst>
              <a:ext uri="{FF2B5EF4-FFF2-40B4-BE49-F238E27FC236}">
                <a16:creationId xmlns:a16="http://schemas.microsoft.com/office/drawing/2014/main" id="{CEEF9471-6AEE-A756-EE6D-DE64BF343F9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6694" name="Oval 32">
              <a:extLst>
                <a:ext uri="{FF2B5EF4-FFF2-40B4-BE49-F238E27FC236}">
                  <a16:creationId xmlns:a16="http://schemas.microsoft.com/office/drawing/2014/main" id="{E55A4DDE-1196-F0B1-A9B5-4CE390D51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695" name="Text Box 33">
              <a:extLst>
                <a:ext uri="{FF2B5EF4-FFF2-40B4-BE49-F238E27FC236}">
                  <a16:creationId xmlns:a16="http://schemas.microsoft.com/office/drawing/2014/main" id="{215F9077-A595-0D8E-3D1F-FE3542F14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6676" name="Line 34">
            <a:extLst>
              <a:ext uri="{FF2B5EF4-FFF2-40B4-BE49-F238E27FC236}">
                <a16:creationId xmlns:a16="http://schemas.microsoft.com/office/drawing/2014/main" id="{BE71DF8A-E583-C337-C757-30C689E248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7" name="Line 35">
            <a:extLst>
              <a:ext uri="{FF2B5EF4-FFF2-40B4-BE49-F238E27FC236}">
                <a16:creationId xmlns:a16="http://schemas.microsoft.com/office/drawing/2014/main" id="{47547828-BF00-44C2-B81C-20B19143D6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8" name="Line 36">
            <a:extLst>
              <a:ext uri="{FF2B5EF4-FFF2-40B4-BE49-F238E27FC236}">
                <a16:creationId xmlns:a16="http://schemas.microsoft.com/office/drawing/2014/main" id="{CE54851E-1263-0AF0-949B-B1972CFC0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9" name="Text Box 37">
            <a:extLst>
              <a:ext uri="{FF2B5EF4-FFF2-40B4-BE49-F238E27FC236}">
                <a16:creationId xmlns:a16="http://schemas.microsoft.com/office/drawing/2014/main" id="{C35F81EF-2621-AE9C-330B-218CF2367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80" name="Line 38">
            <a:extLst>
              <a:ext uri="{FF2B5EF4-FFF2-40B4-BE49-F238E27FC236}">
                <a16:creationId xmlns:a16="http://schemas.microsoft.com/office/drawing/2014/main" id="{0B7B62D8-5074-EB91-574A-51B6AF3AB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81" name="Line 39">
            <a:extLst>
              <a:ext uri="{FF2B5EF4-FFF2-40B4-BE49-F238E27FC236}">
                <a16:creationId xmlns:a16="http://schemas.microsoft.com/office/drawing/2014/main" id="{B9ADBE10-D2BE-217B-4E9C-F34F721167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82" name="Line 40">
            <a:extLst>
              <a:ext uri="{FF2B5EF4-FFF2-40B4-BE49-F238E27FC236}">
                <a16:creationId xmlns:a16="http://schemas.microsoft.com/office/drawing/2014/main" id="{D5F3686E-B7B4-A7D4-C049-6E26EA7F19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83" name="Line 41">
            <a:extLst>
              <a:ext uri="{FF2B5EF4-FFF2-40B4-BE49-F238E27FC236}">
                <a16:creationId xmlns:a16="http://schemas.microsoft.com/office/drawing/2014/main" id="{DFDD9C95-A6ED-5FC2-A641-FFC12704EE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84" name="Text Box 42">
            <a:extLst>
              <a:ext uri="{FF2B5EF4-FFF2-40B4-BE49-F238E27FC236}">
                <a16:creationId xmlns:a16="http://schemas.microsoft.com/office/drawing/2014/main" id="{49608BB2-0C3B-B009-432D-8B97E16DA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6685" name="Text Box 43">
            <a:extLst>
              <a:ext uri="{FF2B5EF4-FFF2-40B4-BE49-F238E27FC236}">
                <a16:creationId xmlns:a16="http://schemas.microsoft.com/office/drawing/2014/main" id="{E7E184A2-213A-8588-F872-D02799867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6686" name="Text Box 44">
            <a:extLst>
              <a:ext uri="{FF2B5EF4-FFF2-40B4-BE49-F238E27FC236}">
                <a16:creationId xmlns:a16="http://schemas.microsoft.com/office/drawing/2014/main" id="{5345EEF7-66BA-AD66-C998-6474987A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87" name="Text Box 45">
            <a:extLst>
              <a:ext uri="{FF2B5EF4-FFF2-40B4-BE49-F238E27FC236}">
                <a16:creationId xmlns:a16="http://schemas.microsoft.com/office/drawing/2014/main" id="{FC6BA1A1-0AE6-8577-FE45-464478B0A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88" name="Text Box 46">
            <a:extLst>
              <a:ext uri="{FF2B5EF4-FFF2-40B4-BE49-F238E27FC236}">
                <a16:creationId xmlns:a16="http://schemas.microsoft.com/office/drawing/2014/main" id="{FC25DCE3-BFCC-9E13-C418-3C6E1A52F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89" name="Text Box 47">
            <a:extLst>
              <a:ext uri="{FF2B5EF4-FFF2-40B4-BE49-F238E27FC236}">
                <a16:creationId xmlns:a16="http://schemas.microsoft.com/office/drawing/2014/main" id="{5DBC45FE-E286-68F2-4F4F-E9C842222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90" name="Text Box 48">
            <a:extLst>
              <a:ext uri="{FF2B5EF4-FFF2-40B4-BE49-F238E27FC236}">
                <a16:creationId xmlns:a16="http://schemas.microsoft.com/office/drawing/2014/main" id="{F5049BB4-CBA8-5F0C-036E-B1B150794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91" name="Text Box 49">
            <a:extLst>
              <a:ext uri="{FF2B5EF4-FFF2-40B4-BE49-F238E27FC236}">
                <a16:creationId xmlns:a16="http://schemas.microsoft.com/office/drawing/2014/main" id="{D8A43A6C-55D5-7501-2CCF-53D56BD1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6692" name="Text Box 85">
            <a:extLst>
              <a:ext uri="{FF2B5EF4-FFF2-40B4-BE49-F238E27FC236}">
                <a16:creationId xmlns:a16="http://schemas.microsoft.com/office/drawing/2014/main" id="{180FF1FE-BF06-57A6-450D-C7D3D05D7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6693" name="Line 86">
            <a:extLst>
              <a:ext uri="{FF2B5EF4-FFF2-40B4-BE49-F238E27FC236}">
                <a16:creationId xmlns:a16="http://schemas.microsoft.com/office/drawing/2014/main" id="{91985AE8-623C-F273-7638-BD2B1A7F4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419600"/>
            <a:ext cx="457200" cy="15240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A05835-BFFD-813A-1C60-447BA05AE94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442" name="Group 50">
            <a:extLst>
              <a:ext uri="{FF2B5EF4-FFF2-40B4-BE49-F238E27FC236}">
                <a16:creationId xmlns:a16="http://schemas.microsoft.com/office/drawing/2014/main" id="{B2972BA7-48E1-D160-EA3E-B39662D48633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808298682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7687" name="Group 3">
            <a:extLst>
              <a:ext uri="{FF2B5EF4-FFF2-40B4-BE49-F238E27FC236}">
                <a16:creationId xmlns:a16="http://schemas.microsoft.com/office/drawing/2014/main" id="{085843A7-AE86-E144-ED6B-DCFDE2740A6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27734" name="Oval 4">
              <a:extLst>
                <a:ext uri="{FF2B5EF4-FFF2-40B4-BE49-F238E27FC236}">
                  <a16:creationId xmlns:a16="http://schemas.microsoft.com/office/drawing/2014/main" id="{BDDE2D74-C6FE-51A1-1AB7-3E5BF95F5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35" name="Text Box 5">
              <a:extLst>
                <a:ext uri="{FF2B5EF4-FFF2-40B4-BE49-F238E27FC236}">
                  <a16:creationId xmlns:a16="http://schemas.microsoft.com/office/drawing/2014/main" id="{6AD18608-EA42-3F4C-3B3B-D3DF24281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7688" name="Group 6">
            <a:extLst>
              <a:ext uri="{FF2B5EF4-FFF2-40B4-BE49-F238E27FC236}">
                <a16:creationId xmlns:a16="http://schemas.microsoft.com/office/drawing/2014/main" id="{CCE94805-B928-0089-5FAF-CE3858AB044D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27732" name="Oval 7">
              <a:extLst>
                <a:ext uri="{FF2B5EF4-FFF2-40B4-BE49-F238E27FC236}">
                  <a16:creationId xmlns:a16="http://schemas.microsoft.com/office/drawing/2014/main" id="{19AB8824-4DA3-088F-150A-00EF162F2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33" name="Text Box 8">
              <a:extLst>
                <a:ext uri="{FF2B5EF4-FFF2-40B4-BE49-F238E27FC236}">
                  <a16:creationId xmlns:a16="http://schemas.microsoft.com/office/drawing/2014/main" id="{26E618EB-8BF4-E648-C01B-FB1DABA4E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7689" name="Group 9">
            <a:extLst>
              <a:ext uri="{FF2B5EF4-FFF2-40B4-BE49-F238E27FC236}">
                <a16:creationId xmlns:a16="http://schemas.microsoft.com/office/drawing/2014/main" id="{E5E3CDAB-AD1F-C7CA-2A6D-6BCBFACCA55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27730" name="Oval 10">
              <a:extLst>
                <a:ext uri="{FF2B5EF4-FFF2-40B4-BE49-F238E27FC236}">
                  <a16:creationId xmlns:a16="http://schemas.microsoft.com/office/drawing/2014/main" id="{F196C242-EE4A-24C7-4C89-F2FBBE10C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31" name="Text Box 11">
              <a:extLst>
                <a:ext uri="{FF2B5EF4-FFF2-40B4-BE49-F238E27FC236}">
                  <a16:creationId xmlns:a16="http://schemas.microsoft.com/office/drawing/2014/main" id="{795F0CA6-C7A7-241D-0E50-D72139CC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7690" name="Group 12">
            <a:extLst>
              <a:ext uri="{FF2B5EF4-FFF2-40B4-BE49-F238E27FC236}">
                <a16:creationId xmlns:a16="http://schemas.microsoft.com/office/drawing/2014/main" id="{68920186-60CF-4631-5561-4A1A260386A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27728" name="Oval 13">
              <a:extLst>
                <a:ext uri="{FF2B5EF4-FFF2-40B4-BE49-F238E27FC236}">
                  <a16:creationId xmlns:a16="http://schemas.microsoft.com/office/drawing/2014/main" id="{3D4EBE0E-52AA-FC01-F2E2-FC8FA0CA6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29" name="Text Box 14">
              <a:extLst>
                <a:ext uri="{FF2B5EF4-FFF2-40B4-BE49-F238E27FC236}">
                  <a16:creationId xmlns:a16="http://schemas.microsoft.com/office/drawing/2014/main" id="{1BD93481-0465-03E1-EDD3-2971B42DB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7691" name="Group 15">
            <a:extLst>
              <a:ext uri="{FF2B5EF4-FFF2-40B4-BE49-F238E27FC236}">
                <a16:creationId xmlns:a16="http://schemas.microsoft.com/office/drawing/2014/main" id="{B3FFFE34-B096-1A2F-D25A-E24C72350912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27726" name="Oval 16">
              <a:extLst>
                <a:ext uri="{FF2B5EF4-FFF2-40B4-BE49-F238E27FC236}">
                  <a16:creationId xmlns:a16="http://schemas.microsoft.com/office/drawing/2014/main" id="{1DBDB17C-9284-7935-A0AF-8906F40C1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27" name="Text Box 17">
              <a:extLst>
                <a:ext uri="{FF2B5EF4-FFF2-40B4-BE49-F238E27FC236}">
                  <a16:creationId xmlns:a16="http://schemas.microsoft.com/office/drawing/2014/main" id="{6E3571A5-EE32-1F24-AA4B-757EF234D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7692" name="Group 18">
            <a:extLst>
              <a:ext uri="{FF2B5EF4-FFF2-40B4-BE49-F238E27FC236}">
                <a16:creationId xmlns:a16="http://schemas.microsoft.com/office/drawing/2014/main" id="{9DA041F0-CBFC-216D-0279-09715EC479D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27724" name="Oval 19">
              <a:extLst>
                <a:ext uri="{FF2B5EF4-FFF2-40B4-BE49-F238E27FC236}">
                  <a16:creationId xmlns:a16="http://schemas.microsoft.com/office/drawing/2014/main" id="{377E3C6E-3EBD-3AC3-9991-6048224BC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25" name="Text Box 20">
              <a:extLst>
                <a:ext uri="{FF2B5EF4-FFF2-40B4-BE49-F238E27FC236}">
                  <a16:creationId xmlns:a16="http://schemas.microsoft.com/office/drawing/2014/main" id="{E265ABCB-C22E-C169-9E4B-45AEE167F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7693" name="Group 21">
            <a:extLst>
              <a:ext uri="{FF2B5EF4-FFF2-40B4-BE49-F238E27FC236}">
                <a16:creationId xmlns:a16="http://schemas.microsoft.com/office/drawing/2014/main" id="{F3C7C494-1BED-9F88-2E8C-0D281D280542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27722" name="Oval 22">
              <a:extLst>
                <a:ext uri="{FF2B5EF4-FFF2-40B4-BE49-F238E27FC236}">
                  <a16:creationId xmlns:a16="http://schemas.microsoft.com/office/drawing/2014/main" id="{CA3C8255-BAB4-5041-A8C0-6E3AF3D82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23" name="Text Box 23">
              <a:extLst>
                <a:ext uri="{FF2B5EF4-FFF2-40B4-BE49-F238E27FC236}">
                  <a16:creationId xmlns:a16="http://schemas.microsoft.com/office/drawing/2014/main" id="{186B2472-E98F-0A53-08DC-5199D1769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7694" name="Line 24">
            <a:extLst>
              <a:ext uri="{FF2B5EF4-FFF2-40B4-BE49-F238E27FC236}">
                <a16:creationId xmlns:a16="http://schemas.microsoft.com/office/drawing/2014/main" id="{B35FEBD6-6525-B437-B268-25DCCA96D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5" name="Line 25">
            <a:extLst>
              <a:ext uri="{FF2B5EF4-FFF2-40B4-BE49-F238E27FC236}">
                <a16:creationId xmlns:a16="http://schemas.microsoft.com/office/drawing/2014/main" id="{0DB90F82-9894-1894-719B-67B3E3E317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6" name="Text Box 26">
            <a:extLst>
              <a:ext uri="{FF2B5EF4-FFF2-40B4-BE49-F238E27FC236}">
                <a16:creationId xmlns:a16="http://schemas.microsoft.com/office/drawing/2014/main" id="{20CD5243-B3D6-4F69-8F67-2E7EFE726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697" name="Text Box 27">
            <a:extLst>
              <a:ext uri="{FF2B5EF4-FFF2-40B4-BE49-F238E27FC236}">
                <a16:creationId xmlns:a16="http://schemas.microsoft.com/office/drawing/2014/main" id="{6DC9D89D-E365-2B55-45F1-B206BB5E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27698" name="Group 28">
            <a:extLst>
              <a:ext uri="{FF2B5EF4-FFF2-40B4-BE49-F238E27FC236}">
                <a16:creationId xmlns:a16="http://schemas.microsoft.com/office/drawing/2014/main" id="{89C4CB1E-EC43-3263-5EA2-4C1E3B9CB6A1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27720" name="Oval 29">
              <a:extLst>
                <a:ext uri="{FF2B5EF4-FFF2-40B4-BE49-F238E27FC236}">
                  <a16:creationId xmlns:a16="http://schemas.microsoft.com/office/drawing/2014/main" id="{99EABD3F-C48D-25DF-BAA6-9EFA0A6C9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21" name="Text Box 30">
              <a:extLst>
                <a:ext uri="{FF2B5EF4-FFF2-40B4-BE49-F238E27FC236}">
                  <a16:creationId xmlns:a16="http://schemas.microsoft.com/office/drawing/2014/main" id="{4D2F599A-B5FF-5E1B-E4FB-92045962F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27699" name="Group 31">
            <a:extLst>
              <a:ext uri="{FF2B5EF4-FFF2-40B4-BE49-F238E27FC236}">
                <a16:creationId xmlns:a16="http://schemas.microsoft.com/office/drawing/2014/main" id="{7ACB1C8C-B8B0-9090-3FEF-CFA42560B26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27718" name="Oval 32">
              <a:extLst>
                <a:ext uri="{FF2B5EF4-FFF2-40B4-BE49-F238E27FC236}">
                  <a16:creationId xmlns:a16="http://schemas.microsoft.com/office/drawing/2014/main" id="{B6959507-FF62-E6F7-C1FF-D7EF4A4FF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7719" name="Text Box 33">
              <a:extLst>
                <a:ext uri="{FF2B5EF4-FFF2-40B4-BE49-F238E27FC236}">
                  <a16:creationId xmlns:a16="http://schemas.microsoft.com/office/drawing/2014/main" id="{28595350-707B-A64A-AA43-C4F19E82DD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7700" name="Line 34">
            <a:extLst>
              <a:ext uri="{FF2B5EF4-FFF2-40B4-BE49-F238E27FC236}">
                <a16:creationId xmlns:a16="http://schemas.microsoft.com/office/drawing/2014/main" id="{0C7EA45F-E64C-DB95-6C9D-78F493FE34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1" name="Line 35">
            <a:extLst>
              <a:ext uri="{FF2B5EF4-FFF2-40B4-BE49-F238E27FC236}">
                <a16:creationId xmlns:a16="http://schemas.microsoft.com/office/drawing/2014/main" id="{54F3E935-B0A8-1598-03DF-A87AB0B02C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2" name="Line 36">
            <a:extLst>
              <a:ext uri="{FF2B5EF4-FFF2-40B4-BE49-F238E27FC236}">
                <a16:creationId xmlns:a16="http://schemas.microsoft.com/office/drawing/2014/main" id="{20D4A0EF-B775-C244-8976-406FFBBF0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3" name="Text Box 37">
            <a:extLst>
              <a:ext uri="{FF2B5EF4-FFF2-40B4-BE49-F238E27FC236}">
                <a16:creationId xmlns:a16="http://schemas.microsoft.com/office/drawing/2014/main" id="{E3088E65-B048-25E1-E93B-207777D28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704" name="Line 38">
            <a:extLst>
              <a:ext uri="{FF2B5EF4-FFF2-40B4-BE49-F238E27FC236}">
                <a16:creationId xmlns:a16="http://schemas.microsoft.com/office/drawing/2014/main" id="{5AB727D8-0D67-5921-2405-8FEA9C559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5" name="Line 39">
            <a:extLst>
              <a:ext uri="{FF2B5EF4-FFF2-40B4-BE49-F238E27FC236}">
                <a16:creationId xmlns:a16="http://schemas.microsoft.com/office/drawing/2014/main" id="{B74E9A2B-A1F8-2444-3740-ED188F957E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6" name="Line 40">
            <a:extLst>
              <a:ext uri="{FF2B5EF4-FFF2-40B4-BE49-F238E27FC236}">
                <a16:creationId xmlns:a16="http://schemas.microsoft.com/office/drawing/2014/main" id="{32BC081A-B95C-8A7A-E49E-853EC3E54A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7" name="Line 41">
            <a:extLst>
              <a:ext uri="{FF2B5EF4-FFF2-40B4-BE49-F238E27FC236}">
                <a16:creationId xmlns:a16="http://schemas.microsoft.com/office/drawing/2014/main" id="{100B873B-352D-31B0-C729-FF8E014504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8" name="Text Box 42">
            <a:extLst>
              <a:ext uri="{FF2B5EF4-FFF2-40B4-BE49-F238E27FC236}">
                <a16:creationId xmlns:a16="http://schemas.microsoft.com/office/drawing/2014/main" id="{645E90A6-0866-169A-D5B6-CE7213B68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7709" name="Text Box 43">
            <a:extLst>
              <a:ext uri="{FF2B5EF4-FFF2-40B4-BE49-F238E27FC236}">
                <a16:creationId xmlns:a16="http://schemas.microsoft.com/office/drawing/2014/main" id="{32845C1B-67C5-B0F5-F37B-D01BD30CA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7710" name="Text Box 44">
            <a:extLst>
              <a:ext uri="{FF2B5EF4-FFF2-40B4-BE49-F238E27FC236}">
                <a16:creationId xmlns:a16="http://schemas.microsoft.com/office/drawing/2014/main" id="{BD1DE952-F2D5-C29E-5D45-7CBA050B5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711" name="Text Box 45">
            <a:extLst>
              <a:ext uri="{FF2B5EF4-FFF2-40B4-BE49-F238E27FC236}">
                <a16:creationId xmlns:a16="http://schemas.microsoft.com/office/drawing/2014/main" id="{D26D06B2-F93F-6E1B-4589-9BAFA5F62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712" name="Text Box 46">
            <a:extLst>
              <a:ext uri="{FF2B5EF4-FFF2-40B4-BE49-F238E27FC236}">
                <a16:creationId xmlns:a16="http://schemas.microsoft.com/office/drawing/2014/main" id="{E92758B5-D1D5-5852-4D06-2295BFC6E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713" name="Text Box 47">
            <a:extLst>
              <a:ext uri="{FF2B5EF4-FFF2-40B4-BE49-F238E27FC236}">
                <a16:creationId xmlns:a16="http://schemas.microsoft.com/office/drawing/2014/main" id="{C4186E51-EDB0-BD5B-641D-B794745CE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714" name="Text Box 48">
            <a:extLst>
              <a:ext uri="{FF2B5EF4-FFF2-40B4-BE49-F238E27FC236}">
                <a16:creationId xmlns:a16="http://schemas.microsoft.com/office/drawing/2014/main" id="{5F415AA2-B660-E884-3B20-5AB36D8CE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715" name="Text Box 49">
            <a:extLst>
              <a:ext uri="{FF2B5EF4-FFF2-40B4-BE49-F238E27FC236}">
                <a16:creationId xmlns:a16="http://schemas.microsoft.com/office/drawing/2014/main" id="{41BC0034-4A1F-5B11-2916-0370F31D5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7716" name="Text Box 85">
            <a:extLst>
              <a:ext uri="{FF2B5EF4-FFF2-40B4-BE49-F238E27FC236}">
                <a16:creationId xmlns:a16="http://schemas.microsoft.com/office/drawing/2014/main" id="{F9C01761-98D6-7405-7C75-C287651F1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7717" name="Line 86">
            <a:extLst>
              <a:ext uri="{FF2B5EF4-FFF2-40B4-BE49-F238E27FC236}">
                <a16:creationId xmlns:a16="http://schemas.microsoft.com/office/drawing/2014/main" id="{7459C11A-EFCB-A463-864E-29DD4E4E1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181600"/>
            <a:ext cx="685800" cy="6858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DBB92B-3AE0-C0A0-E067-CBB3544F79B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586" name="Group 50">
            <a:extLst>
              <a:ext uri="{FF2B5EF4-FFF2-40B4-BE49-F238E27FC236}">
                <a16:creationId xmlns:a16="http://schemas.microsoft.com/office/drawing/2014/main" id="{CC847059-D3E1-1BB2-1CFD-5A683C9DDCF5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183000319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711" name="Text Box 49">
            <a:extLst>
              <a:ext uri="{FF2B5EF4-FFF2-40B4-BE49-F238E27FC236}">
                <a16:creationId xmlns:a16="http://schemas.microsoft.com/office/drawing/2014/main" id="{8504A2D9-0E41-80F3-8288-B448C5E49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43600"/>
            <a:ext cx="548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ahoma" panose="020B0604030504040204" pitchFamily="34" charset="0"/>
              </a:rPr>
              <a:t>f(n) = h </a:t>
            </a:r>
            <a:r>
              <a:rPr lang="en-US" altLang="en-US" sz="1800" b="1">
                <a:latin typeface="Tahoma" panose="020B0604030504040204" pitchFamily="34" charset="0"/>
              </a:rPr>
              <a:t>(</a:t>
            </a:r>
            <a:r>
              <a:rPr lang="en-US" altLang="en-US" sz="1800" b="1" i="1">
                <a:latin typeface="Tahoma" panose="020B0604030504040204" pitchFamily="34" charset="0"/>
              </a:rPr>
              <a:t>n</a:t>
            </a:r>
            <a:r>
              <a:rPr lang="en-US" altLang="en-US" sz="1800" b="1">
                <a:latin typeface="Tahoma" panose="020B0604030504040204" pitchFamily="34" charset="0"/>
              </a:rPr>
              <a:t>) = straight-line distance heuristic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grpSp>
        <p:nvGrpSpPr>
          <p:cNvPr id="28712" name="Group 52">
            <a:extLst>
              <a:ext uri="{FF2B5EF4-FFF2-40B4-BE49-F238E27FC236}">
                <a16:creationId xmlns:a16="http://schemas.microsoft.com/office/drawing/2014/main" id="{F3D3BBFF-0044-7B52-2CE1-BDDD381C515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828800"/>
            <a:ext cx="3429000" cy="4557713"/>
            <a:chOff x="381000" y="1828800"/>
            <a:chExt cx="3429000" cy="4557713"/>
          </a:xfrm>
        </p:grpSpPr>
        <p:grpSp>
          <p:nvGrpSpPr>
            <p:cNvPr id="28713" name="Group 3">
              <a:extLst>
                <a:ext uri="{FF2B5EF4-FFF2-40B4-BE49-F238E27FC236}">
                  <a16:creationId xmlns:a16="http://schemas.microsoft.com/office/drawing/2014/main" id="{07390D66-989A-311D-C98E-516A16D5D0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1981200"/>
              <a:ext cx="457200" cy="457200"/>
              <a:chOff x="1344" y="1248"/>
              <a:chExt cx="288" cy="288"/>
            </a:xfrm>
          </p:grpSpPr>
          <p:sp>
            <p:nvSpPr>
              <p:cNvPr id="28758" name="Oval 4">
                <a:extLst>
                  <a:ext uri="{FF2B5EF4-FFF2-40B4-BE49-F238E27FC236}">
                    <a16:creationId xmlns:a16="http://schemas.microsoft.com/office/drawing/2014/main" id="{2BF45438-1787-1646-835D-BAF22838C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59" name="Text Box 5">
                <a:extLst>
                  <a:ext uri="{FF2B5EF4-FFF2-40B4-BE49-F238E27FC236}">
                    <a16:creationId xmlns:a16="http://schemas.microsoft.com/office/drawing/2014/main" id="{A420DF7E-D5DA-7E5F-B9FF-ECB4E1DEE6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14" name="Group 6">
              <a:extLst>
                <a:ext uri="{FF2B5EF4-FFF2-40B4-BE49-F238E27FC236}">
                  <a16:creationId xmlns:a16="http://schemas.microsoft.com/office/drawing/2014/main" id="{FA1DA3D5-BC96-CDCF-5218-7AA2006C2F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2514600"/>
              <a:ext cx="457200" cy="457200"/>
              <a:chOff x="1344" y="1248"/>
              <a:chExt cx="288" cy="288"/>
            </a:xfrm>
          </p:grpSpPr>
          <p:sp>
            <p:nvSpPr>
              <p:cNvPr id="28756" name="Oval 7">
                <a:extLst>
                  <a:ext uri="{FF2B5EF4-FFF2-40B4-BE49-F238E27FC236}">
                    <a16:creationId xmlns:a16="http://schemas.microsoft.com/office/drawing/2014/main" id="{9C4A32A6-2E98-8047-1895-0F4CEFB08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57" name="Text Box 8">
                <a:extLst>
                  <a:ext uri="{FF2B5EF4-FFF2-40B4-BE49-F238E27FC236}">
                    <a16:creationId xmlns:a16="http://schemas.microsoft.com/office/drawing/2014/main" id="{341E8F67-E16A-51D8-87C3-FCE530774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15" name="Group 9">
              <a:extLst>
                <a:ext uri="{FF2B5EF4-FFF2-40B4-BE49-F238E27FC236}">
                  <a16:creationId xmlns:a16="http://schemas.microsoft.com/office/drawing/2014/main" id="{A7F8B2A7-6641-8F42-BC2D-81E01CA50F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3429000"/>
              <a:ext cx="457200" cy="457200"/>
              <a:chOff x="1344" y="1248"/>
              <a:chExt cx="288" cy="288"/>
            </a:xfrm>
          </p:grpSpPr>
          <p:sp>
            <p:nvSpPr>
              <p:cNvPr id="28754" name="Oval 10">
                <a:extLst>
                  <a:ext uri="{FF2B5EF4-FFF2-40B4-BE49-F238E27FC236}">
                    <a16:creationId xmlns:a16="http://schemas.microsoft.com/office/drawing/2014/main" id="{0AAAC5B8-D7D4-41DD-A744-FBE2336D5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55" name="Text Box 11">
                <a:extLst>
                  <a:ext uri="{FF2B5EF4-FFF2-40B4-BE49-F238E27FC236}">
                    <a16:creationId xmlns:a16="http://schemas.microsoft.com/office/drawing/2014/main" id="{3DF6845C-BA5E-04C2-8989-365098734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16" name="Group 12">
              <a:extLst>
                <a:ext uri="{FF2B5EF4-FFF2-40B4-BE49-F238E27FC236}">
                  <a16:creationId xmlns:a16="http://schemas.microsoft.com/office/drawing/2014/main" id="{B1483D48-85F8-C27A-5192-E88EE6AF7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800" y="2667000"/>
              <a:ext cx="457200" cy="457200"/>
              <a:chOff x="1344" y="1248"/>
              <a:chExt cx="288" cy="288"/>
            </a:xfrm>
          </p:grpSpPr>
          <p:sp>
            <p:nvSpPr>
              <p:cNvPr id="28752" name="Oval 13">
                <a:extLst>
                  <a:ext uri="{FF2B5EF4-FFF2-40B4-BE49-F238E27FC236}">
                    <a16:creationId xmlns:a16="http://schemas.microsoft.com/office/drawing/2014/main" id="{2135F8B4-F5D9-173B-972A-01ADC6409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53" name="Text Box 14">
                <a:extLst>
                  <a:ext uri="{FF2B5EF4-FFF2-40B4-BE49-F238E27FC236}">
                    <a16:creationId xmlns:a16="http://schemas.microsoft.com/office/drawing/2014/main" id="{7840F6B2-BC0D-5A83-F82B-8D1C4E3BE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17" name="Group 15">
              <a:extLst>
                <a:ext uri="{FF2B5EF4-FFF2-40B4-BE49-F238E27FC236}">
                  <a16:creationId xmlns:a16="http://schemas.microsoft.com/office/drawing/2014/main" id="{B7A9A54D-E54B-C507-D84E-2A01AE39A9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3124200"/>
              <a:ext cx="457200" cy="457200"/>
              <a:chOff x="1344" y="1248"/>
              <a:chExt cx="288" cy="288"/>
            </a:xfrm>
          </p:grpSpPr>
          <p:sp>
            <p:nvSpPr>
              <p:cNvPr id="28750" name="Oval 16">
                <a:extLst>
                  <a:ext uri="{FF2B5EF4-FFF2-40B4-BE49-F238E27FC236}">
                    <a16:creationId xmlns:a16="http://schemas.microsoft.com/office/drawing/2014/main" id="{06C25243-A613-F8E7-163A-227F8EFEC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51" name="Text Box 17">
                <a:extLst>
                  <a:ext uri="{FF2B5EF4-FFF2-40B4-BE49-F238E27FC236}">
                    <a16:creationId xmlns:a16="http://schemas.microsoft.com/office/drawing/2014/main" id="{8E51B93B-FB26-45AD-D5B4-DDD57C715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18" name="Group 18">
              <a:extLst>
                <a:ext uri="{FF2B5EF4-FFF2-40B4-BE49-F238E27FC236}">
                  <a16:creationId xmlns:a16="http://schemas.microsoft.com/office/drawing/2014/main" id="{0C6736E6-8807-5CFC-172F-332FDEC2F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5600" y="4038600"/>
              <a:ext cx="457200" cy="457200"/>
              <a:chOff x="1344" y="1248"/>
              <a:chExt cx="288" cy="288"/>
            </a:xfrm>
          </p:grpSpPr>
          <p:sp>
            <p:nvSpPr>
              <p:cNvPr id="28748" name="Oval 19">
                <a:extLst>
                  <a:ext uri="{FF2B5EF4-FFF2-40B4-BE49-F238E27FC236}">
                    <a16:creationId xmlns:a16="http://schemas.microsoft.com/office/drawing/2014/main" id="{1D7962E0-88B1-2A8E-8AB1-128331010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49" name="Text Box 20">
                <a:extLst>
                  <a:ext uri="{FF2B5EF4-FFF2-40B4-BE49-F238E27FC236}">
                    <a16:creationId xmlns:a16="http://schemas.microsoft.com/office/drawing/2014/main" id="{74853D62-4957-783A-A5D8-8343FE0050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19" name="Group 21">
              <a:extLst>
                <a:ext uri="{FF2B5EF4-FFF2-40B4-BE49-F238E27FC236}">
                  <a16:creationId xmlns:a16="http://schemas.microsoft.com/office/drawing/2014/main" id="{530E4080-7853-046F-0850-C0D31D675E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000" y="5715000"/>
              <a:ext cx="457200" cy="457200"/>
              <a:chOff x="1344" y="1248"/>
              <a:chExt cx="288" cy="288"/>
            </a:xfrm>
          </p:grpSpPr>
          <p:sp>
            <p:nvSpPr>
              <p:cNvPr id="28746" name="Oval 22">
                <a:extLst>
                  <a:ext uri="{FF2B5EF4-FFF2-40B4-BE49-F238E27FC236}">
                    <a16:creationId xmlns:a16="http://schemas.microsoft.com/office/drawing/2014/main" id="{5743CB98-F3DA-589C-A7AB-131F6B32D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47" name="Text Box 23">
                <a:extLst>
                  <a:ext uri="{FF2B5EF4-FFF2-40B4-BE49-F238E27FC236}">
                    <a16:creationId xmlns:a16="http://schemas.microsoft.com/office/drawing/2014/main" id="{2DB565CA-80DD-DF9A-97D8-724B95316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I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720" name="Line 24">
              <a:extLst>
                <a:ext uri="{FF2B5EF4-FFF2-40B4-BE49-F238E27FC236}">
                  <a16:creationId xmlns:a16="http://schemas.microsoft.com/office/drawing/2014/main" id="{0C5E86D8-D898-4460-6877-4EAE07D3B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3581400"/>
              <a:ext cx="609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Line 25">
              <a:extLst>
                <a:ext uri="{FF2B5EF4-FFF2-40B4-BE49-F238E27FC236}">
                  <a16:creationId xmlns:a16="http://schemas.microsoft.com/office/drawing/2014/main" id="{2FD46860-A2E2-DF01-9C78-F58230C1F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3600" y="4495800"/>
              <a:ext cx="9906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Text Box 26">
              <a:extLst>
                <a:ext uri="{FF2B5EF4-FFF2-40B4-BE49-F238E27FC236}">
                  <a16:creationId xmlns:a16="http://schemas.microsoft.com/office/drawing/2014/main" id="{95FFB037-1689-84DE-5490-5F78C4EC1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3505200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99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23" name="Text Box 27">
              <a:extLst>
                <a:ext uri="{FF2B5EF4-FFF2-40B4-BE49-F238E27FC236}">
                  <a16:creationId xmlns:a16="http://schemas.microsoft.com/office/drawing/2014/main" id="{13C22815-56DC-F013-5DE2-0D9955B23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5105400"/>
              <a:ext cx="762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211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8724" name="Group 28">
              <a:extLst>
                <a:ext uri="{FF2B5EF4-FFF2-40B4-BE49-F238E27FC236}">
                  <a16:creationId xmlns:a16="http://schemas.microsoft.com/office/drawing/2014/main" id="{6AA91031-88FD-97D3-5C73-FA62AA38D4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600" y="4038600"/>
              <a:ext cx="457200" cy="457200"/>
              <a:chOff x="1344" y="1248"/>
              <a:chExt cx="288" cy="288"/>
            </a:xfrm>
          </p:grpSpPr>
          <p:sp>
            <p:nvSpPr>
              <p:cNvPr id="28744" name="Oval 29">
                <a:extLst>
                  <a:ext uri="{FF2B5EF4-FFF2-40B4-BE49-F238E27FC236}">
                    <a16:creationId xmlns:a16="http://schemas.microsoft.com/office/drawing/2014/main" id="{98D0DA0F-85AA-24D4-8600-0BE27979D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45" name="Text Box 30">
                <a:extLst>
                  <a:ext uri="{FF2B5EF4-FFF2-40B4-BE49-F238E27FC236}">
                    <a16:creationId xmlns:a16="http://schemas.microsoft.com/office/drawing/2014/main" id="{49356A4A-104D-ED7A-A00E-76841F72A2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25" name="Group 31">
              <a:extLst>
                <a:ext uri="{FF2B5EF4-FFF2-40B4-BE49-F238E27FC236}">
                  <a16:creationId xmlns:a16="http://schemas.microsoft.com/office/drawing/2014/main" id="{6937CA28-13FE-F128-DC7E-E1F6CBC6CB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000" y="4953000"/>
              <a:ext cx="457200" cy="457200"/>
              <a:chOff x="1344" y="1248"/>
              <a:chExt cx="288" cy="288"/>
            </a:xfrm>
          </p:grpSpPr>
          <p:sp>
            <p:nvSpPr>
              <p:cNvPr id="28742" name="Oval 32">
                <a:extLst>
                  <a:ext uri="{FF2B5EF4-FFF2-40B4-BE49-F238E27FC236}">
                    <a16:creationId xmlns:a16="http://schemas.microsoft.com/office/drawing/2014/main" id="{EB29A0BD-A255-DE7E-F69A-3B93BF710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743" name="Text Box 33">
                <a:extLst>
                  <a:ext uri="{FF2B5EF4-FFF2-40B4-BE49-F238E27FC236}">
                    <a16:creationId xmlns:a16="http://schemas.microsoft.com/office/drawing/2014/main" id="{0DC5D95F-1499-CA4E-4A30-17F31C0D11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H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726" name="Line 34">
              <a:extLst>
                <a:ext uri="{FF2B5EF4-FFF2-40B4-BE49-F238E27FC236}">
                  <a16:creationId xmlns:a16="http://schemas.microsoft.com/office/drawing/2014/main" id="{57F42630-3C5D-635A-E211-2AD0F77378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4000" y="3581400"/>
              <a:ext cx="9144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7" name="Line 35">
              <a:extLst>
                <a:ext uri="{FF2B5EF4-FFF2-40B4-BE49-F238E27FC236}">
                  <a16:creationId xmlns:a16="http://schemas.microsoft.com/office/drawing/2014/main" id="{7E04EDD4-8163-C1DD-4895-07279151B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1600" y="4495800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Line 36">
              <a:extLst>
                <a:ext uri="{FF2B5EF4-FFF2-40B4-BE49-F238E27FC236}">
                  <a16:creationId xmlns:a16="http://schemas.microsoft.com/office/drawing/2014/main" id="{5D8DFCEC-1C5E-EF6C-76DE-207D95D9D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54102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Text Box 37">
              <a:extLst>
                <a:ext uri="{FF2B5EF4-FFF2-40B4-BE49-F238E27FC236}">
                  <a16:creationId xmlns:a16="http://schemas.microsoft.com/office/drawing/2014/main" id="{BB2EDBA6-995B-8E66-E7B5-E5B8085E2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3505200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80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30" name="Line 38">
              <a:extLst>
                <a:ext uri="{FF2B5EF4-FFF2-40B4-BE49-F238E27FC236}">
                  <a16:creationId xmlns:a16="http://schemas.microsoft.com/office/drawing/2014/main" id="{125B0BB9-D7B6-D080-ED5D-4781CF9B2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2438400"/>
              <a:ext cx="10668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1" name="Line 39">
              <a:extLst>
                <a:ext uri="{FF2B5EF4-FFF2-40B4-BE49-F238E27FC236}">
                  <a16:creationId xmlns:a16="http://schemas.microsoft.com/office/drawing/2014/main" id="{5834AA4E-05EE-436A-539A-573B9487F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2438400"/>
              <a:ext cx="762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Line 40">
              <a:extLst>
                <a:ext uri="{FF2B5EF4-FFF2-40B4-BE49-F238E27FC236}">
                  <a16:creationId xmlns:a16="http://schemas.microsoft.com/office/drawing/2014/main" id="{955D30D1-9FCF-6696-E1D2-D364BB43B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5400" y="2438400"/>
              <a:ext cx="1066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3" name="Line 41">
              <a:extLst>
                <a:ext uri="{FF2B5EF4-FFF2-40B4-BE49-F238E27FC236}">
                  <a16:creationId xmlns:a16="http://schemas.microsoft.com/office/drawing/2014/main" id="{1AB6325C-4F82-8697-5523-B922E8BD1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31242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4" name="Text Box 42">
              <a:extLst>
                <a:ext uri="{FF2B5EF4-FFF2-40B4-BE49-F238E27FC236}">
                  <a16:creationId xmlns:a16="http://schemas.microsoft.com/office/drawing/2014/main" id="{5A76D138-7837-DDB2-AA05-8CD9AAD49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800" y="18288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Start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35" name="Text Box 43">
              <a:extLst>
                <a:ext uri="{FF2B5EF4-FFF2-40B4-BE49-F238E27FC236}">
                  <a16:creationId xmlns:a16="http://schemas.microsoft.com/office/drawing/2014/main" id="{4D869CB4-D9C6-7B81-21A7-74368D44F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60198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Goal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36" name="Text Box 44">
              <a:extLst>
                <a:ext uri="{FF2B5EF4-FFF2-40B4-BE49-F238E27FC236}">
                  <a16:creationId xmlns:a16="http://schemas.microsoft.com/office/drawing/2014/main" id="{49095A7B-2E5A-4B19-787A-9B4B19722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4572000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97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37" name="Text Box 45">
              <a:extLst>
                <a:ext uri="{FF2B5EF4-FFF2-40B4-BE49-F238E27FC236}">
                  <a16:creationId xmlns:a16="http://schemas.microsoft.com/office/drawing/2014/main" id="{5015B73D-10BA-36D4-B801-4242B1FD9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486400"/>
              <a:ext cx="838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101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38" name="Text Box 46">
              <a:extLst>
                <a:ext uri="{FF2B5EF4-FFF2-40B4-BE49-F238E27FC236}">
                  <a16:creationId xmlns:a16="http://schemas.microsoft.com/office/drawing/2014/main" id="{6668248F-A93C-56EE-BB03-7D2DF6E0C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2133600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75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39" name="Text Box 47">
              <a:extLst>
                <a:ext uri="{FF2B5EF4-FFF2-40B4-BE49-F238E27FC236}">
                  <a16:creationId xmlns:a16="http://schemas.microsoft.com/office/drawing/2014/main" id="{1E20B3FA-D9C8-8727-8DB1-6EE16CA4D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2209800"/>
              <a:ext cx="762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118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0" name="Text Box 48">
              <a:extLst>
                <a:ext uri="{FF2B5EF4-FFF2-40B4-BE49-F238E27FC236}">
                  <a16:creationId xmlns:a16="http://schemas.microsoft.com/office/drawing/2014/main" id="{8277B6C6-4CF1-3660-3E27-5854F414E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3048000"/>
              <a:ext cx="762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111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1" name="Text Box 85">
              <a:extLst>
                <a:ext uri="{FF2B5EF4-FFF2-40B4-BE49-F238E27FC236}">
                  <a16:creationId xmlns:a16="http://schemas.microsoft.com/office/drawing/2014/main" id="{2577410A-5E62-B74E-9B59-D40BDF4BD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2681288"/>
              <a:ext cx="7620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140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B2227F-BE60-5A71-4A09-E7A21393066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50">
            <a:extLst>
              <a:ext uri="{FF2B5EF4-FFF2-40B4-BE49-F238E27FC236}">
                <a16:creationId xmlns:a16="http://schemas.microsoft.com/office/drawing/2014/main" id="{AFEDCD73-1F4E-92C0-28EB-1961B9B871EB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072592512"/>
              </p:ext>
            </p:extLst>
          </p:nvPr>
        </p:nvGraphicFramePr>
        <p:xfrm>
          <a:off x="7539038" y="120386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9700" name="Group 3">
            <a:extLst>
              <a:ext uri="{FF2B5EF4-FFF2-40B4-BE49-F238E27FC236}">
                <a16:creationId xmlns:a16="http://schemas.microsoft.com/office/drawing/2014/main" id="{61BD6845-842B-E2A7-1339-F129755471D8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29737" name="Oval 4">
              <a:extLst>
                <a:ext uri="{FF2B5EF4-FFF2-40B4-BE49-F238E27FC236}">
                  <a16:creationId xmlns:a16="http://schemas.microsoft.com/office/drawing/2014/main" id="{076EAE47-505D-AAC2-91D0-0B6FA205F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9738" name="Text Box 5">
              <a:extLst>
                <a:ext uri="{FF2B5EF4-FFF2-40B4-BE49-F238E27FC236}">
                  <a16:creationId xmlns:a16="http://schemas.microsoft.com/office/drawing/2014/main" id="{C2A46293-750B-CB25-DA81-3FCC8FE91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9701" name="Text Box 42">
            <a:extLst>
              <a:ext uri="{FF2B5EF4-FFF2-40B4-BE49-F238E27FC236}">
                <a16:creationId xmlns:a16="http://schemas.microsoft.com/office/drawing/2014/main" id="{993D2FB8-48F6-DCDF-556C-F074F2A5C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D9C6E-E4B2-CC18-F7AF-5628F877118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Group 50">
            <a:extLst>
              <a:ext uri="{FF2B5EF4-FFF2-40B4-BE49-F238E27FC236}">
                <a16:creationId xmlns:a16="http://schemas.microsoft.com/office/drawing/2014/main" id="{1FE7B679-A7CA-2639-D1E6-6EE30A99C245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268030757"/>
              </p:ext>
            </p:extLst>
          </p:nvPr>
        </p:nvGraphicFramePr>
        <p:xfrm>
          <a:off x="7539038" y="120386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0724" name="Group 3">
            <a:extLst>
              <a:ext uri="{FF2B5EF4-FFF2-40B4-BE49-F238E27FC236}">
                <a16:creationId xmlns:a16="http://schemas.microsoft.com/office/drawing/2014/main" id="{BEB4081D-4070-F3AF-A80E-3B9382CEE9E8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30779" name="Oval 4">
              <a:extLst>
                <a:ext uri="{FF2B5EF4-FFF2-40B4-BE49-F238E27FC236}">
                  <a16:creationId xmlns:a16="http://schemas.microsoft.com/office/drawing/2014/main" id="{2635E46A-7993-5C92-7AF2-5D9489070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0780" name="Text Box 5">
              <a:extLst>
                <a:ext uri="{FF2B5EF4-FFF2-40B4-BE49-F238E27FC236}">
                  <a16:creationId xmlns:a16="http://schemas.microsoft.com/office/drawing/2014/main" id="{7F153D70-40F7-F5A7-C981-686BC69EF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0725" name="Group 6">
            <a:extLst>
              <a:ext uri="{FF2B5EF4-FFF2-40B4-BE49-F238E27FC236}">
                <a16:creationId xmlns:a16="http://schemas.microsoft.com/office/drawing/2014/main" id="{5D5DD1A3-17C9-70FF-BC74-0D8DA7E6872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30777" name="Oval 7">
              <a:extLst>
                <a:ext uri="{FF2B5EF4-FFF2-40B4-BE49-F238E27FC236}">
                  <a16:creationId xmlns:a16="http://schemas.microsoft.com/office/drawing/2014/main" id="{F2E85C8B-122E-FE2D-5DD6-A98168C79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0778" name="Text Box 8">
              <a:extLst>
                <a:ext uri="{FF2B5EF4-FFF2-40B4-BE49-F238E27FC236}">
                  <a16:creationId xmlns:a16="http://schemas.microsoft.com/office/drawing/2014/main" id="{4526AAA9-A10C-4188-EA3B-B4B9FC2B3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0726" name="Group 9">
            <a:extLst>
              <a:ext uri="{FF2B5EF4-FFF2-40B4-BE49-F238E27FC236}">
                <a16:creationId xmlns:a16="http://schemas.microsoft.com/office/drawing/2014/main" id="{C579E308-FEB5-A3C9-C0BC-A4AFBA45092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30775" name="Oval 10">
              <a:extLst>
                <a:ext uri="{FF2B5EF4-FFF2-40B4-BE49-F238E27FC236}">
                  <a16:creationId xmlns:a16="http://schemas.microsoft.com/office/drawing/2014/main" id="{EE95A23D-9883-7BB2-2E23-7D6B5D1D4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0776" name="Text Box 11">
              <a:extLst>
                <a:ext uri="{FF2B5EF4-FFF2-40B4-BE49-F238E27FC236}">
                  <a16:creationId xmlns:a16="http://schemas.microsoft.com/office/drawing/2014/main" id="{022DE045-8B01-73CD-BB77-9A2BE71DF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0727" name="Group 12">
            <a:extLst>
              <a:ext uri="{FF2B5EF4-FFF2-40B4-BE49-F238E27FC236}">
                <a16:creationId xmlns:a16="http://schemas.microsoft.com/office/drawing/2014/main" id="{44B9F6EA-B221-6753-EEB5-929AF5BB005A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30773" name="Oval 13">
              <a:extLst>
                <a:ext uri="{FF2B5EF4-FFF2-40B4-BE49-F238E27FC236}">
                  <a16:creationId xmlns:a16="http://schemas.microsoft.com/office/drawing/2014/main" id="{D9AF6E18-98EB-4C83-4A01-D3D2611BC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0774" name="Text Box 14">
              <a:extLst>
                <a:ext uri="{FF2B5EF4-FFF2-40B4-BE49-F238E27FC236}">
                  <a16:creationId xmlns:a16="http://schemas.microsoft.com/office/drawing/2014/main" id="{EF531B9E-BBE5-9F84-9FA3-660060B3C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0728" name="Line 34">
            <a:extLst>
              <a:ext uri="{FF2B5EF4-FFF2-40B4-BE49-F238E27FC236}">
                <a16:creationId xmlns:a16="http://schemas.microsoft.com/office/drawing/2014/main" id="{65D1E286-1D00-3843-BCF4-F5737AE5D4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35">
            <a:extLst>
              <a:ext uri="{FF2B5EF4-FFF2-40B4-BE49-F238E27FC236}">
                <a16:creationId xmlns:a16="http://schemas.microsoft.com/office/drawing/2014/main" id="{DCBC02E3-9A48-85DE-5F21-83953F367A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36">
            <a:extLst>
              <a:ext uri="{FF2B5EF4-FFF2-40B4-BE49-F238E27FC236}">
                <a16:creationId xmlns:a16="http://schemas.microsoft.com/office/drawing/2014/main" id="{8224D395-35E8-E846-2A8F-5FA3EEFF32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Text Box 37">
            <a:extLst>
              <a:ext uri="{FF2B5EF4-FFF2-40B4-BE49-F238E27FC236}">
                <a16:creationId xmlns:a16="http://schemas.microsoft.com/office/drawing/2014/main" id="{3D7B92C6-CD62-7DFF-9669-37D006984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30732" name="Text Box 39">
            <a:extLst>
              <a:ext uri="{FF2B5EF4-FFF2-40B4-BE49-F238E27FC236}">
                <a16:creationId xmlns:a16="http://schemas.microsoft.com/office/drawing/2014/main" id="{7C0755F1-29D9-A369-822B-4EF738E39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0733" name="Text Box 40">
            <a:extLst>
              <a:ext uri="{FF2B5EF4-FFF2-40B4-BE49-F238E27FC236}">
                <a16:creationId xmlns:a16="http://schemas.microsoft.com/office/drawing/2014/main" id="{769330F5-FC3D-6B4E-101A-D17A7EF2C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0734" name="Text Box 41">
            <a:extLst>
              <a:ext uri="{FF2B5EF4-FFF2-40B4-BE49-F238E27FC236}">
                <a16:creationId xmlns:a16="http://schemas.microsoft.com/office/drawing/2014/main" id="{6CBCB7FB-B81D-79C6-CE06-0394C005D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0735" name="Text Box 42">
            <a:extLst>
              <a:ext uri="{FF2B5EF4-FFF2-40B4-BE49-F238E27FC236}">
                <a16:creationId xmlns:a16="http://schemas.microsoft.com/office/drawing/2014/main" id="{0243FE75-74AA-5F7F-413C-25680BF26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0736" name="Text Box 43">
            <a:extLst>
              <a:ext uri="{FF2B5EF4-FFF2-40B4-BE49-F238E27FC236}">
                <a16:creationId xmlns:a16="http://schemas.microsoft.com/office/drawing/2014/main" id="{D30B7471-32A9-F48E-1BA6-F3F34CCAD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[329]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0737" name="Text Box 44">
            <a:extLst>
              <a:ext uri="{FF2B5EF4-FFF2-40B4-BE49-F238E27FC236}">
                <a16:creationId xmlns:a16="http://schemas.microsoft.com/office/drawing/2014/main" id="{08B54BAB-D1AC-8627-FCAB-F2A724C02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FD080-5862-110F-6CBA-BA3743DE511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Group 50">
            <a:extLst>
              <a:ext uri="{FF2B5EF4-FFF2-40B4-BE49-F238E27FC236}">
                <a16:creationId xmlns:a16="http://schemas.microsoft.com/office/drawing/2014/main" id="{B05BD0AF-C78D-0FFA-EFB0-56F2F1C92DFE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293866984"/>
              </p:ext>
            </p:extLst>
          </p:nvPr>
        </p:nvGraphicFramePr>
        <p:xfrm>
          <a:off x="7539038" y="120386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2772" name="Group 3">
            <a:extLst>
              <a:ext uri="{FF2B5EF4-FFF2-40B4-BE49-F238E27FC236}">
                <a16:creationId xmlns:a16="http://schemas.microsoft.com/office/drawing/2014/main" id="{ABDE0C76-DCDF-FCD1-1E74-51E447ABC4B4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32844" name="Oval 4">
              <a:extLst>
                <a:ext uri="{FF2B5EF4-FFF2-40B4-BE49-F238E27FC236}">
                  <a16:creationId xmlns:a16="http://schemas.microsoft.com/office/drawing/2014/main" id="{153640C7-DEB0-3E2F-4923-105532C7E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845" name="Text Box 5">
              <a:extLst>
                <a:ext uri="{FF2B5EF4-FFF2-40B4-BE49-F238E27FC236}">
                  <a16:creationId xmlns:a16="http://schemas.microsoft.com/office/drawing/2014/main" id="{DA0EA611-E8DA-20F0-37AA-9BD14B6EB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2773" name="Group 6">
            <a:extLst>
              <a:ext uri="{FF2B5EF4-FFF2-40B4-BE49-F238E27FC236}">
                <a16:creationId xmlns:a16="http://schemas.microsoft.com/office/drawing/2014/main" id="{74E0BDD0-F57D-0986-CEAC-D46CC0C74919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32842" name="Oval 7">
              <a:extLst>
                <a:ext uri="{FF2B5EF4-FFF2-40B4-BE49-F238E27FC236}">
                  <a16:creationId xmlns:a16="http://schemas.microsoft.com/office/drawing/2014/main" id="{432BAF35-1936-85BE-F6F0-66E2A5017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843" name="Text Box 8">
              <a:extLst>
                <a:ext uri="{FF2B5EF4-FFF2-40B4-BE49-F238E27FC236}">
                  <a16:creationId xmlns:a16="http://schemas.microsoft.com/office/drawing/2014/main" id="{B339A3E8-C918-FB71-D9B6-65EABC09B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2774" name="Group 9">
            <a:extLst>
              <a:ext uri="{FF2B5EF4-FFF2-40B4-BE49-F238E27FC236}">
                <a16:creationId xmlns:a16="http://schemas.microsoft.com/office/drawing/2014/main" id="{70F61BB4-85C4-7843-F656-CD6DC80E865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32840" name="Oval 10">
              <a:extLst>
                <a:ext uri="{FF2B5EF4-FFF2-40B4-BE49-F238E27FC236}">
                  <a16:creationId xmlns:a16="http://schemas.microsoft.com/office/drawing/2014/main" id="{060412F9-C4E4-1A2A-55F7-617D98334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841" name="Text Box 11">
              <a:extLst>
                <a:ext uri="{FF2B5EF4-FFF2-40B4-BE49-F238E27FC236}">
                  <a16:creationId xmlns:a16="http://schemas.microsoft.com/office/drawing/2014/main" id="{F4FA584F-AB4F-94D9-195D-98DFB9808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2775" name="Group 12">
            <a:extLst>
              <a:ext uri="{FF2B5EF4-FFF2-40B4-BE49-F238E27FC236}">
                <a16:creationId xmlns:a16="http://schemas.microsoft.com/office/drawing/2014/main" id="{B5AA1FE3-9176-7477-8A31-55BD212AC8DF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32838" name="Oval 13">
              <a:extLst>
                <a:ext uri="{FF2B5EF4-FFF2-40B4-BE49-F238E27FC236}">
                  <a16:creationId xmlns:a16="http://schemas.microsoft.com/office/drawing/2014/main" id="{08AAFEBF-B507-DDD7-7187-CEC382677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839" name="Text Box 14">
              <a:extLst>
                <a:ext uri="{FF2B5EF4-FFF2-40B4-BE49-F238E27FC236}">
                  <a16:creationId xmlns:a16="http://schemas.microsoft.com/office/drawing/2014/main" id="{1E584FEC-6DB6-39B6-3DCC-89ED0202A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2776" name="Group 15">
            <a:extLst>
              <a:ext uri="{FF2B5EF4-FFF2-40B4-BE49-F238E27FC236}">
                <a16:creationId xmlns:a16="http://schemas.microsoft.com/office/drawing/2014/main" id="{80CD9DB7-5B93-8619-93AE-E53A03F9EB3F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038600"/>
            <a:ext cx="457200" cy="457200"/>
            <a:chOff x="1344" y="1248"/>
            <a:chExt cx="288" cy="288"/>
          </a:xfrm>
        </p:grpSpPr>
        <p:sp>
          <p:nvSpPr>
            <p:cNvPr id="32836" name="Oval 16">
              <a:extLst>
                <a:ext uri="{FF2B5EF4-FFF2-40B4-BE49-F238E27FC236}">
                  <a16:creationId xmlns:a16="http://schemas.microsoft.com/office/drawing/2014/main" id="{E21C4856-7B4E-8776-2498-7EF12F5D6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837" name="Text Box 17">
              <a:extLst>
                <a:ext uri="{FF2B5EF4-FFF2-40B4-BE49-F238E27FC236}">
                  <a16:creationId xmlns:a16="http://schemas.microsoft.com/office/drawing/2014/main" id="{C8E157FE-9910-B298-EE4D-A3911A822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2777" name="Line 21">
            <a:extLst>
              <a:ext uri="{FF2B5EF4-FFF2-40B4-BE49-F238E27FC236}">
                <a16:creationId xmlns:a16="http://schemas.microsoft.com/office/drawing/2014/main" id="{56A13C6A-8D6B-CEC9-85B8-544E0C855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1752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Text Box 23">
            <a:extLst>
              <a:ext uri="{FF2B5EF4-FFF2-40B4-BE49-F238E27FC236}">
                <a16:creationId xmlns:a16="http://schemas.microsoft.com/office/drawing/2014/main" id="{5C825EB4-6BA2-4A0F-F671-6BBC0ACF5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429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grpSp>
        <p:nvGrpSpPr>
          <p:cNvPr id="32779" name="Group 25">
            <a:extLst>
              <a:ext uri="{FF2B5EF4-FFF2-40B4-BE49-F238E27FC236}">
                <a16:creationId xmlns:a16="http://schemas.microsoft.com/office/drawing/2014/main" id="{344ACB8D-2DB8-B40B-B56A-8C2631ADD12E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038600"/>
            <a:ext cx="457200" cy="457200"/>
            <a:chOff x="1344" y="1248"/>
            <a:chExt cx="288" cy="288"/>
          </a:xfrm>
        </p:grpSpPr>
        <p:sp>
          <p:nvSpPr>
            <p:cNvPr id="32834" name="Oval 26">
              <a:extLst>
                <a:ext uri="{FF2B5EF4-FFF2-40B4-BE49-F238E27FC236}">
                  <a16:creationId xmlns:a16="http://schemas.microsoft.com/office/drawing/2014/main" id="{DD1D5B2A-59E0-7D59-1B5A-B4BCE7710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835" name="Text Box 27">
              <a:extLst>
                <a:ext uri="{FF2B5EF4-FFF2-40B4-BE49-F238E27FC236}">
                  <a16:creationId xmlns:a16="http://schemas.microsoft.com/office/drawing/2014/main" id="{0A7A5208-ADF1-D55A-BD36-50517BA16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2780" name="Group 28">
            <a:extLst>
              <a:ext uri="{FF2B5EF4-FFF2-40B4-BE49-F238E27FC236}">
                <a16:creationId xmlns:a16="http://schemas.microsoft.com/office/drawing/2014/main" id="{46C43844-60DA-E1B8-2826-0239486AFA0C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267200"/>
            <a:ext cx="457200" cy="457200"/>
            <a:chOff x="1344" y="1248"/>
            <a:chExt cx="288" cy="288"/>
          </a:xfrm>
        </p:grpSpPr>
        <p:sp>
          <p:nvSpPr>
            <p:cNvPr id="32832" name="Oval 29">
              <a:extLst>
                <a:ext uri="{FF2B5EF4-FFF2-40B4-BE49-F238E27FC236}">
                  <a16:creationId xmlns:a16="http://schemas.microsoft.com/office/drawing/2014/main" id="{9AAE6CE0-5A76-538E-A639-212F30B75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2833" name="Text Box 30">
              <a:extLst>
                <a:ext uri="{FF2B5EF4-FFF2-40B4-BE49-F238E27FC236}">
                  <a16:creationId xmlns:a16="http://schemas.microsoft.com/office/drawing/2014/main" id="{EA50944E-764D-1E0D-8F57-98B643E85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2781" name="Line 31">
            <a:extLst>
              <a:ext uri="{FF2B5EF4-FFF2-40B4-BE49-F238E27FC236}">
                <a16:creationId xmlns:a16="http://schemas.microsoft.com/office/drawing/2014/main" id="{BFB5521C-924F-9861-B471-30B0EF4DBE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3581400"/>
            <a:ext cx="2286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Text Box 33">
            <a:extLst>
              <a:ext uri="{FF2B5EF4-FFF2-40B4-BE49-F238E27FC236}">
                <a16:creationId xmlns:a16="http://schemas.microsoft.com/office/drawing/2014/main" id="{8EB4DB70-690D-62F1-1927-4D4AF879F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2783" name="Line 34">
            <a:extLst>
              <a:ext uri="{FF2B5EF4-FFF2-40B4-BE49-F238E27FC236}">
                <a16:creationId xmlns:a16="http://schemas.microsoft.com/office/drawing/2014/main" id="{3E1A111A-3173-995E-8BC3-5058E5344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Line 35">
            <a:extLst>
              <a:ext uri="{FF2B5EF4-FFF2-40B4-BE49-F238E27FC236}">
                <a16:creationId xmlns:a16="http://schemas.microsoft.com/office/drawing/2014/main" id="{7F6B4463-7F26-0094-53AB-B39DA3459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Line 36">
            <a:extLst>
              <a:ext uri="{FF2B5EF4-FFF2-40B4-BE49-F238E27FC236}">
                <a16:creationId xmlns:a16="http://schemas.microsoft.com/office/drawing/2014/main" id="{D50204F9-5366-4557-6D6E-5664FDB0A3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Text Box 37">
            <a:extLst>
              <a:ext uri="{FF2B5EF4-FFF2-40B4-BE49-F238E27FC236}">
                <a16:creationId xmlns:a16="http://schemas.microsoft.com/office/drawing/2014/main" id="{D806FE37-088D-A674-E322-07BA75980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32787" name="Text Box 39">
            <a:extLst>
              <a:ext uri="{FF2B5EF4-FFF2-40B4-BE49-F238E27FC236}">
                <a16:creationId xmlns:a16="http://schemas.microsoft.com/office/drawing/2014/main" id="{11FED00F-B550-0001-04A6-E7CBB0805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2788" name="Text Box 40">
            <a:extLst>
              <a:ext uri="{FF2B5EF4-FFF2-40B4-BE49-F238E27FC236}">
                <a16:creationId xmlns:a16="http://schemas.microsoft.com/office/drawing/2014/main" id="{D4593482-5146-C8E6-B7A7-69969BD59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2789" name="Text Box 41">
            <a:extLst>
              <a:ext uri="{FF2B5EF4-FFF2-40B4-BE49-F238E27FC236}">
                <a16:creationId xmlns:a16="http://schemas.microsoft.com/office/drawing/2014/main" id="{765CDE43-D7EA-9B5F-2966-F4DCC0CAE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2790" name="Text Box 42">
            <a:extLst>
              <a:ext uri="{FF2B5EF4-FFF2-40B4-BE49-F238E27FC236}">
                <a16:creationId xmlns:a16="http://schemas.microsoft.com/office/drawing/2014/main" id="{DE724EBC-42F7-60F3-C211-68D3A1409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2791" name="Text Box 43">
            <a:extLst>
              <a:ext uri="{FF2B5EF4-FFF2-40B4-BE49-F238E27FC236}">
                <a16:creationId xmlns:a16="http://schemas.microsoft.com/office/drawing/2014/main" id="{C936004D-6A2F-5E4C-4D90-C80BA2FDB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[329]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2792" name="Text Box 44">
            <a:extLst>
              <a:ext uri="{FF2B5EF4-FFF2-40B4-BE49-F238E27FC236}">
                <a16:creationId xmlns:a16="http://schemas.microsoft.com/office/drawing/2014/main" id="{F970BB67-E273-C411-6EBB-EC33F2EE6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2793" name="Text Box 45">
            <a:extLst>
              <a:ext uri="{FF2B5EF4-FFF2-40B4-BE49-F238E27FC236}">
                <a16:creationId xmlns:a16="http://schemas.microsoft.com/office/drawing/2014/main" id="{6CB96652-E232-A717-424F-5DBA791A9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976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[193]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2794" name="Line 46">
            <a:extLst>
              <a:ext uri="{FF2B5EF4-FFF2-40B4-BE49-F238E27FC236}">
                <a16:creationId xmlns:a16="http://schemas.microsoft.com/office/drawing/2014/main" id="{C6C815D8-FE49-5A08-BB2E-2C65C0C82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5" name="Text Box 47">
            <a:extLst>
              <a:ext uri="{FF2B5EF4-FFF2-40B4-BE49-F238E27FC236}">
                <a16:creationId xmlns:a16="http://schemas.microsoft.com/office/drawing/2014/main" id="{346ECDFA-6AEA-AA02-31D6-4794BB8BD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57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[366]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2796" name="Text Box 48">
            <a:extLst>
              <a:ext uri="{FF2B5EF4-FFF2-40B4-BE49-F238E27FC236}">
                <a16:creationId xmlns:a16="http://schemas.microsoft.com/office/drawing/2014/main" id="{F4A32DC6-97C4-A0BB-08F9-DF78F9E78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038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[178]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92747E-FCDD-729B-CF87-B4207501FAF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Group 50">
            <a:extLst>
              <a:ext uri="{FF2B5EF4-FFF2-40B4-BE49-F238E27FC236}">
                <a16:creationId xmlns:a16="http://schemas.microsoft.com/office/drawing/2014/main" id="{AED6CA38-D7D9-E41D-EDCC-3918435F4AE0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824542977"/>
              </p:ext>
            </p:extLst>
          </p:nvPr>
        </p:nvGraphicFramePr>
        <p:xfrm>
          <a:off x="7543800" y="1198834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3796" name="Group 3">
            <a:extLst>
              <a:ext uri="{FF2B5EF4-FFF2-40B4-BE49-F238E27FC236}">
                <a16:creationId xmlns:a16="http://schemas.microsoft.com/office/drawing/2014/main" id="{B414C639-4CBA-C1D0-6CB1-2A69135E8A9A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33880" name="Oval 4">
              <a:extLst>
                <a:ext uri="{FF2B5EF4-FFF2-40B4-BE49-F238E27FC236}">
                  <a16:creationId xmlns:a16="http://schemas.microsoft.com/office/drawing/2014/main" id="{AC485B90-D282-6B42-6309-DD5A039CB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81" name="Text Box 5">
              <a:extLst>
                <a:ext uri="{FF2B5EF4-FFF2-40B4-BE49-F238E27FC236}">
                  <a16:creationId xmlns:a16="http://schemas.microsoft.com/office/drawing/2014/main" id="{DFFB3757-C5C8-ACCD-DC61-5890E7662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3797" name="Group 6">
            <a:extLst>
              <a:ext uri="{FF2B5EF4-FFF2-40B4-BE49-F238E27FC236}">
                <a16:creationId xmlns:a16="http://schemas.microsoft.com/office/drawing/2014/main" id="{8987D107-7FB5-A524-EEF4-67EA4A931D7B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33878" name="Oval 7">
              <a:extLst>
                <a:ext uri="{FF2B5EF4-FFF2-40B4-BE49-F238E27FC236}">
                  <a16:creationId xmlns:a16="http://schemas.microsoft.com/office/drawing/2014/main" id="{403870F1-48E4-8656-6CEA-034463F61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79" name="Text Box 8">
              <a:extLst>
                <a:ext uri="{FF2B5EF4-FFF2-40B4-BE49-F238E27FC236}">
                  <a16:creationId xmlns:a16="http://schemas.microsoft.com/office/drawing/2014/main" id="{84F6A141-09DE-EA36-91D1-ADEF50F5F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3798" name="Group 9">
            <a:extLst>
              <a:ext uri="{FF2B5EF4-FFF2-40B4-BE49-F238E27FC236}">
                <a16:creationId xmlns:a16="http://schemas.microsoft.com/office/drawing/2014/main" id="{219FF1AB-FFF7-CD56-0087-D3C3C186D788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33876" name="Oval 10">
              <a:extLst>
                <a:ext uri="{FF2B5EF4-FFF2-40B4-BE49-F238E27FC236}">
                  <a16:creationId xmlns:a16="http://schemas.microsoft.com/office/drawing/2014/main" id="{D2CFC09B-5AF8-CB30-FBDA-E97105E43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77" name="Text Box 11">
              <a:extLst>
                <a:ext uri="{FF2B5EF4-FFF2-40B4-BE49-F238E27FC236}">
                  <a16:creationId xmlns:a16="http://schemas.microsoft.com/office/drawing/2014/main" id="{3DEF5BFD-94CD-C6F0-00D2-1EDB8A8CB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3799" name="Group 12">
            <a:extLst>
              <a:ext uri="{FF2B5EF4-FFF2-40B4-BE49-F238E27FC236}">
                <a16:creationId xmlns:a16="http://schemas.microsoft.com/office/drawing/2014/main" id="{5C0E2EC3-8491-4D42-EE26-D5D7A7220A9B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33874" name="Oval 13">
              <a:extLst>
                <a:ext uri="{FF2B5EF4-FFF2-40B4-BE49-F238E27FC236}">
                  <a16:creationId xmlns:a16="http://schemas.microsoft.com/office/drawing/2014/main" id="{4BA4CC1F-F391-4744-9806-58495E120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75" name="Text Box 14">
              <a:extLst>
                <a:ext uri="{FF2B5EF4-FFF2-40B4-BE49-F238E27FC236}">
                  <a16:creationId xmlns:a16="http://schemas.microsoft.com/office/drawing/2014/main" id="{0CAEB2A1-7FB5-EC79-DAE9-1CB9AC818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3800" name="Group 15">
            <a:extLst>
              <a:ext uri="{FF2B5EF4-FFF2-40B4-BE49-F238E27FC236}">
                <a16:creationId xmlns:a16="http://schemas.microsoft.com/office/drawing/2014/main" id="{F9D4AA77-59A6-3B12-6897-EA099DEB99A4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038600"/>
            <a:ext cx="457200" cy="457200"/>
            <a:chOff x="1344" y="1248"/>
            <a:chExt cx="288" cy="288"/>
          </a:xfrm>
        </p:grpSpPr>
        <p:sp>
          <p:nvSpPr>
            <p:cNvPr id="33872" name="Oval 16">
              <a:extLst>
                <a:ext uri="{FF2B5EF4-FFF2-40B4-BE49-F238E27FC236}">
                  <a16:creationId xmlns:a16="http://schemas.microsoft.com/office/drawing/2014/main" id="{E6A9616B-E9D5-44F2-384E-E611C94F1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73" name="Text Box 17">
              <a:extLst>
                <a:ext uri="{FF2B5EF4-FFF2-40B4-BE49-F238E27FC236}">
                  <a16:creationId xmlns:a16="http://schemas.microsoft.com/office/drawing/2014/main" id="{7F7C0442-E11E-6965-5D83-0BABB52F1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3801" name="Group 18">
            <a:extLst>
              <a:ext uri="{FF2B5EF4-FFF2-40B4-BE49-F238E27FC236}">
                <a16:creationId xmlns:a16="http://schemas.microsoft.com/office/drawing/2014/main" id="{936D29C7-FD51-BD27-0B69-A9E492192083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257800"/>
            <a:ext cx="457200" cy="457200"/>
            <a:chOff x="1344" y="1248"/>
            <a:chExt cx="288" cy="288"/>
          </a:xfrm>
        </p:grpSpPr>
        <p:sp>
          <p:nvSpPr>
            <p:cNvPr id="33870" name="Oval 19">
              <a:extLst>
                <a:ext uri="{FF2B5EF4-FFF2-40B4-BE49-F238E27FC236}">
                  <a16:creationId xmlns:a16="http://schemas.microsoft.com/office/drawing/2014/main" id="{7B6C5B6D-333C-A43B-3D9E-8B019C98C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71" name="Text Box 20">
              <a:extLst>
                <a:ext uri="{FF2B5EF4-FFF2-40B4-BE49-F238E27FC236}">
                  <a16:creationId xmlns:a16="http://schemas.microsoft.com/office/drawing/2014/main" id="{BA5B9499-69DA-7A1B-F1AE-068E32195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3802" name="Line 21">
            <a:extLst>
              <a:ext uri="{FF2B5EF4-FFF2-40B4-BE49-F238E27FC236}">
                <a16:creationId xmlns:a16="http://schemas.microsoft.com/office/drawing/2014/main" id="{9F1B3F63-6A3E-F56F-0814-742A6374C0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1752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22">
            <a:extLst>
              <a:ext uri="{FF2B5EF4-FFF2-40B4-BE49-F238E27FC236}">
                <a16:creationId xmlns:a16="http://schemas.microsoft.com/office/drawing/2014/main" id="{502DBE70-6EBB-63A7-4760-78A32C66C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4958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Text Box 23">
            <a:extLst>
              <a:ext uri="{FF2B5EF4-FFF2-40B4-BE49-F238E27FC236}">
                <a16:creationId xmlns:a16="http://schemas.microsoft.com/office/drawing/2014/main" id="{B42455E7-74C2-1528-FFEB-0794ED73C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429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3805" name="Text Box 24">
            <a:extLst>
              <a:ext uri="{FF2B5EF4-FFF2-40B4-BE49-F238E27FC236}">
                <a16:creationId xmlns:a16="http://schemas.microsoft.com/office/drawing/2014/main" id="{1E08D0FF-698C-75BF-091B-C8539A265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572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grpSp>
        <p:nvGrpSpPr>
          <p:cNvPr id="33806" name="Group 25">
            <a:extLst>
              <a:ext uri="{FF2B5EF4-FFF2-40B4-BE49-F238E27FC236}">
                <a16:creationId xmlns:a16="http://schemas.microsoft.com/office/drawing/2014/main" id="{56727CAF-EE79-537B-4AFE-D29A587305C7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038600"/>
            <a:ext cx="457200" cy="457200"/>
            <a:chOff x="1344" y="1248"/>
            <a:chExt cx="288" cy="288"/>
          </a:xfrm>
        </p:grpSpPr>
        <p:sp>
          <p:nvSpPr>
            <p:cNvPr id="33868" name="Oval 26">
              <a:extLst>
                <a:ext uri="{FF2B5EF4-FFF2-40B4-BE49-F238E27FC236}">
                  <a16:creationId xmlns:a16="http://schemas.microsoft.com/office/drawing/2014/main" id="{A05BA65C-C943-7A52-5ABD-2B2D288CD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69" name="Text Box 27">
              <a:extLst>
                <a:ext uri="{FF2B5EF4-FFF2-40B4-BE49-F238E27FC236}">
                  <a16:creationId xmlns:a16="http://schemas.microsoft.com/office/drawing/2014/main" id="{4661C135-0219-C777-86CD-D8DCF45E3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3807" name="Group 28">
            <a:extLst>
              <a:ext uri="{FF2B5EF4-FFF2-40B4-BE49-F238E27FC236}">
                <a16:creationId xmlns:a16="http://schemas.microsoft.com/office/drawing/2014/main" id="{C6DB6D3C-18B2-F579-E932-244F4B85A057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267200"/>
            <a:ext cx="457200" cy="457200"/>
            <a:chOff x="1344" y="1248"/>
            <a:chExt cx="288" cy="288"/>
          </a:xfrm>
        </p:grpSpPr>
        <p:sp>
          <p:nvSpPr>
            <p:cNvPr id="33866" name="Oval 29">
              <a:extLst>
                <a:ext uri="{FF2B5EF4-FFF2-40B4-BE49-F238E27FC236}">
                  <a16:creationId xmlns:a16="http://schemas.microsoft.com/office/drawing/2014/main" id="{14A104BA-36F4-E131-CC49-3067B085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67" name="Text Box 30">
              <a:extLst>
                <a:ext uri="{FF2B5EF4-FFF2-40B4-BE49-F238E27FC236}">
                  <a16:creationId xmlns:a16="http://schemas.microsoft.com/office/drawing/2014/main" id="{3FFC6059-06E3-0525-F2D5-F3CE00138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3808" name="Line 31">
            <a:extLst>
              <a:ext uri="{FF2B5EF4-FFF2-40B4-BE49-F238E27FC236}">
                <a16:creationId xmlns:a16="http://schemas.microsoft.com/office/drawing/2014/main" id="{62BC21AA-2480-34AA-3FF0-5A2A9AA4D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3581400"/>
            <a:ext cx="2286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Line 32">
            <a:extLst>
              <a:ext uri="{FF2B5EF4-FFF2-40B4-BE49-F238E27FC236}">
                <a16:creationId xmlns:a16="http://schemas.microsoft.com/office/drawing/2014/main" id="{1525F3BE-D6EE-602F-6837-8A5618D914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4958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0" name="Text Box 33">
            <a:extLst>
              <a:ext uri="{FF2B5EF4-FFF2-40B4-BE49-F238E27FC236}">
                <a16:creationId xmlns:a16="http://schemas.microsoft.com/office/drawing/2014/main" id="{E0CC2E32-B0E6-909A-7D76-720ED5532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3811" name="Line 34">
            <a:extLst>
              <a:ext uri="{FF2B5EF4-FFF2-40B4-BE49-F238E27FC236}">
                <a16:creationId xmlns:a16="http://schemas.microsoft.com/office/drawing/2014/main" id="{022DD85A-7196-1B21-8430-46C278B50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2" name="Line 35">
            <a:extLst>
              <a:ext uri="{FF2B5EF4-FFF2-40B4-BE49-F238E27FC236}">
                <a16:creationId xmlns:a16="http://schemas.microsoft.com/office/drawing/2014/main" id="{9D4FC5B0-7E0C-AD7A-70A5-728533CA1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3" name="Line 36">
            <a:extLst>
              <a:ext uri="{FF2B5EF4-FFF2-40B4-BE49-F238E27FC236}">
                <a16:creationId xmlns:a16="http://schemas.microsoft.com/office/drawing/2014/main" id="{109D0094-A707-CB6C-4ADD-68F74BAB7B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Text Box 37">
            <a:extLst>
              <a:ext uri="{FF2B5EF4-FFF2-40B4-BE49-F238E27FC236}">
                <a16:creationId xmlns:a16="http://schemas.microsoft.com/office/drawing/2014/main" id="{1C711976-E4AF-5DE6-9F86-27F7A8346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33815" name="Text Box 38">
            <a:extLst>
              <a:ext uri="{FF2B5EF4-FFF2-40B4-BE49-F238E27FC236}">
                <a16:creationId xmlns:a16="http://schemas.microsoft.com/office/drawing/2014/main" id="{37800411-381F-958B-EEE0-560825E6A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8674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Goal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33816" name="Text Box 39">
            <a:extLst>
              <a:ext uri="{FF2B5EF4-FFF2-40B4-BE49-F238E27FC236}">
                <a16:creationId xmlns:a16="http://schemas.microsoft.com/office/drawing/2014/main" id="{1D8F8794-4D54-D1C5-4F32-571380BBB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3817" name="Text Box 40">
            <a:extLst>
              <a:ext uri="{FF2B5EF4-FFF2-40B4-BE49-F238E27FC236}">
                <a16:creationId xmlns:a16="http://schemas.microsoft.com/office/drawing/2014/main" id="{6B358DDE-8ECE-3A4C-1FAA-201D112F9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3818" name="Text Box 41">
            <a:extLst>
              <a:ext uri="{FF2B5EF4-FFF2-40B4-BE49-F238E27FC236}">
                <a16:creationId xmlns:a16="http://schemas.microsoft.com/office/drawing/2014/main" id="{67E46951-0B2A-DA1B-F170-7A628C293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3819" name="Text Box 42">
            <a:extLst>
              <a:ext uri="{FF2B5EF4-FFF2-40B4-BE49-F238E27FC236}">
                <a16:creationId xmlns:a16="http://schemas.microsoft.com/office/drawing/2014/main" id="{26324D53-37B6-DC50-42BF-3C3816821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3820" name="Text Box 43">
            <a:extLst>
              <a:ext uri="{FF2B5EF4-FFF2-40B4-BE49-F238E27FC236}">
                <a16:creationId xmlns:a16="http://schemas.microsoft.com/office/drawing/2014/main" id="{2C11B85D-C18A-6089-595C-EE8096EE4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[329]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3821" name="Text Box 44">
            <a:extLst>
              <a:ext uri="{FF2B5EF4-FFF2-40B4-BE49-F238E27FC236}">
                <a16:creationId xmlns:a16="http://schemas.microsoft.com/office/drawing/2014/main" id="{EF82F099-76C8-B73B-037A-ADD604456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3822" name="Text Box 45">
            <a:extLst>
              <a:ext uri="{FF2B5EF4-FFF2-40B4-BE49-F238E27FC236}">
                <a16:creationId xmlns:a16="http://schemas.microsoft.com/office/drawing/2014/main" id="{94F357A6-6E4C-1549-C4C0-CF9E819D6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976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[193]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3823" name="Line 46">
            <a:extLst>
              <a:ext uri="{FF2B5EF4-FFF2-40B4-BE49-F238E27FC236}">
                <a16:creationId xmlns:a16="http://schemas.microsoft.com/office/drawing/2014/main" id="{7855827A-D43A-AFE5-F1E3-012DD26AD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4" name="Text Box 47">
            <a:extLst>
              <a:ext uri="{FF2B5EF4-FFF2-40B4-BE49-F238E27FC236}">
                <a16:creationId xmlns:a16="http://schemas.microsoft.com/office/drawing/2014/main" id="{507EE015-344B-FAA4-720C-A34E2FF30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57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[366]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3825" name="Text Box 48">
            <a:extLst>
              <a:ext uri="{FF2B5EF4-FFF2-40B4-BE49-F238E27FC236}">
                <a16:creationId xmlns:a16="http://schemas.microsoft.com/office/drawing/2014/main" id="{64B3D9E3-D7AB-A2EC-0F51-37B4470D0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038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[178]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grpSp>
        <p:nvGrpSpPr>
          <p:cNvPr id="33826" name="Group 49">
            <a:extLst>
              <a:ext uri="{FF2B5EF4-FFF2-40B4-BE49-F238E27FC236}">
                <a16:creationId xmlns:a16="http://schemas.microsoft.com/office/drawing/2014/main" id="{53B78993-5F81-29B5-20C8-5F1BCE589C0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5334000"/>
            <a:ext cx="457200" cy="457200"/>
            <a:chOff x="1344" y="1248"/>
            <a:chExt cx="288" cy="288"/>
          </a:xfrm>
        </p:grpSpPr>
        <p:sp>
          <p:nvSpPr>
            <p:cNvPr id="33864" name="Oval 50">
              <a:extLst>
                <a:ext uri="{FF2B5EF4-FFF2-40B4-BE49-F238E27FC236}">
                  <a16:creationId xmlns:a16="http://schemas.microsoft.com/office/drawing/2014/main" id="{ACCF73DD-458A-CC15-1470-FC7F88E2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865" name="Text Box 51">
              <a:extLst>
                <a:ext uri="{FF2B5EF4-FFF2-40B4-BE49-F238E27FC236}">
                  <a16:creationId xmlns:a16="http://schemas.microsoft.com/office/drawing/2014/main" id="{0D2553F0-1D9D-E11F-2D6C-824AEEF87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3827" name="Text Box 52">
            <a:extLst>
              <a:ext uri="{FF2B5EF4-FFF2-40B4-BE49-F238E27FC236}">
                <a16:creationId xmlns:a16="http://schemas.microsoft.com/office/drawing/2014/main" id="{9DE2F8D6-D103-50DF-30FA-827175F63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2578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3828" name="Text Box 53">
            <a:extLst>
              <a:ext uri="{FF2B5EF4-FFF2-40B4-BE49-F238E27FC236}">
                <a16:creationId xmlns:a16="http://schemas.microsoft.com/office/drawing/2014/main" id="{5455FD6F-70F4-9088-DEED-6A187E65F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334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395C0-CDFC-D0A2-3848-466959FFD18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Group 50">
            <a:extLst>
              <a:ext uri="{FF2B5EF4-FFF2-40B4-BE49-F238E27FC236}">
                <a16:creationId xmlns:a16="http://schemas.microsoft.com/office/drawing/2014/main" id="{08C79116-B79E-6E51-21C5-CC9DB4212384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810555530"/>
              </p:ext>
            </p:extLst>
          </p:nvPr>
        </p:nvGraphicFramePr>
        <p:xfrm>
          <a:off x="7539038" y="1205442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820" name="Group 3">
            <a:extLst>
              <a:ext uri="{FF2B5EF4-FFF2-40B4-BE49-F238E27FC236}">
                <a16:creationId xmlns:a16="http://schemas.microsoft.com/office/drawing/2014/main" id="{5DCF8171-2FA4-5046-5356-F35E72E068FE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34905" name="Oval 4">
              <a:extLst>
                <a:ext uri="{FF2B5EF4-FFF2-40B4-BE49-F238E27FC236}">
                  <a16:creationId xmlns:a16="http://schemas.microsoft.com/office/drawing/2014/main" id="{0434017D-E7D1-8CC3-2400-0FC1E4298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906" name="Text Box 5">
              <a:extLst>
                <a:ext uri="{FF2B5EF4-FFF2-40B4-BE49-F238E27FC236}">
                  <a16:creationId xmlns:a16="http://schemas.microsoft.com/office/drawing/2014/main" id="{38EF1A7C-2526-F20D-89E0-1F5AEB625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4821" name="Group 6">
            <a:extLst>
              <a:ext uri="{FF2B5EF4-FFF2-40B4-BE49-F238E27FC236}">
                <a16:creationId xmlns:a16="http://schemas.microsoft.com/office/drawing/2014/main" id="{9496A278-CA8C-D004-58CD-4B2DBD9C0087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34903" name="Oval 7">
              <a:extLst>
                <a:ext uri="{FF2B5EF4-FFF2-40B4-BE49-F238E27FC236}">
                  <a16:creationId xmlns:a16="http://schemas.microsoft.com/office/drawing/2014/main" id="{9A3C4CB0-750A-8910-1126-E045B02BA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904" name="Text Box 8">
              <a:extLst>
                <a:ext uri="{FF2B5EF4-FFF2-40B4-BE49-F238E27FC236}">
                  <a16:creationId xmlns:a16="http://schemas.microsoft.com/office/drawing/2014/main" id="{767ADE6F-D04D-EF5A-5263-B8E4C7497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4822" name="Group 9">
            <a:extLst>
              <a:ext uri="{FF2B5EF4-FFF2-40B4-BE49-F238E27FC236}">
                <a16:creationId xmlns:a16="http://schemas.microsoft.com/office/drawing/2014/main" id="{3D574965-ED72-D78E-4D35-5584A0E6839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34901" name="Oval 10">
              <a:extLst>
                <a:ext uri="{FF2B5EF4-FFF2-40B4-BE49-F238E27FC236}">
                  <a16:creationId xmlns:a16="http://schemas.microsoft.com/office/drawing/2014/main" id="{4D68E077-17C1-3D9E-CA7D-B756C69A1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902" name="Text Box 11">
              <a:extLst>
                <a:ext uri="{FF2B5EF4-FFF2-40B4-BE49-F238E27FC236}">
                  <a16:creationId xmlns:a16="http://schemas.microsoft.com/office/drawing/2014/main" id="{9C17D37B-829A-1E72-4504-AAF56B668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4823" name="Group 12">
            <a:extLst>
              <a:ext uri="{FF2B5EF4-FFF2-40B4-BE49-F238E27FC236}">
                <a16:creationId xmlns:a16="http://schemas.microsoft.com/office/drawing/2014/main" id="{99A9708E-D05D-4E0F-50E1-4E91A911E34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34899" name="Oval 13">
              <a:extLst>
                <a:ext uri="{FF2B5EF4-FFF2-40B4-BE49-F238E27FC236}">
                  <a16:creationId xmlns:a16="http://schemas.microsoft.com/office/drawing/2014/main" id="{9D6EF666-9566-4A0F-B479-199E12B33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900" name="Text Box 14">
              <a:extLst>
                <a:ext uri="{FF2B5EF4-FFF2-40B4-BE49-F238E27FC236}">
                  <a16:creationId xmlns:a16="http://schemas.microsoft.com/office/drawing/2014/main" id="{0810FE24-C35E-732E-5187-9F48CD3C0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4824" name="Group 15">
            <a:extLst>
              <a:ext uri="{FF2B5EF4-FFF2-40B4-BE49-F238E27FC236}">
                <a16:creationId xmlns:a16="http://schemas.microsoft.com/office/drawing/2014/main" id="{6FAB5C3C-BC6F-531F-ED02-8CD8B17805C0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038600"/>
            <a:ext cx="457200" cy="457200"/>
            <a:chOff x="1344" y="1248"/>
            <a:chExt cx="288" cy="288"/>
          </a:xfrm>
        </p:grpSpPr>
        <p:sp>
          <p:nvSpPr>
            <p:cNvPr id="34897" name="Oval 16">
              <a:extLst>
                <a:ext uri="{FF2B5EF4-FFF2-40B4-BE49-F238E27FC236}">
                  <a16:creationId xmlns:a16="http://schemas.microsoft.com/office/drawing/2014/main" id="{442B4EFD-CD3A-78BA-20B3-3E007452B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898" name="Text Box 17">
              <a:extLst>
                <a:ext uri="{FF2B5EF4-FFF2-40B4-BE49-F238E27FC236}">
                  <a16:creationId xmlns:a16="http://schemas.microsoft.com/office/drawing/2014/main" id="{844B60D4-C452-7A95-ED34-3DD326043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4825" name="Group 18">
            <a:extLst>
              <a:ext uri="{FF2B5EF4-FFF2-40B4-BE49-F238E27FC236}">
                <a16:creationId xmlns:a16="http://schemas.microsoft.com/office/drawing/2014/main" id="{ACFD0DF9-6A70-96D1-6089-F73811562A3D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257800"/>
            <a:ext cx="457200" cy="457200"/>
            <a:chOff x="1344" y="1248"/>
            <a:chExt cx="288" cy="288"/>
          </a:xfrm>
        </p:grpSpPr>
        <p:sp>
          <p:nvSpPr>
            <p:cNvPr id="34895" name="Oval 19">
              <a:extLst>
                <a:ext uri="{FF2B5EF4-FFF2-40B4-BE49-F238E27FC236}">
                  <a16:creationId xmlns:a16="http://schemas.microsoft.com/office/drawing/2014/main" id="{74C30AB2-3E15-A6DA-C0E7-0FFF00A12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896" name="Text Box 20">
              <a:extLst>
                <a:ext uri="{FF2B5EF4-FFF2-40B4-BE49-F238E27FC236}">
                  <a16:creationId xmlns:a16="http://schemas.microsoft.com/office/drawing/2014/main" id="{CF025BD2-C77B-F992-1FF6-F579774AD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4826" name="Line 21">
            <a:extLst>
              <a:ext uri="{FF2B5EF4-FFF2-40B4-BE49-F238E27FC236}">
                <a16:creationId xmlns:a16="http://schemas.microsoft.com/office/drawing/2014/main" id="{F8B067D8-36B8-F6A2-FF80-1FDC17B07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1752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22">
            <a:extLst>
              <a:ext uri="{FF2B5EF4-FFF2-40B4-BE49-F238E27FC236}">
                <a16:creationId xmlns:a16="http://schemas.microsoft.com/office/drawing/2014/main" id="{E93833CE-5C19-4CB4-F2E8-092851C9F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4958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Text Box 23">
            <a:extLst>
              <a:ext uri="{FF2B5EF4-FFF2-40B4-BE49-F238E27FC236}">
                <a16:creationId xmlns:a16="http://schemas.microsoft.com/office/drawing/2014/main" id="{9D879BCB-85D1-0670-E4E5-AF696357E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429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4829" name="Text Box 24">
            <a:extLst>
              <a:ext uri="{FF2B5EF4-FFF2-40B4-BE49-F238E27FC236}">
                <a16:creationId xmlns:a16="http://schemas.microsoft.com/office/drawing/2014/main" id="{9DD838D4-DE93-C082-E87E-735296E5F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572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grpSp>
        <p:nvGrpSpPr>
          <p:cNvPr id="34830" name="Group 25">
            <a:extLst>
              <a:ext uri="{FF2B5EF4-FFF2-40B4-BE49-F238E27FC236}">
                <a16:creationId xmlns:a16="http://schemas.microsoft.com/office/drawing/2014/main" id="{E0091A40-E81C-DE72-8C57-4F9C87460174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038600"/>
            <a:ext cx="457200" cy="457200"/>
            <a:chOff x="1344" y="1248"/>
            <a:chExt cx="288" cy="288"/>
          </a:xfrm>
        </p:grpSpPr>
        <p:sp>
          <p:nvSpPr>
            <p:cNvPr id="34893" name="Oval 26">
              <a:extLst>
                <a:ext uri="{FF2B5EF4-FFF2-40B4-BE49-F238E27FC236}">
                  <a16:creationId xmlns:a16="http://schemas.microsoft.com/office/drawing/2014/main" id="{91BE57B9-CFA1-48F6-EB2A-3257E5BDD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894" name="Text Box 27">
              <a:extLst>
                <a:ext uri="{FF2B5EF4-FFF2-40B4-BE49-F238E27FC236}">
                  <a16:creationId xmlns:a16="http://schemas.microsoft.com/office/drawing/2014/main" id="{42B23183-5DC7-3138-CA0C-92953876A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4831" name="Group 28">
            <a:extLst>
              <a:ext uri="{FF2B5EF4-FFF2-40B4-BE49-F238E27FC236}">
                <a16:creationId xmlns:a16="http://schemas.microsoft.com/office/drawing/2014/main" id="{5AB30883-306B-5467-7101-1175E3EC0197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267200"/>
            <a:ext cx="457200" cy="457200"/>
            <a:chOff x="1344" y="1248"/>
            <a:chExt cx="288" cy="288"/>
          </a:xfrm>
        </p:grpSpPr>
        <p:sp>
          <p:nvSpPr>
            <p:cNvPr id="34891" name="Oval 29">
              <a:extLst>
                <a:ext uri="{FF2B5EF4-FFF2-40B4-BE49-F238E27FC236}">
                  <a16:creationId xmlns:a16="http://schemas.microsoft.com/office/drawing/2014/main" id="{95F42806-7028-ED30-B749-CCD1DF2DE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892" name="Text Box 30">
              <a:extLst>
                <a:ext uri="{FF2B5EF4-FFF2-40B4-BE49-F238E27FC236}">
                  <a16:creationId xmlns:a16="http://schemas.microsoft.com/office/drawing/2014/main" id="{E087D34B-37D9-EB3C-EB79-0D4ECF937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4832" name="Line 31">
            <a:extLst>
              <a:ext uri="{FF2B5EF4-FFF2-40B4-BE49-F238E27FC236}">
                <a16:creationId xmlns:a16="http://schemas.microsoft.com/office/drawing/2014/main" id="{03F56FEB-17A8-FFF3-DA7C-BAD5358337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3581400"/>
            <a:ext cx="2286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Line 32">
            <a:extLst>
              <a:ext uri="{FF2B5EF4-FFF2-40B4-BE49-F238E27FC236}">
                <a16:creationId xmlns:a16="http://schemas.microsoft.com/office/drawing/2014/main" id="{ECBA228F-BEAB-F41F-B8A1-4E6FF338B5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4958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Text Box 33">
            <a:extLst>
              <a:ext uri="{FF2B5EF4-FFF2-40B4-BE49-F238E27FC236}">
                <a16:creationId xmlns:a16="http://schemas.microsoft.com/office/drawing/2014/main" id="{50E92AC3-048A-B5F9-0547-B1DC32723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4835" name="Line 34">
            <a:extLst>
              <a:ext uri="{FF2B5EF4-FFF2-40B4-BE49-F238E27FC236}">
                <a16:creationId xmlns:a16="http://schemas.microsoft.com/office/drawing/2014/main" id="{0369F440-1B2C-E161-09B5-DB7E9DBDC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6" name="Line 35">
            <a:extLst>
              <a:ext uri="{FF2B5EF4-FFF2-40B4-BE49-F238E27FC236}">
                <a16:creationId xmlns:a16="http://schemas.microsoft.com/office/drawing/2014/main" id="{A30A8246-31CD-FB98-C72B-85A8B2FC8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7" name="Line 36">
            <a:extLst>
              <a:ext uri="{FF2B5EF4-FFF2-40B4-BE49-F238E27FC236}">
                <a16:creationId xmlns:a16="http://schemas.microsoft.com/office/drawing/2014/main" id="{1729A1BB-3558-A3C1-DBDC-615614E88C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8" name="Text Box 37">
            <a:extLst>
              <a:ext uri="{FF2B5EF4-FFF2-40B4-BE49-F238E27FC236}">
                <a16:creationId xmlns:a16="http://schemas.microsoft.com/office/drawing/2014/main" id="{2294B04C-1580-3AEC-1B99-5A19DB4B2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34839" name="Text Box 38">
            <a:extLst>
              <a:ext uri="{FF2B5EF4-FFF2-40B4-BE49-F238E27FC236}">
                <a16:creationId xmlns:a16="http://schemas.microsoft.com/office/drawing/2014/main" id="{8F139B78-F4D4-3CE7-C817-0FB23AEAA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8674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Goal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34840" name="Text Box 39">
            <a:extLst>
              <a:ext uri="{FF2B5EF4-FFF2-40B4-BE49-F238E27FC236}">
                <a16:creationId xmlns:a16="http://schemas.microsoft.com/office/drawing/2014/main" id="{967C9BA0-A909-5B6E-9CDC-50A9D0F11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4841" name="Text Box 40">
            <a:extLst>
              <a:ext uri="{FF2B5EF4-FFF2-40B4-BE49-F238E27FC236}">
                <a16:creationId xmlns:a16="http://schemas.microsoft.com/office/drawing/2014/main" id="{0BDA3B7F-1956-5FEE-76DC-FC60BEE95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4842" name="Text Box 41">
            <a:extLst>
              <a:ext uri="{FF2B5EF4-FFF2-40B4-BE49-F238E27FC236}">
                <a16:creationId xmlns:a16="http://schemas.microsoft.com/office/drawing/2014/main" id="{7EE505FB-DA64-43E8-E5AE-44135708C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4843" name="Text Box 42">
            <a:extLst>
              <a:ext uri="{FF2B5EF4-FFF2-40B4-BE49-F238E27FC236}">
                <a16:creationId xmlns:a16="http://schemas.microsoft.com/office/drawing/2014/main" id="{C3BFF530-B950-D0A7-3A8A-69F135124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4844" name="Text Box 43">
            <a:extLst>
              <a:ext uri="{FF2B5EF4-FFF2-40B4-BE49-F238E27FC236}">
                <a16:creationId xmlns:a16="http://schemas.microsoft.com/office/drawing/2014/main" id="{55F684E1-9E41-8120-B972-E3EEF60DB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[329]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4845" name="Text Box 44">
            <a:extLst>
              <a:ext uri="{FF2B5EF4-FFF2-40B4-BE49-F238E27FC236}">
                <a16:creationId xmlns:a16="http://schemas.microsoft.com/office/drawing/2014/main" id="{9929AD02-20F2-E6B0-2088-A960AAC1E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4846" name="Text Box 45">
            <a:extLst>
              <a:ext uri="{FF2B5EF4-FFF2-40B4-BE49-F238E27FC236}">
                <a16:creationId xmlns:a16="http://schemas.microsoft.com/office/drawing/2014/main" id="{968F13C1-BC1F-7B01-0FB9-66A995C44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976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[193]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4847" name="Line 46">
            <a:extLst>
              <a:ext uri="{FF2B5EF4-FFF2-40B4-BE49-F238E27FC236}">
                <a16:creationId xmlns:a16="http://schemas.microsoft.com/office/drawing/2014/main" id="{FED7FBB9-A0D7-E962-88B3-FC8F99CFD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8" name="Text Box 47">
            <a:extLst>
              <a:ext uri="{FF2B5EF4-FFF2-40B4-BE49-F238E27FC236}">
                <a16:creationId xmlns:a16="http://schemas.microsoft.com/office/drawing/2014/main" id="{05E7DCB7-B198-F19C-2CFF-E6EFEBFA4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57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[366]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4849" name="Text Box 48">
            <a:extLst>
              <a:ext uri="{FF2B5EF4-FFF2-40B4-BE49-F238E27FC236}">
                <a16:creationId xmlns:a16="http://schemas.microsoft.com/office/drawing/2014/main" id="{0BF199E7-F6D6-0D41-9919-6C04CCC94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038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[178]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grpSp>
        <p:nvGrpSpPr>
          <p:cNvPr id="34850" name="Group 49">
            <a:extLst>
              <a:ext uri="{FF2B5EF4-FFF2-40B4-BE49-F238E27FC236}">
                <a16:creationId xmlns:a16="http://schemas.microsoft.com/office/drawing/2014/main" id="{2DC54B0F-6458-A767-FAFB-89BB8A8A8A0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5334000"/>
            <a:ext cx="457200" cy="457200"/>
            <a:chOff x="1344" y="1248"/>
            <a:chExt cx="288" cy="288"/>
          </a:xfrm>
        </p:grpSpPr>
        <p:sp>
          <p:nvSpPr>
            <p:cNvPr id="34889" name="Oval 50">
              <a:extLst>
                <a:ext uri="{FF2B5EF4-FFF2-40B4-BE49-F238E27FC236}">
                  <a16:creationId xmlns:a16="http://schemas.microsoft.com/office/drawing/2014/main" id="{C6920BB4-CC46-0BD5-CC48-622FB9638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890" name="Text Box 51">
              <a:extLst>
                <a:ext uri="{FF2B5EF4-FFF2-40B4-BE49-F238E27FC236}">
                  <a16:creationId xmlns:a16="http://schemas.microsoft.com/office/drawing/2014/main" id="{0678C4C2-BF57-7E4B-E8B4-00A5BF9DF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4851" name="Text Box 52">
            <a:extLst>
              <a:ext uri="{FF2B5EF4-FFF2-40B4-BE49-F238E27FC236}">
                <a16:creationId xmlns:a16="http://schemas.microsoft.com/office/drawing/2014/main" id="{0FADEC95-FA74-2630-81F5-F4AFAD31D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2578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[0]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4852" name="Text Box 53">
            <a:extLst>
              <a:ext uri="{FF2B5EF4-FFF2-40B4-BE49-F238E27FC236}">
                <a16:creationId xmlns:a16="http://schemas.microsoft.com/office/drawing/2014/main" id="{79040F88-085E-5E36-ACC3-C424A461C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334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4853" name="Text Box 54">
            <a:extLst>
              <a:ext uri="{FF2B5EF4-FFF2-40B4-BE49-F238E27FC236}">
                <a16:creationId xmlns:a16="http://schemas.microsoft.com/office/drawing/2014/main" id="{8598CC22-CBF8-36BC-B2FF-B01BBC948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66" y="5867400"/>
            <a:ext cx="5486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dist(A-E-F-I) = 140 + 99 + 211 = 450</a:t>
            </a:r>
            <a:endParaRPr lang="en-GB" altLang="en-US" sz="20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67D45-1000-BAA6-C655-FA7209E8CDF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514" name="Group 50">
            <a:extLst>
              <a:ext uri="{FF2B5EF4-FFF2-40B4-BE49-F238E27FC236}">
                <a16:creationId xmlns:a16="http://schemas.microsoft.com/office/drawing/2014/main" id="{0EE45803-7B22-D075-ED3B-764F0A573037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33852224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466E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rgbClr val="F466E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5879" name="Group 3">
            <a:extLst>
              <a:ext uri="{FF2B5EF4-FFF2-40B4-BE49-F238E27FC236}">
                <a16:creationId xmlns:a16="http://schemas.microsoft.com/office/drawing/2014/main" id="{5B0CDCB8-001B-CBB1-360A-4640F167F99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35926" name="Oval 4">
              <a:extLst>
                <a:ext uri="{FF2B5EF4-FFF2-40B4-BE49-F238E27FC236}">
                  <a16:creationId xmlns:a16="http://schemas.microsoft.com/office/drawing/2014/main" id="{42B62388-57C6-AE72-1094-3A5E7270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27" name="Text Box 5">
              <a:extLst>
                <a:ext uri="{FF2B5EF4-FFF2-40B4-BE49-F238E27FC236}">
                  <a16:creationId xmlns:a16="http://schemas.microsoft.com/office/drawing/2014/main" id="{57ADC4FB-7DF0-1D59-7A3C-8380821BB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5880" name="Group 6">
            <a:extLst>
              <a:ext uri="{FF2B5EF4-FFF2-40B4-BE49-F238E27FC236}">
                <a16:creationId xmlns:a16="http://schemas.microsoft.com/office/drawing/2014/main" id="{5D79A028-D904-5DE4-B25D-B9F893C2DF69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35924" name="Oval 7">
              <a:extLst>
                <a:ext uri="{FF2B5EF4-FFF2-40B4-BE49-F238E27FC236}">
                  <a16:creationId xmlns:a16="http://schemas.microsoft.com/office/drawing/2014/main" id="{8AF82384-41DA-FF84-5F48-9CCD1768E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25" name="Text Box 8">
              <a:extLst>
                <a:ext uri="{FF2B5EF4-FFF2-40B4-BE49-F238E27FC236}">
                  <a16:creationId xmlns:a16="http://schemas.microsoft.com/office/drawing/2014/main" id="{2FA61EB9-33EA-0228-B7FB-02E659FC0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5881" name="Group 9">
            <a:extLst>
              <a:ext uri="{FF2B5EF4-FFF2-40B4-BE49-F238E27FC236}">
                <a16:creationId xmlns:a16="http://schemas.microsoft.com/office/drawing/2014/main" id="{B11F3F24-A5DB-6712-7B9E-142D4146F16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35922" name="Oval 10">
              <a:extLst>
                <a:ext uri="{FF2B5EF4-FFF2-40B4-BE49-F238E27FC236}">
                  <a16:creationId xmlns:a16="http://schemas.microsoft.com/office/drawing/2014/main" id="{2A8F2BDD-90F1-8506-037E-0F5D3DC4D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23" name="Text Box 11">
              <a:extLst>
                <a:ext uri="{FF2B5EF4-FFF2-40B4-BE49-F238E27FC236}">
                  <a16:creationId xmlns:a16="http://schemas.microsoft.com/office/drawing/2014/main" id="{59D5E601-9226-F977-2E60-35141BE20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5882" name="Group 12">
            <a:extLst>
              <a:ext uri="{FF2B5EF4-FFF2-40B4-BE49-F238E27FC236}">
                <a16:creationId xmlns:a16="http://schemas.microsoft.com/office/drawing/2014/main" id="{5EEA15AA-F8EF-B0E0-5225-6CA7AC81B63A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35920" name="Oval 13">
              <a:extLst>
                <a:ext uri="{FF2B5EF4-FFF2-40B4-BE49-F238E27FC236}">
                  <a16:creationId xmlns:a16="http://schemas.microsoft.com/office/drawing/2014/main" id="{DDF65F42-8BDF-D3BD-D219-9780912AB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21" name="Text Box 14">
              <a:extLst>
                <a:ext uri="{FF2B5EF4-FFF2-40B4-BE49-F238E27FC236}">
                  <a16:creationId xmlns:a16="http://schemas.microsoft.com/office/drawing/2014/main" id="{3E9C4C3C-A10D-4B3A-80FD-681C3205A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5883" name="Group 15">
            <a:extLst>
              <a:ext uri="{FF2B5EF4-FFF2-40B4-BE49-F238E27FC236}">
                <a16:creationId xmlns:a16="http://schemas.microsoft.com/office/drawing/2014/main" id="{F5614F24-A1C8-3B67-28EE-4E9E30475317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35918" name="Oval 16">
              <a:extLst>
                <a:ext uri="{FF2B5EF4-FFF2-40B4-BE49-F238E27FC236}">
                  <a16:creationId xmlns:a16="http://schemas.microsoft.com/office/drawing/2014/main" id="{2508C06B-75D9-C9D3-7939-AC0DCBDCB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19" name="Text Box 17">
              <a:extLst>
                <a:ext uri="{FF2B5EF4-FFF2-40B4-BE49-F238E27FC236}">
                  <a16:creationId xmlns:a16="http://schemas.microsoft.com/office/drawing/2014/main" id="{5F1B63F7-EC4E-6608-C03E-5498AD851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5884" name="Group 18">
            <a:extLst>
              <a:ext uri="{FF2B5EF4-FFF2-40B4-BE49-F238E27FC236}">
                <a16:creationId xmlns:a16="http://schemas.microsoft.com/office/drawing/2014/main" id="{43D3AA74-2F0B-8ACE-CED9-6C965BB45E38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35916" name="Oval 19">
              <a:extLst>
                <a:ext uri="{FF2B5EF4-FFF2-40B4-BE49-F238E27FC236}">
                  <a16:creationId xmlns:a16="http://schemas.microsoft.com/office/drawing/2014/main" id="{F8EAFB3C-DCF3-EC31-52C5-64E0ADBA8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17" name="Text Box 20">
              <a:extLst>
                <a:ext uri="{FF2B5EF4-FFF2-40B4-BE49-F238E27FC236}">
                  <a16:creationId xmlns:a16="http://schemas.microsoft.com/office/drawing/2014/main" id="{33E4CC05-5423-0C5D-1732-A9AA64316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5885" name="Group 21">
            <a:extLst>
              <a:ext uri="{FF2B5EF4-FFF2-40B4-BE49-F238E27FC236}">
                <a16:creationId xmlns:a16="http://schemas.microsoft.com/office/drawing/2014/main" id="{37CEA0EE-D1FC-4CF7-B50B-BDCBB7C17A3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35914" name="Oval 22">
              <a:extLst>
                <a:ext uri="{FF2B5EF4-FFF2-40B4-BE49-F238E27FC236}">
                  <a16:creationId xmlns:a16="http://schemas.microsoft.com/office/drawing/2014/main" id="{6344E7C1-DB25-4CA1-F56A-6B6D40C12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15" name="Text Box 23">
              <a:extLst>
                <a:ext uri="{FF2B5EF4-FFF2-40B4-BE49-F238E27FC236}">
                  <a16:creationId xmlns:a16="http://schemas.microsoft.com/office/drawing/2014/main" id="{7C9040A9-F937-59D9-60EE-F5C570004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5886" name="Line 24">
            <a:extLst>
              <a:ext uri="{FF2B5EF4-FFF2-40B4-BE49-F238E27FC236}">
                <a16:creationId xmlns:a16="http://schemas.microsoft.com/office/drawing/2014/main" id="{35455968-C005-7204-B831-778F7929C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7" name="Line 25">
            <a:extLst>
              <a:ext uri="{FF2B5EF4-FFF2-40B4-BE49-F238E27FC236}">
                <a16:creationId xmlns:a16="http://schemas.microsoft.com/office/drawing/2014/main" id="{DA0E6DC5-FAE1-80F5-7A42-F11728D0D1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8" name="Text Box 26">
            <a:extLst>
              <a:ext uri="{FF2B5EF4-FFF2-40B4-BE49-F238E27FC236}">
                <a16:creationId xmlns:a16="http://schemas.microsoft.com/office/drawing/2014/main" id="{77736EDB-FC80-5D80-20A4-47BD8E88B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5889" name="Text Box 27">
            <a:extLst>
              <a:ext uri="{FF2B5EF4-FFF2-40B4-BE49-F238E27FC236}">
                <a16:creationId xmlns:a16="http://schemas.microsoft.com/office/drawing/2014/main" id="{C6FB68C0-FFFE-6FB1-91EE-863F213A4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35890" name="Group 28">
            <a:extLst>
              <a:ext uri="{FF2B5EF4-FFF2-40B4-BE49-F238E27FC236}">
                <a16:creationId xmlns:a16="http://schemas.microsoft.com/office/drawing/2014/main" id="{9308C3F0-29EC-23F1-164B-36199CCE3AD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35912" name="Oval 29">
              <a:extLst>
                <a:ext uri="{FF2B5EF4-FFF2-40B4-BE49-F238E27FC236}">
                  <a16:creationId xmlns:a16="http://schemas.microsoft.com/office/drawing/2014/main" id="{C0B067BB-A20C-DBC6-B008-D78FEDFD4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13" name="Text Box 30">
              <a:extLst>
                <a:ext uri="{FF2B5EF4-FFF2-40B4-BE49-F238E27FC236}">
                  <a16:creationId xmlns:a16="http://schemas.microsoft.com/office/drawing/2014/main" id="{2BAC0069-EF71-BEFF-921F-423641F55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5891" name="Group 31">
            <a:extLst>
              <a:ext uri="{FF2B5EF4-FFF2-40B4-BE49-F238E27FC236}">
                <a16:creationId xmlns:a16="http://schemas.microsoft.com/office/drawing/2014/main" id="{C9C434E9-C233-197A-56C7-3DD574A085F4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35910" name="Oval 32">
              <a:extLst>
                <a:ext uri="{FF2B5EF4-FFF2-40B4-BE49-F238E27FC236}">
                  <a16:creationId xmlns:a16="http://schemas.microsoft.com/office/drawing/2014/main" id="{2EAAAB82-83F2-EDC6-C421-79937599A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rgbClr val="F466E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5911" name="Text Box 33">
              <a:extLst>
                <a:ext uri="{FF2B5EF4-FFF2-40B4-BE49-F238E27FC236}">
                  <a16:creationId xmlns:a16="http://schemas.microsoft.com/office/drawing/2014/main" id="{5E9425B9-B5F0-02E4-F963-8BDBA9598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rgbClr val="F466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5892" name="Line 34">
            <a:extLst>
              <a:ext uri="{FF2B5EF4-FFF2-40B4-BE49-F238E27FC236}">
                <a16:creationId xmlns:a16="http://schemas.microsoft.com/office/drawing/2014/main" id="{F1C57C66-A397-CD31-AA9D-E49DDDFBD0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3" name="Line 35">
            <a:extLst>
              <a:ext uri="{FF2B5EF4-FFF2-40B4-BE49-F238E27FC236}">
                <a16:creationId xmlns:a16="http://schemas.microsoft.com/office/drawing/2014/main" id="{1F51936C-EB10-9C7B-4B4D-FAB77E416B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4" name="Line 36">
            <a:extLst>
              <a:ext uri="{FF2B5EF4-FFF2-40B4-BE49-F238E27FC236}">
                <a16:creationId xmlns:a16="http://schemas.microsoft.com/office/drawing/2014/main" id="{DE6A6699-5F91-65E2-13FE-FFFCFB23C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5" name="Text Box 37">
            <a:extLst>
              <a:ext uri="{FF2B5EF4-FFF2-40B4-BE49-F238E27FC236}">
                <a16:creationId xmlns:a16="http://schemas.microsoft.com/office/drawing/2014/main" id="{1C5FCDC6-9E4D-FEB9-CCFF-78CA09A39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5896" name="Line 38">
            <a:extLst>
              <a:ext uri="{FF2B5EF4-FFF2-40B4-BE49-F238E27FC236}">
                <a16:creationId xmlns:a16="http://schemas.microsoft.com/office/drawing/2014/main" id="{BCDB8315-57DE-D2A1-9785-808A9DEC0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7" name="Line 39">
            <a:extLst>
              <a:ext uri="{FF2B5EF4-FFF2-40B4-BE49-F238E27FC236}">
                <a16:creationId xmlns:a16="http://schemas.microsoft.com/office/drawing/2014/main" id="{FA6D5249-A4BF-AEC3-1113-02B228E55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8" name="Line 40">
            <a:extLst>
              <a:ext uri="{FF2B5EF4-FFF2-40B4-BE49-F238E27FC236}">
                <a16:creationId xmlns:a16="http://schemas.microsoft.com/office/drawing/2014/main" id="{61F761A1-A2FB-09D3-5EC0-8657A1F5B3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9" name="Line 41">
            <a:extLst>
              <a:ext uri="{FF2B5EF4-FFF2-40B4-BE49-F238E27FC236}">
                <a16:creationId xmlns:a16="http://schemas.microsoft.com/office/drawing/2014/main" id="{487EF238-07F7-A0FC-0A70-1CEB43325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0" name="Text Box 42">
            <a:extLst>
              <a:ext uri="{FF2B5EF4-FFF2-40B4-BE49-F238E27FC236}">
                <a16:creationId xmlns:a16="http://schemas.microsoft.com/office/drawing/2014/main" id="{C1545C3F-DD51-3821-0BE4-D29EFDDE4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5901" name="Text Box 43">
            <a:extLst>
              <a:ext uri="{FF2B5EF4-FFF2-40B4-BE49-F238E27FC236}">
                <a16:creationId xmlns:a16="http://schemas.microsoft.com/office/drawing/2014/main" id="{3C0B6318-DABB-071E-2AB4-3298382C3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5902" name="Text Box 44">
            <a:extLst>
              <a:ext uri="{FF2B5EF4-FFF2-40B4-BE49-F238E27FC236}">
                <a16:creationId xmlns:a16="http://schemas.microsoft.com/office/drawing/2014/main" id="{F3967F9D-C2A0-F325-6776-860E9E3B7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5903" name="Text Box 45">
            <a:extLst>
              <a:ext uri="{FF2B5EF4-FFF2-40B4-BE49-F238E27FC236}">
                <a16:creationId xmlns:a16="http://schemas.microsoft.com/office/drawing/2014/main" id="{1E31D8C3-5F0E-3379-6D04-4DF76F2A7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5904" name="Text Box 46">
            <a:extLst>
              <a:ext uri="{FF2B5EF4-FFF2-40B4-BE49-F238E27FC236}">
                <a16:creationId xmlns:a16="http://schemas.microsoft.com/office/drawing/2014/main" id="{2B4A6354-D61E-4E0F-8733-F799D782B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5905" name="Text Box 47">
            <a:extLst>
              <a:ext uri="{FF2B5EF4-FFF2-40B4-BE49-F238E27FC236}">
                <a16:creationId xmlns:a16="http://schemas.microsoft.com/office/drawing/2014/main" id="{CCF7E2E0-2511-4F71-5867-CDF2B19D2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5906" name="Text Box 48">
            <a:extLst>
              <a:ext uri="{FF2B5EF4-FFF2-40B4-BE49-F238E27FC236}">
                <a16:creationId xmlns:a16="http://schemas.microsoft.com/office/drawing/2014/main" id="{422554B6-640E-6C49-2414-C899247AA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5907" name="Text Box 49">
            <a:extLst>
              <a:ext uri="{FF2B5EF4-FFF2-40B4-BE49-F238E27FC236}">
                <a16:creationId xmlns:a16="http://schemas.microsoft.com/office/drawing/2014/main" id="{BF10282C-BD0E-1C37-2F7F-81F62050D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69000"/>
            <a:ext cx="54864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i="1" dirty="0">
                <a:latin typeface="+mj-lt"/>
              </a:rPr>
              <a:t>f(n) = h </a:t>
            </a:r>
            <a:r>
              <a:rPr lang="en-US" altLang="en-US" sz="2000" dirty="0">
                <a:latin typeface="+mj-lt"/>
              </a:rPr>
              <a:t>(</a:t>
            </a:r>
            <a:r>
              <a:rPr lang="en-US" altLang="en-US" sz="2000" i="1" dirty="0">
                <a:latin typeface="+mj-lt"/>
              </a:rPr>
              <a:t>n</a:t>
            </a:r>
            <a:r>
              <a:rPr lang="en-US" altLang="en-US" sz="2000" dirty="0">
                <a:latin typeface="+mj-lt"/>
              </a:rPr>
              <a:t>) = straight-line distance heuristic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+mj-lt"/>
              </a:rPr>
              <a:t>dist(A-E-G-H-I) =140+80+97+101=</a:t>
            </a:r>
            <a:r>
              <a:rPr lang="en-US" altLang="en-US" sz="2000" dirty="0">
                <a:solidFill>
                  <a:srgbClr val="F466E0"/>
                </a:solidFill>
                <a:latin typeface="+mj-lt"/>
              </a:rPr>
              <a:t>418 </a:t>
            </a:r>
            <a:endParaRPr lang="en-GB" altLang="en-US" sz="2000" dirty="0">
              <a:solidFill>
                <a:srgbClr val="F466E0"/>
              </a:solidFill>
              <a:latin typeface="+mj-lt"/>
            </a:endParaRPr>
          </a:p>
        </p:txBody>
      </p:sp>
      <p:sp>
        <p:nvSpPr>
          <p:cNvPr id="35908" name="Text Box 85">
            <a:extLst>
              <a:ext uri="{FF2B5EF4-FFF2-40B4-BE49-F238E27FC236}">
                <a16:creationId xmlns:a16="http://schemas.microsoft.com/office/drawing/2014/main" id="{940F3B1F-377B-959C-F5E4-3B4C02470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1B800-FCAC-DC51-6988-B96B486EE3F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Search: Optimal? 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>
            <a:extLst>
              <a:ext uri="{FF2B5EF4-FFF2-40B4-BE49-F238E27FC236}">
                <a16:creationId xmlns:a16="http://schemas.microsoft.com/office/drawing/2014/main" id="{AC4AD47C-F2D5-E6A3-8C10-58F565F5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722729-20A9-4665-940E-803151805B9E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96658" name="Group 50">
            <a:extLst>
              <a:ext uri="{FF2B5EF4-FFF2-40B4-BE49-F238E27FC236}">
                <a16:creationId xmlns:a16="http://schemas.microsoft.com/office/drawing/2014/main" id="{38CA7F00-E528-6FC9-C4A0-2A0DE7699E8E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562516431"/>
              </p:ext>
            </p:extLst>
          </p:nvPr>
        </p:nvGraphicFramePr>
        <p:xfrm>
          <a:off x="5334000" y="1828800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**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C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7926" name="Group 3">
            <a:extLst>
              <a:ext uri="{FF2B5EF4-FFF2-40B4-BE49-F238E27FC236}">
                <a16:creationId xmlns:a16="http://schemas.microsoft.com/office/drawing/2014/main" id="{635E2F5D-EA98-098C-C2D6-0B8FBEA843C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457200" cy="457200"/>
            <a:chOff x="1344" y="1248"/>
            <a:chExt cx="288" cy="288"/>
          </a:xfrm>
        </p:grpSpPr>
        <p:sp>
          <p:nvSpPr>
            <p:cNvPr id="37973" name="Oval 4">
              <a:extLst>
                <a:ext uri="{FF2B5EF4-FFF2-40B4-BE49-F238E27FC236}">
                  <a16:creationId xmlns:a16="http://schemas.microsoft.com/office/drawing/2014/main" id="{4FB1BDDC-C3B4-BF54-D7D0-977A8C32F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74" name="Text Box 5">
              <a:extLst>
                <a:ext uri="{FF2B5EF4-FFF2-40B4-BE49-F238E27FC236}">
                  <a16:creationId xmlns:a16="http://schemas.microsoft.com/office/drawing/2014/main" id="{3F8E18E6-94A5-EFE7-3C47-5C2BB11DD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7927" name="Group 6">
            <a:extLst>
              <a:ext uri="{FF2B5EF4-FFF2-40B4-BE49-F238E27FC236}">
                <a16:creationId xmlns:a16="http://schemas.microsoft.com/office/drawing/2014/main" id="{C8673156-E450-EAD5-B75E-2E243E660E7E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457200" cy="457200"/>
            <a:chOff x="1344" y="1248"/>
            <a:chExt cx="288" cy="288"/>
          </a:xfrm>
        </p:grpSpPr>
        <p:sp>
          <p:nvSpPr>
            <p:cNvPr id="37971" name="Oval 7">
              <a:extLst>
                <a:ext uri="{FF2B5EF4-FFF2-40B4-BE49-F238E27FC236}">
                  <a16:creationId xmlns:a16="http://schemas.microsoft.com/office/drawing/2014/main" id="{17FD9B8C-6A55-3C18-3829-A151C4D98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72" name="Text Box 8">
              <a:extLst>
                <a:ext uri="{FF2B5EF4-FFF2-40B4-BE49-F238E27FC236}">
                  <a16:creationId xmlns:a16="http://schemas.microsoft.com/office/drawing/2014/main" id="{0F64E8F2-A0E9-0F0C-E182-5314981DF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7928" name="Group 9">
            <a:extLst>
              <a:ext uri="{FF2B5EF4-FFF2-40B4-BE49-F238E27FC236}">
                <a16:creationId xmlns:a16="http://schemas.microsoft.com/office/drawing/2014/main" id="{BF0DF830-621C-5E15-6BF0-02FB6F1E509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457200" cy="457200"/>
            <a:chOff x="1344" y="1248"/>
            <a:chExt cx="288" cy="288"/>
          </a:xfrm>
        </p:grpSpPr>
        <p:sp>
          <p:nvSpPr>
            <p:cNvPr id="37969" name="Oval 10">
              <a:extLst>
                <a:ext uri="{FF2B5EF4-FFF2-40B4-BE49-F238E27FC236}">
                  <a16:creationId xmlns:a16="http://schemas.microsoft.com/office/drawing/2014/main" id="{F8CE5370-151F-3070-42A6-542C93984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70" name="Text Box 11">
              <a:extLst>
                <a:ext uri="{FF2B5EF4-FFF2-40B4-BE49-F238E27FC236}">
                  <a16:creationId xmlns:a16="http://schemas.microsoft.com/office/drawing/2014/main" id="{CE00AB8C-D840-2D5A-C63C-B8786E970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D</a:t>
              </a:r>
              <a:endParaRPr lang="en-GB" altLang="en-US" sz="18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7929" name="Group 12">
            <a:extLst>
              <a:ext uri="{FF2B5EF4-FFF2-40B4-BE49-F238E27FC236}">
                <a16:creationId xmlns:a16="http://schemas.microsoft.com/office/drawing/2014/main" id="{20E407C2-BB5F-5BC5-C62A-3FE35923FDA5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457200" cy="457200"/>
            <a:chOff x="1344" y="1248"/>
            <a:chExt cx="288" cy="288"/>
          </a:xfrm>
        </p:grpSpPr>
        <p:sp>
          <p:nvSpPr>
            <p:cNvPr id="37967" name="Oval 13">
              <a:extLst>
                <a:ext uri="{FF2B5EF4-FFF2-40B4-BE49-F238E27FC236}">
                  <a16:creationId xmlns:a16="http://schemas.microsoft.com/office/drawing/2014/main" id="{C14D9B5D-4438-5513-2824-624E54617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68" name="Text Box 14">
              <a:extLst>
                <a:ext uri="{FF2B5EF4-FFF2-40B4-BE49-F238E27FC236}">
                  <a16:creationId xmlns:a16="http://schemas.microsoft.com/office/drawing/2014/main" id="{0EBC00B0-759D-EEC5-EC9C-3E4C7B12A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C</a:t>
              </a:r>
              <a:endParaRPr lang="en-GB" altLang="en-US" sz="18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7930" name="Group 15">
            <a:extLst>
              <a:ext uri="{FF2B5EF4-FFF2-40B4-BE49-F238E27FC236}">
                <a16:creationId xmlns:a16="http://schemas.microsoft.com/office/drawing/2014/main" id="{57753431-52B2-EC58-CEA0-D92F49DE3E2D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124200"/>
            <a:ext cx="457200" cy="457200"/>
            <a:chOff x="1344" y="1248"/>
            <a:chExt cx="288" cy="288"/>
          </a:xfrm>
        </p:grpSpPr>
        <p:sp>
          <p:nvSpPr>
            <p:cNvPr id="37965" name="Oval 16">
              <a:extLst>
                <a:ext uri="{FF2B5EF4-FFF2-40B4-BE49-F238E27FC236}">
                  <a16:creationId xmlns:a16="http://schemas.microsoft.com/office/drawing/2014/main" id="{11F0CB66-1E36-8DFD-71B2-4C66D18B4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66" name="Text Box 17">
              <a:extLst>
                <a:ext uri="{FF2B5EF4-FFF2-40B4-BE49-F238E27FC236}">
                  <a16:creationId xmlns:a16="http://schemas.microsoft.com/office/drawing/2014/main" id="{81913608-7DCC-EA10-F6B4-5B1E9774A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7931" name="Group 18">
            <a:extLst>
              <a:ext uri="{FF2B5EF4-FFF2-40B4-BE49-F238E27FC236}">
                <a16:creationId xmlns:a16="http://schemas.microsoft.com/office/drawing/2014/main" id="{81B6A1A8-99B7-EB7F-A857-AC6D725A525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038600"/>
            <a:ext cx="457200" cy="457200"/>
            <a:chOff x="1344" y="1248"/>
            <a:chExt cx="288" cy="288"/>
          </a:xfrm>
        </p:grpSpPr>
        <p:sp>
          <p:nvSpPr>
            <p:cNvPr id="37963" name="Oval 19">
              <a:extLst>
                <a:ext uri="{FF2B5EF4-FFF2-40B4-BE49-F238E27FC236}">
                  <a16:creationId xmlns:a16="http://schemas.microsoft.com/office/drawing/2014/main" id="{46B91663-B59C-4953-2A31-B44DE7DBB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64" name="Text Box 20">
              <a:extLst>
                <a:ext uri="{FF2B5EF4-FFF2-40B4-BE49-F238E27FC236}">
                  <a16:creationId xmlns:a16="http://schemas.microsoft.com/office/drawing/2014/main" id="{26BEF069-5434-438C-0EE4-35C0C4B62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7932" name="Group 21">
            <a:extLst>
              <a:ext uri="{FF2B5EF4-FFF2-40B4-BE49-F238E27FC236}">
                <a16:creationId xmlns:a16="http://schemas.microsoft.com/office/drawing/2014/main" id="{E8B83117-CC3F-E127-E8E9-94157418524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715000"/>
            <a:ext cx="457200" cy="457200"/>
            <a:chOff x="1344" y="1248"/>
            <a:chExt cx="288" cy="288"/>
          </a:xfrm>
        </p:grpSpPr>
        <p:sp>
          <p:nvSpPr>
            <p:cNvPr id="37961" name="Oval 22">
              <a:extLst>
                <a:ext uri="{FF2B5EF4-FFF2-40B4-BE49-F238E27FC236}">
                  <a16:creationId xmlns:a16="http://schemas.microsoft.com/office/drawing/2014/main" id="{AB0BB410-4C1A-61B3-1061-4AE441A3D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62" name="Text Box 23">
              <a:extLst>
                <a:ext uri="{FF2B5EF4-FFF2-40B4-BE49-F238E27FC236}">
                  <a16:creationId xmlns:a16="http://schemas.microsoft.com/office/drawing/2014/main" id="{712215C2-7C3A-1E2B-B200-D01869A57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7933" name="Line 24">
            <a:extLst>
              <a:ext uri="{FF2B5EF4-FFF2-40B4-BE49-F238E27FC236}">
                <a16:creationId xmlns:a16="http://schemas.microsoft.com/office/drawing/2014/main" id="{4B828812-91F4-D991-2CCC-BC6F164BF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581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4" name="Line 25">
            <a:extLst>
              <a:ext uri="{FF2B5EF4-FFF2-40B4-BE49-F238E27FC236}">
                <a16:creationId xmlns:a16="http://schemas.microsoft.com/office/drawing/2014/main" id="{3DFAD3D8-1FC1-B9F0-8695-D1B941EC6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4958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5" name="Text Box 26">
            <a:extLst>
              <a:ext uri="{FF2B5EF4-FFF2-40B4-BE49-F238E27FC236}">
                <a16:creationId xmlns:a16="http://schemas.microsoft.com/office/drawing/2014/main" id="{F05A6C1C-91FF-56C8-DEED-A8BBFAB9F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7936" name="Text Box 27">
            <a:extLst>
              <a:ext uri="{FF2B5EF4-FFF2-40B4-BE49-F238E27FC236}">
                <a16:creationId xmlns:a16="http://schemas.microsoft.com/office/drawing/2014/main" id="{CB4807D6-1A7F-E4DB-8643-AB7B635A5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054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37937" name="Group 28">
            <a:extLst>
              <a:ext uri="{FF2B5EF4-FFF2-40B4-BE49-F238E27FC236}">
                <a16:creationId xmlns:a16="http://schemas.microsoft.com/office/drawing/2014/main" id="{9A434E36-C6C4-B415-FEBD-87D949F7A750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038600"/>
            <a:ext cx="457200" cy="457200"/>
            <a:chOff x="1344" y="1248"/>
            <a:chExt cx="288" cy="288"/>
          </a:xfrm>
        </p:grpSpPr>
        <p:sp>
          <p:nvSpPr>
            <p:cNvPr id="37959" name="Oval 29">
              <a:extLst>
                <a:ext uri="{FF2B5EF4-FFF2-40B4-BE49-F238E27FC236}">
                  <a16:creationId xmlns:a16="http://schemas.microsoft.com/office/drawing/2014/main" id="{11E235B5-6619-8772-8763-DC2128EE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60" name="Text Box 30">
              <a:extLst>
                <a:ext uri="{FF2B5EF4-FFF2-40B4-BE49-F238E27FC236}">
                  <a16:creationId xmlns:a16="http://schemas.microsoft.com/office/drawing/2014/main" id="{59FC483E-7D2E-1A3A-A768-26284699C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37938" name="Group 31">
            <a:extLst>
              <a:ext uri="{FF2B5EF4-FFF2-40B4-BE49-F238E27FC236}">
                <a16:creationId xmlns:a16="http://schemas.microsoft.com/office/drawing/2014/main" id="{75285F25-4012-E862-4D95-D0BD33D6E2B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457200" cy="457200"/>
            <a:chOff x="1344" y="1248"/>
            <a:chExt cx="288" cy="288"/>
          </a:xfrm>
        </p:grpSpPr>
        <p:sp>
          <p:nvSpPr>
            <p:cNvPr id="37957" name="Oval 32">
              <a:extLst>
                <a:ext uri="{FF2B5EF4-FFF2-40B4-BE49-F238E27FC236}">
                  <a16:creationId xmlns:a16="http://schemas.microsoft.com/office/drawing/2014/main" id="{1D8DC946-969E-4AA2-C663-C2BD77D0D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58" name="Text Box 33">
              <a:extLst>
                <a:ext uri="{FF2B5EF4-FFF2-40B4-BE49-F238E27FC236}">
                  <a16:creationId xmlns:a16="http://schemas.microsoft.com/office/drawing/2014/main" id="{D6380974-8CD9-FA02-BC3A-46C8A654B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7939" name="Line 34">
            <a:extLst>
              <a:ext uri="{FF2B5EF4-FFF2-40B4-BE49-F238E27FC236}">
                <a16:creationId xmlns:a16="http://schemas.microsoft.com/office/drawing/2014/main" id="{B86F41F9-7266-C57D-D9A7-989658AA22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581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0" name="Line 35">
            <a:extLst>
              <a:ext uri="{FF2B5EF4-FFF2-40B4-BE49-F238E27FC236}">
                <a16:creationId xmlns:a16="http://schemas.microsoft.com/office/drawing/2014/main" id="{6F4DF213-6D3C-460B-BA9D-BE83B8695D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495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1" name="Line 36">
            <a:extLst>
              <a:ext uri="{FF2B5EF4-FFF2-40B4-BE49-F238E27FC236}">
                <a16:creationId xmlns:a16="http://schemas.microsoft.com/office/drawing/2014/main" id="{5C225E12-D906-3480-F1F7-F4022F4F3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410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2" name="Text Box 37">
            <a:extLst>
              <a:ext uri="{FF2B5EF4-FFF2-40B4-BE49-F238E27FC236}">
                <a16:creationId xmlns:a16="http://schemas.microsoft.com/office/drawing/2014/main" id="{43A5536E-F0DB-48F9-A24C-968DEED75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052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7943" name="Line 38">
            <a:extLst>
              <a:ext uri="{FF2B5EF4-FFF2-40B4-BE49-F238E27FC236}">
                <a16:creationId xmlns:a16="http://schemas.microsoft.com/office/drawing/2014/main" id="{61AA3E6C-9CC0-BECC-1FA9-72DF8317B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4" name="Line 39">
            <a:extLst>
              <a:ext uri="{FF2B5EF4-FFF2-40B4-BE49-F238E27FC236}">
                <a16:creationId xmlns:a16="http://schemas.microsoft.com/office/drawing/2014/main" id="{6E7FAA0E-40FA-498D-F494-80520F876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5" name="Line 40">
            <a:extLst>
              <a:ext uri="{FF2B5EF4-FFF2-40B4-BE49-F238E27FC236}">
                <a16:creationId xmlns:a16="http://schemas.microsoft.com/office/drawing/2014/main" id="{59C57019-B104-1FB0-4234-83FED7E1AA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2438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6" name="Line 41">
            <a:extLst>
              <a:ext uri="{FF2B5EF4-FFF2-40B4-BE49-F238E27FC236}">
                <a16:creationId xmlns:a16="http://schemas.microsoft.com/office/drawing/2014/main" id="{2BA04AF0-A347-F3CD-40C6-295D9D34B5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1242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7" name="Text Box 42">
            <a:extLst>
              <a:ext uri="{FF2B5EF4-FFF2-40B4-BE49-F238E27FC236}">
                <a16:creationId xmlns:a16="http://schemas.microsoft.com/office/drawing/2014/main" id="{62FB2D69-3A57-EBFF-3A66-0C67D8874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7948" name="Text Box 43">
            <a:extLst>
              <a:ext uri="{FF2B5EF4-FFF2-40B4-BE49-F238E27FC236}">
                <a16:creationId xmlns:a16="http://schemas.microsoft.com/office/drawing/2014/main" id="{B90FFF05-E536-EAFE-98E0-82111BE09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019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7949" name="Text Box 44">
            <a:extLst>
              <a:ext uri="{FF2B5EF4-FFF2-40B4-BE49-F238E27FC236}">
                <a16:creationId xmlns:a16="http://schemas.microsoft.com/office/drawing/2014/main" id="{F3F12FFD-F9CE-F314-9F33-CF41DD936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5720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7950" name="Text Box 45">
            <a:extLst>
              <a:ext uri="{FF2B5EF4-FFF2-40B4-BE49-F238E27FC236}">
                <a16:creationId xmlns:a16="http://schemas.microsoft.com/office/drawing/2014/main" id="{020AAD4C-72C7-937C-7EE2-D6C92DCE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7951" name="Text Box 46">
            <a:extLst>
              <a:ext uri="{FF2B5EF4-FFF2-40B4-BE49-F238E27FC236}">
                <a16:creationId xmlns:a16="http://schemas.microsoft.com/office/drawing/2014/main" id="{EF60C562-8496-E4A9-08D6-AF89F2EB0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7952" name="Text Box 47">
            <a:extLst>
              <a:ext uri="{FF2B5EF4-FFF2-40B4-BE49-F238E27FC236}">
                <a16:creationId xmlns:a16="http://schemas.microsoft.com/office/drawing/2014/main" id="{39450483-15D2-780A-6AE2-F95EF43E1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7953" name="Text Box 48">
            <a:extLst>
              <a:ext uri="{FF2B5EF4-FFF2-40B4-BE49-F238E27FC236}">
                <a16:creationId xmlns:a16="http://schemas.microsoft.com/office/drawing/2014/main" id="{BB8412BE-457D-F9EE-1D5C-B9120921E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7954" name="Text Box 49">
            <a:extLst>
              <a:ext uri="{FF2B5EF4-FFF2-40B4-BE49-F238E27FC236}">
                <a16:creationId xmlns:a16="http://schemas.microsoft.com/office/drawing/2014/main" id="{AB951252-C9B7-B2DD-8FA6-D451C3308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6184542"/>
            <a:ext cx="5410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i="1" dirty="0">
                <a:latin typeface="+mj-lt"/>
              </a:rPr>
              <a:t>f(n) = h </a:t>
            </a:r>
            <a:r>
              <a:rPr lang="en-US" altLang="en-US" sz="2000" dirty="0">
                <a:latin typeface="+mj-lt"/>
              </a:rPr>
              <a:t>(</a:t>
            </a:r>
            <a:r>
              <a:rPr lang="en-US" altLang="en-US" sz="2000" i="1" dirty="0">
                <a:latin typeface="+mj-lt"/>
              </a:rPr>
              <a:t>n</a:t>
            </a:r>
            <a:r>
              <a:rPr lang="en-US" altLang="en-US" sz="2000" dirty="0">
                <a:latin typeface="+mj-lt"/>
              </a:rPr>
              <a:t>) = straight-line distance heuristic</a:t>
            </a:r>
            <a:endParaRPr lang="en-GB" altLang="en-US" sz="2000" dirty="0">
              <a:latin typeface="+mj-lt"/>
            </a:endParaRPr>
          </a:p>
        </p:txBody>
      </p:sp>
      <p:sp>
        <p:nvSpPr>
          <p:cNvPr id="37955" name="Text Box 85">
            <a:extLst>
              <a:ext uri="{FF2B5EF4-FFF2-40B4-BE49-F238E27FC236}">
                <a16:creationId xmlns:a16="http://schemas.microsoft.com/office/drawing/2014/main" id="{E3E17D10-6200-2DCB-7550-13C2A16D8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D7BDE-5E98-868A-D07D-1E7032B8D18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Best First Search: Optimal?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50">
            <a:extLst>
              <a:ext uri="{FF2B5EF4-FFF2-40B4-BE49-F238E27FC236}">
                <a16:creationId xmlns:a16="http://schemas.microsoft.com/office/drawing/2014/main" id="{E77E16EA-95C5-7913-17E0-6E682B3D7C6D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94347417"/>
              </p:ext>
            </p:extLst>
          </p:nvPr>
        </p:nvGraphicFramePr>
        <p:xfrm>
          <a:off x="7539038" y="120386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9940" name="Group 3">
            <a:extLst>
              <a:ext uri="{FF2B5EF4-FFF2-40B4-BE49-F238E27FC236}">
                <a16:creationId xmlns:a16="http://schemas.microsoft.com/office/drawing/2014/main" id="{1C26E9F0-C713-1F0F-747B-11F72CA1D86C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39977" name="Oval 4">
              <a:extLst>
                <a:ext uri="{FF2B5EF4-FFF2-40B4-BE49-F238E27FC236}">
                  <a16:creationId xmlns:a16="http://schemas.microsoft.com/office/drawing/2014/main" id="{53D74BAB-021B-ED52-5E83-FAEF84047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9978" name="Text Box 5">
              <a:extLst>
                <a:ext uri="{FF2B5EF4-FFF2-40B4-BE49-F238E27FC236}">
                  <a16:creationId xmlns:a16="http://schemas.microsoft.com/office/drawing/2014/main" id="{E24513BA-6C43-1D9F-33DE-DD1082465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39941" name="Text Box 37">
            <a:extLst>
              <a:ext uri="{FF2B5EF4-FFF2-40B4-BE49-F238E27FC236}">
                <a16:creationId xmlns:a16="http://schemas.microsoft.com/office/drawing/2014/main" id="{A46BD5B6-7617-DA05-31EB-B1CCC81A8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370FB-A2B6-4E04-F06F-9694DC2A037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Group 50">
            <a:extLst>
              <a:ext uri="{FF2B5EF4-FFF2-40B4-BE49-F238E27FC236}">
                <a16:creationId xmlns:a16="http://schemas.microsoft.com/office/drawing/2014/main" id="{B6A9E32B-817D-6425-837A-CCA22CAE669C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37878971"/>
              </p:ext>
            </p:extLst>
          </p:nvPr>
        </p:nvGraphicFramePr>
        <p:xfrm>
          <a:off x="7543800" y="120386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0964" name="Group 3">
            <a:extLst>
              <a:ext uri="{FF2B5EF4-FFF2-40B4-BE49-F238E27FC236}">
                <a16:creationId xmlns:a16="http://schemas.microsoft.com/office/drawing/2014/main" id="{4CB2FC27-F83B-23D8-80FD-64327A474D16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41019" name="Oval 4">
              <a:extLst>
                <a:ext uri="{FF2B5EF4-FFF2-40B4-BE49-F238E27FC236}">
                  <a16:creationId xmlns:a16="http://schemas.microsoft.com/office/drawing/2014/main" id="{0F7294EE-2AF0-CA5B-69A8-DFC05433F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020" name="Text Box 5">
              <a:extLst>
                <a:ext uri="{FF2B5EF4-FFF2-40B4-BE49-F238E27FC236}">
                  <a16:creationId xmlns:a16="http://schemas.microsoft.com/office/drawing/2014/main" id="{7A147CBA-210D-2211-FD32-914107C98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0965" name="Group 6">
            <a:extLst>
              <a:ext uri="{FF2B5EF4-FFF2-40B4-BE49-F238E27FC236}">
                <a16:creationId xmlns:a16="http://schemas.microsoft.com/office/drawing/2014/main" id="{15A98B62-7192-0AFD-2646-C9DDD2DBCECE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41017" name="Oval 7">
              <a:extLst>
                <a:ext uri="{FF2B5EF4-FFF2-40B4-BE49-F238E27FC236}">
                  <a16:creationId xmlns:a16="http://schemas.microsoft.com/office/drawing/2014/main" id="{60005297-B584-50B6-2D96-A61E30F15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018" name="Text Box 8">
              <a:extLst>
                <a:ext uri="{FF2B5EF4-FFF2-40B4-BE49-F238E27FC236}">
                  <a16:creationId xmlns:a16="http://schemas.microsoft.com/office/drawing/2014/main" id="{7E996176-6319-A505-6344-5C5B02F8D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0966" name="Group 9">
            <a:extLst>
              <a:ext uri="{FF2B5EF4-FFF2-40B4-BE49-F238E27FC236}">
                <a16:creationId xmlns:a16="http://schemas.microsoft.com/office/drawing/2014/main" id="{EDD320D6-E69D-7F0F-6367-AA258FAA5F2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41015" name="Oval 10">
              <a:extLst>
                <a:ext uri="{FF2B5EF4-FFF2-40B4-BE49-F238E27FC236}">
                  <a16:creationId xmlns:a16="http://schemas.microsoft.com/office/drawing/2014/main" id="{65AA82CF-9B14-92AF-AB21-AA4307A0D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016" name="Text Box 11">
              <a:extLst>
                <a:ext uri="{FF2B5EF4-FFF2-40B4-BE49-F238E27FC236}">
                  <a16:creationId xmlns:a16="http://schemas.microsoft.com/office/drawing/2014/main" id="{01EC22E8-5DBD-9530-DAFC-52B273EE9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0967" name="Group 12">
            <a:extLst>
              <a:ext uri="{FF2B5EF4-FFF2-40B4-BE49-F238E27FC236}">
                <a16:creationId xmlns:a16="http://schemas.microsoft.com/office/drawing/2014/main" id="{B2B08F72-39B9-F4AF-0470-58D7B0F83109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41013" name="Oval 13">
              <a:extLst>
                <a:ext uri="{FF2B5EF4-FFF2-40B4-BE49-F238E27FC236}">
                  <a16:creationId xmlns:a16="http://schemas.microsoft.com/office/drawing/2014/main" id="{9E5158B5-9853-A506-546B-2DF94CA80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1014" name="Text Box 14">
              <a:extLst>
                <a:ext uri="{FF2B5EF4-FFF2-40B4-BE49-F238E27FC236}">
                  <a16:creationId xmlns:a16="http://schemas.microsoft.com/office/drawing/2014/main" id="{99D0E579-F5D4-468E-4008-9523248E6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0968" name="Line 20">
            <a:extLst>
              <a:ext uri="{FF2B5EF4-FFF2-40B4-BE49-F238E27FC236}">
                <a16:creationId xmlns:a16="http://schemas.microsoft.com/office/drawing/2014/main" id="{B5F0A79F-5223-AB49-4868-AA8F2AFE5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Line 21">
            <a:extLst>
              <a:ext uri="{FF2B5EF4-FFF2-40B4-BE49-F238E27FC236}">
                <a16:creationId xmlns:a16="http://schemas.microsoft.com/office/drawing/2014/main" id="{2F879E87-FABF-CEEB-9FE9-C269FD9661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0" name="Line 22">
            <a:extLst>
              <a:ext uri="{FF2B5EF4-FFF2-40B4-BE49-F238E27FC236}">
                <a16:creationId xmlns:a16="http://schemas.microsoft.com/office/drawing/2014/main" id="{140214C2-64FE-7DC6-D85C-FB940498FF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1" name="Text Box 23">
            <a:extLst>
              <a:ext uri="{FF2B5EF4-FFF2-40B4-BE49-F238E27FC236}">
                <a16:creationId xmlns:a16="http://schemas.microsoft.com/office/drawing/2014/main" id="{DE0A4AE5-4141-FCF4-5F42-BFA88B0A0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40972" name="Text Box 24">
            <a:extLst>
              <a:ext uri="{FF2B5EF4-FFF2-40B4-BE49-F238E27FC236}">
                <a16:creationId xmlns:a16="http://schemas.microsoft.com/office/drawing/2014/main" id="{4BFDB2F6-99E1-ABCC-4782-5F05D2666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0973" name="Text Box 25">
            <a:extLst>
              <a:ext uri="{FF2B5EF4-FFF2-40B4-BE49-F238E27FC236}">
                <a16:creationId xmlns:a16="http://schemas.microsoft.com/office/drawing/2014/main" id="{F7F76286-9B1B-B6E3-5F79-4DCEB3AA6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0974" name="Text Box 26">
            <a:extLst>
              <a:ext uri="{FF2B5EF4-FFF2-40B4-BE49-F238E27FC236}">
                <a16:creationId xmlns:a16="http://schemas.microsoft.com/office/drawing/2014/main" id="{1E765C53-2D9B-FB46-7239-EC4927903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0975" name="Text Box 27">
            <a:extLst>
              <a:ext uri="{FF2B5EF4-FFF2-40B4-BE49-F238E27FC236}">
                <a16:creationId xmlns:a16="http://schemas.microsoft.com/office/drawing/2014/main" id="{EEAF6C73-0FFF-1E77-5683-77B367814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0976" name="Text Box 28">
            <a:extLst>
              <a:ext uri="{FF2B5EF4-FFF2-40B4-BE49-F238E27FC236}">
                <a16:creationId xmlns:a16="http://schemas.microsoft.com/office/drawing/2014/main" id="{6E053415-3423-13BD-EB18-9A6C0D09E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0977" name="Text Box 29">
            <a:extLst>
              <a:ext uri="{FF2B5EF4-FFF2-40B4-BE49-F238E27FC236}">
                <a16:creationId xmlns:a16="http://schemas.microsoft.com/office/drawing/2014/main" id="{A8D26BBE-6F22-8D35-FD07-48670AE03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5B622F-EBF5-F101-59B2-2E6C73AB798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Group 50">
            <a:extLst>
              <a:ext uri="{FF2B5EF4-FFF2-40B4-BE49-F238E27FC236}">
                <a16:creationId xmlns:a16="http://schemas.microsoft.com/office/drawing/2014/main" id="{3CF18B15-501D-1502-7C09-E72809EC31D3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647222592"/>
              </p:ext>
            </p:extLst>
          </p:nvPr>
        </p:nvGraphicFramePr>
        <p:xfrm>
          <a:off x="7539038" y="120386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1988" name="Group 3">
            <a:extLst>
              <a:ext uri="{FF2B5EF4-FFF2-40B4-BE49-F238E27FC236}">
                <a16:creationId xmlns:a16="http://schemas.microsoft.com/office/drawing/2014/main" id="{3DF292D5-420A-D221-809C-35203BDE99D8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42049" name="Oval 4">
              <a:extLst>
                <a:ext uri="{FF2B5EF4-FFF2-40B4-BE49-F238E27FC236}">
                  <a16:creationId xmlns:a16="http://schemas.microsoft.com/office/drawing/2014/main" id="{6A5A4D64-CA82-9FAF-D3A5-7B67F3354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050" name="Text Box 5">
              <a:extLst>
                <a:ext uri="{FF2B5EF4-FFF2-40B4-BE49-F238E27FC236}">
                  <a16:creationId xmlns:a16="http://schemas.microsoft.com/office/drawing/2014/main" id="{0A35211B-D144-FEDC-B76A-F3C88C937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1989" name="Group 6">
            <a:extLst>
              <a:ext uri="{FF2B5EF4-FFF2-40B4-BE49-F238E27FC236}">
                <a16:creationId xmlns:a16="http://schemas.microsoft.com/office/drawing/2014/main" id="{2BD44604-8287-274B-710A-E3A78859DAEC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42047" name="Oval 7">
              <a:extLst>
                <a:ext uri="{FF2B5EF4-FFF2-40B4-BE49-F238E27FC236}">
                  <a16:creationId xmlns:a16="http://schemas.microsoft.com/office/drawing/2014/main" id="{2A9B1E64-9C35-34F6-BF56-C588D3997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048" name="Text Box 8">
              <a:extLst>
                <a:ext uri="{FF2B5EF4-FFF2-40B4-BE49-F238E27FC236}">
                  <a16:creationId xmlns:a16="http://schemas.microsoft.com/office/drawing/2014/main" id="{79C390E6-E3A6-3143-1D9A-8B5DF9DCD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1990" name="Group 9">
            <a:extLst>
              <a:ext uri="{FF2B5EF4-FFF2-40B4-BE49-F238E27FC236}">
                <a16:creationId xmlns:a16="http://schemas.microsoft.com/office/drawing/2014/main" id="{2009B381-87F3-33D7-8125-424E61793DAE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42045" name="Oval 10">
              <a:extLst>
                <a:ext uri="{FF2B5EF4-FFF2-40B4-BE49-F238E27FC236}">
                  <a16:creationId xmlns:a16="http://schemas.microsoft.com/office/drawing/2014/main" id="{DC6562B8-143B-4705-7294-FCEB2D200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046" name="Text Box 11">
              <a:extLst>
                <a:ext uri="{FF2B5EF4-FFF2-40B4-BE49-F238E27FC236}">
                  <a16:creationId xmlns:a16="http://schemas.microsoft.com/office/drawing/2014/main" id="{A3A1A654-7025-D91A-D4E9-6A0A59E20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1991" name="Group 12">
            <a:extLst>
              <a:ext uri="{FF2B5EF4-FFF2-40B4-BE49-F238E27FC236}">
                <a16:creationId xmlns:a16="http://schemas.microsoft.com/office/drawing/2014/main" id="{8D844932-3921-1C9B-FFEB-995605462914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42043" name="Oval 13">
              <a:extLst>
                <a:ext uri="{FF2B5EF4-FFF2-40B4-BE49-F238E27FC236}">
                  <a16:creationId xmlns:a16="http://schemas.microsoft.com/office/drawing/2014/main" id="{7F9B022F-705F-3B4B-053C-99F5F24E9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044" name="Text Box 14">
              <a:extLst>
                <a:ext uri="{FF2B5EF4-FFF2-40B4-BE49-F238E27FC236}">
                  <a16:creationId xmlns:a16="http://schemas.microsoft.com/office/drawing/2014/main" id="{9F1FAC1C-3E3E-80AD-BA06-BA908F22D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1992" name="Group 15">
            <a:extLst>
              <a:ext uri="{FF2B5EF4-FFF2-40B4-BE49-F238E27FC236}">
                <a16:creationId xmlns:a16="http://schemas.microsoft.com/office/drawing/2014/main" id="{3125C7D5-C614-1CFF-6978-D41E44BC7F5B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42041" name="Oval 16">
              <a:extLst>
                <a:ext uri="{FF2B5EF4-FFF2-40B4-BE49-F238E27FC236}">
                  <a16:creationId xmlns:a16="http://schemas.microsoft.com/office/drawing/2014/main" id="{8846A074-771F-6CCD-DC88-A3B5A42DC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2042" name="Text Box 17">
              <a:extLst>
                <a:ext uri="{FF2B5EF4-FFF2-40B4-BE49-F238E27FC236}">
                  <a16:creationId xmlns:a16="http://schemas.microsoft.com/office/drawing/2014/main" id="{D81A100C-38A7-561B-0A14-36C6A4220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1993" name="Line 18">
            <a:extLst>
              <a:ext uri="{FF2B5EF4-FFF2-40B4-BE49-F238E27FC236}">
                <a16:creationId xmlns:a16="http://schemas.microsoft.com/office/drawing/2014/main" id="{2B8E3C18-52CF-C8A2-2269-443F9487E1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4" name="Text Box 19">
            <a:extLst>
              <a:ext uri="{FF2B5EF4-FFF2-40B4-BE49-F238E27FC236}">
                <a16:creationId xmlns:a16="http://schemas.microsoft.com/office/drawing/2014/main" id="{7A4DB103-7458-798E-BE82-836C524BE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1995" name="Line 20">
            <a:extLst>
              <a:ext uri="{FF2B5EF4-FFF2-40B4-BE49-F238E27FC236}">
                <a16:creationId xmlns:a16="http://schemas.microsoft.com/office/drawing/2014/main" id="{D0445261-D8A3-8447-8195-AD7F866CB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6" name="Line 21">
            <a:extLst>
              <a:ext uri="{FF2B5EF4-FFF2-40B4-BE49-F238E27FC236}">
                <a16:creationId xmlns:a16="http://schemas.microsoft.com/office/drawing/2014/main" id="{FE4725A2-6859-93E7-6097-F921FE307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7" name="Line 22">
            <a:extLst>
              <a:ext uri="{FF2B5EF4-FFF2-40B4-BE49-F238E27FC236}">
                <a16:creationId xmlns:a16="http://schemas.microsoft.com/office/drawing/2014/main" id="{9E20CF7E-5E36-4EA8-A7C3-CB9B9F3B61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8" name="Text Box 23">
            <a:extLst>
              <a:ext uri="{FF2B5EF4-FFF2-40B4-BE49-F238E27FC236}">
                <a16:creationId xmlns:a16="http://schemas.microsoft.com/office/drawing/2014/main" id="{A911FA26-2254-7260-821A-7FB250003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41999" name="Text Box 24">
            <a:extLst>
              <a:ext uri="{FF2B5EF4-FFF2-40B4-BE49-F238E27FC236}">
                <a16:creationId xmlns:a16="http://schemas.microsoft.com/office/drawing/2014/main" id="{ED987F70-E8DE-6E24-98B4-FC5B23406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2000" name="Text Box 25">
            <a:extLst>
              <a:ext uri="{FF2B5EF4-FFF2-40B4-BE49-F238E27FC236}">
                <a16:creationId xmlns:a16="http://schemas.microsoft.com/office/drawing/2014/main" id="{CB60EF17-5E0A-357C-EAD8-7B468DC9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2001" name="Text Box 26">
            <a:extLst>
              <a:ext uri="{FF2B5EF4-FFF2-40B4-BE49-F238E27FC236}">
                <a16:creationId xmlns:a16="http://schemas.microsoft.com/office/drawing/2014/main" id="{591C11D7-0F18-4535-2979-400835473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2002" name="Text Box 27">
            <a:extLst>
              <a:ext uri="{FF2B5EF4-FFF2-40B4-BE49-F238E27FC236}">
                <a16:creationId xmlns:a16="http://schemas.microsoft.com/office/drawing/2014/main" id="{31BEE337-7FBE-6FCD-74E9-B8C57C5B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2003" name="Text Box 28">
            <a:extLst>
              <a:ext uri="{FF2B5EF4-FFF2-40B4-BE49-F238E27FC236}">
                <a16:creationId xmlns:a16="http://schemas.microsoft.com/office/drawing/2014/main" id="{5A8BF7CE-DDE9-FA98-1785-91AA0249F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2004" name="Text Box 29">
            <a:extLst>
              <a:ext uri="{FF2B5EF4-FFF2-40B4-BE49-F238E27FC236}">
                <a16:creationId xmlns:a16="http://schemas.microsoft.com/office/drawing/2014/main" id="{858B4BAC-4435-3694-803C-BEA3DA12F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2005" name="Text Box 30">
            <a:extLst>
              <a:ext uri="{FF2B5EF4-FFF2-40B4-BE49-F238E27FC236}">
                <a16:creationId xmlns:a16="http://schemas.microsoft.com/office/drawing/2014/main" id="{A67B812F-1F6E-A5CF-413A-A325DE2C4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[244]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A8C17-964C-9538-2447-1C51DACE02B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BAB585E-35E1-1A94-6C3C-168E8158EF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4113" y="687388"/>
            <a:ext cx="7989887" cy="1082675"/>
          </a:xfrm>
        </p:spPr>
        <p:txBody>
          <a:bodyPr/>
          <a:lstStyle/>
          <a:p>
            <a:pPr eaLnBrk="1" hangingPunct="1"/>
            <a:r>
              <a:rPr lang="en-US" altLang="en-US"/>
              <a:t>Greedy Search: Tree Search</a:t>
            </a:r>
            <a:endParaRPr lang="en-GB" altLang="en-US"/>
          </a:p>
        </p:txBody>
      </p:sp>
      <p:graphicFrame>
        <p:nvGraphicFramePr>
          <p:cNvPr id="38" name="Group 50">
            <a:extLst>
              <a:ext uri="{FF2B5EF4-FFF2-40B4-BE49-F238E27FC236}">
                <a16:creationId xmlns:a16="http://schemas.microsoft.com/office/drawing/2014/main" id="{B23E1D3E-EA88-1E8E-DE87-012C83AEFD19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51132294"/>
              </p:ext>
            </p:extLst>
          </p:nvPr>
        </p:nvGraphicFramePr>
        <p:xfrm>
          <a:off x="7543800" y="1201223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3012" name="Group 3">
            <a:extLst>
              <a:ext uri="{FF2B5EF4-FFF2-40B4-BE49-F238E27FC236}">
                <a16:creationId xmlns:a16="http://schemas.microsoft.com/office/drawing/2014/main" id="{5179B656-FDA4-7EA6-8EA3-7620982FB708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43079" name="Oval 4">
              <a:extLst>
                <a:ext uri="{FF2B5EF4-FFF2-40B4-BE49-F238E27FC236}">
                  <a16:creationId xmlns:a16="http://schemas.microsoft.com/office/drawing/2014/main" id="{9C8631A9-D7A3-F6B5-0114-1A16C6058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3080" name="Text Box 5">
              <a:extLst>
                <a:ext uri="{FF2B5EF4-FFF2-40B4-BE49-F238E27FC236}">
                  <a16:creationId xmlns:a16="http://schemas.microsoft.com/office/drawing/2014/main" id="{3BE16231-0D03-1D56-DC57-46AFD6086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3013" name="Group 6">
            <a:extLst>
              <a:ext uri="{FF2B5EF4-FFF2-40B4-BE49-F238E27FC236}">
                <a16:creationId xmlns:a16="http://schemas.microsoft.com/office/drawing/2014/main" id="{FB8E5F13-A553-54AD-972E-3BF79047BA98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43077" name="Oval 7">
              <a:extLst>
                <a:ext uri="{FF2B5EF4-FFF2-40B4-BE49-F238E27FC236}">
                  <a16:creationId xmlns:a16="http://schemas.microsoft.com/office/drawing/2014/main" id="{B163A999-C2B1-B297-ED24-43F49F22E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3078" name="Text Box 8">
              <a:extLst>
                <a:ext uri="{FF2B5EF4-FFF2-40B4-BE49-F238E27FC236}">
                  <a16:creationId xmlns:a16="http://schemas.microsoft.com/office/drawing/2014/main" id="{999E4B57-2E28-E123-EFC5-B343CA0E3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3014" name="Group 9">
            <a:extLst>
              <a:ext uri="{FF2B5EF4-FFF2-40B4-BE49-F238E27FC236}">
                <a16:creationId xmlns:a16="http://schemas.microsoft.com/office/drawing/2014/main" id="{DE3B3F0E-7F17-FDDE-02D4-80D3F98B4787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43075" name="Oval 10">
              <a:extLst>
                <a:ext uri="{FF2B5EF4-FFF2-40B4-BE49-F238E27FC236}">
                  <a16:creationId xmlns:a16="http://schemas.microsoft.com/office/drawing/2014/main" id="{A410775F-A9A4-112F-DB6F-1A7034962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3076" name="Text Box 11">
              <a:extLst>
                <a:ext uri="{FF2B5EF4-FFF2-40B4-BE49-F238E27FC236}">
                  <a16:creationId xmlns:a16="http://schemas.microsoft.com/office/drawing/2014/main" id="{680CCCD1-ABA7-B36E-4901-A56960221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3015" name="Group 12">
            <a:extLst>
              <a:ext uri="{FF2B5EF4-FFF2-40B4-BE49-F238E27FC236}">
                <a16:creationId xmlns:a16="http://schemas.microsoft.com/office/drawing/2014/main" id="{E222E33F-E1B6-EC3B-53E0-DEEF6FED65D4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43073" name="Oval 13">
              <a:extLst>
                <a:ext uri="{FF2B5EF4-FFF2-40B4-BE49-F238E27FC236}">
                  <a16:creationId xmlns:a16="http://schemas.microsoft.com/office/drawing/2014/main" id="{C7D87C7B-FBDA-3DCD-D5AD-C2FC37D0E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3074" name="Text Box 14">
              <a:extLst>
                <a:ext uri="{FF2B5EF4-FFF2-40B4-BE49-F238E27FC236}">
                  <a16:creationId xmlns:a16="http://schemas.microsoft.com/office/drawing/2014/main" id="{2D0087D8-A1D4-3217-8557-BC6BBE143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3016" name="Group 15">
            <a:extLst>
              <a:ext uri="{FF2B5EF4-FFF2-40B4-BE49-F238E27FC236}">
                <a16:creationId xmlns:a16="http://schemas.microsoft.com/office/drawing/2014/main" id="{8D6EE199-2F05-E957-A6AC-D0E5D172E3A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43071" name="Oval 16">
              <a:extLst>
                <a:ext uri="{FF2B5EF4-FFF2-40B4-BE49-F238E27FC236}">
                  <a16:creationId xmlns:a16="http://schemas.microsoft.com/office/drawing/2014/main" id="{FBCFEBBA-41FC-3E57-838E-8EF47AE1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3072" name="Text Box 17">
              <a:extLst>
                <a:ext uri="{FF2B5EF4-FFF2-40B4-BE49-F238E27FC236}">
                  <a16:creationId xmlns:a16="http://schemas.microsoft.com/office/drawing/2014/main" id="{91ED51F9-252F-D995-AA17-A10CBFD29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3017" name="Line 18">
            <a:extLst>
              <a:ext uri="{FF2B5EF4-FFF2-40B4-BE49-F238E27FC236}">
                <a16:creationId xmlns:a16="http://schemas.microsoft.com/office/drawing/2014/main" id="{3DCFFCA3-104A-DFD2-A88C-F8E16D0D6E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8" name="Text Box 19">
            <a:extLst>
              <a:ext uri="{FF2B5EF4-FFF2-40B4-BE49-F238E27FC236}">
                <a16:creationId xmlns:a16="http://schemas.microsoft.com/office/drawing/2014/main" id="{3297E725-A79A-F890-FE08-AE6809224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3019" name="Line 20">
            <a:extLst>
              <a:ext uri="{FF2B5EF4-FFF2-40B4-BE49-F238E27FC236}">
                <a16:creationId xmlns:a16="http://schemas.microsoft.com/office/drawing/2014/main" id="{E298DDDF-BEED-F938-1E6A-D1F0C3726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0" name="Line 21">
            <a:extLst>
              <a:ext uri="{FF2B5EF4-FFF2-40B4-BE49-F238E27FC236}">
                <a16:creationId xmlns:a16="http://schemas.microsoft.com/office/drawing/2014/main" id="{C7036E24-730E-7389-A30E-EC0A76BC6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1" name="Line 22">
            <a:extLst>
              <a:ext uri="{FF2B5EF4-FFF2-40B4-BE49-F238E27FC236}">
                <a16:creationId xmlns:a16="http://schemas.microsoft.com/office/drawing/2014/main" id="{03583A7B-F068-380B-C6C4-E2E5515829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2" name="Text Box 23">
            <a:extLst>
              <a:ext uri="{FF2B5EF4-FFF2-40B4-BE49-F238E27FC236}">
                <a16:creationId xmlns:a16="http://schemas.microsoft.com/office/drawing/2014/main" id="{3339D050-0A94-8890-919E-0D4D36605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43023" name="Text Box 24">
            <a:extLst>
              <a:ext uri="{FF2B5EF4-FFF2-40B4-BE49-F238E27FC236}">
                <a16:creationId xmlns:a16="http://schemas.microsoft.com/office/drawing/2014/main" id="{5D89D850-6372-DEEF-C80C-BD16317FE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3024" name="Text Box 25">
            <a:extLst>
              <a:ext uri="{FF2B5EF4-FFF2-40B4-BE49-F238E27FC236}">
                <a16:creationId xmlns:a16="http://schemas.microsoft.com/office/drawing/2014/main" id="{8EDADE9C-C660-93FF-A62C-E8EA5BEB8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3025" name="Text Box 26">
            <a:extLst>
              <a:ext uri="{FF2B5EF4-FFF2-40B4-BE49-F238E27FC236}">
                <a16:creationId xmlns:a16="http://schemas.microsoft.com/office/drawing/2014/main" id="{94DC6BEF-46DF-8C65-BA8F-1CFB42E6A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3026" name="Text Box 27">
            <a:extLst>
              <a:ext uri="{FF2B5EF4-FFF2-40B4-BE49-F238E27FC236}">
                <a16:creationId xmlns:a16="http://schemas.microsoft.com/office/drawing/2014/main" id="{007D539C-06BB-5D4E-4037-DC74CBAA6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3027" name="Text Box 28">
            <a:extLst>
              <a:ext uri="{FF2B5EF4-FFF2-40B4-BE49-F238E27FC236}">
                <a16:creationId xmlns:a16="http://schemas.microsoft.com/office/drawing/2014/main" id="{5AF915CB-0907-CA52-1C33-1ACB08E1C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3028" name="Text Box 29">
            <a:extLst>
              <a:ext uri="{FF2B5EF4-FFF2-40B4-BE49-F238E27FC236}">
                <a16:creationId xmlns:a16="http://schemas.microsoft.com/office/drawing/2014/main" id="{E3927CB2-3543-40CF-ADDA-4111FA593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3029" name="Text Box 30">
            <a:extLst>
              <a:ext uri="{FF2B5EF4-FFF2-40B4-BE49-F238E27FC236}">
                <a16:creationId xmlns:a16="http://schemas.microsoft.com/office/drawing/2014/main" id="{35311549-5EAC-9FDB-4928-BA253210A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[244]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grpSp>
        <p:nvGrpSpPr>
          <p:cNvPr id="43030" name="Group 31">
            <a:extLst>
              <a:ext uri="{FF2B5EF4-FFF2-40B4-BE49-F238E27FC236}">
                <a16:creationId xmlns:a16="http://schemas.microsoft.com/office/drawing/2014/main" id="{774130F8-6EC2-4B96-1D2B-5A05B7A94619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648200"/>
            <a:ext cx="457200" cy="457200"/>
            <a:chOff x="1344" y="1248"/>
            <a:chExt cx="288" cy="288"/>
          </a:xfrm>
        </p:grpSpPr>
        <p:sp>
          <p:nvSpPr>
            <p:cNvPr id="43069" name="Oval 32">
              <a:extLst>
                <a:ext uri="{FF2B5EF4-FFF2-40B4-BE49-F238E27FC236}">
                  <a16:creationId xmlns:a16="http://schemas.microsoft.com/office/drawing/2014/main" id="{DA146D9B-AC80-DFE5-8076-31EC17B3A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3070" name="Text Box 33">
              <a:extLst>
                <a:ext uri="{FF2B5EF4-FFF2-40B4-BE49-F238E27FC236}">
                  <a16:creationId xmlns:a16="http://schemas.microsoft.com/office/drawing/2014/main" id="{C7CC82B8-0628-0C5C-F4A8-71272D148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3031" name="Line 37">
            <a:extLst>
              <a:ext uri="{FF2B5EF4-FFF2-40B4-BE49-F238E27FC236}">
                <a16:creationId xmlns:a16="http://schemas.microsoft.com/office/drawing/2014/main" id="{8A3FD9AB-9186-F73B-4CCD-F1B435503F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0200" y="4191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2" name="Text Box 38">
            <a:extLst>
              <a:ext uri="{FF2B5EF4-FFF2-40B4-BE49-F238E27FC236}">
                <a16:creationId xmlns:a16="http://schemas.microsoft.com/office/drawing/2014/main" id="{04C4DD31-0DB3-815A-8CDC-E892345B7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48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3033" name="Text Box 42">
            <a:extLst>
              <a:ext uri="{FF2B5EF4-FFF2-40B4-BE49-F238E27FC236}">
                <a16:creationId xmlns:a16="http://schemas.microsoft.com/office/drawing/2014/main" id="{0DB8B438-1D28-21B7-A167-0445ED594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3434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Infinite Branch !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91E955-1F19-B3D3-E643-FDAB518B12B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Group 50">
            <a:extLst>
              <a:ext uri="{FF2B5EF4-FFF2-40B4-BE49-F238E27FC236}">
                <a16:creationId xmlns:a16="http://schemas.microsoft.com/office/drawing/2014/main" id="{C9EFBA4B-5E3F-642E-68B7-FFC5DF707D8F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28882194"/>
              </p:ext>
            </p:extLst>
          </p:nvPr>
        </p:nvGraphicFramePr>
        <p:xfrm>
          <a:off x="7539038" y="119804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4036" name="Group 3">
            <a:extLst>
              <a:ext uri="{FF2B5EF4-FFF2-40B4-BE49-F238E27FC236}">
                <a16:creationId xmlns:a16="http://schemas.microsoft.com/office/drawing/2014/main" id="{9FA1D3A9-F38B-2A80-A9DB-BE7530941BB7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44109" name="Oval 4">
              <a:extLst>
                <a:ext uri="{FF2B5EF4-FFF2-40B4-BE49-F238E27FC236}">
                  <a16:creationId xmlns:a16="http://schemas.microsoft.com/office/drawing/2014/main" id="{A7D07C39-0294-D086-09D9-766617888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110" name="Text Box 5">
              <a:extLst>
                <a:ext uri="{FF2B5EF4-FFF2-40B4-BE49-F238E27FC236}">
                  <a16:creationId xmlns:a16="http://schemas.microsoft.com/office/drawing/2014/main" id="{796EC2A9-9DF6-90F7-66E3-612CB7B0C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4037" name="Group 6">
            <a:extLst>
              <a:ext uri="{FF2B5EF4-FFF2-40B4-BE49-F238E27FC236}">
                <a16:creationId xmlns:a16="http://schemas.microsoft.com/office/drawing/2014/main" id="{579F4332-B568-96AE-1F35-74146128B490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44107" name="Oval 7">
              <a:extLst>
                <a:ext uri="{FF2B5EF4-FFF2-40B4-BE49-F238E27FC236}">
                  <a16:creationId xmlns:a16="http://schemas.microsoft.com/office/drawing/2014/main" id="{F0E68A1C-4915-8D03-1551-F08DAE843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108" name="Text Box 8">
              <a:extLst>
                <a:ext uri="{FF2B5EF4-FFF2-40B4-BE49-F238E27FC236}">
                  <a16:creationId xmlns:a16="http://schemas.microsoft.com/office/drawing/2014/main" id="{AAF4D364-310C-B5EE-EBFE-5871B403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4038" name="Group 9">
            <a:extLst>
              <a:ext uri="{FF2B5EF4-FFF2-40B4-BE49-F238E27FC236}">
                <a16:creationId xmlns:a16="http://schemas.microsoft.com/office/drawing/2014/main" id="{7E4AB575-1396-266A-165E-E405A072756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44105" name="Oval 10">
              <a:extLst>
                <a:ext uri="{FF2B5EF4-FFF2-40B4-BE49-F238E27FC236}">
                  <a16:creationId xmlns:a16="http://schemas.microsoft.com/office/drawing/2014/main" id="{204B9A35-66C0-B88C-3DDF-E4536416E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106" name="Text Box 11">
              <a:extLst>
                <a:ext uri="{FF2B5EF4-FFF2-40B4-BE49-F238E27FC236}">
                  <a16:creationId xmlns:a16="http://schemas.microsoft.com/office/drawing/2014/main" id="{8C0E8633-B70B-971F-A021-B6FBBE634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4039" name="Group 12">
            <a:extLst>
              <a:ext uri="{FF2B5EF4-FFF2-40B4-BE49-F238E27FC236}">
                <a16:creationId xmlns:a16="http://schemas.microsoft.com/office/drawing/2014/main" id="{9EDFA316-FFFB-0784-35A1-3CBBFC4EFF3B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44103" name="Oval 13">
              <a:extLst>
                <a:ext uri="{FF2B5EF4-FFF2-40B4-BE49-F238E27FC236}">
                  <a16:creationId xmlns:a16="http://schemas.microsoft.com/office/drawing/2014/main" id="{03DF444D-E427-8AC6-A0DD-492C64051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104" name="Text Box 14">
              <a:extLst>
                <a:ext uri="{FF2B5EF4-FFF2-40B4-BE49-F238E27FC236}">
                  <a16:creationId xmlns:a16="http://schemas.microsoft.com/office/drawing/2014/main" id="{405C9F8C-A89D-691F-1B6D-241C3FEBF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4040" name="Group 15">
            <a:extLst>
              <a:ext uri="{FF2B5EF4-FFF2-40B4-BE49-F238E27FC236}">
                <a16:creationId xmlns:a16="http://schemas.microsoft.com/office/drawing/2014/main" id="{4A50202C-2BD8-9E57-5A13-D2ED31A5948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44101" name="Oval 16">
              <a:extLst>
                <a:ext uri="{FF2B5EF4-FFF2-40B4-BE49-F238E27FC236}">
                  <a16:creationId xmlns:a16="http://schemas.microsoft.com/office/drawing/2014/main" id="{FDF0544B-DFA5-69ED-D0DF-92937DB8D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102" name="Text Box 17">
              <a:extLst>
                <a:ext uri="{FF2B5EF4-FFF2-40B4-BE49-F238E27FC236}">
                  <a16:creationId xmlns:a16="http://schemas.microsoft.com/office/drawing/2014/main" id="{5237B850-2239-8CB0-3F41-885FF139A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4041" name="Line 18">
            <a:extLst>
              <a:ext uri="{FF2B5EF4-FFF2-40B4-BE49-F238E27FC236}">
                <a16:creationId xmlns:a16="http://schemas.microsoft.com/office/drawing/2014/main" id="{DF947B71-340B-61DE-7CB2-C36E9B0C94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2" name="Text Box 19">
            <a:extLst>
              <a:ext uri="{FF2B5EF4-FFF2-40B4-BE49-F238E27FC236}">
                <a16:creationId xmlns:a16="http://schemas.microsoft.com/office/drawing/2014/main" id="{74586935-97A5-1A81-78FF-32BCC4629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4043" name="Line 20">
            <a:extLst>
              <a:ext uri="{FF2B5EF4-FFF2-40B4-BE49-F238E27FC236}">
                <a16:creationId xmlns:a16="http://schemas.microsoft.com/office/drawing/2014/main" id="{E3994643-F1B0-D4F2-A45C-907B91ED6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4" name="Line 21">
            <a:extLst>
              <a:ext uri="{FF2B5EF4-FFF2-40B4-BE49-F238E27FC236}">
                <a16:creationId xmlns:a16="http://schemas.microsoft.com/office/drawing/2014/main" id="{7472D440-A84E-0E9F-B2F3-8DFE83ED98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5" name="Line 22">
            <a:extLst>
              <a:ext uri="{FF2B5EF4-FFF2-40B4-BE49-F238E27FC236}">
                <a16:creationId xmlns:a16="http://schemas.microsoft.com/office/drawing/2014/main" id="{6C0C5F49-4AF4-7FFB-3110-7B58DC6C56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6" name="Text Box 23">
            <a:extLst>
              <a:ext uri="{FF2B5EF4-FFF2-40B4-BE49-F238E27FC236}">
                <a16:creationId xmlns:a16="http://schemas.microsoft.com/office/drawing/2014/main" id="{D84FECA7-2B1E-6C1C-CDF5-E8BFDB448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44047" name="Text Box 24">
            <a:extLst>
              <a:ext uri="{FF2B5EF4-FFF2-40B4-BE49-F238E27FC236}">
                <a16:creationId xmlns:a16="http://schemas.microsoft.com/office/drawing/2014/main" id="{7F7FC41E-C586-FCB0-9176-776BB003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4048" name="Text Box 25">
            <a:extLst>
              <a:ext uri="{FF2B5EF4-FFF2-40B4-BE49-F238E27FC236}">
                <a16:creationId xmlns:a16="http://schemas.microsoft.com/office/drawing/2014/main" id="{5D3D0910-F766-6090-BDF4-CC8FEA6DA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4049" name="Text Box 26">
            <a:extLst>
              <a:ext uri="{FF2B5EF4-FFF2-40B4-BE49-F238E27FC236}">
                <a16:creationId xmlns:a16="http://schemas.microsoft.com/office/drawing/2014/main" id="{C0700FF2-51B5-9570-3C4D-AB2B60840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4050" name="Text Box 27">
            <a:extLst>
              <a:ext uri="{FF2B5EF4-FFF2-40B4-BE49-F238E27FC236}">
                <a16:creationId xmlns:a16="http://schemas.microsoft.com/office/drawing/2014/main" id="{424F2ACF-8EFB-E504-D5F7-7A6406251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4051" name="Text Box 28">
            <a:extLst>
              <a:ext uri="{FF2B5EF4-FFF2-40B4-BE49-F238E27FC236}">
                <a16:creationId xmlns:a16="http://schemas.microsoft.com/office/drawing/2014/main" id="{349593F5-74D8-3E8A-2083-776294317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4052" name="Text Box 29">
            <a:extLst>
              <a:ext uri="{FF2B5EF4-FFF2-40B4-BE49-F238E27FC236}">
                <a16:creationId xmlns:a16="http://schemas.microsoft.com/office/drawing/2014/main" id="{6424EC54-F35B-3CC9-080C-CDA705FDB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4053" name="Text Box 30">
            <a:extLst>
              <a:ext uri="{FF2B5EF4-FFF2-40B4-BE49-F238E27FC236}">
                <a16:creationId xmlns:a16="http://schemas.microsoft.com/office/drawing/2014/main" id="{8368D960-A2E8-C7E8-B4F2-AD85886BC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[244]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grpSp>
        <p:nvGrpSpPr>
          <p:cNvPr id="44054" name="Group 31">
            <a:extLst>
              <a:ext uri="{FF2B5EF4-FFF2-40B4-BE49-F238E27FC236}">
                <a16:creationId xmlns:a16="http://schemas.microsoft.com/office/drawing/2014/main" id="{B7E40B58-C784-E2EE-2353-6773B4B6A694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648200"/>
            <a:ext cx="457200" cy="457200"/>
            <a:chOff x="1344" y="1248"/>
            <a:chExt cx="288" cy="288"/>
          </a:xfrm>
        </p:grpSpPr>
        <p:sp>
          <p:nvSpPr>
            <p:cNvPr id="44099" name="Oval 32">
              <a:extLst>
                <a:ext uri="{FF2B5EF4-FFF2-40B4-BE49-F238E27FC236}">
                  <a16:creationId xmlns:a16="http://schemas.microsoft.com/office/drawing/2014/main" id="{0F76286F-71F1-5979-E007-C4256E4F1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100" name="Text Box 33">
              <a:extLst>
                <a:ext uri="{FF2B5EF4-FFF2-40B4-BE49-F238E27FC236}">
                  <a16:creationId xmlns:a16="http://schemas.microsoft.com/office/drawing/2014/main" id="{7CFBEAFD-466D-B4FB-4116-B08ED3F7B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4055" name="Group 34">
            <a:extLst>
              <a:ext uri="{FF2B5EF4-FFF2-40B4-BE49-F238E27FC236}">
                <a16:creationId xmlns:a16="http://schemas.microsoft.com/office/drawing/2014/main" id="{9EEA2224-0359-EF1B-7604-9CF49263F01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715000"/>
            <a:ext cx="457200" cy="457200"/>
            <a:chOff x="1344" y="1248"/>
            <a:chExt cx="288" cy="288"/>
          </a:xfrm>
        </p:grpSpPr>
        <p:sp>
          <p:nvSpPr>
            <p:cNvPr id="44097" name="Oval 35">
              <a:extLst>
                <a:ext uri="{FF2B5EF4-FFF2-40B4-BE49-F238E27FC236}">
                  <a16:creationId xmlns:a16="http://schemas.microsoft.com/office/drawing/2014/main" id="{E838079A-8A71-AEE6-FE16-06902CF07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098" name="Text Box 36">
              <a:extLst>
                <a:ext uri="{FF2B5EF4-FFF2-40B4-BE49-F238E27FC236}">
                  <a16:creationId xmlns:a16="http://schemas.microsoft.com/office/drawing/2014/main" id="{A68F8C04-F53C-50B3-E976-D561C1195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4056" name="Line 37">
            <a:extLst>
              <a:ext uri="{FF2B5EF4-FFF2-40B4-BE49-F238E27FC236}">
                <a16:creationId xmlns:a16="http://schemas.microsoft.com/office/drawing/2014/main" id="{FCCB0D57-B75A-4262-2531-30A740010D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0200" y="4191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7" name="Text Box 38">
            <a:extLst>
              <a:ext uri="{FF2B5EF4-FFF2-40B4-BE49-F238E27FC236}">
                <a16:creationId xmlns:a16="http://schemas.microsoft.com/office/drawing/2014/main" id="{0ACF5115-D5B7-24D1-ED77-904AA6E37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48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4058" name="Text Box 39">
            <a:extLst>
              <a:ext uri="{FF2B5EF4-FFF2-40B4-BE49-F238E27FC236}">
                <a16:creationId xmlns:a16="http://schemas.microsoft.com/office/drawing/2014/main" id="{36DFC091-74A8-624B-4BEA-D5C50464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7292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[244]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4059" name="Line 40">
            <a:extLst>
              <a:ext uri="{FF2B5EF4-FFF2-40B4-BE49-F238E27FC236}">
                <a16:creationId xmlns:a16="http://schemas.microsoft.com/office/drawing/2014/main" id="{3EA597B5-0F6A-9263-E115-580BC08DB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5105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0" name="Line 41">
            <a:extLst>
              <a:ext uri="{FF2B5EF4-FFF2-40B4-BE49-F238E27FC236}">
                <a16:creationId xmlns:a16="http://schemas.microsoft.com/office/drawing/2014/main" id="{3160E34E-871A-92EF-FD8B-4A90DBDC60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6172200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61" name="Text Box 42">
            <a:extLst>
              <a:ext uri="{FF2B5EF4-FFF2-40B4-BE49-F238E27FC236}">
                <a16:creationId xmlns:a16="http://schemas.microsoft.com/office/drawing/2014/main" id="{669E21E3-2DC2-A2A8-048A-42D532CF0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352958"/>
            <a:ext cx="25098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hlink"/>
                </a:solidFill>
                <a:latin typeface="+mj-lt"/>
              </a:rPr>
              <a:t>Infinite Branch !</a:t>
            </a:r>
            <a:endParaRPr lang="en-GB" altLang="en-US" sz="2400" b="1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AE8C0-9ADC-6FE3-16A6-FB376BAE8D6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Slide Number Placeholder 6">
            <a:extLst>
              <a:ext uri="{FF2B5EF4-FFF2-40B4-BE49-F238E27FC236}">
                <a16:creationId xmlns:a16="http://schemas.microsoft.com/office/drawing/2014/main" id="{131EF6C8-3980-A2F4-C28F-B534DF08C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2A959F-512B-481B-9C49-03EDB4AC3E05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44" name="Group 50">
            <a:extLst>
              <a:ext uri="{FF2B5EF4-FFF2-40B4-BE49-F238E27FC236}">
                <a16:creationId xmlns:a16="http://schemas.microsoft.com/office/drawing/2014/main" id="{840EDCDF-C3B5-BF38-3580-3968BB4E6597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85396846"/>
              </p:ext>
            </p:extLst>
          </p:nvPr>
        </p:nvGraphicFramePr>
        <p:xfrm>
          <a:off x="7543800" y="1203868"/>
          <a:ext cx="1604962" cy="4064000"/>
        </p:xfrm>
        <a:graphic>
          <a:graphicData uri="http://schemas.openxmlformats.org/drawingml/2006/table">
            <a:tbl>
              <a:tblPr/>
              <a:tblGrid>
                <a:gridCol w="85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404" marR="914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5060" name="Group 3">
            <a:extLst>
              <a:ext uri="{FF2B5EF4-FFF2-40B4-BE49-F238E27FC236}">
                <a16:creationId xmlns:a16="http://schemas.microsoft.com/office/drawing/2014/main" id="{B6393783-7698-1BF7-8859-B028FE1E353D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0"/>
            <a:ext cx="457200" cy="457200"/>
            <a:chOff x="1344" y="1248"/>
            <a:chExt cx="288" cy="288"/>
          </a:xfrm>
        </p:grpSpPr>
        <p:sp>
          <p:nvSpPr>
            <p:cNvPr id="45133" name="Oval 4">
              <a:extLst>
                <a:ext uri="{FF2B5EF4-FFF2-40B4-BE49-F238E27FC236}">
                  <a16:creationId xmlns:a16="http://schemas.microsoft.com/office/drawing/2014/main" id="{0F960C5D-E5EC-CA88-CC56-6B19E20DB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5134" name="Text Box 5">
              <a:extLst>
                <a:ext uri="{FF2B5EF4-FFF2-40B4-BE49-F238E27FC236}">
                  <a16:creationId xmlns:a16="http://schemas.microsoft.com/office/drawing/2014/main" id="{9E142733-A10B-F3C5-E188-A9B7736CD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5061" name="Group 6">
            <a:extLst>
              <a:ext uri="{FF2B5EF4-FFF2-40B4-BE49-F238E27FC236}">
                <a16:creationId xmlns:a16="http://schemas.microsoft.com/office/drawing/2014/main" id="{C16D6392-67EE-0055-34FB-A878FD9AE484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514600"/>
            <a:ext cx="457200" cy="457200"/>
            <a:chOff x="1344" y="1248"/>
            <a:chExt cx="288" cy="288"/>
          </a:xfrm>
        </p:grpSpPr>
        <p:sp>
          <p:nvSpPr>
            <p:cNvPr id="45131" name="Oval 7">
              <a:extLst>
                <a:ext uri="{FF2B5EF4-FFF2-40B4-BE49-F238E27FC236}">
                  <a16:creationId xmlns:a16="http://schemas.microsoft.com/office/drawing/2014/main" id="{B7541386-4D13-4755-9DA2-7713E13BD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5132" name="Text Box 8">
              <a:extLst>
                <a:ext uri="{FF2B5EF4-FFF2-40B4-BE49-F238E27FC236}">
                  <a16:creationId xmlns:a16="http://schemas.microsoft.com/office/drawing/2014/main" id="{9A4D215E-3683-E97F-D457-2013EDC90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5062" name="Group 9">
            <a:extLst>
              <a:ext uri="{FF2B5EF4-FFF2-40B4-BE49-F238E27FC236}">
                <a16:creationId xmlns:a16="http://schemas.microsoft.com/office/drawing/2014/main" id="{AD17E155-AA9E-38A0-4EBB-CB0BFFF1F4E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667000"/>
            <a:ext cx="457200" cy="457200"/>
            <a:chOff x="1344" y="1248"/>
            <a:chExt cx="288" cy="288"/>
          </a:xfrm>
        </p:grpSpPr>
        <p:sp>
          <p:nvSpPr>
            <p:cNvPr id="45129" name="Oval 10">
              <a:extLst>
                <a:ext uri="{FF2B5EF4-FFF2-40B4-BE49-F238E27FC236}">
                  <a16:creationId xmlns:a16="http://schemas.microsoft.com/office/drawing/2014/main" id="{20360A34-2B6C-A26E-7053-BE6B38F1A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5130" name="Text Box 11">
              <a:extLst>
                <a:ext uri="{FF2B5EF4-FFF2-40B4-BE49-F238E27FC236}">
                  <a16:creationId xmlns:a16="http://schemas.microsoft.com/office/drawing/2014/main" id="{C3527FDF-1359-0930-60AE-A8B514CFF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5063" name="Group 12">
            <a:extLst>
              <a:ext uri="{FF2B5EF4-FFF2-40B4-BE49-F238E27FC236}">
                <a16:creationId xmlns:a16="http://schemas.microsoft.com/office/drawing/2014/main" id="{028996B5-486B-AE9A-506D-9515B92FBFE8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124200"/>
            <a:ext cx="457200" cy="457200"/>
            <a:chOff x="1344" y="1248"/>
            <a:chExt cx="288" cy="288"/>
          </a:xfrm>
        </p:grpSpPr>
        <p:sp>
          <p:nvSpPr>
            <p:cNvPr id="45127" name="Oval 13">
              <a:extLst>
                <a:ext uri="{FF2B5EF4-FFF2-40B4-BE49-F238E27FC236}">
                  <a16:creationId xmlns:a16="http://schemas.microsoft.com/office/drawing/2014/main" id="{03CDFA24-A60F-BFD0-C3EC-A84270EEF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5128" name="Text Box 14">
              <a:extLst>
                <a:ext uri="{FF2B5EF4-FFF2-40B4-BE49-F238E27FC236}">
                  <a16:creationId xmlns:a16="http://schemas.microsoft.com/office/drawing/2014/main" id="{89EAFF56-7FA8-57CA-A60A-63B6DBB92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5064" name="Group 15">
            <a:extLst>
              <a:ext uri="{FF2B5EF4-FFF2-40B4-BE49-F238E27FC236}">
                <a16:creationId xmlns:a16="http://schemas.microsoft.com/office/drawing/2014/main" id="{B2226CC2-4DBC-CD2F-0707-FD4604DD823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719513"/>
            <a:ext cx="457200" cy="457200"/>
            <a:chOff x="1344" y="1248"/>
            <a:chExt cx="288" cy="288"/>
          </a:xfrm>
        </p:grpSpPr>
        <p:sp>
          <p:nvSpPr>
            <p:cNvPr id="45125" name="Oval 16">
              <a:extLst>
                <a:ext uri="{FF2B5EF4-FFF2-40B4-BE49-F238E27FC236}">
                  <a16:creationId xmlns:a16="http://schemas.microsoft.com/office/drawing/2014/main" id="{FC890445-26D9-92FB-F1A0-E7DB9A627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5126" name="Text Box 17">
              <a:extLst>
                <a:ext uri="{FF2B5EF4-FFF2-40B4-BE49-F238E27FC236}">
                  <a16:creationId xmlns:a16="http://schemas.microsoft.com/office/drawing/2014/main" id="{5941DBA9-459D-808F-7E39-72C7F922D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5065" name="Line 18">
            <a:extLst>
              <a:ext uri="{FF2B5EF4-FFF2-40B4-BE49-F238E27FC236}">
                <a16:creationId xmlns:a16="http://schemas.microsoft.com/office/drawing/2014/main" id="{A80773EC-95FC-D825-D7FB-5B112F54D1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1242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6" name="Text Box 19">
            <a:extLst>
              <a:ext uri="{FF2B5EF4-FFF2-40B4-BE49-F238E27FC236}">
                <a16:creationId xmlns:a16="http://schemas.microsoft.com/office/drawing/2014/main" id="{59A2E405-28B1-8EB5-187D-D5093D018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352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5067" name="Line 20">
            <a:extLst>
              <a:ext uri="{FF2B5EF4-FFF2-40B4-BE49-F238E27FC236}">
                <a16:creationId xmlns:a16="http://schemas.microsoft.com/office/drawing/2014/main" id="{A26FB98A-FF9B-1379-9518-CB6237858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1752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Line 21">
            <a:extLst>
              <a:ext uri="{FF2B5EF4-FFF2-40B4-BE49-F238E27FC236}">
                <a16:creationId xmlns:a16="http://schemas.microsoft.com/office/drawing/2014/main" id="{2BC94213-509A-545A-5BA0-644FA1770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9" name="Line 22">
            <a:extLst>
              <a:ext uri="{FF2B5EF4-FFF2-40B4-BE49-F238E27FC236}">
                <a16:creationId xmlns:a16="http://schemas.microsoft.com/office/drawing/2014/main" id="{EE8B06FC-65B8-F265-8915-742848C4AA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438400"/>
            <a:ext cx="2209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0" name="Text Box 23">
            <a:extLst>
              <a:ext uri="{FF2B5EF4-FFF2-40B4-BE49-F238E27FC236}">
                <a16:creationId xmlns:a16="http://schemas.microsoft.com/office/drawing/2014/main" id="{59A24F40-545F-F7D1-7E8E-2E9E7115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1"/>
                </a:solidFill>
                <a:latin typeface="Tahoma" panose="020B0604030504040204" pitchFamily="34" charset="0"/>
              </a:rPr>
              <a:t>Start</a:t>
            </a:r>
            <a:endParaRPr lang="en-GB" altLang="en-US" sz="1800" b="1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45071" name="Text Box 24">
            <a:extLst>
              <a:ext uri="{FF2B5EF4-FFF2-40B4-BE49-F238E27FC236}">
                <a16:creationId xmlns:a16="http://schemas.microsoft.com/office/drawing/2014/main" id="{159A7250-1B2C-AE8B-1176-97FE0373F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5072" name="Text Box 25">
            <a:extLst>
              <a:ext uri="{FF2B5EF4-FFF2-40B4-BE49-F238E27FC236}">
                <a16:creationId xmlns:a16="http://schemas.microsoft.com/office/drawing/2014/main" id="{4610B5F6-E761-D5BF-4A0C-53DF32676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209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5073" name="Text Box 26">
            <a:extLst>
              <a:ext uri="{FF2B5EF4-FFF2-40B4-BE49-F238E27FC236}">
                <a16:creationId xmlns:a16="http://schemas.microsoft.com/office/drawing/2014/main" id="{C89E0DC9-60BB-C622-07C7-721CEFF75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681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45074" name="Text Box 27">
            <a:extLst>
              <a:ext uri="{FF2B5EF4-FFF2-40B4-BE49-F238E27FC236}">
                <a16:creationId xmlns:a16="http://schemas.microsoft.com/office/drawing/2014/main" id="{12ED2B28-870C-A43E-E9F4-AC4C750D1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05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[374]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5075" name="Text Box 28">
            <a:extLst>
              <a:ext uri="{FF2B5EF4-FFF2-40B4-BE49-F238E27FC236}">
                <a16:creationId xmlns:a16="http://schemas.microsoft.com/office/drawing/2014/main" id="{149DCC71-6B4F-6FF1-70DB-F137DEBFD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5076" name="Text Box 29">
            <a:extLst>
              <a:ext uri="{FF2B5EF4-FFF2-40B4-BE49-F238E27FC236}">
                <a16:creationId xmlns:a16="http://schemas.microsoft.com/office/drawing/2014/main" id="{BC7B3DAE-5A05-89E4-A22D-103E2C7A9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146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5077" name="Text Box 30">
            <a:extLst>
              <a:ext uri="{FF2B5EF4-FFF2-40B4-BE49-F238E27FC236}">
                <a16:creationId xmlns:a16="http://schemas.microsoft.com/office/drawing/2014/main" id="{34ED9673-D80D-5103-1B3F-0734C00C9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480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[244]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grpSp>
        <p:nvGrpSpPr>
          <p:cNvPr id="45078" name="Group 31">
            <a:extLst>
              <a:ext uri="{FF2B5EF4-FFF2-40B4-BE49-F238E27FC236}">
                <a16:creationId xmlns:a16="http://schemas.microsoft.com/office/drawing/2014/main" id="{0F6805FF-BA75-7047-DF75-EA65A48AFC61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648200"/>
            <a:ext cx="457200" cy="457200"/>
            <a:chOff x="1344" y="1248"/>
            <a:chExt cx="288" cy="288"/>
          </a:xfrm>
        </p:grpSpPr>
        <p:sp>
          <p:nvSpPr>
            <p:cNvPr id="45123" name="Oval 32">
              <a:extLst>
                <a:ext uri="{FF2B5EF4-FFF2-40B4-BE49-F238E27FC236}">
                  <a16:creationId xmlns:a16="http://schemas.microsoft.com/office/drawing/2014/main" id="{0491E1D3-19CF-836D-8A43-12554308A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5124" name="Text Box 33">
              <a:extLst>
                <a:ext uri="{FF2B5EF4-FFF2-40B4-BE49-F238E27FC236}">
                  <a16:creationId xmlns:a16="http://schemas.microsoft.com/office/drawing/2014/main" id="{EE62EF07-FFBF-FD3D-AF12-04D6B55D4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5079" name="Group 34">
            <a:extLst>
              <a:ext uri="{FF2B5EF4-FFF2-40B4-BE49-F238E27FC236}">
                <a16:creationId xmlns:a16="http://schemas.microsoft.com/office/drawing/2014/main" id="{19EA5000-B8A1-80B7-F73D-086E71A8CCD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715000"/>
            <a:ext cx="457200" cy="457200"/>
            <a:chOff x="1344" y="1248"/>
            <a:chExt cx="288" cy="288"/>
          </a:xfrm>
        </p:grpSpPr>
        <p:sp>
          <p:nvSpPr>
            <p:cNvPr id="45121" name="Oval 35">
              <a:extLst>
                <a:ext uri="{FF2B5EF4-FFF2-40B4-BE49-F238E27FC236}">
                  <a16:creationId xmlns:a16="http://schemas.microsoft.com/office/drawing/2014/main" id="{57671DB9-712F-1A18-C05A-4472B51C6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5122" name="Text Box 36">
              <a:extLst>
                <a:ext uri="{FF2B5EF4-FFF2-40B4-BE49-F238E27FC236}">
                  <a16:creationId xmlns:a16="http://schemas.microsoft.com/office/drawing/2014/main" id="{3884F39D-180C-6EB2-186C-65312B77E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5080" name="Line 37">
            <a:extLst>
              <a:ext uri="{FF2B5EF4-FFF2-40B4-BE49-F238E27FC236}">
                <a16:creationId xmlns:a16="http://schemas.microsoft.com/office/drawing/2014/main" id="{B71ABCCE-C8E2-714A-9A09-8B1E25CB1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0200" y="4191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1" name="Text Box 38">
            <a:extLst>
              <a:ext uri="{FF2B5EF4-FFF2-40B4-BE49-F238E27FC236}">
                <a16:creationId xmlns:a16="http://schemas.microsoft.com/office/drawing/2014/main" id="{AAF1A1FB-0D25-435B-DCBE-A4DFD32D5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48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5082" name="Text Box 39">
            <a:extLst>
              <a:ext uri="{FF2B5EF4-FFF2-40B4-BE49-F238E27FC236}">
                <a16:creationId xmlns:a16="http://schemas.microsoft.com/office/drawing/2014/main" id="{848C0A59-8234-5DA2-9B3B-6FB91E0B3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7292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[244]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5083" name="Line 40">
            <a:extLst>
              <a:ext uri="{FF2B5EF4-FFF2-40B4-BE49-F238E27FC236}">
                <a16:creationId xmlns:a16="http://schemas.microsoft.com/office/drawing/2014/main" id="{52EBB05D-0D71-0E0E-5C94-92874925FE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5400" y="5105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84" name="Line 41">
            <a:extLst>
              <a:ext uri="{FF2B5EF4-FFF2-40B4-BE49-F238E27FC236}">
                <a16:creationId xmlns:a16="http://schemas.microsoft.com/office/drawing/2014/main" id="{E9CC9C0C-BB85-7F9F-D6E1-427D5BB12B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6172200"/>
            <a:ext cx="3048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 Box 42">
            <a:extLst>
              <a:ext uri="{FF2B5EF4-FFF2-40B4-BE49-F238E27FC236}">
                <a16:creationId xmlns:a16="http://schemas.microsoft.com/office/drawing/2014/main" id="{CD3E91B9-D3D8-41FB-D71A-F662AB806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352958"/>
            <a:ext cx="25098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hlink"/>
                </a:solidFill>
                <a:latin typeface="+mj-lt"/>
              </a:rPr>
              <a:t>Infinite Branch !</a:t>
            </a:r>
            <a:endParaRPr lang="en-GB" altLang="en-US" sz="2400" b="1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40BC3-2B2E-C24C-8250-AA2218A8D68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C1C897FF-19A2-3E65-BE04-46615D93F8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AF751C-A6D9-48AB-B0FC-C065682028C1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pSp>
        <p:nvGrpSpPr>
          <p:cNvPr id="47108" name="Group 3">
            <a:extLst>
              <a:ext uri="{FF2B5EF4-FFF2-40B4-BE49-F238E27FC236}">
                <a16:creationId xmlns:a16="http://schemas.microsoft.com/office/drawing/2014/main" id="{3C9E27B8-F92D-4191-D1D7-15337AEC622E}"/>
              </a:ext>
            </a:extLst>
          </p:cNvPr>
          <p:cNvGrpSpPr>
            <a:grpSpLocks/>
          </p:cNvGrpSpPr>
          <p:nvPr/>
        </p:nvGrpSpPr>
        <p:grpSpPr bwMode="auto">
          <a:xfrm>
            <a:off x="2166556" y="1915948"/>
            <a:ext cx="457200" cy="457200"/>
            <a:chOff x="1344" y="1248"/>
            <a:chExt cx="288" cy="288"/>
          </a:xfrm>
        </p:grpSpPr>
        <p:sp>
          <p:nvSpPr>
            <p:cNvPr id="47154" name="Oval 4">
              <a:extLst>
                <a:ext uri="{FF2B5EF4-FFF2-40B4-BE49-F238E27FC236}">
                  <a16:creationId xmlns:a16="http://schemas.microsoft.com/office/drawing/2014/main" id="{0EBFF239-E978-7785-EAFB-CBECCDEE9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55" name="Text Box 5">
              <a:extLst>
                <a:ext uri="{FF2B5EF4-FFF2-40B4-BE49-F238E27FC236}">
                  <a16:creationId xmlns:a16="http://schemas.microsoft.com/office/drawing/2014/main" id="{FE2A6264-AC22-4C8D-4B57-71ACD283E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7109" name="Group 6">
            <a:extLst>
              <a:ext uri="{FF2B5EF4-FFF2-40B4-BE49-F238E27FC236}">
                <a16:creationId xmlns:a16="http://schemas.microsoft.com/office/drawing/2014/main" id="{31B58D58-CACC-DA2E-72BA-4A39BCAD68B4}"/>
              </a:ext>
            </a:extLst>
          </p:cNvPr>
          <p:cNvGrpSpPr>
            <a:grpSpLocks/>
          </p:cNvGrpSpPr>
          <p:nvPr/>
        </p:nvGrpSpPr>
        <p:grpSpPr bwMode="auto">
          <a:xfrm>
            <a:off x="3233356" y="2449348"/>
            <a:ext cx="457200" cy="457200"/>
            <a:chOff x="1344" y="1248"/>
            <a:chExt cx="288" cy="288"/>
          </a:xfrm>
        </p:grpSpPr>
        <p:sp>
          <p:nvSpPr>
            <p:cNvPr id="47152" name="Oval 7">
              <a:extLst>
                <a:ext uri="{FF2B5EF4-FFF2-40B4-BE49-F238E27FC236}">
                  <a16:creationId xmlns:a16="http://schemas.microsoft.com/office/drawing/2014/main" id="{BFA8C740-151C-4615-1723-E1C62BEB1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53" name="Text Box 8">
              <a:extLst>
                <a:ext uri="{FF2B5EF4-FFF2-40B4-BE49-F238E27FC236}">
                  <a16:creationId xmlns:a16="http://schemas.microsoft.com/office/drawing/2014/main" id="{EB974D92-B86B-46A4-9513-C83337EAB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7110" name="Group 9">
            <a:extLst>
              <a:ext uri="{FF2B5EF4-FFF2-40B4-BE49-F238E27FC236}">
                <a16:creationId xmlns:a16="http://schemas.microsoft.com/office/drawing/2014/main" id="{2FEAFBA9-E670-0970-3F92-415D42A05AE8}"/>
              </a:ext>
            </a:extLst>
          </p:cNvPr>
          <p:cNvGrpSpPr>
            <a:grpSpLocks/>
          </p:cNvGrpSpPr>
          <p:nvPr/>
        </p:nvGrpSpPr>
        <p:grpSpPr bwMode="auto">
          <a:xfrm>
            <a:off x="566356" y="3363748"/>
            <a:ext cx="457200" cy="457200"/>
            <a:chOff x="1344" y="1248"/>
            <a:chExt cx="288" cy="288"/>
          </a:xfrm>
        </p:grpSpPr>
        <p:sp>
          <p:nvSpPr>
            <p:cNvPr id="47150" name="Oval 10">
              <a:extLst>
                <a:ext uri="{FF2B5EF4-FFF2-40B4-BE49-F238E27FC236}">
                  <a16:creationId xmlns:a16="http://schemas.microsoft.com/office/drawing/2014/main" id="{F964A74A-D540-7D3C-ADF0-1A3A5CD6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51" name="Text Box 11">
              <a:extLst>
                <a:ext uri="{FF2B5EF4-FFF2-40B4-BE49-F238E27FC236}">
                  <a16:creationId xmlns:a16="http://schemas.microsoft.com/office/drawing/2014/main" id="{15A1D311-8806-7073-A240-1A705BBC1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7111" name="Group 12">
            <a:extLst>
              <a:ext uri="{FF2B5EF4-FFF2-40B4-BE49-F238E27FC236}">
                <a16:creationId xmlns:a16="http://schemas.microsoft.com/office/drawing/2014/main" id="{7875F8C7-A155-FF76-C3DD-B6C2DB5CA643}"/>
              </a:ext>
            </a:extLst>
          </p:cNvPr>
          <p:cNvGrpSpPr>
            <a:grpSpLocks/>
          </p:cNvGrpSpPr>
          <p:nvPr/>
        </p:nvGrpSpPr>
        <p:grpSpPr bwMode="auto">
          <a:xfrm>
            <a:off x="1099756" y="2601748"/>
            <a:ext cx="457200" cy="457200"/>
            <a:chOff x="1344" y="1248"/>
            <a:chExt cx="288" cy="288"/>
          </a:xfrm>
        </p:grpSpPr>
        <p:sp>
          <p:nvSpPr>
            <p:cNvPr id="47148" name="Oval 13">
              <a:extLst>
                <a:ext uri="{FF2B5EF4-FFF2-40B4-BE49-F238E27FC236}">
                  <a16:creationId xmlns:a16="http://schemas.microsoft.com/office/drawing/2014/main" id="{8276F133-C6EE-FE35-903F-A60E1528A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49" name="Text Box 14">
              <a:extLst>
                <a:ext uri="{FF2B5EF4-FFF2-40B4-BE49-F238E27FC236}">
                  <a16:creationId xmlns:a16="http://schemas.microsoft.com/office/drawing/2014/main" id="{0267E234-3344-67CF-F319-C3DBB5A75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7112" name="Group 15">
            <a:extLst>
              <a:ext uri="{FF2B5EF4-FFF2-40B4-BE49-F238E27FC236}">
                <a16:creationId xmlns:a16="http://schemas.microsoft.com/office/drawing/2014/main" id="{CEBF81A2-4FA4-2125-FC59-BCA9BF1DDF4A}"/>
              </a:ext>
            </a:extLst>
          </p:cNvPr>
          <p:cNvGrpSpPr>
            <a:grpSpLocks/>
          </p:cNvGrpSpPr>
          <p:nvPr/>
        </p:nvGrpSpPr>
        <p:grpSpPr bwMode="auto">
          <a:xfrm>
            <a:off x="2242756" y="3058948"/>
            <a:ext cx="457200" cy="457200"/>
            <a:chOff x="1344" y="1248"/>
            <a:chExt cx="288" cy="288"/>
          </a:xfrm>
        </p:grpSpPr>
        <p:sp>
          <p:nvSpPr>
            <p:cNvPr id="47146" name="Oval 16">
              <a:extLst>
                <a:ext uri="{FF2B5EF4-FFF2-40B4-BE49-F238E27FC236}">
                  <a16:creationId xmlns:a16="http://schemas.microsoft.com/office/drawing/2014/main" id="{6087C049-91CA-5B74-2884-DE89CD842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47" name="Text Box 17">
              <a:extLst>
                <a:ext uri="{FF2B5EF4-FFF2-40B4-BE49-F238E27FC236}">
                  <a16:creationId xmlns:a16="http://schemas.microsoft.com/office/drawing/2014/main" id="{C40AEAB8-8EB6-0C4F-9928-FE01998A7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7113" name="Group 18">
            <a:extLst>
              <a:ext uri="{FF2B5EF4-FFF2-40B4-BE49-F238E27FC236}">
                <a16:creationId xmlns:a16="http://schemas.microsoft.com/office/drawing/2014/main" id="{646CB377-1055-6B74-5E1E-2F7B478AD7E0}"/>
              </a:ext>
            </a:extLst>
          </p:cNvPr>
          <p:cNvGrpSpPr>
            <a:grpSpLocks/>
          </p:cNvGrpSpPr>
          <p:nvPr/>
        </p:nvGrpSpPr>
        <p:grpSpPr bwMode="auto">
          <a:xfrm>
            <a:off x="2928556" y="3973348"/>
            <a:ext cx="457200" cy="457200"/>
            <a:chOff x="1344" y="1248"/>
            <a:chExt cx="288" cy="288"/>
          </a:xfrm>
        </p:grpSpPr>
        <p:sp>
          <p:nvSpPr>
            <p:cNvPr id="47144" name="Oval 19">
              <a:extLst>
                <a:ext uri="{FF2B5EF4-FFF2-40B4-BE49-F238E27FC236}">
                  <a16:creationId xmlns:a16="http://schemas.microsoft.com/office/drawing/2014/main" id="{90266B42-16ED-454A-BAA2-1C54FD591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45" name="Text Box 20">
              <a:extLst>
                <a:ext uri="{FF2B5EF4-FFF2-40B4-BE49-F238E27FC236}">
                  <a16:creationId xmlns:a16="http://schemas.microsoft.com/office/drawing/2014/main" id="{F9919993-9426-C5CB-6293-DFECA4AA7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7114" name="Group 21">
            <a:extLst>
              <a:ext uri="{FF2B5EF4-FFF2-40B4-BE49-F238E27FC236}">
                <a16:creationId xmlns:a16="http://schemas.microsoft.com/office/drawing/2014/main" id="{01934D21-A5CE-5E0B-7BAD-3FEDCFBC4B15}"/>
              </a:ext>
            </a:extLst>
          </p:cNvPr>
          <p:cNvGrpSpPr>
            <a:grpSpLocks/>
          </p:cNvGrpSpPr>
          <p:nvPr/>
        </p:nvGrpSpPr>
        <p:grpSpPr bwMode="auto">
          <a:xfrm>
            <a:off x="1937956" y="5649748"/>
            <a:ext cx="457200" cy="457200"/>
            <a:chOff x="1344" y="1248"/>
            <a:chExt cx="288" cy="288"/>
          </a:xfrm>
        </p:grpSpPr>
        <p:sp>
          <p:nvSpPr>
            <p:cNvPr id="47142" name="Oval 22">
              <a:extLst>
                <a:ext uri="{FF2B5EF4-FFF2-40B4-BE49-F238E27FC236}">
                  <a16:creationId xmlns:a16="http://schemas.microsoft.com/office/drawing/2014/main" id="{0B4CD95D-5E07-4BF3-410D-D3D3D97F9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43" name="Text Box 23">
              <a:extLst>
                <a:ext uri="{FF2B5EF4-FFF2-40B4-BE49-F238E27FC236}">
                  <a16:creationId xmlns:a16="http://schemas.microsoft.com/office/drawing/2014/main" id="{82FDEDE0-EFCE-CEBA-C8A0-4FAAB8032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7115" name="Line 24">
            <a:extLst>
              <a:ext uri="{FF2B5EF4-FFF2-40B4-BE49-F238E27FC236}">
                <a16:creationId xmlns:a16="http://schemas.microsoft.com/office/drawing/2014/main" id="{1FB777D0-9FD7-2DFD-7E17-E18038F45D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1356" y="3516148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Line 25">
            <a:extLst>
              <a:ext uri="{FF2B5EF4-FFF2-40B4-BE49-F238E27FC236}">
                <a16:creationId xmlns:a16="http://schemas.microsoft.com/office/drawing/2014/main" id="{2150FF6A-8BBD-6E03-82B0-8F9C7AAD3B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66556" y="4430548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7" name="Text Box 26">
            <a:extLst>
              <a:ext uri="{FF2B5EF4-FFF2-40B4-BE49-F238E27FC236}">
                <a16:creationId xmlns:a16="http://schemas.microsoft.com/office/drawing/2014/main" id="{0E6E3E4E-7DA9-8D5A-2F9A-D64AEEE18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956" y="3439948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7118" name="Text Box 27">
            <a:extLst>
              <a:ext uri="{FF2B5EF4-FFF2-40B4-BE49-F238E27FC236}">
                <a16:creationId xmlns:a16="http://schemas.microsoft.com/office/drawing/2014/main" id="{6975AE1C-42DA-38D9-2EDE-A43FACD2C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956" y="5040148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211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47119" name="Group 28">
            <a:extLst>
              <a:ext uri="{FF2B5EF4-FFF2-40B4-BE49-F238E27FC236}">
                <a16:creationId xmlns:a16="http://schemas.microsoft.com/office/drawing/2014/main" id="{B3591093-F5A5-B54D-8B72-334BF9820ABF}"/>
              </a:ext>
            </a:extLst>
          </p:cNvPr>
          <p:cNvGrpSpPr>
            <a:grpSpLocks/>
          </p:cNvGrpSpPr>
          <p:nvPr/>
        </p:nvGrpSpPr>
        <p:grpSpPr bwMode="auto">
          <a:xfrm>
            <a:off x="1404556" y="3973348"/>
            <a:ext cx="457200" cy="457200"/>
            <a:chOff x="1344" y="1248"/>
            <a:chExt cx="288" cy="288"/>
          </a:xfrm>
        </p:grpSpPr>
        <p:sp>
          <p:nvSpPr>
            <p:cNvPr id="47140" name="Oval 29">
              <a:extLst>
                <a:ext uri="{FF2B5EF4-FFF2-40B4-BE49-F238E27FC236}">
                  <a16:creationId xmlns:a16="http://schemas.microsoft.com/office/drawing/2014/main" id="{F1F0AD6C-B07E-0D12-5760-92A865D35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41" name="Text Box 30">
              <a:extLst>
                <a:ext uri="{FF2B5EF4-FFF2-40B4-BE49-F238E27FC236}">
                  <a16:creationId xmlns:a16="http://schemas.microsoft.com/office/drawing/2014/main" id="{FCEB3320-0342-42BB-837E-D785796C3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47120" name="Group 31">
            <a:extLst>
              <a:ext uri="{FF2B5EF4-FFF2-40B4-BE49-F238E27FC236}">
                <a16:creationId xmlns:a16="http://schemas.microsoft.com/office/drawing/2014/main" id="{B5E6ED73-F929-F8DD-E88C-C91240B8F73B}"/>
              </a:ext>
            </a:extLst>
          </p:cNvPr>
          <p:cNvGrpSpPr>
            <a:grpSpLocks/>
          </p:cNvGrpSpPr>
          <p:nvPr/>
        </p:nvGrpSpPr>
        <p:grpSpPr bwMode="auto">
          <a:xfrm>
            <a:off x="1175956" y="4887748"/>
            <a:ext cx="457200" cy="457200"/>
            <a:chOff x="1344" y="1248"/>
            <a:chExt cx="288" cy="288"/>
          </a:xfrm>
        </p:grpSpPr>
        <p:sp>
          <p:nvSpPr>
            <p:cNvPr id="47138" name="Oval 32">
              <a:extLst>
                <a:ext uri="{FF2B5EF4-FFF2-40B4-BE49-F238E27FC236}">
                  <a16:creationId xmlns:a16="http://schemas.microsoft.com/office/drawing/2014/main" id="{CC633D44-8DF8-1E3A-6C8E-D729C3716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39" name="Text Box 33">
              <a:extLst>
                <a:ext uri="{FF2B5EF4-FFF2-40B4-BE49-F238E27FC236}">
                  <a16:creationId xmlns:a16="http://schemas.microsoft.com/office/drawing/2014/main" id="{34F14608-3C84-229B-06C9-427968B377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47121" name="Line 34">
            <a:extLst>
              <a:ext uri="{FF2B5EF4-FFF2-40B4-BE49-F238E27FC236}">
                <a16:creationId xmlns:a16="http://schemas.microsoft.com/office/drawing/2014/main" id="{C564CDD0-86E4-06E7-8046-4759CC3B7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6956" y="3516148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2" name="Line 35">
            <a:extLst>
              <a:ext uri="{FF2B5EF4-FFF2-40B4-BE49-F238E27FC236}">
                <a16:creationId xmlns:a16="http://schemas.microsoft.com/office/drawing/2014/main" id="{FFDAD2B3-B543-43F9-4F5A-AA893F7A0A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4556" y="4430548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3" name="Line 36">
            <a:extLst>
              <a:ext uri="{FF2B5EF4-FFF2-40B4-BE49-F238E27FC236}">
                <a16:creationId xmlns:a16="http://schemas.microsoft.com/office/drawing/2014/main" id="{3181F758-312A-C8DE-F474-B567ADB67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4556" y="5344948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4" name="Text Box 37">
            <a:extLst>
              <a:ext uri="{FF2B5EF4-FFF2-40B4-BE49-F238E27FC236}">
                <a16:creationId xmlns:a16="http://schemas.microsoft.com/office/drawing/2014/main" id="{A5C5BE28-341D-62B0-FD27-D2C54C262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156" y="3439948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7125" name="Line 38">
            <a:extLst>
              <a:ext uri="{FF2B5EF4-FFF2-40B4-BE49-F238E27FC236}">
                <a16:creationId xmlns:a16="http://schemas.microsoft.com/office/drawing/2014/main" id="{9B61E168-2F53-1448-D4A1-504F621C1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156" y="2373148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6" name="Line 39">
            <a:extLst>
              <a:ext uri="{FF2B5EF4-FFF2-40B4-BE49-F238E27FC236}">
                <a16:creationId xmlns:a16="http://schemas.microsoft.com/office/drawing/2014/main" id="{10D982B6-3A7A-ACC4-7F42-349EFE537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156" y="237314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7" name="Line 40">
            <a:extLst>
              <a:ext uri="{FF2B5EF4-FFF2-40B4-BE49-F238E27FC236}">
                <a16:creationId xmlns:a16="http://schemas.microsoft.com/office/drawing/2014/main" id="{F41C7E42-398C-AF03-44D9-749C24B15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8356" y="2373148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8" name="Line 41">
            <a:extLst>
              <a:ext uri="{FF2B5EF4-FFF2-40B4-BE49-F238E27FC236}">
                <a16:creationId xmlns:a16="http://schemas.microsoft.com/office/drawing/2014/main" id="{AD2BA986-2749-437C-379A-1970BDC1B3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4956" y="3058948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9" name="Text Box 42">
            <a:extLst>
              <a:ext uri="{FF2B5EF4-FFF2-40B4-BE49-F238E27FC236}">
                <a16:creationId xmlns:a16="http://schemas.microsoft.com/office/drawing/2014/main" id="{09327ECA-F6B3-C788-9128-6C0D95B47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756" y="1763548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7130" name="Text Box 43">
            <a:extLst>
              <a:ext uri="{FF2B5EF4-FFF2-40B4-BE49-F238E27FC236}">
                <a16:creationId xmlns:a16="http://schemas.microsoft.com/office/drawing/2014/main" id="{FF3233BC-0D2A-011A-6FCB-ECAA6A1C4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356" y="5954548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Goal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7131" name="Text Box 44">
            <a:extLst>
              <a:ext uri="{FF2B5EF4-FFF2-40B4-BE49-F238E27FC236}">
                <a16:creationId xmlns:a16="http://schemas.microsoft.com/office/drawing/2014/main" id="{70FEDF60-8451-B11B-E6CC-EE65CC68A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556" y="4506748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7132" name="Text Box 45">
            <a:extLst>
              <a:ext uri="{FF2B5EF4-FFF2-40B4-BE49-F238E27FC236}">
                <a16:creationId xmlns:a16="http://schemas.microsoft.com/office/drawing/2014/main" id="{02A550D3-B910-635C-06E9-34E9852E6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356" y="5421148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7133" name="Text Box 46">
            <a:extLst>
              <a:ext uri="{FF2B5EF4-FFF2-40B4-BE49-F238E27FC236}">
                <a16:creationId xmlns:a16="http://schemas.microsoft.com/office/drawing/2014/main" id="{8C731CC6-907B-13EA-DC67-CFFC4213B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2356" y="2068348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7134" name="Text Box 47">
            <a:extLst>
              <a:ext uri="{FF2B5EF4-FFF2-40B4-BE49-F238E27FC236}">
                <a16:creationId xmlns:a16="http://schemas.microsoft.com/office/drawing/2014/main" id="{153C5242-F877-C1B2-7B0A-C428E7313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556" y="2144548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7135" name="Text Box 48">
            <a:extLst>
              <a:ext uri="{FF2B5EF4-FFF2-40B4-BE49-F238E27FC236}">
                <a16:creationId xmlns:a16="http://schemas.microsoft.com/office/drawing/2014/main" id="{54DB4FE8-8CEA-8653-6124-978EB9AF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56" y="2982748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47136" name="Text Box 50">
            <a:extLst>
              <a:ext uri="{FF2B5EF4-FFF2-40B4-BE49-F238E27FC236}">
                <a16:creationId xmlns:a16="http://schemas.microsoft.com/office/drawing/2014/main" id="{7BFD25B0-047C-F0BD-FCF1-C32319D8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156" y="2616036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B14FD9-0722-5923-D0B4-D53790AC04B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274492-6F63-AB2A-9946-BBE7DEEBA9DD}"/>
                  </a:ext>
                </a:extLst>
              </p:cNvPr>
              <p:cNvSpPr txBox="1"/>
              <p:nvPr/>
            </p:nvSpPr>
            <p:spPr>
              <a:xfrm>
                <a:off x="3995356" y="2053896"/>
                <a:ext cx="4695677" cy="35086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Greedy search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not optimal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  <a:p>
                <a:pPr marL="342900" indent="-342900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Greedy search is </a:t>
                </a:r>
                <a:r>
                  <a:rPr lang="en-US" sz="22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incomplete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without systematic checking of repeated states.</a:t>
                </a:r>
              </a:p>
              <a:p>
                <a:pPr marL="342900" indent="-342900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In the worst case, the Time and Space Complexity of Greedy Search are both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)</m:t>
                    </m:r>
                  </m:oMath>
                </a14:m>
                <a:endParaRPr lang="en-US" sz="22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342900" indent="-342900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Where b is the branching factor and m the maximum path length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274492-6F63-AB2A-9946-BBE7DEEBA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356" y="2053896"/>
                <a:ext cx="4695677" cy="3508653"/>
              </a:xfrm>
              <a:prstGeom prst="rect">
                <a:avLst/>
              </a:prstGeom>
              <a:blipFill>
                <a:blip r:embed="rId2"/>
                <a:stretch>
                  <a:fillRect l="-3372" t="-2435" b="-4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4C26BA-51D9-F4A3-7824-A5BDB4CCED8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E4AC0-EF36-880D-AD7A-F78E45B55123}"/>
              </a:ext>
            </a:extLst>
          </p:cNvPr>
          <p:cNvSpPr txBox="1"/>
          <p:nvPr/>
        </p:nvSpPr>
        <p:spPr>
          <a:xfrm>
            <a:off x="452965" y="2118773"/>
            <a:ext cx="8238067" cy="34163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 most common informed search algorithm is A* /A-star/ search, a best-first search that uses the evaluation function f(n) = g(n) + h(n)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g(n) is the path cost from the initial state to node n.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h(n) is the estimated cost of the shortest path from node n to goal state.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f(n) is the estimated cost of the best path that continues from  node n to goal.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F5206-33B9-4BF8-844C-A22C29275C3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5F0C3-1DDB-8D96-644D-AC432A491192}"/>
              </a:ext>
            </a:extLst>
          </p:cNvPr>
          <p:cNvSpPr txBox="1"/>
          <p:nvPr/>
        </p:nvSpPr>
        <p:spPr>
          <a:xfrm>
            <a:off x="452965" y="1813052"/>
            <a:ext cx="8238067" cy="39395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Greedy Search minimizes a heuristic h(n) which is an estimated cost from a node n to the goal state.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However, although greedy search can considerably cut the search time (efficient), it is neither optimal nor complete.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Uniform Cost Search minimizes the cost g(n) from the initial state to node n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UCS is optimal and complete but not efficient.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New Strategy (A*): Combine Greedy Search and UCS to get an efficient algorithm which is </a:t>
            </a: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complete 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and</a:t>
            </a: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optimal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3">
            <a:extLst>
              <a:ext uri="{FF2B5EF4-FFF2-40B4-BE49-F238E27FC236}">
                <a16:creationId xmlns:a16="http://schemas.microsoft.com/office/drawing/2014/main" id="{30E8BA89-E2F0-BAE2-F585-074635778C0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93183" y="2240002"/>
            <a:ext cx="8157634" cy="348346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A* uses a heuristic function which combines g(n) and h(n), f(n) = g(n) + h(n)</a:t>
            </a: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g(n) is the exact cost to reach node n from the initial state. Cost so far up to node n.</a:t>
            </a: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h(n) is an estimation of the remaining cost to reach the goal.</a:t>
            </a:r>
            <a:endParaRPr lang="en-GB" altLang="en-US" sz="24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425232-B5E9-EB0E-71A4-16C264F8996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4" name="Group 6">
            <a:extLst>
              <a:ext uri="{FF2B5EF4-FFF2-40B4-BE49-F238E27FC236}">
                <a16:creationId xmlns:a16="http://schemas.microsoft.com/office/drawing/2014/main" id="{63F34622-E901-D6FA-DDFB-E979413A2463}"/>
              </a:ext>
            </a:extLst>
          </p:cNvPr>
          <p:cNvGrpSpPr>
            <a:grpSpLocks/>
          </p:cNvGrpSpPr>
          <p:nvPr/>
        </p:nvGrpSpPr>
        <p:grpSpPr bwMode="auto">
          <a:xfrm>
            <a:off x="4914900" y="2057400"/>
            <a:ext cx="609600" cy="474663"/>
            <a:chOff x="2640" y="1776"/>
            <a:chExt cx="336" cy="240"/>
          </a:xfrm>
        </p:grpSpPr>
        <p:sp>
          <p:nvSpPr>
            <p:cNvPr id="51263" name="Oval 7">
              <a:extLst>
                <a:ext uri="{FF2B5EF4-FFF2-40B4-BE49-F238E27FC236}">
                  <a16:creationId xmlns:a16="http://schemas.microsoft.com/office/drawing/2014/main" id="{82F3369C-78D3-D8EE-C344-0D29CAE73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64" name="Text Box 8">
              <a:extLst>
                <a:ext uri="{FF2B5EF4-FFF2-40B4-BE49-F238E27FC236}">
                  <a16:creationId xmlns:a16="http://schemas.microsoft.com/office/drawing/2014/main" id="{6AA38D9A-41F2-65AF-1594-1F4DB67A7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05" name="Group 9">
            <a:extLst>
              <a:ext uri="{FF2B5EF4-FFF2-40B4-BE49-F238E27FC236}">
                <a16:creationId xmlns:a16="http://schemas.microsoft.com/office/drawing/2014/main" id="{21CEB3BF-081B-01BD-2F91-ADF586EA312D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2911475"/>
            <a:ext cx="608012" cy="473075"/>
            <a:chOff x="2640" y="1776"/>
            <a:chExt cx="336" cy="240"/>
          </a:xfrm>
        </p:grpSpPr>
        <p:sp>
          <p:nvSpPr>
            <p:cNvPr id="51261" name="Oval 10">
              <a:extLst>
                <a:ext uri="{FF2B5EF4-FFF2-40B4-BE49-F238E27FC236}">
                  <a16:creationId xmlns:a16="http://schemas.microsoft.com/office/drawing/2014/main" id="{8A35F109-EF14-2D91-FA9D-CE93052E8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62" name="Text Box 11">
              <a:extLst>
                <a:ext uri="{FF2B5EF4-FFF2-40B4-BE49-F238E27FC236}">
                  <a16:creationId xmlns:a16="http://schemas.microsoft.com/office/drawing/2014/main" id="{BEE20405-A4B5-15A3-BFCA-3208ABE2C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06" name="Group 12">
            <a:extLst>
              <a:ext uri="{FF2B5EF4-FFF2-40B4-BE49-F238E27FC236}">
                <a16:creationId xmlns:a16="http://schemas.microsoft.com/office/drawing/2014/main" id="{0717905C-B322-CD05-0ED6-9B94B0D70AF0}"/>
              </a:ext>
            </a:extLst>
          </p:cNvPr>
          <p:cNvGrpSpPr>
            <a:grpSpLocks/>
          </p:cNvGrpSpPr>
          <p:nvPr/>
        </p:nvGrpSpPr>
        <p:grpSpPr bwMode="auto">
          <a:xfrm>
            <a:off x="4394200" y="2911475"/>
            <a:ext cx="608013" cy="473075"/>
            <a:chOff x="2640" y="1776"/>
            <a:chExt cx="336" cy="240"/>
          </a:xfrm>
        </p:grpSpPr>
        <p:sp>
          <p:nvSpPr>
            <p:cNvPr id="51259" name="Oval 13">
              <a:extLst>
                <a:ext uri="{FF2B5EF4-FFF2-40B4-BE49-F238E27FC236}">
                  <a16:creationId xmlns:a16="http://schemas.microsoft.com/office/drawing/2014/main" id="{768BE0D1-A882-B66F-A919-6CCFF19F6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60" name="Text Box 14">
              <a:extLst>
                <a:ext uri="{FF2B5EF4-FFF2-40B4-BE49-F238E27FC236}">
                  <a16:creationId xmlns:a16="http://schemas.microsoft.com/office/drawing/2014/main" id="{287A3F43-5E93-8A71-FA3E-A2949B8CF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07" name="Group 15">
            <a:extLst>
              <a:ext uri="{FF2B5EF4-FFF2-40B4-BE49-F238E27FC236}">
                <a16:creationId xmlns:a16="http://schemas.microsoft.com/office/drawing/2014/main" id="{7D9B32C0-8966-2B21-BB56-EC4E789191C8}"/>
              </a:ext>
            </a:extLst>
          </p:cNvPr>
          <p:cNvGrpSpPr>
            <a:grpSpLocks/>
          </p:cNvGrpSpPr>
          <p:nvPr/>
        </p:nvGrpSpPr>
        <p:grpSpPr bwMode="auto">
          <a:xfrm>
            <a:off x="7697788" y="2911475"/>
            <a:ext cx="608012" cy="473075"/>
            <a:chOff x="2640" y="1776"/>
            <a:chExt cx="336" cy="240"/>
          </a:xfrm>
        </p:grpSpPr>
        <p:sp>
          <p:nvSpPr>
            <p:cNvPr id="51257" name="Oval 16">
              <a:extLst>
                <a:ext uri="{FF2B5EF4-FFF2-40B4-BE49-F238E27FC236}">
                  <a16:creationId xmlns:a16="http://schemas.microsoft.com/office/drawing/2014/main" id="{AAEB516F-1AF3-DC0F-2BEC-EFFF32B2D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58" name="Text Box 17">
              <a:extLst>
                <a:ext uri="{FF2B5EF4-FFF2-40B4-BE49-F238E27FC236}">
                  <a16:creationId xmlns:a16="http://schemas.microsoft.com/office/drawing/2014/main" id="{D8C43B61-5436-4326-593F-0EC298CDE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08" name="Group 18">
            <a:extLst>
              <a:ext uri="{FF2B5EF4-FFF2-40B4-BE49-F238E27FC236}">
                <a16:creationId xmlns:a16="http://schemas.microsoft.com/office/drawing/2014/main" id="{4DC4E724-2195-374A-8C8C-847CB7AE9140}"/>
              </a:ext>
            </a:extLst>
          </p:cNvPr>
          <p:cNvGrpSpPr>
            <a:grpSpLocks/>
          </p:cNvGrpSpPr>
          <p:nvPr/>
        </p:nvGrpSpPr>
        <p:grpSpPr bwMode="auto">
          <a:xfrm>
            <a:off x="5872163" y="2911475"/>
            <a:ext cx="608012" cy="473075"/>
            <a:chOff x="2640" y="1776"/>
            <a:chExt cx="336" cy="240"/>
          </a:xfrm>
        </p:grpSpPr>
        <p:sp>
          <p:nvSpPr>
            <p:cNvPr id="51255" name="Oval 19">
              <a:extLst>
                <a:ext uri="{FF2B5EF4-FFF2-40B4-BE49-F238E27FC236}">
                  <a16:creationId xmlns:a16="http://schemas.microsoft.com/office/drawing/2014/main" id="{9761D5D7-882D-2FF5-D846-737BBE010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56" name="Text Box 20">
              <a:extLst>
                <a:ext uri="{FF2B5EF4-FFF2-40B4-BE49-F238E27FC236}">
                  <a16:creationId xmlns:a16="http://schemas.microsoft.com/office/drawing/2014/main" id="{8522526C-16CD-D8ED-5508-8DA8928EC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09" name="Group 24">
            <a:extLst>
              <a:ext uri="{FF2B5EF4-FFF2-40B4-BE49-F238E27FC236}">
                <a16:creationId xmlns:a16="http://schemas.microsoft.com/office/drawing/2014/main" id="{1C83CDFA-F5A4-D820-55C3-F5AB6F398597}"/>
              </a:ext>
            </a:extLst>
          </p:cNvPr>
          <p:cNvGrpSpPr>
            <a:grpSpLocks/>
          </p:cNvGrpSpPr>
          <p:nvPr/>
        </p:nvGrpSpPr>
        <p:grpSpPr bwMode="auto">
          <a:xfrm>
            <a:off x="3524250" y="3763963"/>
            <a:ext cx="608013" cy="474662"/>
            <a:chOff x="2640" y="1776"/>
            <a:chExt cx="336" cy="240"/>
          </a:xfrm>
        </p:grpSpPr>
        <p:sp>
          <p:nvSpPr>
            <p:cNvPr id="51253" name="Oval 25">
              <a:extLst>
                <a:ext uri="{FF2B5EF4-FFF2-40B4-BE49-F238E27FC236}">
                  <a16:creationId xmlns:a16="http://schemas.microsoft.com/office/drawing/2014/main" id="{DC64C22A-3F1B-CA4C-218A-ACAE81CE4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58" name="Text Box 26">
              <a:extLst>
                <a:ext uri="{FF2B5EF4-FFF2-40B4-BE49-F238E27FC236}">
                  <a16:creationId xmlns:a16="http://schemas.microsoft.com/office/drawing/2014/main" id="{EDDDA2E0-4EEA-A713-52E4-94FBAD9AC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b="1" i="1" dirty="0">
                  <a:latin typeface="+mn-lt"/>
                  <a:cs typeface="Arial" charset="0"/>
                </a:rPr>
                <a:t>n</a:t>
              </a:r>
              <a:endParaRPr lang="en-GB" b="1" i="1" dirty="0">
                <a:latin typeface="+mn-lt"/>
                <a:cs typeface="Arial" charset="0"/>
              </a:endParaRPr>
            </a:p>
          </p:txBody>
        </p:sp>
      </p:grpSp>
      <p:grpSp>
        <p:nvGrpSpPr>
          <p:cNvPr id="51210" name="Group 27">
            <a:extLst>
              <a:ext uri="{FF2B5EF4-FFF2-40B4-BE49-F238E27FC236}">
                <a16:creationId xmlns:a16="http://schemas.microsoft.com/office/drawing/2014/main" id="{169B3E1B-9B7B-6CB7-49A6-15CBFF9426DF}"/>
              </a:ext>
            </a:extLst>
          </p:cNvPr>
          <p:cNvGrpSpPr>
            <a:grpSpLocks/>
          </p:cNvGrpSpPr>
          <p:nvPr/>
        </p:nvGrpSpPr>
        <p:grpSpPr bwMode="auto">
          <a:xfrm>
            <a:off x="4829175" y="3763963"/>
            <a:ext cx="608013" cy="474662"/>
            <a:chOff x="2640" y="1776"/>
            <a:chExt cx="336" cy="240"/>
          </a:xfrm>
        </p:grpSpPr>
        <p:sp>
          <p:nvSpPr>
            <p:cNvPr id="51251" name="Oval 28">
              <a:extLst>
                <a:ext uri="{FF2B5EF4-FFF2-40B4-BE49-F238E27FC236}">
                  <a16:creationId xmlns:a16="http://schemas.microsoft.com/office/drawing/2014/main" id="{381E4C7E-6968-86C7-206B-7A779801E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52" name="Text Box 29">
              <a:extLst>
                <a:ext uri="{FF2B5EF4-FFF2-40B4-BE49-F238E27FC236}">
                  <a16:creationId xmlns:a16="http://schemas.microsoft.com/office/drawing/2014/main" id="{24133F58-477E-CC1A-0D75-B99333FDF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11" name="Group 30">
            <a:extLst>
              <a:ext uri="{FF2B5EF4-FFF2-40B4-BE49-F238E27FC236}">
                <a16:creationId xmlns:a16="http://schemas.microsoft.com/office/drawing/2014/main" id="{363FB807-49D6-D1CB-8A18-CFB531E14443}"/>
              </a:ext>
            </a:extLst>
          </p:cNvPr>
          <p:cNvGrpSpPr>
            <a:grpSpLocks/>
          </p:cNvGrpSpPr>
          <p:nvPr/>
        </p:nvGrpSpPr>
        <p:grpSpPr bwMode="auto">
          <a:xfrm>
            <a:off x="5697538" y="3763963"/>
            <a:ext cx="609600" cy="474662"/>
            <a:chOff x="2640" y="1776"/>
            <a:chExt cx="336" cy="240"/>
          </a:xfrm>
        </p:grpSpPr>
        <p:sp>
          <p:nvSpPr>
            <p:cNvPr id="51249" name="Oval 31">
              <a:extLst>
                <a:ext uri="{FF2B5EF4-FFF2-40B4-BE49-F238E27FC236}">
                  <a16:creationId xmlns:a16="http://schemas.microsoft.com/office/drawing/2014/main" id="{B8AFE54E-FDC1-CA14-7EC5-545616E95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50" name="Text Box 32">
              <a:extLst>
                <a:ext uri="{FF2B5EF4-FFF2-40B4-BE49-F238E27FC236}">
                  <a16:creationId xmlns:a16="http://schemas.microsoft.com/office/drawing/2014/main" id="{1F638DB8-0549-ABAD-D624-84143A409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12" name="Group 33">
            <a:extLst>
              <a:ext uri="{FF2B5EF4-FFF2-40B4-BE49-F238E27FC236}">
                <a16:creationId xmlns:a16="http://schemas.microsoft.com/office/drawing/2014/main" id="{1260C613-4825-6F62-3138-600433ED26D2}"/>
              </a:ext>
            </a:extLst>
          </p:cNvPr>
          <p:cNvGrpSpPr>
            <a:grpSpLocks/>
          </p:cNvGrpSpPr>
          <p:nvPr/>
        </p:nvGrpSpPr>
        <p:grpSpPr bwMode="auto">
          <a:xfrm>
            <a:off x="6827838" y="3763963"/>
            <a:ext cx="608012" cy="474662"/>
            <a:chOff x="2640" y="1776"/>
            <a:chExt cx="336" cy="240"/>
          </a:xfrm>
        </p:grpSpPr>
        <p:sp>
          <p:nvSpPr>
            <p:cNvPr id="51247" name="Oval 34">
              <a:extLst>
                <a:ext uri="{FF2B5EF4-FFF2-40B4-BE49-F238E27FC236}">
                  <a16:creationId xmlns:a16="http://schemas.microsoft.com/office/drawing/2014/main" id="{3DBFB1B7-F550-8D28-D0F5-4799619D8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48" name="Text Box 35">
              <a:extLst>
                <a:ext uri="{FF2B5EF4-FFF2-40B4-BE49-F238E27FC236}">
                  <a16:creationId xmlns:a16="http://schemas.microsoft.com/office/drawing/2014/main" id="{15B975E8-E2C7-76EF-6C93-01345243F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13" name="Group 36">
            <a:extLst>
              <a:ext uri="{FF2B5EF4-FFF2-40B4-BE49-F238E27FC236}">
                <a16:creationId xmlns:a16="http://schemas.microsoft.com/office/drawing/2014/main" id="{555976EC-8A3E-C23C-86DA-693FA876AEC0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4806950"/>
            <a:ext cx="608012" cy="474663"/>
            <a:chOff x="2640" y="1776"/>
            <a:chExt cx="336" cy="240"/>
          </a:xfrm>
        </p:grpSpPr>
        <p:sp>
          <p:nvSpPr>
            <p:cNvPr id="51245" name="Oval 37">
              <a:extLst>
                <a:ext uri="{FF2B5EF4-FFF2-40B4-BE49-F238E27FC236}">
                  <a16:creationId xmlns:a16="http://schemas.microsoft.com/office/drawing/2014/main" id="{C33CA4EE-AF9C-8D00-6965-3C9E52653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46" name="Text Box 38">
              <a:extLst>
                <a:ext uri="{FF2B5EF4-FFF2-40B4-BE49-F238E27FC236}">
                  <a16:creationId xmlns:a16="http://schemas.microsoft.com/office/drawing/2014/main" id="{7C4B1226-97C5-AF20-393B-7C993DB6A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14" name="Group 39">
            <a:extLst>
              <a:ext uri="{FF2B5EF4-FFF2-40B4-BE49-F238E27FC236}">
                <a16:creationId xmlns:a16="http://schemas.microsoft.com/office/drawing/2014/main" id="{A02D2FF7-84DD-2220-B095-AF7E8B8F8BFF}"/>
              </a:ext>
            </a:extLst>
          </p:cNvPr>
          <p:cNvGrpSpPr>
            <a:grpSpLocks/>
          </p:cNvGrpSpPr>
          <p:nvPr/>
        </p:nvGrpSpPr>
        <p:grpSpPr bwMode="auto">
          <a:xfrm>
            <a:off x="4046538" y="4806950"/>
            <a:ext cx="608012" cy="474663"/>
            <a:chOff x="2640" y="1776"/>
            <a:chExt cx="336" cy="240"/>
          </a:xfrm>
        </p:grpSpPr>
        <p:sp>
          <p:nvSpPr>
            <p:cNvPr id="51243" name="Oval 40">
              <a:extLst>
                <a:ext uri="{FF2B5EF4-FFF2-40B4-BE49-F238E27FC236}">
                  <a16:creationId xmlns:a16="http://schemas.microsoft.com/office/drawing/2014/main" id="{6475ABC2-00AD-8037-00DB-15A15CA68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44" name="Text Box 41">
              <a:extLst>
                <a:ext uri="{FF2B5EF4-FFF2-40B4-BE49-F238E27FC236}">
                  <a16:creationId xmlns:a16="http://schemas.microsoft.com/office/drawing/2014/main" id="{18870CAB-B60F-0156-3931-B15A045DF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1215" name="Oval 42">
            <a:extLst>
              <a:ext uri="{FF2B5EF4-FFF2-40B4-BE49-F238E27FC236}">
                <a16:creationId xmlns:a16="http://schemas.microsoft.com/office/drawing/2014/main" id="{45554E12-830A-5410-E4C5-483F6B61F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5849938"/>
            <a:ext cx="608012" cy="474662"/>
          </a:xfrm>
          <a:prstGeom prst="ellipse">
            <a:avLst/>
          </a:prstGeom>
          <a:solidFill>
            <a:srgbClr val="FF0000"/>
          </a:solidFill>
          <a:ln w="38100" cmpd="dbl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51216" name="Text Box 43">
            <a:extLst>
              <a:ext uri="{FF2B5EF4-FFF2-40B4-BE49-F238E27FC236}">
                <a16:creationId xmlns:a16="http://schemas.microsoft.com/office/drawing/2014/main" id="{F8ECF03D-0AB6-75F5-8322-74CF3EAF8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9575" y="584993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 b="1" i="1">
              <a:latin typeface="Tahoma" panose="020B0604030504040204" pitchFamily="34" charset="0"/>
            </a:endParaRPr>
          </a:p>
        </p:txBody>
      </p:sp>
      <p:sp>
        <p:nvSpPr>
          <p:cNvPr id="51217" name="Line 44">
            <a:extLst>
              <a:ext uri="{FF2B5EF4-FFF2-40B4-BE49-F238E27FC236}">
                <a16:creationId xmlns:a16="http://schemas.microsoft.com/office/drawing/2014/main" id="{05CD81A0-72BC-FD2B-47B2-B8C6CDA244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1213" y="2532063"/>
            <a:ext cx="1825625" cy="37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8" name="Line 45">
            <a:extLst>
              <a:ext uri="{FF2B5EF4-FFF2-40B4-BE49-F238E27FC236}">
                <a16:creationId xmlns:a16="http://schemas.microsoft.com/office/drawing/2014/main" id="{72B35EAC-2B88-137A-3D1B-68E0A2C69A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29175" y="2532063"/>
            <a:ext cx="347663" cy="37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9" name="Line 46">
            <a:extLst>
              <a:ext uri="{FF2B5EF4-FFF2-40B4-BE49-F238E27FC236}">
                <a16:creationId xmlns:a16="http://schemas.microsoft.com/office/drawing/2014/main" id="{F2EF6334-CA90-F0EC-060E-E433992B3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6838" y="2532063"/>
            <a:ext cx="868362" cy="37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0" name="Line 47">
            <a:extLst>
              <a:ext uri="{FF2B5EF4-FFF2-40B4-BE49-F238E27FC236}">
                <a16:creationId xmlns:a16="http://schemas.microsoft.com/office/drawing/2014/main" id="{A1EAEAEA-2760-6250-1EAD-EF4D2037B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6838" y="2532063"/>
            <a:ext cx="2781300" cy="37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1" name="Line 49">
            <a:extLst>
              <a:ext uri="{FF2B5EF4-FFF2-40B4-BE49-F238E27FC236}">
                <a16:creationId xmlns:a16="http://schemas.microsoft.com/office/drawing/2014/main" id="{503E1A6A-0952-6044-8F83-86B5021D4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6588" y="3384550"/>
            <a:ext cx="608012" cy="379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2" name="Line 50">
            <a:extLst>
              <a:ext uri="{FF2B5EF4-FFF2-40B4-BE49-F238E27FC236}">
                <a16:creationId xmlns:a16="http://schemas.microsoft.com/office/drawing/2014/main" id="{12C309FD-3E74-D23D-CEC7-1D82394F2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9175" y="3384550"/>
            <a:ext cx="173038" cy="379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3" name="Line 51">
            <a:extLst>
              <a:ext uri="{FF2B5EF4-FFF2-40B4-BE49-F238E27FC236}">
                <a16:creationId xmlns:a16="http://schemas.microsoft.com/office/drawing/2014/main" id="{02C8D7A4-AE48-792D-0924-BD28B87DEB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7888" y="3384550"/>
            <a:ext cx="261937" cy="379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4" name="Line 52">
            <a:extLst>
              <a:ext uri="{FF2B5EF4-FFF2-40B4-BE49-F238E27FC236}">
                <a16:creationId xmlns:a16="http://schemas.microsoft.com/office/drawing/2014/main" id="{CBB4186B-1DAC-BB20-E554-918B17DA2E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9825" y="3384550"/>
            <a:ext cx="782638" cy="379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5" name="Line 53">
            <a:extLst>
              <a:ext uri="{FF2B5EF4-FFF2-40B4-BE49-F238E27FC236}">
                <a16:creationId xmlns:a16="http://schemas.microsoft.com/office/drawing/2014/main" id="{1A4CEA53-0FF9-2E73-C25C-22C75D0CE4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4238625"/>
            <a:ext cx="608013" cy="568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6" name="Line 54">
            <a:extLst>
              <a:ext uri="{FF2B5EF4-FFF2-40B4-BE49-F238E27FC236}">
                <a16:creationId xmlns:a16="http://schemas.microsoft.com/office/drawing/2014/main" id="{5D3AC450-B67E-4ED6-8944-A88E6954A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1913" y="4238625"/>
            <a:ext cx="434975" cy="568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27" name="Group 55">
            <a:extLst>
              <a:ext uri="{FF2B5EF4-FFF2-40B4-BE49-F238E27FC236}">
                <a16:creationId xmlns:a16="http://schemas.microsoft.com/office/drawing/2014/main" id="{5A016AE5-9EE5-AC44-AFF2-D51B7DA9F77E}"/>
              </a:ext>
            </a:extLst>
          </p:cNvPr>
          <p:cNvGrpSpPr>
            <a:grpSpLocks/>
          </p:cNvGrpSpPr>
          <p:nvPr/>
        </p:nvGrpSpPr>
        <p:grpSpPr bwMode="auto">
          <a:xfrm>
            <a:off x="5784850" y="4806950"/>
            <a:ext cx="608013" cy="474663"/>
            <a:chOff x="2640" y="1776"/>
            <a:chExt cx="336" cy="240"/>
          </a:xfrm>
        </p:grpSpPr>
        <p:sp>
          <p:nvSpPr>
            <p:cNvPr id="51241" name="Oval 56">
              <a:extLst>
                <a:ext uri="{FF2B5EF4-FFF2-40B4-BE49-F238E27FC236}">
                  <a16:creationId xmlns:a16="http://schemas.microsoft.com/office/drawing/2014/main" id="{FCE70E0C-BD40-CC32-9BD2-57A6EC282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42" name="Text Box 57">
              <a:extLst>
                <a:ext uri="{FF2B5EF4-FFF2-40B4-BE49-F238E27FC236}">
                  <a16:creationId xmlns:a16="http://schemas.microsoft.com/office/drawing/2014/main" id="{9B6CBBB4-E536-AC33-66E9-AF1919C38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1228" name="Group 58">
            <a:extLst>
              <a:ext uri="{FF2B5EF4-FFF2-40B4-BE49-F238E27FC236}">
                <a16:creationId xmlns:a16="http://schemas.microsoft.com/office/drawing/2014/main" id="{74B4E284-185B-FAB4-E783-CA27DCD92348}"/>
              </a:ext>
            </a:extLst>
          </p:cNvPr>
          <p:cNvGrpSpPr>
            <a:grpSpLocks/>
          </p:cNvGrpSpPr>
          <p:nvPr/>
        </p:nvGrpSpPr>
        <p:grpSpPr bwMode="auto">
          <a:xfrm>
            <a:off x="7088188" y="4713288"/>
            <a:ext cx="609600" cy="473075"/>
            <a:chOff x="2640" y="1776"/>
            <a:chExt cx="336" cy="240"/>
          </a:xfrm>
        </p:grpSpPr>
        <p:sp>
          <p:nvSpPr>
            <p:cNvPr id="51239" name="Oval 59">
              <a:extLst>
                <a:ext uri="{FF2B5EF4-FFF2-40B4-BE49-F238E27FC236}">
                  <a16:creationId xmlns:a16="http://schemas.microsoft.com/office/drawing/2014/main" id="{8323F698-FE27-82D7-94A1-9EFBF6933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776"/>
              <a:ext cx="336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1240" name="Text Box 60">
              <a:extLst>
                <a:ext uri="{FF2B5EF4-FFF2-40B4-BE49-F238E27FC236}">
                  <a16:creationId xmlns:a16="http://schemas.microsoft.com/office/drawing/2014/main" id="{75C3E0C4-C17C-3703-FDEC-F03E52587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76"/>
              <a:ext cx="24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1229" name="Line 61">
            <a:extLst>
              <a:ext uri="{FF2B5EF4-FFF2-40B4-BE49-F238E27FC236}">
                <a16:creationId xmlns:a16="http://schemas.microsoft.com/office/drawing/2014/main" id="{2892ABF0-4270-1806-4ABF-F48A04BD1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5200" y="4238625"/>
            <a:ext cx="87313" cy="568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0" name="Line 62">
            <a:extLst>
              <a:ext uri="{FF2B5EF4-FFF2-40B4-BE49-F238E27FC236}">
                <a16:creationId xmlns:a16="http://schemas.microsoft.com/office/drawing/2014/main" id="{E269E22D-A470-A5CE-C584-FE6ACA13E1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813" y="4238625"/>
            <a:ext cx="87312" cy="474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1" name="Line 63">
            <a:extLst>
              <a:ext uri="{FF2B5EF4-FFF2-40B4-BE49-F238E27FC236}">
                <a16:creationId xmlns:a16="http://schemas.microsoft.com/office/drawing/2014/main" id="{C9716BA8-D558-99A7-0F8C-1AB9F88F96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6888" y="5281613"/>
            <a:ext cx="87312" cy="568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1232" name="Group 73">
            <a:extLst>
              <a:ext uri="{FF2B5EF4-FFF2-40B4-BE49-F238E27FC236}">
                <a16:creationId xmlns:a16="http://schemas.microsoft.com/office/drawing/2014/main" id="{1F2BD0E8-2259-3522-685E-BDF5A4AA010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362200"/>
            <a:ext cx="2286000" cy="1828800"/>
            <a:chOff x="1728" y="1680"/>
            <a:chExt cx="912" cy="624"/>
          </a:xfrm>
        </p:grpSpPr>
        <p:sp>
          <p:nvSpPr>
            <p:cNvPr id="51237" name="Line 64">
              <a:extLst>
                <a:ext uri="{FF2B5EF4-FFF2-40B4-BE49-F238E27FC236}">
                  <a16:creationId xmlns:a16="http://schemas.microsoft.com/office/drawing/2014/main" id="{AC71BC04-0EB6-A523-F0A1-7FB0E17D2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680"/>
              <a:ext cx="91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8" name="Line 65">
              <a:extLst>
                <a:ext uri="{FF2B5EF4-FFF2-40B4-BE49-F238E27FC236}">
                  <a16:creationId xmlns:a16="http://schemas.microsoft.com/office/drawing/2014/main" id="{67862A63-9865-20EB-ACAA-64583B5BC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72"/>
              <a:ext cx="288" cy="432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33" name="Line 66">
            <a:extLst>
              <a:ext uri="{FF2B5EF4-FFF2-40B4-BE49-F238E27FC236}">
                <a16:creationId xmlns:a16="http://schemas.microsoft.com/office/drawing/2014/main" id="{09977F24-71D3-1196-BC8B-AAD7D1FA2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419600"/>
            <a:ext cx="152400" cy="1524000"/>
          </a:xfrm>
          <a:prstGeom prst="line">
            <a:avLst/>
          </a:prstGeom>
          <a:noFill/>
          <a:ln w="28575" cap="rnd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8" name="Text Box 69">
            <a:extLst>
              <a:ext uri="{FF2B5EF4-FFF2-40B4-BE49-F238E27FC236}">
                <a16:creationId xmlns:a16="http://schemas.microsoft.com/office/drawing/2014/main" id="{1C953C5D-C21B-37BB-55EC-1B079C965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3200"/>
            <a:ext cx="914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000" b="1" i="1" dirty="0">
                <a:latin typeface="+mn-lt"/>
                <a:cs typeface="Arial" charset="0"/>
              </a:rPr>
              <a:t>g</a:t>
            </a:r>
            <a:r>
              <a:rPr lang="en-US" sz="2000" b="1" dirty="0">
                <a:latin typeface="+mn-lt"/>
                <a:cs typeface="Arial" charset="0"/>
              </a:rPr>
              <a:t>(</a:t>
            </a:r>
            <a:r>
              <a:rPr lang="en-US" sz="2000" b="1" i="1" dirty="0">
                <a:latin typeface="+mn-lt"/>
                <a:cs typeface="Arial" charset="0"/>
              </a:rPr>
              <a:t>n</a:t>
            </a:r>
            <a:r>
              <a:rPr lang="en-US" sz="2000" b="1" dirty="0">
                <a:latin typeface="+mn-lt"/>
                <a:cs typeface="Arial" charset="0"/>
              </a:rPr>
              <a:t>)</a:t>
            </a:r>
            <a:endParaRPr lang="en-GB" sz="2000" b="1" dirty="0">
              <a:latin typeface="+mn-lt"/>
              <a:cs typeface="Arial" charset="0"/>
            </a:endParaRPr>
          </a:p>
        </p:txBody>
      </p:sp>
      <p:sp>
        <p:nvSpPr>
          <p:cNvPr id="47139" name="Text Box 70">
            <a:extLst>
              <a:ext uri="{FF2B5EF4-FFF2-40B4-BE49-F238E27FC236}">
                <a16:creationId xmlns:a16="http://schemas.microsoft.com/office/drawing/2014/main" id="{9485EE9F-8D1D-48CA-5C41-5B118FE1A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257800"/>
            <a:ext cx="914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000" b="1" i="1" dirty="0">
                <a:latin typeface="+mn-lt"/>
                <a:cs typeface="Arial" charset="0"/>
              </a:rPr>
              <a:t>h</a:t>
            </a:r>
            <a:r>
              <a:rPr lang="en-US" sz="2000" b="1" dirty="0">
                <a:latin typeface="+mn-lt"/>
                <a:cs typeface="Arial" charset="0"/>
              </a:rPr>
              <a:t>(</a:t>
            </a:r>
            <a:r>
              <a:rPr lang="en-US" sz="2000" b="1" i="1" dirty="0">
                <a:latin typeface="+mn-lt"/>
                <a:cs typeface="Arial" charset="0"/>
              </a:rPr>
              <a:t>n</a:t>
            </a:r>
            <a:r>
              <a:rPr lang="en-US" sz="2000" b="1" dirty="0">
                <a:latin typeface="+mn-lt"/>
                <a:cs typeface="Arial" charset="0"/>
              </a:rPr>
              <a:t>)</a:t>
            </a:r>
            <a:endParaRPr lang="en-GB" sz="2000" b="1" dirty="0">
              <a:latin typeface="+mn-lt"/>
              <a:cs typeface="Arial" charset="0"/>
            </a:endParaRPr>
          </a:p>
        </p:txBody>
      </p:sp>
      <p:sp>
        <p:nvSpPr>
          <p:cNvPr id="47140" name="Text Box 72">
            <a:extLst>
              <a:ext uri="{FF2B5EF4-FFF2-40B4-BE49-F238E27FC236}">
                <a16:creationId xmlns:a16="http://schemas.microsoft.com/office/drawing/2014/main" id="{1D697571-EE0C-F3DC-3A71-ECAD42991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418" y="391238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000" dirty="0">
                <a:latin typeface="+mj-lt"/>
                <a:cs typeface="Arial" charset="0"/>
              </a:rPr>
              <a:t>f(n) = g(n)+h(n)</a:t>
            </a:r>
            <a:endParaRPr lang="en-GB" sz="2000" dirty="0">
              <a:latin typeface="+mj-lt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DC154B-AFB4-E843-4934-19C1B71CB54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  <p:sp>
        <p:nvSpPr>
          <p:cNvPr id="3" name="Text Box 42">
            <a:extLst>
              <a:ext uri="{FF2B5EF4-FFF2-40B4-BE49-F238E27FC236}">
                <a16:creationId xmlns:a16="http://schemas.microsoft.com/office/drawing/2014/main" id="{2101B55F-364C-34D8-86EC-ED4FA7959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2077243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Start</a:t>
            </a:r>
            <a:endParaRPr lang="en-GB" altLang="en-US" sz="1800" dirty="0">
              <a:latin typeface="Tahoma" panose="020B0604030504040204" pitchFamily="34" charset="0"/>
            </a:endParaRPr>
          </a:p>
        </p:txBody>
      </p:sp>
      <p:sp>
        <p:nvSpPr>
          <p:cNvPr id="4" name="Text Box 43">
            <a:extLst>
              <a:ext uri="{FF2B5EF4-FFF2-40B4-BE49-F238E27FC236}">
                <a16:creationId xmlns:a16="http://schemas.microsoft.com/office/drawing/2014/main" id="{7CA58C50-285F-657E-5131-30117EE28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550" y="593731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Goal</a:t>
            </a:r>
            <a:endParaRPr lang="en-GB" altLang="en-US" sz="1800" dirty="0">
              <a:latin typeface="Tahoma" panose="020B0604030504040204" pitchFamily="34" charset="0"/>
            </a:endParaRPr>
          </a:p>
        </p:txBody>
      </p:sp>
      <p:sp>
        <p:nvSpPr>
          <p:cNvPr id="5" name="Text Box 43">
            <a:extLst>
              <a:ext uri="{FF2B5EF4-FFF2-40B4-BE49-F238E27FC236}">
                <a16:creationId xmlns:a16="http://schemas.microsoft.com/office/drawing/2014/main" id="{DA51F61C-23E6-8F1D-81B6-F3489BDAE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405" y="3544063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node</a:t>
            </a:r>
            <a:endParaRPr lang="en-GB" altLang="en-US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826" name="Group 50">
            <a:extLst>
              <a:ext uri="{FF2B5EF4-FFF2-40B4-BE49-F238E27FC236}">
                <a16:creationId xmlns:a16="http://schemas.microsoft.com/office/drawing/2014/main" id="{F6DDCA58-EE4D-4351-0540-B7BD0992BFD0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771329080"/>
              </p:ext>
            </p:extLst>
          </p:nvPr>
        </p:nvGraphicFramePr>
        <p:xfrm>
          <a:off x="4881033" y="1560512"/>
          <a:ext cx="3810000" cy="40640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Heuristic: h(n)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263" name="Text Box 49">
            <a:extLst>
              <a:ext uri="{FF2B5EF4-FFF2-40B4-BE49-F238E27FC236}">
                <a16:creationId xmlns:a16="http://schemas.microsoft.com/office/drawing/2014/main" id="{9C2C1BA0-D9C4-5D36-1EEE-B10B43B5D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566" y="5737225"/>
            <a:ext cx="569383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+mj-lt"/>
              </a:rPr>
              <a:t>f(n) = g(n) + h(n)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+mj-lt"/>
              </a:rPr>
              <a:t>g(n): is the exact cost to reach node n from the initial state.</a:t>
            </a:r>
            <a:endParaRPr lang="en-GB" altLang="en-US" sz="1800" dirty="0">
              <a:latin typeface="+mj-lt"/>
            </a:endParaRPr>
          </a:p>
        </p:txBody>
      </p:sp>
      <p:grpSp>
        <p:nvGrpSpPr>
          <p:cNvPr id="52264" name="Group 86">
            <a:extLst>
              <a:ext uri="{FF2B5EF4-FFF2-40B4-BE49-F238E27FC236}">
                <a16:creationId xmlns:a16="http://schemas.microsoft.com/office/drawing/2014/main" id="{EF9C2D5D-8953-9081-AE33-5695C029B209}"/>
              </a:ext>
            </a:extLst>
          </p:cNvPr>
          <p:cNvGrpSpPr>
            <a:grpSpLocks/>
          </p:cNvGrpSpPr>
          <p:nvPr/>
        </p:nvGrpSpPr>
        <p:grpSpPr bwMode="auto">
          <a:xfrm>
            <a:off x="452966" y="1560512"/>
            <a:ext cx="3429000" cy="4557713"/>
            <a:chOff x="240" y="1152"/>
            <a:chExt cx="2160" cy="2871"/>
          </a:xfrm>
        </p:grpSpPr>
        <p:grpSp>
          <p:nvGrpSpPr>
            <p:cNvPr id="52265" name="Group 3">
              <a:extLst>
                <a:ext uri="{FF2B5EF4-FFF2-40B4-BE49-F238E27FC236}">
                  <a16:creationId xmlns:a16="http://schemas.microsoft.com/office/drawing/2014/main" id="{94886DE4-4E65-959C-C0A8-3EC1FEBFE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248"/>
              <a:ext cx="288" cy="288"/>
              <a:chOff x="1344" y="1248"/>
              <a:chExt cx="288" cy="288"/>
            </a:xfrm>
          </p:grpSpPr>
          <p:sp>
            <p:nvSpPr>
              <p:cNvPr id="52310" name="Oval 4">
                <a:extLst>
                  <a:ext uri="{FF2B5EF4-FFF2-40B4-BE49-F238E27FC236}">
                    <a16:creationId xmlns:a16="http://schemas.microsoft.com/office/drawing/2014/main" id="{11D6A23B-4B44-9A0C-F735-1EC6E254E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311" name="Text Box 5">
                <a:extLst>
                  <a:ext uri="{FF2B5EF4-FFF2-40B4-BE49-F238E27FC236}">
                    <a16:creationId xmlns:a16="http://schemas.microsoft.com/office/drawing/2014/main" id="{1A8CE038-7523-30D6-2E04-79A96E13B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A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2266" name="Group 6">
              <a:extLst>
                <a:ext uri="{FF2B5EF4-FFF2-40B4-BE49-F238E27FC236}">
                  <a16:creationId xmlns:a16="http://schemas.microsoft.com/office/drawing/2014/main" id="{FAC4CADA-1DCA-D1BD-27F5-286C75777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584"/>
              <a:ext cx="288" cy="288"/>
              <a:chOff x="1344" y="1248"/>
              <a:chExt cx="288" cy="288"/>
            </a:xfrm>
          </p:grpSpPr>
          <p:sp>
            <p:nvSpPr>
              <p:cNvPr id="52308" name="Oval 7">
                <a:extLst>
                  <a:ext uri="{FF2B5EF4-FFF2-40B4-BE49-F238E27FC236}">
                    <a16:creationId xmlns:a16="http://schemas.microsoft.com/office/drawing/2014/main" id="{D44454F3-41F2-3E0A-14DB-20B5B7140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309" name="Text Box 8">
                <a:extLst>
                  <a:ext uri="{FF2B5EF4-FFF2-40B4-BE49-F238E27FC236}">
                    <a16:creationId xmlns:a16="http://schemas.microsoft.com/office/drawing/2014/main" id="{4A6B15B3-CC6D-9A7A-CB83-90E412BA72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B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2267" name="Group 9">
              <a:extLst>
                <a:ext uri="{FF2B5EF4-FFF2-40B4-BE49-F238E27FC236}">
                  <a16:creationId xmlns:a16="http://schemas.microsoft.com/office/drawing/2014/main" id="{D4B93EBA-C992-44BF-FC52-A3F56B772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160"/>
              <a:ext cx="288" cy="288"/>
              <a:chOff x="1344" y="1248"/>
              <a:chExt cx="288" cy="288"/>
            </a:xfrm>
          </p:grpSpPr>
          <p:sp>
            <p:nvSpPr>
              <p:cNvPr id="52306" name="Oval 10">
                <a:extLst>
                  <a:ext uri="{FF2B5EF4-FFF2-40B4-BE49-F238E27FC236}">
                    <a16:creationId xmlns:a16="http://schemas.microsoft.com/office/drawing/2014/main" id="{71E9E870-9379-A135-694F-7C56CEA23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307" name="Text Box 11">
                <a:extLst>
                  <a:ext uri="{FF2B5EF4-FFF2-40B4-BE49-F238E27FC236}">
                    <a16:creationId xmlns:a16="http://schemas.microsoft.com/office/drawing/2014/main" id="{773BDCD1-4AC8-0917-F69B-EDF0D2B3F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D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2268" name="Group 12">
              <a:extLst>
                <a:ext uri="{FF2B5EF4-FFF2-40B4-BE49-F238E27FC236}">
                  <a16:creationId xmlns:a16="http://schemas.microsoft.com/office/drawing/2014/main" id="{F8633D0F-DB51-ED4C-E4AE-AAF5C32295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680"/>
              <a:ext cx="288" cy="288"/>
              <a:chOff x="1344" y="1248"/>
              <a:chExt cx="288" cy="288"/>
            </a:xfrm>
          </p:grpSpPr>
          <p:sp>
            <p:nvSpPr>
              <p:cNvPr id="52304" name="Oval 13">
                <a:extLst>
                  <a:ext uri="{FF2B5EF4-FFF2-40B4-BE49-F238E27FC236}">
                    <a16:creationId xmlns:a16="http://schemas.microsoft.com/office/drawing/2014/main" id="{4098775A-F311-5570-FFF2-63796FD8D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305" name="Text Box 14">
                <a:extLst>
                  <a:ext uri="{FF2B5EF4-FFF2-40B4-BE49-F238E27FC236}">
                    <a16:creationId xmlns:a16="http://schemas.microsoft.com/office/drawing/2014/main" id="{A5CFBC93-9078-52A3-EC83-FD3884100A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C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2269" name="Group 15">
              <a:extLst>
                <a:ext uri="{FF2B5EF4-FFF2-40B4-BE49-F238E27FC236}">
                  <a16:creationId xmlns:a16="http://schemas.microsoft.com/office/drawing/2014/main" id="{A1DEDC3E-AF4D-194F-A535-04DC8E3F6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968"/>
              <a:ext cx="288" cy="288"/>
              <a:chOff x="1344" y="1248"/>
              <a:chExt cx="288" cy="288"/>
            </a:xfrm>
          </p:grpSpPr>
          <p:sp>
            <p:nvSpPr>
              <p:cNvPr id="52302" name="Oval 16">
                <a:extLst>
                  <a:ext uri="{FF2B5EF4-FFF2-40B4-BE49-F238E27FC236}">
                    <a16:creationId xmlns:a16="http://schemas.microsoft.com/office/drawing/2014/main" id="{0A40CC50-E9CC-8395-9E4F-0CD31EAD1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303" name="Text Box 17">
                <a:extLst>
                  <a:ext uri="{FF2B5EF4-FFF2-40B4-BE49-F238E27FC236}">
                    <a16:creationId xmlns:a16="http://schemas.microsoft.com/office/drawing/2014/main" id="{48983144-CA3E-B2D5-3FF7-C1A4FE7BEC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E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2270" name="Group 18">
              <a:extLst>
                <a:ext uri="{FF2B5EF4-FFF2-40B4-BE49-F238E27FC236}">
                  <a16:creationId xmlns:a16="http://schemas.microsoft.com/office/drawing/2014/main" id="{B1EF0906-3D90-F2BE-FCDA-6FE1479065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544"/>
              <a:ext cx="288" cy="288"/>
              <a:chOff x="1344" y="1248"/>
              <a:chExt cx="288" cy="288"/>
            </a:xfrm>
          </p:grpSpPr>
          <p:sp>
            <p:nvSpPr>
              <p:cNvPr id="52300" name="Oval 19">
                <a:extLst>
                  <a:ext uri="{FF2B5EF4-FFF2-40B4-BE49-F238E27FC236}">
                    <a16:creationId xmlns:a16="http://schemas.microsoft.com/office/drawing/2014/main" id="{51241F76-831D-22A8-66B0-9479423A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301" name="Text Box 20">
                <a:extLst>
                  <a:ext uri="{FF2B5EF4-FFF2-40B4-BE49-F238E27FC236}">
                    <a16:creationId xmlns:a16="http://schemas.microsoft.com/office/drawing/2014/main" id="{552DEE83-ED63-576B-A20C-6380C6A6CF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F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2271" name="Group 21">
              <a:extLst>
                <a:ext uri="{FF2B5EF4-FFF2-40B4-BE49-F238E27FC236}">
                  <a16:creationId xmlns:a16="http://schemas.microsoft.com/office/drawing/2014/main" id="{6EDE9F05-A89F-C5B8-7513-D82B2D837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3600"/>
              <a:ext cx="288" cy="288"/>
              <a:chOff x="1344" y="1248"/>
              <a:chExt cx="288" cy="288"/>
            </a:xfrm>
          </p:grpSpPr>
          <p:sp>
            <p:nvSpPr>
              <p:cNvPr id="52298" name="Oval 22">
                <a:extLst>
                  <a:ext uri="{FF2B5EF4-FFF2-40B4-BE49-F238E27FC236}">
                    <a16:creationId xmlns:a16="http://schemas.microsoft.com/office/drawing/2014/main" id="{69933DB4-466E-A3DF-C842-24C59C82B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299" name="Text Box 23">
                <a:extLst>
                  <a:ext uri="{FF2B5EF4-FFF2-40B4-BE49-F238E27FC236}">
                    <a16:creationId xmlns:a16="http://schemas.microsoft.com/office/drawing/2014/main" id="{9F507415-E208-E9A5-A7E9-E515F078D9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I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2272" name="Line 24">
              <a:extLst>
                <a:ext uri="{FF2B5EF4-FFF2-40B4-BE49-F238E27FC236}">
                  <a16:creationId xmlns:a16="http://schemas.microsoft.com/office/drawing/2014/main" id="{BD64B17B-C4CB-BE3E-D878-27CEFFABD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25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73" name="Line 25">
              <a:extLst>
                <a:ext uri="{FF2B5EF4-FFF2-40B4-BE49-F238E27FC236}">
                  <a16:creationId xmlns:a16="http://schemas.microsoft.com/office/drawing/2014/main" id="{D6E42AEC-BAC6-C23D-2ADF-8D0C6D13FB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832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74" name="Text Box 26">
              <a:extLst>
                <a:ext uri="{FF2B5EF4-FFF2-40B4-BE49-F238E27FC236}">
                  <a16:creationId xmlns:a16="http://schemas.microsoft.com/office/drawing/2014/main" id="{AF796F6E-5BB2-5B2D-256E-26B2EC308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08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99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75" name="Text Box 27">
              <a:extLst>
                <a:ext uri="{FF2B5EF4-FFF2-40B4-BE49-F238E27FC236}">
                  <a16:creationId xmlns:a16="http://schemas.microsoft.com/office/drawing/2014/main" id="{CF37CFDA-FA90-722D-2037-32B16C570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21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211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52276" name="Group 28">
              <a:extLst>
                <a:ext uri="{FF2B5EF4-FFF2-40B4-BE49-F238E27FC236}">
                  <a16:creationId xmlns:a16="http://schemas.microsoft.com/office/drawing/2014/main" id="{DD0AB03F-1E08-05FD-1536-17B0E42C4C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544"/>
              <a:ext cx="288" cy="288"/>
              <a:chOff x="1344" y="1248"/>
              <a:chExt cx="288" cy="288"/>
            </a:xfrm>
          </p:grpSpPr>
          <p:sp>
            <p:nvSpPr>
              <p:cNvPr id="52296" name="Oval 29">
                <a:extLst>
                  <a:ext uri="{FF2B5EF4-FFF2-40B4-BE49-F238E27FC236}">
                    <a16:creationId xmlns:a16="http://schemas.microsoft.com/office/drawing/2014/main" id="{14BD466B-C03B-7889-2B5F-BC55D6B35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297" name="Text Box 30">
                <a:extLst>
                  <a:ext uri="{FF2B5EF4-FFF2-40B4-BE49-F238E27FC236}">
                    <a16:creationId xmlns:a16="http://schemas.microsoft.com/office/drawing/2014/main" id="{DF88B8A4-85DC-F8AB-BE3D-B69F037D06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G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2277" name="Group 31">
              <a:extLst>
                <a:ext uri="{FF2B5EF4-FFF2-40B4-BE49-F238E27FC236}">
                  <a16:creationId xmlns:a16="http://schemas.microsoft.com/office/drawing/2014/main" id="{DE897E2E-0675-8D0D-389E-E9CB1256EE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3120"/>
              <a:ext cx="288" cy="288"/>
              <a:chOff x="1344" y="1248"/>
              <a:chExt cx="288" cy="288"/>
            </a:xfrm>
          </p:grpSpPr>
          <p:sp>
            <p:nvSpPr>
              <p:cNvPr id="52294" name="Oval 32">
                <a:extLst>
                  <a:ext uri="{FF2B5EF4-FFF2-40B4-BE49-F238E27FC236}">
                    <a16:creationId xmlns:a16="http://schemas.microsoft.com/office/drawing/2014/main" id="{FF37A5A1-6883-AD7F-D956-5F048F25F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248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2295" name="Text Box 33">
                <a:extLst>
                  <a:ext uri="{FF2B5EF4-FFF2-40B4-BE49-F238E27FC236}">
                    <a16:creationId xmlns:a16="http://schemas.microsoft.com/office/drawing/2014/main" id="{D8BCA553-B075-076B-8E1A-D944CDE486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ahoma" panose="020B0604030504040204" pitchFamily="34" charset="0"/>
                  </a:rPr>
                  <a:t>H</a:t>
                </a:r>
                <a:endParaRPr lang="en-GB" altLang="en-US" sz="18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2278" name="Line 34">
              <a:extLst>
                <a:ext uri="{FF2B5EF4-FFF2-40B4-BE49-F238E27FC236}">
                  <a16:creationId xmlns:a16="http://schemas.microsoft.com/office/drawing/2014/main" id="{5FE51CA9-6918-141A-C9F7-96FA38049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25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79" name="Line 35">
              <a:extLst>
                <a:ext uri="{FF2B5EF4-FFF2-40B4-BE49-F238E27FC236}">
                  <a16:creationId xmlns:a16="http://schemas.microsoft.com/office/drawing/2014/main" id="{64955506-D76C-C6D7-9116-C6C4519BF1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83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0" name="Line 36">
              <a:extLst>
                <a:ext uri="{FF2B5EF4-FFF2-40B4-BE49-F238E27FC236}">
                  <a16:creationId xmlns:a16="http://schemas.microsoft.com/office/drawing/2014/main" id="{F56AF49E-E712-C0B3-CA54-B81FFFFE4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408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1" name="Text Box 37">
              <a:extLst>
                <a:ext uri="{FF2B5EF4-FFF2-40B4-BE49-F238E27FC236}">
                  <a16:creationId xmlns:a16="http://schemas.microsoft.com/office/drawing/2014/main" id="{541EC605-76BD-5DE1-942B-82713785D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208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80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82" name="Line 38">
              <a:extLst>
                <a:ext uri="{FF2B5EF4-FFF2-40B4-BE49-F238E27FC236}">
                  <a16:creationId xmlns:a16="http://schemas.microsoft.com/office/drawing/2014/main" id="{E7C6CC69-CC90-7EB7-1249-736A01526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536"/>
              <a:ext cx="67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3" name="Line 39">
              <a:extLst>
                <a:ext uri="{FF2B5EF4-FFF2-40B4-BE49-F238E27FC236}">
                  <a16:creationId xmlns:a16="http://schemas.microsoft.com/office/drawing/2014/main" id="{21D89C10-094B-33E3-CD01-AC352B5C4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536"/>
              <a:ext cx="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4" name="Line 40">
              <a:extLst>
                <a:ext uri="{FF2B5EF4-FFF2-40B4-BE49-F238E27FC236}">
                  <a16:creationId xmlns:a16="http://schemas.microsoft.com/office/drawing/2014/main" id="{D45FDDC7-40AE-45BA-D69E-C53283D305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536"/>
              <a:ext cx="67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5" name="Line 41">
              <a:extLst>
                <a:ext uri="{FF2B5EF4-FFF2-40B4-BE49-F238E27FC236}">
                  <a16:creationId xmlns:a16="http://schemas.microsoft.com/office/drawing/2014/main" id="{6C11027F-279E-B099-6C9B-865E52D6A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1968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6" name="Text Box 42">
              <a:extLst>
                <a:ext uri="{FF2B5EF4-FFF2-40B4-BE49-F238E27FC236}">
                  <a16:creationId xmlns:a16="http://schemas.microsoft.com/office/drawing/2014/main" id="{9FA63C65-BC3B-AB0D-0D52-86692D6DA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15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Start</a:t>
              </a:r>
              <a:endParaRPr lang="en-GB" altLang="en-US" sz="1800" dirty="0">
                <a:latin typeface="Tahoma" panose="020B0604030504040204" pitchFamily="34" charset="0"/>
              </a:endParaRPr>
            </a:p>
          </p:txBody>
        </p:sp>
        <p:sp>
          <p:nvSpPr>
            <p:cNvPr id="52287" name="Text Box 43">
              <a:extLst>
                <a:ext uri="{FF2B5EF4-FFF2-40B4-BE49-F238E27FC236}">
                  <a16:creationId xmlns:a16="http://schemas.microsoft.com/office/drawing/2014/main" id="{F0461518-C1F6-B597-ABA1-2060C4295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Goal</a:t>
              </a:r>
              <a:endParaRPr lang="en-GB" altLang="en-US" sz="1800" dirty="0">
                <a:latin typeface="Tahoma" panose="020B0604030504040204" pitchFamily="34" charset="0"/>
              </a:endParaRPr>
            </a:p>
          </p:txBody>
        </p:sp>
        <p:sp>
          <p:nvSpPr>
            <p:cNvPr id="52288" name="Text Box 44">
              <a:extLst>
                <a:ext uri="{FF2B5EF4-FFF2-40B4-BE49-F238E27FC236}">
                  <a16:creationId xmlns:a16="http://schemas.microsoft.com/office/drawing/2014/main" id="{D775B5B8-83E2-73D9-ADB8-0A8095BAF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97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89" name="Text Box 45">
              <a:extLst>
                <a:ext uri="{FF2B5EF4-FFF2-40B4-BE49-F238E27FC236}">
                  <a16:creationId xmlns:a16="http://schemas.microsoft.com/office/drawing/2014/main" id="{CE7FD0A5-15F6-FDEF-7E1D-95DC69BF7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456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101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90" name="Text Box 46">
              <a:extLst>
                <a:ext uri="{FF2B5EF4-FFF2-40B4-BE49-F238E27FC236}">
                  <a16:creationId xmlns:a16="http://schemas.microsoft.com/office/drawing/2014/main" id="{3DF4C05C-57F8-E7F8-7BCD-7EEE3D23C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344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75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91" name="Text Box 47">
              <a:extLst>
                <a:ext uri="{FF2B5EF4-FFF2-40B4-BE49-F238E27FC236}">
                  <a16:creationId xmlns:a16="http://schemas.microsoft.com/office/drawing/2014/main" id="{B2F1BBF7-D095-0EC0-D452-D820B4BB5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392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118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92" name="Text Box 48">
              <a:extLst>
                <a:ext uri="{FF2B5EF4-FFF2-40B4-BE49-F238E27FC236}">
                  <a16:creationId xmlns:a16="http://schemas.microsoft.com/office/drawing/2014/main" id="{20E55BD2-0D05-87EC-31DC-478C426B4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92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111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93" name="Text Box 85">
              <a:extLst>
                <a:ext uri="{FF2B5EF4-FFF2-40B4-BE49-F238E27FC236}">
                  <a16:creationId xmlns:a16="http://schemas.microsoft.com/office/drawing/2014/main" id="{A483F7FE-F599-74AC-1EC3-1F1BBAE9B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689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hlink"/>
                  </a:solidFill>
                  <a:latin typeface="Tahoma" panose="020B0604030504040204" pitchFamily="34" charset="0"/>
                </a:rPr>
                <a:t>140</a:t>
              </a:r>
              <a:endParaRPr lang="en-GB" altLang="en-US" sz="1800" b="1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4B6905-37BF-AE8A-267F-68E0B12F908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50">
            <a:extLst>
              <a:ext uri="{FF2B5EF4-FFF2-40B4-BE49-F238E27FC236}">
                <a16:creationId xmlns:a16="http://schemas.microsoft.com/office/drawing/2014/main" id="{265A0651-83DB-5DCD-3083-1F629CA40C88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542166148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3252" name="Group 3">
            <a:extLst>
              <a:ext uri="{FF2B5EF4-FFF2-40B4-BE49-F238E27FC236}">
                <a16:creationId xmlns:a16="http://schemas.microsoft.com/office/drawing/2014/main" id="{5E6FEA81-6C96-DEF7-1586-AAC84096E50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53289" name="Oval 4">
              <a:extLst>
                <a:ext uri="{FF2B5EF4-FFF2-40B4-BE49-F238E27FC236}">
                  <a16:creationId xmlns:a16="http://schemas.microsoft.com/office/drawing/2014/main" id="{294C8CCD-F15C-BB2D-3FF3-D4FB7E754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3290" name="Text Box 5">
              <a:extLst>
                <a:ext uri="{FF2B5EF4-FFF2-40B4-BE49-F238E27FC236}">
                  <a16:creationId xmlns:a16="http://schemas.microsoft.com/office/drawing/2014/main" id="{BEDB6049-F521-A904-7066-6D13ABECA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3253" name="Text Box 6">
            <a:extLst>
              <a:ext uri="{FF2B5EF4-FFF2-40B4-BE49-F238E27FC236}">
                <a16:creationId xmlns:a16="http://schemas.microsoft.com/office/drawing/2014/main" id="{AE0B51E6-E885-9D4E-336E-F3E4B8A3A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95D8D-20A4-6B92-12C1-8DD8799E239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Group 50">
            <a:extLst>
              <a:ext uri="{FF2B5EF4-FFF2-40B4-BE49-F238E27FC236}">
                <a16:creationId xmlns:a16="http://schemas.microsoft.com/office/drawing/2014/main" id="{F4F5D730-3C9A-F090-9A78-F1FC5DD9CB2D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787851327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4276" name="Group 3">
            <a:extLst>
              <a:ext uri="{FF2B5EF4-FFF2-40B4-BE49-F238E27FC236}">
                <a16:creationId xmlns:a16="http://schemas.microsoft.com/office/drawing/2014/main" id="{42A922C0-AB58-7CBC-87A2-32B228D75A48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54332" name="Oval 4">
              <a:extLst>
                <a:ext uri="{FF2B5EF4-FFF2-40B4-BE49-F238E27FC236}">
                  <a16:creationId xmlns:a16="http://schemas.microsoft.com/office/drawing/2014/main" id="{13A27415-ACF7-19F5-7806-675A58807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4333" name="Text Box 5">
              <a:extLst>
                <a:ext uri="{FF2B5EF4-FFF2-40B4-BE49-F238E27FC236}">
                  <a16:creationId xmlns:a16="http://schemas.microsoft.com/office/drawing/2014/main" id="{515283C1-776C-42D5-BA1D-4E46F5398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4277" name="Group 6">
            <a:extLst>
              <a:ext uri="{FF2B5EF4-FFF2-40B4-BE49-F238E27FC236}">
                <a16:creationId xmlns:a16="http://schemas.microsoft.com/office/drawing/2014/main" id="{1FE1733E-0F27-B516-7B82-BA3A6BBC0C50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54330" name="Oval 7">
              <a:extLst>
                <a:ext uri="{FF2B5EF4-FFF2-40B4-BE49-F238E27FC236}">
                  <a16:creationId xmlns:a16="http://schemas.microsoft.com/office/drawing/2014/main" id="{B9A58659-5F31-FBD6-8000-D1161174B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4331" name="Text Box 8">
              <a:extLst>
                <a:ext uri="{FF2B5EF4-FFF2-40B4-BE49-F238E27FC236}">
                  <a16:creationId xmlns:a16="http://schemas.microsoft.com/office/drawing/2014/main" id="{3E2C4072-6127-DAFA-03A5-7A3B09B49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4278" name="Group 9">
            <a:extLst>
              <a:ext uri="{FF2B5EF4-FFF2-40B4-BE49-F238E27FC236}">
                <a16:creationId xmlns:a16="http://schemas.microsoft.com/office/drawing/2014/main" id="{46182DE9-59E3-89F5-8D1A-C5ECA1DD4C3C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54328" name="Oval 10">
              <a:extLst>
                <a:ext uri="{FF2B5EF4-FFF2-40B4-BE49-F238E27FC236}">
                  <a16:creationId xmlns:a16="http://schemas.microsoft.com/office/drawing/2014/main" id="{EC3B04AD-6A06-6C6A-2791-2B007B719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4329" name="Text Box 11">
              <a:extLst>
                <a:ext uri="{FF2B5EF4-FFF2-40B4-BE49-F238E27FC236}">
                  <a16:creationId xmlns:a16="http://schemas.microsoft.com/office/drawing/2014/main" id="{7584A98F-66E1-BB1B-BE36-4D9BDAED2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4279" name="Group 12">
            <a:extLst>
              <a:ext uri="{FF2B5EF4-FFF2-40B4-BE49-F238E27FC236}">
                <a16:creationId xmlns:a16="http://schemas.microsoft.com/office/drawing/2014/main" id="{8A1B3ABC-4CDA-5DE9-AF4B-1D5C46AAB9B4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54326" name="Oval 13">
              <a:extLst>
                <a:ext uri="{FF2B5EF4-FFF2-40B4-BE49-F238E27FC236}">
                  <a16:creationId xmlns:a16="http://schemas.microsoft.com/office/drawing/2014/main" id="{7EE3B0BA-8481-D73D-B14E-D8A930CF2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4327" name="Text Box 14">
              <a:extLst>
                <a:ext uri="{FF2B5EF4-FFF2-40B4-BE49-F238E27FC236}">
                  <a16:creationId xmlns:a16="http://schemas.microsoft.com/office/drawing/2014/main" id="{0907ED45-0365-9E9F-4F09-101EFFA07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4280" name="Line 15">
            <a:extLst>
              <a:ext uri="{FF2B5EF4-FFF2-40B4-BE49-F238E27FC236}">
                <a16:creationId xmlns:a16="http://schemas.microsoft.com/office/drawing/2014/main" id="{FB18A22E-F1C3-C236-984C-FF060ACB45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23622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1" name="Line 16">
            <a:extLst>
              <a:ext uri="{FF2B5EF4-FFF2-40B4-BE49-F238E27FC236}">
                <a16:creationId xmlns:a16="http://schemas.microsoft.com/office/drawing/2014/main" id="{9537988B-D1D3-335A-2EE5-CA848FAEA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2" name="Line 17">
            <a:extLst>
              <a:ext uri="{FF2B5EF4-FFF2-40B4-BE49-F238E27FC236}">
                <a16:creationId xmlns:a16="http://schemas.microsoft.com/office/drawing/2014/main" id="{7CE22E33-46F2-BC4B-CA42-792618A33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300288"/>
            <a:ext cx="213360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Text Box 18">
            <a:extLst>
              <a:ext uri="{FF2B5EF4-FFF2-40B4-BE49-F238E27FC236}">
                <a16:creationId xmlns:a16="http://schemas.microsoft.com/office/drawing/2014/main" id="{E6653738-8B8E-39BC-B2A2-81DA0DB5D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54284" name="Text Box 19">
            <a:extLst>
              <a:ext uri="{FF2B5EF4-FFF2-40B4-BE49-F238E27FC236}">
                <a16:creationId xmlns:a16="http://schemas.microsoft.com/office/drawing/2014/main" id="{63109A40-D770-3B70-6572-1689BEBF7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4285" name="Text Box 20">
            <a:extLst>
              <a:ext uri="{FF2B5EF4-FFF2-40B4-BE49-F238E27FC236}">
                <a16:creationId xmlns:a16="http://schemas.microsoft.com/office/drawing/2014/main" id="{E32450FE-4A34-875B-6CAD-B1ACA1BD3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4286" name="Text Box 21">
            <a:extLst>
              <a:ext uri="{FF2B5EF4-FFF2-40B4-BE49-F238E27FC236}">
                <a16:creationId xmlns:a16="http://schemas.microsoft.com/office/drawing/2014/main" id="{0C217259-13A3-E289-5A1B-C880D88A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4287" name="Text Box 22">
            <a:extLst>
              <a:ext uri="{FF2B5EF4-FFF2-40B4-BE49-F238E27FC236}">
                <a16:creationId xmlns:a16="http://schemas.microsoft.com/office/drawing/2014/main" id="{EE9E9CF6-706E-B06E-5431-5FA1384B7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4288" name="Text Box 23">
            <a:extLst>
              <a:ext uri="{FF2B5EF4-FFF2-40B4-BE49-F238E27FC236}">
                <a16:creationId xmlns:a16="http://schemas.microsoft.com/office/drawing/2014/main" id="{46CC4833-9168-90D2-CB88-B9414F1C6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4289" name="Text Box 24">
            <a:extLst>
              <a:ext uri="{FF2B5EF4-FFF2-40B4-BE49-F238E27FC236}">
                <a16:creationId xmlns:a16="http://schemas.microsoft.com/office/drawing/2014/main" id="{8C6EFA57-3AB9-F261-FF7C-2BFABBBDB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6AF80C-7AE7-8D6B-471A-373C94652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800600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C[447] = 118 + 329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E[393] = 140 + 253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B[449] = 75 + 374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18668D-F3D3-7875-2334-D58AF77311F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Group 50">
            <a:extLst>
              <a:ext uri="{FF2B5EF4-FFF2-40B4-BE49-F238E27FC236}">
                <a16:creationId xmlns:a16="http://schemas.microsoft.com/office/drawing/2014/main" id="{BAAD2B22-A9E2-192F-937D-BFBF95CD9CFA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461924330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6324" name="Group 3">
            <a:extLst>
              <a:ext uri="{FF2B5EF4-FFF2-40B4-BE49-F238E27FC236}">
                <a16:creationId xmlns:a16="http://schemas.microsoft.com/office/drawing/2014/main" id="{0CDE8086-B23D-AF84-B754-2846CD79F1A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56391" name="Oval 4">
              <a:extLst>
                <a:ext uri="{FF2B5EF4-FFF2-40B4-BE49-F238E27FC236}">
                  <a16:creationId xmlns:a16="http://schemas.microsoft.com/office/drawing/2014/main" id="{F89D9183-5695-2665-7F9D-D8CDC66A5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6392" name="Text Box 5">
              <a:extLst>
                <a:ext uri="{FF2B5EF4-FFF2-40B4-BE49-F238E27FC236}">
                  <a16:creationId xmlns:a16="http://schemas.microsoft.com/office/drawing/2014/main" id="{FF98017F-35EC-0334-4293-8F916B6CA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6325" name="Group 6">
            <a:extLst>
              <a:ext uri="{FF2B5EF4-FFF2-40B4-BE49-F238E27FC236}">
                <a16:creationId xmlns:a16="http://schemas.microsoft.com/office/drawing/2014/main" id="{FF56B80C-E60A-5361-4D8A-0F4A81C6AE2D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56389" name="Oval 7">
              <a:extLst>
                <a:ext uri="{FF2B5EF4-FFF2-40B4-BE49-F238E27FC236}">
                  <a16:creationId xmlns:a16="http://schemas.microsoft.com/office/drawing/2014/main" id="{29FF39BA-FEB0-DEB6-41FC-9D5AABA8A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6390" name="Text Box 8">
              <a:extLst>
                <a:ext uri="{FF2B5EF4-FFF2-40B4-BE49-F238E27FC236}">
                  <a16:creationId xmlns:a16="http://schemas.microsoft.com/office/drawing/2014/main" id="{EE306FB8-0823-FE41-185D-5C10C9742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6326" name="Group 9">
            <a:extLst>
              <a:ext uri="{FF2B5EF4-FFF2-40B4-BE49-F238E27FC236}">
                <a16:creationId xmlns:a16="http://schemas.microsoft.com/office/drawing/2014/main" id="{9479F6C0-93E3-4A3F-2AEC-05DA96C88D4F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56387" name="Oval 10">
              <a:extLst>
                <a:ext uri="{FF2B5EF4-FFF2-40B4-BE49-F238E27FC236}">
                  <a16:creationId xmlns:a16="http://schemas.microsoft.com/office/drawing/2014/main" id="{539DE1AA-3AFA-3E2C-23C5-EB2EA48DF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6388" name="Text Box 11">
              <a:extLst>
                <a:ext uri="{FF2B5EF4-FFF2-40B4-BE49-F238E27FC236}">
                  <a16:creationId xmlns:a16="http://schemas.microsoft.com/office/drawing/2014/main" id="{76A6B47A-0E9F-026F-6C13-51E020930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6327" name="Group 12">
            <a:extLst>
              <a:ext uri="{FF2B5EF4-FFF2-40B4-BE49-F238E27FC236}">
                <a16:creationId xmlns:a16="http://schemas.microsoft.com/office/drawing/2014/main" id="{19869C4E-1272-F013-86CB-2277219DCD0A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56385" name="Oval 13">
              <a:extLst>
                <a:ext uri="{FF2B5EF4-FFF2-40B4-BE49-F238E27FC236}">
                  <a16:creationId xmlns:a16="http://schemas.microsoft.com/office/drawing/2014/main" id="{108E3888-8E45-6602-C411-03310D8A8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6386" name="Text Box 14">
              <a:extLst>
                <a:ext uri="{FF2B5EF4-FFF2-40B4-BE49-F238E27FC236}">
                  <a16:creationId xmlns:a16="http://schemas.microsoft.com/office/drawing/2014/main" id="{726F08DB-7766-BF6A-60B2-27C52C698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6328" name="Group 15">
            <a:extLst>
              <a:ext uri="{FF2B5EF4-FFF2-40B4-BE49-F238E27FC236}">
                <a16:creationId xmlns:a16="http://schemas.microsoft.com/office/drawing/2014/main" id="{E870C002-B83C-CB16-E4C6-62D42CEED48E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56383" name="Oval 16">
              <a:extLst>
                <a:ext uri="{FF2B5EF4-FFF2-40B4-BE49-F238E27FC236}">
                  <a16:creationId xmlns:a16="http://schemas.microsoft.com/office/drawing/2014/main" id="{A5E033E9-10BD-76A1-D3AC-5C7363579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6384" name="Text Box 17">
              <a:extLst>
                <a:ext uri="{FF2B5EF4-FFF2-40B4-BE49-F238E27FC236}">
                  <a16:creationId xmlns:a16="http://schemas.microsoft.com/office/drawing/2014/main" id="{B53696EC-A4DB-5C67-5CAC-36760A1AC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6329" name="Line 18">
            <a:extLst>
              <a:ext uri="{FF2B5EF4-FFF2-40B4-BE49-F238E27FC236}">
                <a16:creationId xmlns:a16="http://schemas.microsoft.com/office/drawing/2014/main" id="{DF5574D0-671B-5392-C991-644AF3999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43288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0" name="Text Box 19">
            <a:extLst>
              <a:ext uri="{FF2B5EF4-FFF2-40B4-BE49-F238E27FC236}">
                <a16:creationId xmlns:a16="http://schemas.microsoft.com/office/drawing/2014/main" id="{3C3A1E10-AF4E-9469-BB6E-BB671A7DC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56331" name="Group 20">
            <a:extLst>
              <a:ext uri="{FF2B5EF4-FFF2-40B4-BE49-F238E27FC236}">
                <a16:creationId xmlns:a16="http://schemas.microsoft.com/office/drawing/2014/main" id="{656F8DD8-95EE-21E8-1915-8D2BEB672CB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56381" name="Oval 21">
              <a:extLst>
                <a:ext uri="{FF2B5EF4-FFF2-40B4-BE49-F238E27FC236}">
                  <a16:creationId xmlns:a16="http://schemas.microsoft.com/office/drawing/2014/main" id="{42AA1105-2C87-7ECD-56ED-25870D1B9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6382" name="Text Box 22">
              <a:extLst>
                <a:ext uri="{FF2B5EF4-FFF2-40B4-BE49-F238E27FC236}">
                  <a16:creationId xmlns:a16="http://schemas.microsoft.com/office/drawing/2014/main" id="{C093B612-7134-078C-0589-57DFF9BAF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6332" name="Line 23">
            <a:extLst>
              <a:ext uri="{FF2B5EF4-FFF2-40B4-BE49-F238E27FC236}">
                <a16:creationId xmlns:a16="http://schemas.microsoft.com/office/drawing/2014/main" id="{5E0C3B05-0E24-6B25-1151-B9CC3AA85F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443288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3" name="Text Box 24">
            <a:extLst>
              <a:ext uri="{FF2B5EF4-FFF2-40B4-BE49-F238E27FC236}">
                <a16:creationId xmlns:a16="http://schemas.microsoft.com/office/drawing/2014/main" id="{B0F6A41A-DE74-84C9-BD60-3F4168DF8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6334" name="Line 25">
            <a:extLst>
              <a:ext uri="{FF2B5EF4-FFF2-40B4-BE49-F238E27FC236}">
                <a16:creationId xmlns:a16="http://schemas.microsoft.com/office/drawing/2014/main" id="{C0AF832F-A249-1DD3-DE6C-72502E83E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23622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5" name="Line 26">
            <a:extLst>
              <a:ext uri="{FF2B5EF4-FFF2-40B4-BE49-F238E27FC236}">
                <a16:creationId xmlns:a16="http://schemas.microsoft.com/office/drawing/2014/main" id="{C1D2A950-701E-FEC0-F99D-AF3E7B037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6" name="Line 27">
            <a:extLst>
              <a:ext uri="{FF2B5EF4-FFF2-40B4-BE49-F238E27FC236}">
                <a16:creationId xmlns:a16="http://schemas.microsoft.com/office/drawing/2014/main" id="{C5B3EBEF-F4C1-9632-2EEC-47FBC20F12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300288"/>
            <a:ext cx="213360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7" name="Text Box 28">
            <a:extLst>
              <a:ext uri="{FF2B5EF4-FFF2-40B4-BE49-F238E27FC236}">
                <a16:creationId xmlns:a16="http://schemas.microsoft.com/office/drawing/2014/main" id="{DD4A1DC7-012B-63E1-F478-1222AF16B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56338" name="Text Box 29">
            <a:extLst>
              <a:ext uri="{FF2B5EF4-FFF2-40B4-BE49-F238E27FC236}">
                <a16:creationId xmlns:a16="http://schemas.microsoft.com/office/drawing/2014/main" id="{A1748BBC-F3E5-51A7-0B7E-CB70AD00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6339" name="Text Box 30">
            <a:extLst>
              <a:ext uri="{FF2B5EF4-FFF2-40B4-BE49-F238E27FC236}">
                <a16:creationId xmlns:a16="http://schemas.microsoft.com/office/drawing/2014/main" id="{45C9A6DB-F46F-890D-2946-24BD1B1B6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6340" name="Text Box 31">
            <a:extLst>
              <a:ext uri="{FF2B5EF4-FFF2-40B4-BE49-F238E27FC236}">
                <a16:creationId xmlns:a16="http://schemas.microsoft.com/office/drawing/2014/main" id="{A2BBA3D3-E030-225A-4F74-B1532646F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6341" name="Text Box 32">
            <a:extLst>
              <a:ext uri="{FF2B5EF4-FFF2-40B4-BE49-F238E27FC236}">
                <a16:creationId xmlns:a16="http://schemas.microsoft.com/office/drawing/2014/main" id="{48F1219B-6E76-9293-805B-E7000ED9A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6342" name="Text Box 33">
            <a:extLst>
              <a:ext uri="{FF2B5EF4-FFF2-40B4-BE49-F238E27FC236}">
                <a16:creationId xmlns:a16="http://schemas.microsoft.com/office/drawing/2014/main" id="{F68C6BEF-5E5B-F08A-DADF-737A387D1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6343" name="Text Box 34">
            <a:extLst>
              <a:ext uri="{FF2B5EF4-FFF2-40B4-BE49-F238E27FC236}">
                <a16:creationId xmlns:a16="http://schemas.microsoft.com/office/drawing/2014/main" id="{12205146-CF71-179F-EB78-6D214CE87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6344" name="Text Box 35">
            <a:extLst>
              <a:ext uri="{FF2B5EF4-FFF2-40B4-BE49-F238E27FC236}">
                <a16:creationId xmlns:a16="http://schemas.microsoft.com/office/drawing/2014/main" id="{0798B163-5CC2-45A9-746A-0F16B91DB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6345" name="Text Box 36">
            <a:extLst>
              <a:ext uri="{FF2B5EF4-FFF2-40B4-BE49-F238E27FC236}">
                <a16:creationId xmlns:a16="http://schemas.microsoft.com/office/drawing/2014/main" id="{E87DC7CF-0B9E-C875-0185-8881917DB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608AC-1F2E-1A4D-FF73-357257644EC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Group 50">
            <a:extLst>
              <a:ext uri="{FF2B5EF4-FFF2-40B4-BE49-F238E27FC236}">
                <a16:creationId xmlns:a16="http://schemas.microsoft.com/office/drawing/2014/main" id="{99B3A998-80A3-0868-A6B4-22E412C2A7D8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316168996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7348" name="Group 3">
            <a:extLst>
              <a:ext uri="{FF2B5EF4-FFF2-40B4-BE49-F238E27FC236}">
                <a16:creationId xmlns:a16="http://schemas.microsoft.com/office/drawing/2014/main" id="{168C1C38-676A-266D-13F9-960F4A989DC5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57421" name="Oval 4">
              <a:extLst>
                <a:ext uri="{FF2B5EF4-FFF2-40B4-BE49-F238E27FC236}">
                  <a16:creationId xmlns:a16="http://schemas.microsoft.com/office/drawing/2014/main" id="{FEE6AD06-1AA5-E842-DFE1-45C8A3184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422" name="Text Box 5">
              <a:extLst>
                <a:ext uri="{FF2B5EF4-FFF2-40B4-BE49-F238E27FC236}">
                  <a16:creationId xmlns:a16="http://schemas.microsoft.com/office/drawing/2014/main" id="{4E258059-65A6-A63E-C941-98E6EC018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7349" name="Group 6">
            <a:extLst>
              <a:ext uri="{FF2B5EF4-FFF2-40B4-BE49-F238E27FC236}">
                <a16:creationId xmlns:a16="http://schemas.microsoft.com/office/drawing/2014/main" id="{19E9BEAE-E339-0A15-CDEA-49C4F655F281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57419" name="Oval 7">
              <a:extLst>
                <a:ext uri="{FF2B5EF4-FFF2-40B4-BE49-F238E27FC236}">
                  <a16:creationId xmlns:a16="http://schemas.microsoft.com/office/drawing/2014/main" id="{63A56B50-3973-C988-BB06-D0E8D924E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420" name="Text Box 8">
              <a:extLst>
                <a:ext uri="{FF2B5EF4-FFF2-40B4-BE49-F238E27FC236}">
                  <a16:creationId xmlns:a16="http://schemas.microsoft.com/office/drawing/2014/main" id="{0B5F38DF-E66F-5497-4B5E-EAF82377F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7350" name="Group 9">
            <a:extLst>
              <a:ext uri="{FF2B5EF4-FFF2-40B4-BE49-F238E27FC236}">
                <a16:creationId xmlns:a16="http://schemas.microsoft.com/office/drawing/2014/main" id="{06F0E9A5-B4C5-AA58-CC60-5F07DAEDC99E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57417" name="Oval 10">
              <a:extLst>
                <a:ext uri="{FF2B5EF4-FFF2-40B4-BE49-F238E27FC236}">
                  <a16:creationId xmlns:a16="http://schemas.microsoft.com/office/drawing/2014/main" id="{5B03D6DC-7EF1-0D6F-4DC8-EA3AFACEB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418" name="Text Box 11">
              <a:extLst>
                <a:ext uri="{FF2B5EF4-FFF2-40B4-BE49-F238E27FC236}">
                  <a16:creationId xmlns:a16="http://schemas.microsoft.com/office/drawing/2014/main" id="{F2D57A79-7B23-EEE5-41DA-7133C6262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7351" name="Group 12">
            <a:extLst>
              <a:ext uri="{FF2B5EF4-FFF2-40B4-BE49-F238E27FC236}">
                <a16:creationId xmlns:a16="http://schemas.microsoft.com/office/drawing/2014/main" id="{97D58E0F-F7DF-CE98-7363-EC4AC13BFC74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57415" name="Oval 13">
              <a:extLst>
                <a:ext uri="{FF2B5EF4-FFF2-40B4-BE49-F238E27FC236}">
                  <a16:creationId xmlns:a16="http://schemas.microsoft.com/office/drawing/2014/main" id="{3DF94B71-33C5-60DD-7849-F443DCBB5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416" name="Text Box 14">
              <a:extLst>
                <a:ext uri="{FF2B5EF4-FFF2-40B4-BE49-F238E27FC236}">
                  <a16:creationId xmlns:a16="http://schemas.microsoft.com/office/drawing/2014/main" id="{57E2CCAD-27F2-37FA-247F-0D2B54F5D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7352" name="Group 15">
            <a:extLst>
              <a:ext uri="{FF2B5EF4-FFF2-40B4-BE49-F238E27FC236}">
                <a16:creationId xmlns:a16="http://schemas.microsoft.com/office/drawing/2014/main" id="{321CD5A3-19D7-1A52-553D-4236A9D45E0F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57413" name="Oval 16">
              <a:extLst>
                <a:ext uri="{FF2B5EF4-FFF2-40B4-BE49-F238E27FC236}">
                  <a16:creationId xmlns:a16="http://schemas.microsoft.com/office/drawing/2014/main" id="{A9C557C2-C9AF-F085-060D-9B7AE68F8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414" name="Text Box 17">
              <a:extLst>
                <a:ext uri="{FF2B5EF4-FFF2-40B4-BE49-F238E27FC236}">
                  <a16:creationId xmlns:a16="http://schemas.microsoft.com/office/drawing/2014/main" id="{4BD4E4B7-C510-2428-3D01-03F406389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7353" name="Line 18">
            <a:extLst>
              <a:ext uri="{FF2B5EF4-FFF2-40B4-BE49-F238E27FC236}">
                <a16:creationId xmlns:a16="http://schemas.microsoft.com/office/drawing/2014/main" id="{FFF61F94-F7BF-6350-1761-AE7EB62D9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43288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4" name="Text Box 19">
            <a:extLst>
              <a:ext uri="{FF2B5EF4-FFF2-40B4-BE49-F238E27FC236}">
                <a16:creationId xmlns:a16="http://schemas.microsoft.com/office/drawing/2014/main" id="{A0A39AEC-E44B-252B-FF12-D2F1CF5DB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57355" name="Group 20">
            <a:extLst>
              <a:ext uri="{FF2B5EF4-FFF2-40B4-BE49-F238E27FC236}">
                <a16:creationId xmlns:a16="http://schemas.microsoft.com/office/drawing/2014/main" id="{E5CD1263-B5C7-AFB4-0BEE-8CA0AF3DB039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57411" name="Oval 21">
              <a:extLst>
                <a:ext uri="{FF2B5EF4-FFF2-40B4-BE49-F238E27FC236}">
                  <a16:creationId xmlns:a16="http://schemas.microsoft.com/office/drawing/2014/main" id="{E8187E98-9FAD-99A0-D0FC-38A42CE33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412" name="Text Box 22">
              <a:extLst>
                <a:ext uri="{FF2B5EF4-FFF2-40B4-BE49-F238E27FC236}">
                  <a16:creationId xmlns:a16="http://schemas.microsoft.com/office/drawing/2014/main" id="{1D683A29-04AD-7396-D85E-16DFA5136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7356" name="Line 23">
            <a:extLst>
              <a:ext uri="{FF2B5EF4-FFF2-40B4-BE49-F238E27FC236}">
                <a16:creationId xmlns:a16="http://schemas.microsoft.com/office/drawing/2014/main" id="{EFA76213-6B96-FFB0-039B-E65B106989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443288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7" name="Text Box 24">
            <a:extLst>
              <a:ext uri="{FF2B5EF4-FFF2-40B4-BE49-F238E27FC236}">
                <a16:creationId xmlns:a16="http://schemas.microsoft.com/office/drawing/2014/main" id="{73489B09-0199-AF29-D518-CB9215E3C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7358" name="Line 25">
            <a:extLst>
              <a:ext uri="{FF2B5EF4-FFF2-40B4-BE49-F238E27FC236}">
                <a16:creationId xmlns:a16="http://schemas.microsoft.com/office/drawing/2014/main" id="{946D4B29-BA47-E199-B7CF-4DB4F8CBE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23622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9" name="Line 26">
            <a:extLst>
              <a:ext uri="{FF2B5EF4-FFF2-40B4-BE49-F238E27FC236}">
                <a16:creationId xmlns:a16="http://schemas.microsoft.com/office/drawing/2014/main" id="{5084C2C7-42E7-E3A0-E19D-B8077A1334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0" name="Line 27">
            <a:extLst>
              <a:ext uri="{FF2B5EF4-FFF2-40B4-BE49-F238E27FC236}">
                <a16:creationId xmlns:a16="http://schemas.microsoft.com/office/drawing/2014/main" id="{816C5BB8-C59E-1569-9E31-6A5D117A04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300288"/>
            <a:ext cx="213360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61" name="Text Box 28">
            <a:extLst>
              <a:ext uri="{FF2B5EF4-FFF2-40B4-BE49-F238E27FC236}">
                <a16:creationId xmlns:a16="http://schemas.microsoft.com/office/drawing/2014/main" id="{09E6EA3A-A415-E09D-0034-862E2C14D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57362" name="Text Box 29">
            <a:extLst>
              <a:ext uri="{FF2B5EF4-FFF2-40B4-BE49-F238E27FC236}">
                <a16:creationId xmlns:a16="http://schemas.microsoft.com/office/drawing/2014/main" id="{6991BFE9-E6A4-5AD4-D258-EDDB853ED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7363" name="Text Box 30">
            <a:extLst>
              <a:ext uri="{FF2B5EF4-FFF2-40B4-BE49-F238E27FC236}">
                <a16:creationId xmlns:a16="http://schemas.microsoft.com/office/drawing/2014/main" id="{E93A9761-B894-3557-3562-9CBF13E94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7364" name="Text Box 31">
            <a:extLst>
              <a:ext uri="{FF2B5EF4-FFF2-40B4-BE49-F238E27FC236}">
                <a16:creationId xmlns:a16="http://schemas.microsoft.com/office/drawing/2014/main" id="{4738791E-2CD0-CB64-F9E3-4D0826D43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7365" name="Text Box 32">
            <a:extLst>
              <a:ext uri="{FF2B5EF4-FFF2-40B4-BE49-F238E27FC236}">
                <a16:creationId xmlns:a16="http://schemas.microsoft.com/office/drawing/2014/main" id="{C11AADAD-F3E3-D23D-D54B-848E8C71F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7366" name="Text Box 33">
            <a:extLst>
              <a:ext uri="{FF2B5EF4-FFF2-40B4-BE49-F238E27FC236}">
                <a16:creationId xmlns:a16="http://schemas.microsoft.com/office/drawing/2014/main" id="{0BC60E6A-6395-15AD-7F8E-905C9DA3C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7367" name="Text Box 34">
            <a:extLst>
              <a:ext uri="{FF2B5EF4-FFF2-40B4-BE49-F238E27FC236}">
                <a16:creationId xmlns:a16="http://schemas.microsoft.com/office/drawing/2014/main" id="{57332882-3C84-BDBA-C795-22BC37C4D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7368" name="Text Box 35">
            <a:extLst>
              <a:ext uri="{FF2B5EF4-FFF2-40B4-BE49-F238E27FC236}">
                <a16:creationId xmlns:a16="http://schemas.microsoft.com/office/drawing/2014/main" id="{8B967230-CBBA-BD29-6D03-7C6E78B06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7369" name="Text Box 36">
            <a:extLst>
              <a:ext uri="{FF2B5EF4-FFF2-40B4-BE49-F238E27FC236}">
                <a16:creationId xmlns:a16="http://schemas.microsoft.com/office/drawing/2014/main" id="{54A5567A-CD26-3466-2F59-D7006892C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grpSp>
        <p:nvGrpSpPr>
          <p:cNvPr id="57370" name="Group 37">
            <a:extLst>
              <a:ext uri="{FF2B5EF4-FFF2-40B4-BE49-F238E27FC236}">
                <a16:creationId xmlns:a16="http://schemas.microsoft.com/office/drawing/2014/main" id="{58562C9B-1DCF-B29B-727A-76F9B706B34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800600"/>
            <a:ext cx="457200" cy="457200"/>
            <a:chOff x="1344" y="1248"/>
            <a:chExt cx="288" cy="288"/>
          </a:xfrm>
        </p:grpSpPr>
        <p:sp>
          <p:nvSpPr>
            <p:cNvPr id="57409" name="Oval 38">
              <a:extLst>
                <a:ext uri="{FF2B5EF4-FFF2-40B4-BE49-F238E27FC236}">
                  <a16:creationId xmlns:a16="http://schemas.microsoft.com/office/drawing/2014/main" id="{E4C23494-B98B-9D8D-807D-01F499AE1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7410" name="Text Box 39">
              <a:extLst>
                <a:ext uri="{FF2B5EF4-FFF2-40B4-BE49-F238E27FC236}">
                  <a16:creationId xmlns:a16="http://schemas.microsoft.com/office/drawing/2014/main" id="{D8ADC20B-D62F-D70E-8FF4-CC72D65F8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7371" name="Line 40">
            <a:extLst>
              <a:ext uri="{FF2B5EF4-FFF2-40B4-BE49-F238E27FC236}">
                <a16:creationId xmlns:a16="http://schemas.microsoft.com/office/drawing/2014/main" id="{EFD00BC2-4356-7C1B-13BF-BE3D6BF2FB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343400"/>
            <a:ext cx="762000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2" name="Text Box 41">
            <a:extLst>
              <a:ext uri="{FF2B5EF4-FFF2-40B4-BE49-F238E27FC236}">
                <a16:creationId xmlns:a16="http://schemas.microsoft.com/office/drawing/2014/main" id="{CC36F1B5-0804-63BE-97E8-66886DBB2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81513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7373" name="Text Box 42">
            <a:extLst>
              <a:ext uri="{FF2B5EF4-FFF2-40B4-BE49-F238E27FC236}">
                <a16:creationId xmlns:a16="http://schemas.microsoft.com/office/drawing/2014/main" id="{5912F86D-683D-7E80-8F35-1FF0E00F6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62513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[415]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B0BC1-B294-65ED-841A-525E72BE144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Group 50">
            <a:extLst>
              <a:ext uri="{FF2B5EF4-FFF2-40B4-BE49-F238E27FC236}">
                <a16:creationId xmlns:a16="http://schemas.microsoft.com/office/drawing/2014/main" id="{8463215D-2B3D-0CAB-A694-94095C9021B8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26429842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8372" name="Group 3">
            <a:extLst>
              <a:ext uri="{FF2B5EF4-FFF2-40B4-BE49-F238E27FC236}">
                <a16:creationId xmlns:a16="http://schemas.microsoft.com/office/drawing/2014/main" id="{3B7437A9-7B76-3A58-FC8F-EA0AF8EAC0B8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58452" name="Oval 4">
              <a:extLst>
                <a:ext uri="{FF2B5EF4-FFF2-40B4-BE49-F238E27FC236}">
                  <a16:creationId xmlns:a16="http://schemas.microsoft.com/office/drawing/2014/main" id="{1E888522-F114-ABCC-4780-0E97E92E0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53" name="Text Box 5">
              <a:extLst>
                <a:ext uri="{FF2B5EF4-FFF2-40B4-BE49-F238E27FC236}">
                  <a16:creationId xmlns:a16="http://schemas.microsoft.com/office/drawing/2014/main" id="{3119D721-0F05-00BD-A562-DE951F53E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8373" name="Group 6">
            <a:extLst>
              <a:ext uri="{FF2B5EF4-FFF2-40B4-BE49-F238E27FC236}">
                <a16:creationId xmlns:a16="http://schemas.microsoft.com/office/drawing/2014/main" id="{742BD4B4-C6CE-CA94-20C5-3016D4A14AFF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58450" name="Oval 7">
              <a:extLst>
                <a:ext uri="{FF2B5EF4-FFF2-40B4-BE49-F238E27FC236}">
                  <a16:creationId xmlns:a16="http://schemas.microsoft.com/office/drawing/2014/main" id="{EB1C426A-F12C-02CB-0171-C5BC7ED7E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51" name="Text Box 8">
              <a:extLst>
                <a:ext uri="{FF2B5EF4-FFF2-40B4-BE49-F238E27FC236}">
                  <a16:creationId xmlns:a16="http://schemas.microsoft.com/office/drawing/2014/main" id="{7DB7597A-8065-2422-995A-B325B6605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8374" name="Group 12">
            <a:extLst>
              <a:ext uri="{FF2B5EF4-FFF2-40B4-BE49-F238E27FC236}">
                <a16:creationId xmlns:a16="http://schemas.microsoft.com/office/drawing/2014/main" id="{F75DFB41-F3BC-E74B-1F08-C2FC30D003B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58448" name="Oval 13">
              <a:extLst>
                <a:ext uri="{FF2B5EF4-FFF2-40B4-BE49-F238E27FC236}">
                  <a16:creationId xmlns:a16="http://schemas.microsoft.com/office/drawing/2014/main" id="{CEF35FBC-90F5-C299-34CE-710B3DE7E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49" name="Text Box 14">
              <a:extLst>
                <a:ext uri="{FF2B5EF4-FFF2-40B4-BE49-F238E27FC236}">
                  <a16:creationId xmlns:a16="http://schemas.microsoft.com/office/drawing/2014/main" id="{5E836C59-E692-2B86-AB28-000CF78CF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8375" name="Group 15">
            <a:extLst>
              <a:ext uri="{FF2B5EF4-FFF2-40B4-BE49-F238E27FC236}">
                <a16:creationId xmlns:a16="http://schemas.microsoft.com/office/drawing/2014/main" id="{EEF0F8B1-9480-B46A-5C5A-0A053B94A139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58446" name="Oval 16">
              <a:extLst>
                <a:ext uri="{FF2B5EF4-FFF2-40B4-BE49-F238E27FC236}">
                  <a16:creationId xmlns:a16="http://schemas.microsoft.com/office/drawing/2014/main" id="{5DBD1164-F256-42CB-9E47-EFF06181B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47" name="Text Box 17">
              <a:extLst>
                <a:ext uri="{FF2B5EF4-FFF2-40B4-BE49-F238E27FC236}">
                  <a16:creationId xmlns:a16="http://schemas.microsoft.com/office/drawing/2014/main" id="{CBBA97C2-6CCF-A2C4-104A-D8C92C31B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8376" name="Group 18">
            <a:extLst>
              <a:ext uri="{FF2B5EF4-FFF2-40B4-BE49-F238E27FC236}">
                <a16:creationId xmlns:a16="http://schemas.microsoft.com/office/drawing/2014/main" id="{79C36230-B8AE-9BD4-477D-446B86D922B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58444" name="Oval 19">
              <a:extLst>
                <a:ext uri="{FF2B5EF4-FFF2-40B4-BE49-F238E27FC236}">
                  <a16:creationId xmlns:a16="http://schemas.microsoft.com/office/drawing/2014/main" id="{F11EB581-8A4E-5244-5402-0105FDEB7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45" name="Text Box 20">
              <a:extLst>
                <a:ext uri="{FF2B5EF4-FFF2-40B4-BE49-F238E27FC236}">
                  <a16:creationId xmlns:a16="http://schemas.microsoft.com/office/drawing/2014/main" id="{E6EDAD78-ABFE-0C8E-488F-156498629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8377" name="Group 21">
            <a:extLst>
              <a:ext uri="{FF2B5EF4-FFF2-40B4-BE49-F238E27FC236}">
                <a16:creationId xmlns:a16="http://schemas.microsoft.com/office/drawing/2014/main" id="{366DB372-A76C-6023-37A3-9738E90CF1F4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58442" name="Oval 22">
              <a:extLst>
                <a:ext uri="{FF2B5EF4-FFF2-40B4-BE49-F238E27FC236}">
                  <a16:creationId xmlns:a16="http://schemas.microsoft.com/office/drawing/2014/main" id="{C32F8511-F444-743B-747D-048D72AFB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43" name="Text Box 23">
              <a:extLst>
                <a:ext uri="{FF2B5EF4-FFF2-40B4-BE49-F238E27FC236}">
                  <a16:creationId xmlns:a16="http://schemas.microsoft.com/office/drawing/2014/main" id="{C7ADFBAA-67DC-450D-AFEA-C0F50138A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8378" name="Line 24">
            <a:extLst>
              <a:ext uri="{FF2B5EF4-FFF2-40B4-BE49-F238E27FC236}">
                <a16:creationId xmlns:a16="http://schemas.microsoft.com/office/drawing/2014/main" id="{459DE8B6-408D-91A2-7CFF-CBD961230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43288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Text Box 26">
            <a:extLst>
              <a:ext uri="{FF2B5EF4-FFF2-40B4-BE49-F238E27FC236}">
                <a16:creationId xmlns:a16="http://schemas.microsoft.com/office/drawing/2014/main" id="{7617996A-9B0A-B3F3-09F2-1EDC62285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58380" name="Group 28">
            <a:extLst>
              <a:ext uri="{FF2B5EF4-FFF2-40B4-BE49-F238E27FC236}">
                <a16:creationId xmlns:a16="http://schemas.microsoft.com/office/drawing/2014/main" id="{DB674B58-ED5A-209D-4B57-F6F4BCDD0CC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58440" name="Oval 29">
              <a:extLst>
                <a:ext uri="{FF2B5EF4-FFF2-40B4-BE49-F238E27FC236}">
                  <a16:creationId xmlns:a16="http://schemas.microsoft.com/office/drawing/2014/main" id="{B11DD13B-8BD3-A3D4-FE0C-C69A5B37E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41" name="Text Box 30">
              <a:extLst>
                <a:ext uri="{FF2B5EF4-FFF2-40B4-BE49-F238E27FC236}">
                  <a16:creationId xmlns:a16="http://schemas.microsoft.com/office/drawing/2014/main" id="{CA5F3CF0-21EC-CBE2-E2CB-9ED0490A0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8381" name="Group 31">
            <a:extLst>
              <a:ext uri="{FF2B5EF4-FFF2-40B4-BE49-F238E27FC236}">
                <a16:creationId xmlns:a16="http://schemas.microsoft.com/office/drawing/2014/main" id="{90F657B4-4611-FF77-4432-A6AA638B479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58438" name="Oval 32">
              <a:extLst>
                <a:ext uri="{FF2B5EF4-FFF2-40B4-BE49-F238E27FC236}">
                  <a16:creationId xmlns:a16="http://schemas.microsoft.com/office/drawing/2014/main" id="{FA9F43F7-8FF4-184E-9E43-3B56D6BC0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8439" name="Text Box 33">
              <a:extLst>
                <a:ext uri="{FF2B5EF4-FFF2-40B4-BE49-F238E27FC236}">
                  <a16:creationId xmlns:a16="http://schemas.microsoft.com/office/drawing/2014/main" id="{687FA782-48CC-B336-9B6A-F69DBA13E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8382" name="Line 34">
            <a:extLst>
              <a:ext uri="{FF2B5EF4-FFF2-40B4-BE49-F238E27FC236}">
                <a16:creationId xmlns:a16="http://schemas.microsoft.com/office/drawing/2014/main" id="{F1F9D22A-7D6E-B85D-FB40-A3FDB6593B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443288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3" name="Line 35">
            <a:extLst>
              <a:ext uri="{FF2B5EF4-FFF2-40B4-BE49-F238E27FC236}">
                <a16:creationId xmlns:a16="http://schemas.microsoft.com/office/drawing/2014/main" id="{1D10EB4F-E8CD-C1C6-3ECA-78315BE95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3576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4" name="Line 36">
            <a:extLst>
              <a:ext uri="{FF2B5EF4-FFF2-40B4-BE49-F238E27FC236}">
                <a16:creationId xmlns:a16="http://schemas.microsoft.com/office/drawing/2014/main" id="{122BC0A5-F29F-DE90-62EB-42360B0A47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52720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5" name="Text Box 37">
            <a:extLst>
              <a:ext uri="{FF2B5EF4-FFF2-40B4-BE49-F238E27FC236}">
                <a16:creationId xmlns:a16="http://schemas.microsoft.com/office/drawing/2014/main" id="{1157F488-E615-E446-8EA2-3112FB14F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8386" name="Line 38">
            <a:extLst>
              <a:ext uri="{FF2B5EF4-FFF2-40B4-BE49-F238E27FC236}">
                <a16:creationId xmlns:a16="http://schemas.microsoft.com/office/drawing/2014/main" id="{1E18C792-EE24-7832-2532-35BC9DF11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23622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7" name="Line 39">
            <a:extLst>
              <a:ext uri="{FF2B5EF4-FFF2-40B4-BE49-F238E27FC236}">
                <a16:creationId xmlns:a16="http://schemas.microsoft.com/office/drawing/2014/main" id="{682E5D78-FCE3-F932-AEF5-5584D2887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8" name="Line 40">
            <a:extLst>
              <a:ext uri="{FF2B5EF4-FFF2-40B4-BE49-F238E27FC236}">
                <a16:creationId xmlns:a16="http://schemas.microsoft.com/office/drawing/2014/main" id="{DD916745-4249-F560-B87C-6986402082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300288"/>
            <a:ext cx="213360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9" name="Text Box 42">
            <a:extLst>
              <a:ext uri="{FF2B5EF4-FFF2-40B4-BE49-F238E27FC236}">
                <a16:creationId xmlns:a16="http://schemas.microsoft.com/office/drawing/2014/main" id="{4D94A3F1-A57B-7FDF-BFEA-641C52C7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58390" name="Text Box 44">
            <a:extLst>
              <a:ext uri="{FF2B5EF4-FFF2-40B4-BE49-F238E27FC236}">
                <a16:creationId xmlns:a16="http://schemas.microsoft.com/office/drawing/2014/main" id="{7A7AF3DF-14CE-C28D-D77F-C312D03B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8391" name="Text Box 45">
            <a:extLst>
              <a:ext uri="{FF2B5EF4-FFF2-40B4-BE49-F238E27FC236}">
                <a16:creationId xmlns:a16="http://schemas.microsoft.com/office/drawing/2014/main" id="{A3D77C68-EAC7-9B7B-886B-F6310FF4A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8392" name="Text Box 46">
            <a:extLst>
              <a:ext uri="{FF2B5EF4-FFF2-40B4-BE49-F238E27FC236}">
                <a16:creationId xmlns:a16="http://schemas.microsoft.com/office/drawing/2014/main" id="{34869E71-BE8A-4A43-91D3-12D42FDEA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8393" name="Text Box 47">
            <a:extLst>
              <a:ext uri="{FF2B5EF4-FFF2-40B4-BE49-F238E27FC236}">
                <a16:creationId xmlns:a16="http://schemas.microsoft.com/office/drawing/2014/main" id="{D7E145A7-818B-7954-5DFB-02076F9EC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8394" name="Text Box 85">
            <a:extLst>
              <a:ext uri="{FF2B5EF4-FFF2-40B4-BE49-F238E27FC236}">
                <a16:creationId xmlns:a16="http://schemas.microsoft.com/office/drawing/2014/main" id="{ED3DB840-F469-8FED-EF8A-1B1D87611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8395" name="Text Box 86">
            <a:extLst>
              <a:ext uri="{FF2B5EF4-FFF2-40B4-BE49-F238E27FC236}">
                <a16:creationId xmlns:a16="http://schemas.microsoft.com/office/drawing/2014/main" id="{4F71E860-48ED-458F-7101-0038FA581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396" name="Text Box 87">
            <a:extLst>
              <a:ext uri="{FF2B5EF4-FFF2-40B4-BE49-F238E27FC236}">
                <a16:creationId xmlns:a16="http://schemas.microsoft.com/office/drawing/2014/main" id="{C7C44D0E-3810-17AE-0032-713954309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397" name="Text Box 88">
            <a:extLst>
              <a:ext uri="{FF2B5EF4-FFF2-40B4-BE49-F238E27FC236}">
                <a16:creationId xmlns:a16="http://schemas.microsoft.com/office/drawing/2014/main" id="{28E3BECE-14EA-8112-8E47-4D5F4B77C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398" name="Text Box 89">
            <a:extLst>
              <a:ext uri="{FF2B5EF4-FFF2-40B4-BE49-F238E27FC236}">
                <a16:creationId xmlns:a16="http://schemas.microsoft.com/office/drawing/2014/main" id="{1F977FF5-518E-5174-BC3B-FCA6A7D1B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399" name="Text Box 90">
            <a:extLst>
              <a:ext uri="{FF2B5EF4-FFF2-40B4-BE49-F238E27FC236}">
                <a16:creationId xmlns:a16="http://schemas.microsoft.com/office/drawing/2014/main" id="{3D766AAB-9972-4BD4-7694-C141240C4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400" name="Text Box 91">
            <a:extLst>
              <a:ext uri="{FF2B5EF4-FFF2-40B4-BE49-F238E27FC236}">
                <a16:creationId xmlns:a16="http://schemas.microsoft.com/office/drawing/2014/main" id="{0832C02F-2594-B122-2510-762CBABD9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[415]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401" name="Text Box 94">
            <a:extLst>
              <a:ext uri="{FF2B5EF4-FFF2-40B4-BE49-F238E27FC236}">
                <a16:creationId xmlns:a16="http://schemas.microsoft.com/office/drawing/2014/main" id="{74823DB9-932E-7ED5-7152-FC70E58A7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Goal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58402" name="Text Box 95">
            <a:extLst>
              <a:ext uri="{FF2B5EF4-FFF2-40B4-BE49-F238E27FC236}">
                <a16:creationId xmlns:a16="http://schemas.microsoft.com/office/drawing/2014/main" id="{298D9008-0DF8-1961-077F-401907C47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[418]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0B47D9-044A-13AF-BA79-13D2CEDEDCB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Group 50">
            <a:extLst>
              <a:ext uri="{FF2B5EF4-FFF2-40B4-BE49-F238E27FC236}">
                <a16:creationId xmlns:a16="http://schemas.microsoft.com/office/drawing/2014/main" id="{4E629FC6-47C3-DC83-1E98-64D278191F6F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953698573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9396" name="Group 3">
            <a:extLst>
              <a:ext uri="{FF2B5EF4-FFF2-40B4-BE49-F238E27FC236}">
                <a16:creationId xmlns:a16="http://schemas.microsoft.com/office/drawing/2014/main" id="{EA9ECA98-8F3A-4EB7-53AD-6F3FA4667A56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59481" name="Oval 4">
              <a:extLst>
                <a:ext uri="{FF2B5EF4-FFF2-40B4-BE49-F238E27FC236}">
                  <a16:creationId xmlns:a16="http://schemas.microsoft.com/office/drawing/2014/main" id="{3944EAB3-D717-1501-F2FE-73D8B7B8E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82" name="Text Box 5">
              <a:extLst>
                <a:ext uri="{FF2B5EF4-FFF2-40B4-BE49-F238E27FC236}">
                  <a16:creationId xmlns:a16="http://schemas.microsoft.com/office/drawing/2014/main" id="{60E869DF-098A-68E7-C091-A2F7A25EF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9397" name="Group 6">
            <a:extLst>
              <a:ext uri="{FF2B5EF4-FFF2-40B4-BE49-F238E27FC236}">
                <a16:creationId xmlns:a16="http://schemas.microsoft.com/office/drawing/2014/main" id="{BF182317-2281-2F63-E98C-E66B501E6D8F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59479" name="Oval 7">
              <a:extLst>
                <a:ext uri="{FF2B5EF4-FFF2-40B4-BE49-F238E27FC236}">
                  <a16:creationId xmlns:a16="http://schemas.microsoft.com/office/drawing/2014/main" id="{E6DA79B6-CE8B-14BB-FCA8-8CA3C86FC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80" name="Text Box 8">
              <a:extLst>
                <a:ext uri="{FF2B5EF4-FFF2-40B4-BE49-F238E27FC236}">
                  <a16:creationId xmlns:a16="http://schemas.microsoft.com/office/drawing/2014/main" id="{4B4754FF-004C-332D-E105-3E6C729D5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9398" name="Group 9">
            <a:extLst>
              <a:ext uri="{FF2B5EF4-FFF2-40B4-BE49-F238E27FC236}">
                <a16:creationId xmlns:a16="http://schemas.microsoft.com/office/drawing/2014/main" id="{EB43BE69-58FC-C8CE-AFEC-4250D08E8F8E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59477" name="Oval 10">
              <a:extLst>
                <a:ext uri="{FF2B5EF4-FFF2-40B4-BE49-F238E27FC236}">
                  <a16:creationId xmlns:a16="http://schemas.microsoft.com/office/drawing/2014/main" id="{DDBBD61C-4B65-1D94-CE39-02D1A4291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78" name="Text Box 11">
              <a:extLst>
                <a:ext uri="{FF2B5EF4-FFF2-40B4-BE49-F238E27FC236}">
                  <a16:creationId xmlns:a16="http://schemas.microsoft.com/office/drawing/2014/main" id="{E98603B7-CC1E-CFE0-C65E-EC2560BE5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9399" name="Group 12">
            <a:extLst>
              <a:ext uri="{FF2B5EF4-FFF2-40B4-BE49-F238E27FC236}">
                <a16:creationId xmlns:a16="http://schemas.microsoft.com/office/drawing/2014/main" id="{80DC3A91-7CC2-D67C-6C2C-D138AF6A88F2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59475" name="Oval 13">
              <a:extLst>
                <a:ext uri="{FF2B5EF4-FFF2-40B4-BE49-F238E27FC236}">
                  <a16:creationId xmlns:a16="http://schemas.microsoft.com/office/drawing/2014/main" id="{E01772E1-E6D6-0EBB-0583-7436FC871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76" name="Text Box 14">
              <a:extLst>
                <a:ext uri="{FF2B5EF4-FFF2-40B4-BE49-F238E27FC236}">
                  <a16:creationId xmlns:a16="http://schemas.microsoft.com/office/drawing/2014/main" id="{F3126ED3-6733-68DA-EF2B-1076ABF67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9400" name="Group 15">
            <a:extLst>
              <a:ext uri="{FF2B5EF4-FFF2-40B4-BE49-F238E27FC236}">
                <a16:creationId xmlns:a16="http://schemas.microsoft.com/office/drawing/2014/main" id="{61668A7A-79B0-987E-222B-3EBA4B970968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59473" name="Oval 16">
              <a:extLst>
                <a:ext uri="{FF2B5EF4-FFF2-40B4-BE49-F238E27FC236}">
                  <a16:creationId xmlns:a16="http://schemas.microsoft.com/office/drawing/2014/main" id="{79D62C93-79CD-5F40-BB18-0E375F4E7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74" name="Text Box 17">
              <a:extLst>
                <a:ext uri="{FF2B5EF4-FFF2-40B4-BE49-F238E27FC236}">
                  <a16:creationId xmlns:a16="http://schemas.microsoft.com/office/drawing/2014/main" id="{0C7C5C4E-5611-69A5-A9A3-A25681736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9401" name="Group 18">
            <a:extLst>
              <a:ext uri="{FF2B5EF4-FFF2-40B4-BE49-F238E27FC236}">
                <a16:creationId xmlns:a16="http://schemas.microsoft.com/office/drawing/2014/main" id="{4963795E-9993-A5B6-1594-BA9055B1114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59471" name="Oval 19">
              <a:extLst>
                <a:ext uri="{FF2B5EF4-FFF2-40B4-BE49-F238E27FC236}">
                  <a16:creationId xmlns:a16="http://schemas.microsoft.com/office/drawing/2014/main" id="{A5A3E9B5-50BE-7B1A-4F05-6E0398E3E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72" name="Text Box 20">
              <a:extLst>
                <a:ext uri="{FF2B5EF4-FFF2-40B4-BE49-F238E27FC236}">
                  <a16:creationId xmlns:a16="http://schemas.microsoft.com/office/drawing/2014/main" id="{D787DB4E-073A-1A42-DC0F-7514B2062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9402" name="Line 21">
            <a:extLst>
              <a:ext uri="{FF2B5EF4-FFF2-40B4-BE49-F238E27FC236}">
                <a16:creationId xmlns:a16="http://schemas.microsoft.com/office/drawing/2014/main" id="{B7A8ADA5-E46C-43AB-E979-DF050A785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43288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Text Box 22">
            <a:extLst>
              <a:ext uri="{FF2B5EF4-FFF2-40B4-BE49-F238E27FC236}">
                <a16:creationId xmlns:a16="http://schemas.microsoft.com/office/drawing/2014/main" id="{83B221A9-132F-0935-1EAB-129A7CD02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59404" name="Group 23">
            <a:extLst>
              <a:ext uri="{FF2B5EF4-FFF2-40B4-BE49-F238E27FC236}">
                <a16:creationId xmlns:a16="http://schemas.microsoft.com/office/drawing/2014/main" id="{86A4C3E8-C41E-4C16-7281-E3E9FFF55B82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59469" name="Oval 24">
              <a:extLst>
                <a:ext uri="{FF2B5EF4-FFF2-40B4-BE49-F238E27FC236}">
                  <a16:creationId xmlns:a16="http://schemas.microsoft.com/office/drawing/2014/main" id="{C082C70B-2EA2-05E1-4F94-716215C54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70" name="Text Box 25">
              <a:extLst>
                <a:ext uri="{FF2B5EF4-FFF2-40B4-BE49-F238E27FC236}">
                  <a16:creationId xmlns:a16="http://schemas.microsoft.com/office/drawing/2014/main" id="{B7A4FF5D-3B58-32F4-1A37-174ED476A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59405" name="Group 26">
            <a:extLst>
              <a:ext uri="{FF2B5EF4-FFF2-40B4-BE49-F238E27FC236}">
                <a16:creationId xmlns:a16="http://schemas.microsoft.com/office/drawing/2014/main" id="{A6260DD6-E9E0-C178-8895-A59874C9B91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59467" name="Oval 27">
              <a:extLst>
                <a:ext uri="{FF2B5EF4-FFF2-40B4-BE49-F238E27FC236}">
                  <a16:creationId xmlns:a16="http://schemas.microsoft.com/office/drawing/2014/main" id="{06F3BA74-D5E8-3175-737E-626C0A58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68" name="Text Box 28">
              <a:extLst>
                <a:ext uri="{FF2B5EF4-FFF2-40B4-BE49-F238E27FC236}">
                  <a16:creationId xmlns:a16="http://schemas.microsoft.com/office/drawing/2014/main" id="{8E12F8E8-4531-3346-25AC-48A6EFAA6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9406" name="Line 29">
            <a:extLst>
              <a:ext uri="{FF2B5EF4-FFF2-40B4-BE49-F238E27FC236}">
                <a16:creationId xmlns:a16="http://schemas.microsoft.com/office/drawing/2014/main" id="{C54D24EC-5DA7-25C0-3DF1-BD097D266E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443288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7" name="Line 30">
            <a:extLst>
              <a:ext uri="{FF2B5EF4-FFF2-40B4-BE49-F238E27FC236}">
                <a16:creationId xmlns:a16="http://schemas.microsoft.com/office/drawing/2014/main" id="{BC31B4A0-15A7-78A7-6575-E9455D8EAE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3576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8" name="Line 31">
            <a:extLst>
              <a:ext uri="{FF2B5EF4-FFF2-40B4-BE49-F238E27FC236}">
                <a16:creationId xmlns:a16="http://schemas.microsoft.com/office/drawing/2014/main" id="{CFEC7EC4-C62C-6CC1-0754-A33DA0B626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52720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9" name="Text Box 32">
            <a:extLst>
              <a:ext uri="{FF2B5EF4-FFF2-40B4-BE49-F238E27FC236}">
                <a16:creationId xmlns:a16="http://schemas.microsoft.com/office/drawing/2014/main" id="{B02C6D68-EDA3-58C9-8E23-5B3C4C71E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9410" name="Line 33">
            <a:extLst>
              <a:ext uri="{FF2B5EF4-FFF2-40B4-BE49-F238E27FC236}">
                <a16:creationId xmlns:a16="http://schemas.microsoft.com/office/drawing/2014/main" id="{6AC4F6C5-740E-596B-F35E-E6347A048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23622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1" name="Line 34">
            <a:extLst>
              <a:ext uri="{FF2B5EF4-FFF2-40B4-BE49-F238E27FC236}">
                <a16:creationId xmlns:a16="http://schemas.microsoft.com/office/drawing/2014/main" id="{D66DB164-2FCC-247A-72E3-9A8AE7A19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2" name="Line 35">
            <a:extLst>
              <a:ext uri="{FF2B5EF4-FFF2-40B4-BE49-F238E27FC236}">
                <a16:creationId xmlns:a16="http://schemas.microsoft.com/office/drawing/2014/main" id="{5E766012-8270-5EB0-C965-E3C71868B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300288"/>
            <a:ext cx="213360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3" name="Text Box 36">
            <a:extLst>
              <a:ext uri="{FF2B5EF4-FFF2-40B4-BE49-F238E27FC236}">
                <a16:creationId xmlns:a16="http://schemas.microsoft.com/office/drawing/2014/main" id="{7B41EAF5-E2B2-C184-C5AC-ADBE28703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59414" name="Text Box 37">
            <a:extLst>
              <a:ext uri="{FF2B5EF4-FFF2-40B4-BE49-F238E27FC236}">
                <a16:creationId xmlns:a16="http://schemas.microsoft.com/office/drawing/2014/main" id="{40085AC2-07D4-A67C-D237-5D7E5BE78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9415" name="Text Box 38">
            <a:extLst>
              <a:ext uri="{FF2B5EF4-FFF2-40B4-BE49-F238E27FC236}">
                <a16:creationId xmlns:a16="http://schemas.microsoft.com/office/drawing/2014/main" id="{FBB6BA46-CA01-D5D7-65AF-7510795D1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9416" name="Text Box 39">
            <a:extLst>
              <a:ext uri="{FF2B5EF4-FFF2-40B4-BE49-F238E27FC236}">
                <a16:creationId xmlns:a16="http://schemas.microsoft.com/office/drawing/2014/main" id="{9F9A08AB-6FBB-3983-5D46-05E9BE386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9417" name="Text Box 40">
            <a:extLst>
              <a:ext uri="{FF2B5EF4-FFF2-40B4-BE49-F238E27FC236}">
                <a16:creationId xmlns:a16="http://schemas.microsoft.com/office/drawing/2014/main" id="{C5692970-C4DA-5DFC-EFBA-8538A6ED6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9418" name="Text Box 41">
            <a:extLst>
              <a:ext uri="{FF2B5EF4-FFF2-40B4-BE49-F238E27FC236}">
                <a16:creationId xmlns:a16="http://schemas.microsoft.com/office/drawing/2014/main" id="{ECA7AB19-160E-7712-10BF-5AF5A91DC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9419" name="Text Box 42">
            <a:extLst>
              <a:ext uri="{FF2B5EF4-FFF2-40B4-BE49-F238E27FC236}">
                <a16:creationId xmlns:a16="http://schemas.microsoft.com/office/drawing/2014/main" id="{9227DB77-A897-B9FB-8A7B-E342BEB6A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20" name="Text Box 43">
            <a:extLst>
              <a:ext uri="{FF2B5EF4-FFF2-40B4-BE49-F238E27FC236}">
                <a16:creationId xmlns:a16="http://schemas.microsoft.com/office/drawing/2014/main" id="{FDF2F190-864F-2DB2-3DD7-9E8F35504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21" name="Text Box 44">
            <a:extLst>
              <a:ext uri="{FF2B5EF4-FFF2-40B4-BE49-F238E27FC236}">
                <a16:creationId xmlns:a16="http://schemas.microsoft.com/office/drawing/2014/main" id="{9E9FF742-7397-6358-48F3-9ECAF4C5F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22" name="Text Box 45">
            <a:extLst>
              <a:ext uri="{FF2B5EF4-FFF2-40B4-BE49-F238E27FC236}">
                <a16:creationId xmlns:a16="http://schemas.microsoft.com/office/drawing/2014/main" id="{23C54F93-4F3A-692A-2A64-4CC97E82E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23" name="Text Box 46">
            <a:extLst>
              <a:ext uri="{FF2B5EF4-FFF2-40B4-BE49-F238E27FC236}">
                <a16:creationId xmlns:a16="http://schemas.microsoft.com/office/drawing/2014/main" id="{3A3A8AD0-2A55-7217-8EBF-22DAACE33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24" name="Text Box 47">
            <a:extLst>
              <a:ext uri="{FF2B5EF4-FFF2-40B4-BE49-F238E27FC236}">
                <a16:creationId xmlns:a16="http://schemas.microsoft.com/office/drawing/2014/main" id="{14ABE7A6-B545-7FE7-3421-D827EA506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[415]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25" name="Text Box 48">
            <a:extLst>
              <a:ext uri="{FF2B5EF4-FFF2-40B4-BE49-F238E27FC236}">
                <a16:creationId xmlns:a16="http://schemas.microsoft.com/office/drawing/2014/main" id="{971EB408-B69A-D4A4-D9FE-D7533E743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Goal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59426" name="Text Box 49">
            <a:extLst>
              <a:ext uri="{FF2B5EF4-FFF2-40B4-BE49-F238E27FC236}">
                <a16:creationId xmlns:a16="http://schemas.microsoft.com/office/drawing/2014/main" id="{2128766F-476F-1A43-D388-8700604F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[418]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grpSp>
        <p:nvGrpSpPr>
          <p:cNvPr id="59427" name="Group 50">
            <a:extLst>
              <a:ext uri="{FF2B5EF4-FFF2-40B4-BE49-F238E27FC236}">
                <a16:creationId xmlns:a16="http://schemas.microsoft.com/office/drawing/2014/main" id="{640CA646-21AE-77E8-7D57-47E57558908D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59465" name="Oval 51">
              <a:extLst>
                <a:ext uri="{FF2B5EF4-FFF2-40B4-BE49-F238E27FC236}">
                  <a16:creationId xmlns:a16="http://schemas.microsoft.com/office/drawing/2014/main" id="{0BFD79D4-6420-BA87-97D9-188CC550A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59466" name="Text Box 52">
              <a:extLst>
                <a:ext uri="{FF2B5EF4-FFF2-40B4-BE49-F238E27FC236}">
                  <a16:creationId xmlns:a16="http://schemas.microsoft.com/office/drawing/2014/main" id="{F08B9B84-9032-08B8-821B-1879155FA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59428" name="Line 53">
            <a:extLst>
              <a:ext uri="{FF2B5EF4-FFF2-40B4-BE49-F238E27FC236}">
                <a16:creationId xmlns:a16="http://schemas.microsoft.com/office/drawing/2014/main" id="{8434AE21-21C4-2490-8BF6-503397715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343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9" name="Text Box 54">
            <a:extLst>
              <a:ext uri="{FF2B5EF4-FFF2-40B4-BE49-F238E27FC236}">
                <a16:creationId xmlns:a16="http://schemas.microsoft.com/office/drawing/2014/main" id="{D08B7FE6-69D6-71BB-C362-FA9F96634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ACC65-ACAB-1FC0-DB43-63DC303DD18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Group 50">
            <a:extLst>
              <a:ext uri="{FF2B5EF4-FFF2-40B4-BE49-F238E27FC236}">
                <a16:creationId xmlns:a16="http://schemas.microsoft.com/office/drawing/2014/main" id="{843BAB48-0330-3AD4-2386-966EF1FD416B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394437255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0420" name="Group 3">
            <a:extLst>
              <a:ext uri="{FF2B5EF4-FFF2-40B4-BE49-F238E27FC236}">
                <a16:creationId xmlns:a16="http://schemas.microsoft.com/office/drawing/2014/main" id="{93E8B808-9B72-8C14-0E95-E6C3F2FFCD20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60505" name="Oval 4">
              <a:extLst>
                <a:ext uri="{FF2B5EF4-FFF2-40B4-BE49-F238E27FC236}">
                  <a16:creationId xmlns:a16="http://schemas.microsoft.com/office/drawing/2014/main" id="{948E8986-526F-3B62-6FA8-C77B55F66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506" name="Text Box 5">
              <a:extLst>
                <a:ext uri="{FF2B5EF4-FFF2-40B4-BE49-F238E27FC236}">
                  <a16:creationId xmlns:a16="http://schemas.microsoft.com/office/drawing/2014/main" id="{C9BC25A2-4013-4562-5639-099135A99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0421" name="Group 6">
            <a:extLst>
              <a:ext uri="{FF2B5EF4-FFF2-40B4-BE49-F238E27FC236}">
                <a16:creationId xmlns:a16="http://schemas.microsoft.com/office/drawing/2014/main" id="{DB7D4102-9546-C9CC-7BB0-BB5C79D7F0AE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60503" name="Oval 7">
              <a:extLst>
                <a:ext uri="{FF2B5EF4-FFF2-40B4-BE49-F238E27FC236}">
                  <a16:creationId xmlns:a16="http://schemas.microsoft.com/office/drawing/2014/main" id="{E14B5EE9-83D8-C62C-8857-4B0F3AFD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504" name="Text Box 8">
              <a:extLst>
                <a:ext uri="{FF2B5EF4-FFF2-40B4-BE49-F238E27FC236}">
                  <a16:creationId xmlns:a16="http://schemas.microsoft.com/office/drawing/2014/main" id="{3F6B485F-C952-DF77-3399-1D6FC8DDA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0422" name="Group 9">
            <a:extLst>
              <a:ext uri="{FF2B5EF4-FFF2-40B4-BE49-F238E27FC236}">
                <a16:creationId xmlns:a16="http://schemas.microsoft.com/office/drawing/2014/main" id="{614E9059-5E33-1DD2-33F4-EB9D3BDC5787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60501" name="Oval 10">
              <a:extLst>
                <a:ext uri="{FF2B5EF4-FFF2-40B4-BE49-F238E27FC236}">
                  <a16:creationId xmlns:a16="http://schemas.microsoft.com/office/drawing/2014/main" id="{CE408A69-C360-17EA-DDAA-0DC9463CF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502" name="Text Box 11">
              <a:extLst>
                <a:ext uri="{FF2B5EF4-FFF2-40B4-BE49-F238E27FC236}">
                  <a16:creationId xmlns:a16="http://schemas.microsoft.com/office/drawing/2014/main" id="{EA4D00ED-6F28-8C6B-ACB3-B072B0C23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0423" name="Group 12">
            <a:extLst>
              <a:ext uri="{FF2B5EF4-FFF2-40B4-BE49-F238E27FC236}">
                <a16:creationId xmlns:a16="http://schemas.microsoft.com/office/drawing/2014/main" id="{D5F8FF02-373C-542D-B86A-0D46FCE6F7B7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60499" name="Oval 13">
              <a:extLst>
                <a:ext uri="{FF2B5EF4-FFF2-40B4-BE49-F238E27FC236}">
                  <a16:creationId xmlns:a16="http://schemas.microsoft.com/office/drawing/2014/main" id="{ADD04C9D-570E-7330-433D-0C18FD681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500" name="Text Box 14">
              <a:extLst>
                <a:ext uri="{FF2B5EF4-FFF2-40B4-BE49-F238E27FC236}">
                  <a16:creationId xmlns:a16="http://schemas.microsoft.com/office/drawing/2014/main" id="{51585358-E097-44CD-ADAB-6F27F9148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0424" name="Group 15">
            <a:extLst>
              <a:ext uri="{FF2B5EF4-FFF2-40B4-BE49-F238E27FC236}">
                <a16:creationId xmlns:a16="http://schemas.microsoft.com/office/drawing/2014/main" id="{652D4A1A-984D-D0B3-522B-D8E16E75D3F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60497" name="Oval 16">
              <a:extLst>
                <a:ext uri="{FF2B5EF4-FFF2-40B4-BE49-F238E27FC236}">
                  <a16:creationId xmlns:a16="http://schemas.microsoft.com/office/drawing/2014/main" id="{F5C8BFAC-B79E-A4BF-930E-6FCBEE8C9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498" name="Text Box 17">
              <a:extLst>
                <a:ext uri="{FF2B5EF4-FFF2-40B4-BE49-F238E27FC236}">
                  <a16:creationId xmlns:a16="http://schemas.microsoft.com/office/drawing/2014/main" id="{7F122B6B-BF0A-2185-E763-B08664D19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0425" name="Group 18">
            <a:extLst>
              <a:ext uri="{FF2B5EF4-FFF2-40B4-BE49-F238E27FC236}">
                <a16:creationId xmlns:a16="http://schemas.microsoft.com/office/drawing/2014/main" id="{CE0795D5-361B-CCE1-46A0-C00457C7D32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60495" name="Oval 19">
              <a:extLst>
                <a:ext uri="{FF2B5EF4-FFF2-40B4-BE49-F238E27FC236}">
                  <a16:creationId xmlns:a16="http://schemas.microsoft.com/office/drawing/2014/main" id="{EA526474-4D06-A195-E48C-2B5F80527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496" name="Text Box 20">
              <a:extLst>
                <a:ext uri="{FF2B5EF4-FFF2-40B4-BE49-F238E27FC236}">
                  <a16:creationId xmlns:a16="http://schemas.microsoft.com/office/drawing/2014/main" id="{72FBC7AF-8CDC-BD21-C869-EF2874C39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60426" name="Line 21">
            <a:extLst>
              <a:ext uri="{FF2B5EF4-FFF2-40B4-BE49-F238E27FC236}">
                <a16:creationId xmlns:a16="http://schemas.microsoft.com/office/drawing/2014/main" id="{017B8BD7-C89C-ED42-4208-C7E1B8D626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43288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Text Box 22">
            <a:extLst>
              <a:ext uri="{FF2B5EF4-FFF2-40B4-BE49-F238E27FC236}">
                <a16:creationId xmlns:a16="http://schemas.microsoft.com/office/drawing/2014/main" id="{968B4370-9BEF-5E27-53D0-8A42B6FC1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60428" name="Group 23">
            <a:extLst>
              <a:ext uri="{FF2B5EF4-FFF2-40B4-BE49-F238E27FC236}">
                <a16:creationId xmlns:a16="http://schemas.microsoft.com/office/drawing/2014/main" id="{0AEDD287-87AC-B209-ACE2-A4FCADF63C16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60493" name="Oval 24">
              <a:extLst>
                <a:ext uri="{FF2B5EF4-FFF2-40B4-BE49-F238E27FC236}">
                  <a16:creationId xmlns:a16="http://schemas.microsoft.com/office/drawing/2014/main" id="{ABAF0928-E15A-7BA3-7EDB-EB6342D2B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494" name="Text Box 25">
              <a:extLst>
                <a:ext uri="{FF2B5EF4-FFF2-40B4-BE49-F238E27FC236}">
                  <a16:creationId xmlns:a16="http://schemas.microsoft.com/office/drawing/2014/main" id="{B79180C3-D3ED-6197-6938-F574F4E1F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0429" name="Group 26">
            <a:extLst>
              <a:ext uri="{FF2B5EF4-FFF2-40B4-BE49-F238E27FC236}">
                <a16:creationId xmlns:a16="http://schemas.microsoft.com/office/drawing/2014/main" id="{9A0997B8-3DC5-0CFE-E445-6B33C1D9673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60491" name="Oval 27">
              <a:extLst>
                <a:ext uri="{FF2B5EF4-FFF2-40B4-BE49-F238E27FC236}">
                  <a16:creationId xmlns:a16="http://schemas.microsoft.com/office/drawing/2014/main" id="{7CF43CAD-6687-972D-3BDC-460FC45E9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492" name="Text Box 28">
              <a:extLst>
                <a:ext uri="{FF2B5EF4-FFF2-40B4-BE49-F238E27FC236}">
                  <a16:creationId xmlns:a16="http://schemas.microsoft.com/office/drawing/2014/main" id="{7D2C7FA5-5DBC-BA54-97DB-A15C7B6E4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60430" name="Line 29">
            <a:extLst>
              <a:ext uri="{FF2B5EF4-FFF2-40B4-BE49-F238E27FC236}">
                <a16:creationId xmlns:a16="http://schemas.microsoft.com/office/drawing/2014/main" id="{D702BEFE-D5C4-4FDD-BB0C-8CD36C4186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443288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1" name="Line 30">
            <a:extLst>
              <a:ext uri="{FF2B5EF4-FFF2-40B4-BE49-F238E27FC236}">
                <a16:creationId xmlns:a16="http://schemas.microsoft.com/office/drawing/2014/main" id="{7394A0D1-B71A-B9BE-E128-471172B801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3576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Line 31">
            <a:extLst>
              <a:ext uri="{FF2B5EF4-FFF2-40B4-BE49-F238E27FC236}">
                <a16:creationId xmlns:a16="http://schemas.microsoft.com/office/drawing/2014/main" id="{3B567C9F-E689-8D37-9D85-DA859A7B14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52720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3" name="Text Box 32">
            <a:extLst>
              <a:ext uri="{FF2B5EF4-FFF2-40B4-BE49-F238E27FC236}">
                <a16:creationId xmlns:a16="http://schemas.microsoft.com/office/drawing/2014/main" id="{C35FC2C8-78E9-81F1-7C94-A34D8BAE0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0434" name="Line 33">
            <a:extLst>
              <a:ext uri="{FF2B5EF4-FFF2-40B4-BE49-F238E27FC236}">
                <a16:creationId xmlns:a16="http://schemas.microsoft.com/office/drawing/2014/main" id="{BEF296A1-ED02-36A1-5099-0C68414E5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23622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5" name="Line 34">
            <a:extLst>
              <a:ext uri="{FF2B5EF4-FFF2-40B4-BE49-F238E27FC236}">
                <a16:creationId xmlns:a16="http://schemas.microsoft.com/office/drawing/2014/main" id="{7A1A7A76-BCE4-D5D0-D6B8-576333A9B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6" name="Line 35">
            <a:extLst>
              <a:ext uri="{FF2B5EF4-FFF2-40B4-BE49-F238E27FC236}">
                <a16:creationId xmlns:a16="http://schemas.microsoft.com/office/drawing/2014/main" id="{198E8206-4D4E-288E-6336-372D9E098B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300288"/>
            <a:ext cx="213360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7" name="Text Box 36">
            <a:extLst>
              <a:ext uri="{FF2B5EF4-FFF2-40B4-BE49-F238E27FC236}">
                <a16:creationId xmlns:a16="http://schemas.microsoft.com/office/drawing/2014/main" id="{EF47F65E-5992-6398-A39E-D0DC7ECB5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60438" name="Text Box 37">
            <a:extLst>
              <a:ext uri="{FF2B5EF4-FFF2-40B4-BE49-F238E27FC236}">
                <a16:creationId xmlns:a16="http://schemas.microsoft.com/office/drawing/2014/main" id="{AED47CE5-D6A5-3E12-0263-87B526D24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0439" name="Text Box 38">
            <a:extLst>
              <a:ext uri="{FF2B5EF4-FFF2-40B4-BE49-F238E27FC236}">
                <a16:creationId xmlns:a16="http://schemas.microsoft.com/office/drawing/2014/main" id="{33B64493-DCC8-7546-58F5-4D564E297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0440" name="Text Box 39">
            <a:extLst>
              <a:ext uri="{FF2B5EF4-FFF2-40B4-BE49-F238E27FC236}">
                <a16:creationId xmlns:a16="http://schemas.microsoft.com/office/drawing/2014/main" id="{1201F685-E182-3A91-D8B7-2BE1D0758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0441" name="Text Box 40">
            <a:extLst>
              <a:ext uri="{FF2B5EF4-FFF2-40B4-BE49-F238E27FC236}">
                <a16:creationId xmlns:a16="http://schemas.microsoft.com/office/drawing/2014/main" id="{3C136053-C603-7A50-844E-E4E487FED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0442" name="Text Box 41">
            <a:extLst>
              <a:ext uri="{FF2B5EF4-FFF2-40B4-BE49-F238E27FC236}">
                <a16:creationId xmlns:a16="http://schemas.microsoft.com/office/drawing/2014/main" id="{4F3DA0E6-7CC3-64AC-E3C1-40F965EF6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0443" name="Text Box 42">
            <a:extLst>
              <a:ext uri="{FF2B5EF4-FFF2-40B4-BE49-F238E27FC236}">
                <a16:creationId xmlns:a16="http://schemas.microsoft.com/office/drawing/2014/main" id="{8A7B5219-A42F-555D-4914-1A8A90404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44" name="Text Box 43">
            <a:extLst>
              <a:ext uri="{FF2B5EF4-FFF2-40B4-BE49-F238E27FC236}">
                <a16:creationId xmlns:a16="http://schemas.microsoft.com/office/drawing/2014/main" id="{D57A33B1-BEAA-06F3-3274-4EC7C71DA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45" name="Text Box 44">
            <a:extLst>
              <a:ext uri="{FF2B5EF4-FFF2-40B4-BE49-F238E27FC236}">
                <a16:creationId xmlns:a16="http://schemas.microsoft.com/office/drawing/2014/main" id="{940820B5-5F74-D182-D4E6-6851BDB94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46" name="Text Box 45">
            <a:extLst>
              <a:ext uri="{FF2B5EF4-FFF2-40B4-BE49-F238E27FC236}">
                <a16:creationId xmlns:a16="http://schemas.microsoft.com/office/drawing/2014/main" id="{B6DA40F8-8D71-AA1F-4D92-926C5BEA7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47" name="Text Box 46">
            <a:extLst>
              <a:ext uri="{FF2B5EF4-FFF2-40B4-BE49-F238E27FC236}">
                <a16:creationId xmlns:a16="http://schemas.microsoft.com/office/drawing/2014/main" id="{1C5E825A-2791-C7DD-C19F-5B8C08C6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48" name="Text Box 47">
            <a:extLst>
              <a:ext uri="{FF2B5EF4-FFF2-40B4-BE49-F238E27FC236}">
                <a16:creationId xmlns:a16="http://schemas.microsoft.com/office/drawing/2014/main" id="{ABD817C4-31CC-3BE5-2827-DDC40DF4C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[415]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49" name="Text Box 48">
            <a:extLst>
              <a:ext uri="{FF2B5EF4-FFF2-40B4-BE49-F238E27FC236}">
                <a16:creationId xmlns:a16="http://schemas.microsoft.com/office/drawing/2014/main" id="{72EADAB9-04A7-D4BD-121D-9064FFFC4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Goal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60450" name="Text Box 49">
            <a:extLst>
              <a:ext uri="{FF2B5EF4-FFF2-40B4-BE49-F238E27FC236}">
                <a16:creationId xmlns:a16="http://schemas.microsoft.com/office/drawing/2014/main" id="{38ED8CC4-E2CD-4C81-084E-850D6D651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[418]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grpSp>
        <p:nvGrpSpPr>
          <p:cNvPr id="60451" name="Group 50">
            <a:extLst>
              <a:ext uri="{FF2B5EF4-FFF2-40B4-BE49-F238E27FC236}">
                <a16:creationId xmlns:a16="http://schemas.microsoft.com/office/drawing/2014/main" id="{2682DAD5-3EF8-EB53-17A6-34CB7FE1F594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60489" name="Oval 51">
              <a:extLst>
                <a:ext uri="{FF2B5EF4-FFF2-40B4-BE49-F238E27FC236}">
                  <a16:creationId xmlns:a16="http://schemas.microsoft.com/office/drawing/2014/main" id="{571E4E13-DF95-C113-4FC3-38C144162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0490" name="Text Box 52">
              <a:extLst>
                <a:ext uri="{FF2B5EF4-FFF2-40B4-BE49-F238E27FC236}">
                  <a16:creationId xmlns:a16="http://schemas.microsoft.com/office/drawing/2014/main" id="{F2057950-9DF2-C0CE-B111-7FA1AB6FD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I</a:t>
              </a:r>
              <a:endParaRPr lang="en-GB" altLang="en-US" sz="1800" dirty="0">
                <a:latin typeface="Tahoma" panose="020B0604030504040204" pitchFamily="34" charset="0"/>
              </a:endParaRPr>
            </a:p>
          </p:txBody>
        </p:sp>
      </p:grpSp>
      <p:sp>
        <p:nvSpPr>
          <p:cNvPr id="60452" name="Line 53">
            <a:extLst>
              <a:ext uri="{FF2B5EF4-FFF2-40B4-BE49-F238E27FC236}">
                <a16:creationId xmlns:a16="http://schemas.microsoft.com/office/drawing/2014/main" id="{5009D375-14AC-F661-D608-38F0EB2475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343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53" name="Text Box 54">
            <a:extLst>
              <a:ext uri="{FF2B5EF4-FFF2-40B4-BE49-F238E27FC236}">
                <a16:creationId xmlns:a16="http://schemas.microsoft.com/office/drawing/2014/main" id="{3C45F455-1312-B38E-F4D5-8197C3666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9B55D-752A-4233-874D-262081E06D1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Group 50">
            <a:extLst>
              <a:ext uri="{FF2B5EF4-FFF2-40B4-BE49-F238E27FC236}">
                <a16:creationId xmlns:a16="http://schemas.microsoft.com/office/drawing/2014/main" id="{C694E09E-C4DF-515B-87F2-D950C613ADD2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074054464"/>
              </p:ext>
            </p:extLst>
          </p:nvPr>
        </p:nvGraphicFramePr>
        <p:xfrm>
          <a:off x="0" y="1524000"/>
          <a:ext cx="1335087" cy="4064000"/>
        </p:xfrm>
        <a:graphic>
          <a:graphicData uri="http://schemas.openxmlformats.org/drawingml/2006/table">
            <a:tbl>
              <a:tblPr/>
              <a:tblGrid>
                <a:gridCol w="70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State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h(n)</a:t>
                      </a:r>
                      <a:endParaRPr kumimoji="0" lang="en-GB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366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374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329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244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253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F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178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G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193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98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I</a:t>
                      </a:r>
                      <a:endParaRPr kumimoji="0" lang="en-GB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  <a:endParaRPr kumimoji="0" lang="en-GB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marL="91397" marR="913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1444" name="Group 3">
            <a:extLst>
              <a:ext uri="{FF2B5EF4-FFF2-40B4-BE49-F238E27FC236}">
                <a16:creationId xmlns:a16="http://schemas.microsoft.com/office/drawing/2014/main" id="{4C82CC9E-0A86-2709-D621-B7A1573158CE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843088"/>
            <a:ext cx="457200" cy="457200"/>
            <a:chOff x="1344" y="1248"/>
            <a:chExt cx="288" cy="288"/>
          </a:xfrm>
        </p:grpSpPr>
        <p:sp>
          <p:nvSpPr>
            <p:cNvPr id="61529" name="Oval 4">
              <a:extLst>
                <a:ext uri="{FF2B5EF4-FFF2-40B4-BE49-F238E27FC236}">
                  <a16:creationId xmlns:a16="http://schemas.microsoft.com/office/drawing/2014/main" id="{AD2B2CD7-6B72-8FCE-B995-76AF32554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30" name="Text Box 5">
              <a:extLst>
                <a:ext uri="{FF2B5EF4-FFF2-40B4-BE49-F238E27FC236}">
                  <a16:creationId xmlns:a16="http://schemas.microsoft.com/office/drawing/2014/main" id="{EA5022DA-0AC6-C0D1-213D-67E374743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A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1445" name="Group 6">
            <a:extLst>
              <a:ext uri="{FF2B5EF4-FFF2-40B4-BE49-F238E27FC236}">
                <a16:creationId xmlns:a16="http://schemas.microsoft.com/office/drawing/2014/main" id="{171F11D7-7B32-3B04-AB53-ED0AE3CE5F8C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971800"/>
            <a:ext cx="457200" cy="457200"/>
            <a:chOff x="1344" y="1248"/>
            <a:chExt cx="288" cy="288"/>
          </a:xfrm>
        </p:grpSpPr>
        <p:sp>
          <p:nvSpPr>
            <p:cNvPr id="61527" name="Oval 7">
              <a:extLst>
                <a:ext uri="{FF2B5EF4-FFF2-40B4-BE49-F238E27FC236}">
                  <a16:creationId xmlns:a16="http://schemas.microsoft.com/office/drawing/2014/main" id="{3597D6FB-F06C-2614-944B-FF0EA5713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28" name="Text Box 8">
              <a:extLst>
                <a:ext uri="{FF2B5EF4-FFF2-40B4-BE49-F238E27FC236}">
                  <a16:creationId xmlns:a16="http://schemas.microsoft.com/office/drawing/2014/main" id="{1AF35486-79FF-1669-7D87-157A5A743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B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1446" name="Group 9">
            <a:extLst>
              <a:ext uri="{FF2B5EF4-FFF2-40B4-BE49-F238E27FC236}">
                <a16:creationId xmlns:a16="http://schemas.microsoft.com/office/drawing/2014/main" id="{1AEF30DC-8639-C3F3-C8CF-5DE49E4E0FED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048000"/>
            <a:ext cx="457200" cy="457200"/>
            <a:chOff x="1344" y="1248"/>
            <a:chExt cx="288" cy="288"/>
          </a:xfrm>
        </p:grpSpPr>
        <p:sp>
          <p:nvSpPr>
            <p:cNvPr id="61525" name="Oval 10">
              <a:extLst>
                <a:ext uri="{FF2B5EF4-FFF2-40B4-BE49-F238E27FC236}">
                  <a16:creationId xmlns:a16="http://schemas.microsoft.com/office/drawing/2014/main" id="{D9313EAA-9A60-7681-B5AF-08197229C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26" name="Text Box 11">
              <a:extLst>
                <a:ext uri="{FF2B5EF4-FFF2-40B4-BE49-F238E27FC236}">
                  <a16:creationId xmlns:a16="http://schemas.microsoft.com/office/drawing/2014/main" id="{C2C17969-6A79-35DA-A494-1F8AE535A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1447" name="Group 12">
            <a:extLst>
              <a:ext uri="{FF2B5EF4-FFF2-40B4-BE49-F238E27FC236}">
                <a16:creationId xmlns:a16="http://schemas.microsoft.com/office/drawing/2014/main" id="{45AA52A6-C9F4-6957-37AB-78E82ABAE746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986088"/>
            <a:ext cx="457200" cy="457200"/>
            <a:chOff x="1344" y="1248"/>
            <a:chExt cx="288" cy="288"/>
          </a:xfrm>
        </p:grpSpPr>
        <p:sp>
          <p:nvSpPr>
            <p:cNvPr id="61523" name="Oval 13">
              <a:extLst>
                <a:ext uri="{FF2B5EF4-FFF2-40B4-BE49-F238E27FC236}">
                  <a16:creationId xmlns:a16="http://schemas.microsoft.com/office/drawing/2014/main" id="{67B692EE-C85E-75A4-51F2-38DCF90C0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24" name="Text Box 14">
              <a:extLst>
                <a:ext uri="{FF2B5EF4-FFF2-40B4-BE49-F238E27FC236}">
                  <a16:creationId xmlns:a16="http://schemas.microsoft.com/office/drawing/2014/main" id="{D32934BB-41E8-F749-DB38-F1E16D2E3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E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1448" name="Group 15">
            <a:extLst>
              <a:ext uri="{FF2B5EF4-FFF2-40B4-BE49-F238E27FC236}">
                <a16:creationId xmlns:a16="http://schemas.microsoft.com/office/drawing/2014/main" id="{D2C6DB83-6050-79D7-3E99-54D00D40746D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00488"/>
            <a:ext cx="457200" cy="457200"/>
            <a:chOff x="1344" y="1248"/>
            <a:chExt cx="288" cy="288"/>
          </a:xfrm>
        </p:grpSpPr>
        <p:sp>
          <p:nvSpPr>
            <p:cNvPr id="61521" name="Oval 16">
              <a:extLst>
                <a:ext uri="{FF2B5EF4-FFF2-40B4-BE49-F238E27FC236}">
                  <a16:creationId xmlns:a16="http://schemas.microsoft.com/office/drawing/2014/main" id="{FDC9ACD3-2C73-8143-7B30-84DD51BCC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22" name="Text Box 17">
              <a:extLst>
                <a:ext uri="{FF2B5EF4-FFF2-40B4-BE49-F238E27FC236}">
                  <a16:creationId xmlns:a16="http://schemas.microsoft.com/office/drawing/2014/main" id="{CC819040-B5CE-C12E-9B24-5989CEEC2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F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1449" name="Group 18">
            <a:extLst>
              <a:ext uri="{FF2B5EF4-FFF2-40B4-BE49-F238E27FC236}">
                <a16:creationId xmlns:a16="http://schemas.microsoft.com/office/drawing/2014/main" id="{B997F0DB-76B0-A4F1-4712-6D429154E49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715000"/>
            <a:ext cx="457200" cy="457200"/>
            <a:chOff x="1344" y="1248"/>
            <a:chExt cx="288" cy="288"/>
          </a:xfrm>
        </p:grpSpPr>
        <p:sp>
          <p:nvSpPr>
            <p:cNvPr id="61519" name="Oval 19">
              <a:extLst>
                <a:ext uri="{FF2B5EF4-FFF2-40B4-BE49-F238E27FC236}">
                  <a16:creationId xmlns:a16="http://schemas.microsoft.com/office/drawing/2014/main" id="{5416AA78-7CCC-F176-1EF3-1A74FBCEE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20" name="Text Box 20">
              <a:extLst>
                <a:ext uri="{FF2B5EF4-FFF2-40B4-BE49-F238E27FC236}">
                  <a16:creationId xmlns:a16="http://schemas.microsoft.com/office/drawing/2014/main" id="{42F38666-8ED2-73D7-9BA1-75142B573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61450" name="Line 21">
            <a:extLst>
              <a:ext uri="{FF2B5EF4-FFF2-40B4-BE49-F238E27FC236}">
                <a16:creationId xmlns:a16="http://schemas.microsoft.com/office/drawing/2014/main" id="{01C400D8-0096-AC6B-454F-A599332BD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443288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Text Box 22">
            <a:extLst>
              <a:ext uri="{FF2B5EF4-FFF2-40B4-BE49-F238E27FC236}">
                <a16:creationId xmlns:a16="http://schemas.microsoft.com/office/drawing/2014/main" id="{EF0E753F-26AD-5D39-6A18-05291F3E3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99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61452" name="Group 23">
            <a:extLst>
              <a:ext uri="{FF2B5EF4-FFF2-40B4-BE49-F238E27FC236}">
                <a16:creationId xmlns:a16="http://schemas.microsoft.com/office/drawing/2014/main" id="{B8E27485-432D-6405-D02E-DB254D6FE5E5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900488"/>
            <a:ext cx="457200" cy="457200"/>
            <a:chOff x="1344" y="1248"/>
            <a:chExt cx="288" cy="288"/>
          </a:xfrm>
        </p:grpSpPr>
        <p:sp>
          <p:nvSpPr>
            <p:cNvPr id="61517" name="Oval 24">
              <a:extLst>
                <a:ext uri="{FF2B5EF4-FFF2-40B4-BE49-F238E27FC236}">
                  <a16:creationId xmlns:a16="http://schemas.microsoft.com/office/drawing/2014/main" id="{4E5179A2-F6F3-D58E-49CA-B4BAFD4BC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18" name="Text Box 25">
              <a:extLst>
                <a:ext uri="{FF2B5EF4-FFF2-40B4-BE49-F238E27FC236}">
                  <a16:creationId xmlns:a16="http://schemas.microsoft.com/office/drawing/2014/main" id="{0A02E170-A2BB-83BF-016C-20ECC4178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G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grpSp>
        <p:nvGrpSpPr>
          <p:cNvPr id="61453" name="Group 26">
            <a:extLst>
              <a:ext uri="{FF2B5EF4-FFF2-40B4-BE49-F238E27FC236}">
                <a16:creationId xmlns:a16="http://schemas.microsoft.com/office/drawing/2014/main" id="{00C5A05D-2D21-CB0B-0298-C7D0766562DC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814888"/>
            <a:ext cx="457200" cy="457200"/>
            <a:chOff x="1344" y="1248"/>
            <a:chExt cx="288" cy="288"/>
          </a:xfrm>
        </p:grpSpPr>
        <p:sp>
          <p:nvSpPr>
            <p:cNvPr id="61515" name="Oval 27">
              <a:extLst>
                <a:ext uri="{FF2B5EF4-FFF2-40B4-BE49-F238E27FC236}">
                  <a16:creationId xmlns:a16="http://schemas.microsoft.com/office/drawing/2014/main" id="{563F1BD1-9BF9-772D-DBE0-CB8FF6915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16" name="Text Box 28">
              <a:extLst>
                <a:ext uri="{FF2B5EF4-FFF2-40B4-BE49-F238E27FC236}">
                  <a16:creationId xmlns:a16="http://schemas.microsoft.com/office/drawing/2014/main" id="{49D787F8-8E3B-DD82-68B9-0ADB22139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61454" name="Line 29">
            <a:extLst>
              <a:ext uri="{FF2B5EF4-FFF2-40B4-BE49-F238E27FC236}">
                <a16:creationId xmlns:a16="http://schemas.microsoft.com/office/drawing/2014/main" id="{53053B6C-9A39-ACFA-ADE0-64386924DF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443288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5" name="Line 30">
            <a:extLst>
              <a:ext uri="{FF2B5EF4-FFF2-40B4-BE49-F238E27FC236}">
                <a16:creationId xmlns:a16="http://schemas.microsoft.com/office/drawing/2014/main" id="{E771FC31-E786-FFC4-5B91-16CB55A78D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43576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6" name="Line 31">
            <a:extLst>
              <a:ext uri="{FF2B5EF4-FFF2-40B4-BE49-F238E27FC236}">
                <a16:creationId xmlns:a16="http://schemas.microsoft.com/office/drawing/2014/main" id="{F0633F43-194B-FF9F-28E0-57E2E1C36C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5272088"/>
            <a:ext cx="762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7" name="Text Box 32">
            <a:extLst>
              <a:ext uri="{FF2B5EF4-FFF2-40B4-BE49-F238E27FC236}">
                <a16:creationId xmlns:a16="http://schemas.microsoft.com/office/drawing/2014/main" id="{7E062139-C0E3-950A-6E5D-7ABB34879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670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80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1458" name="Line 33">
            <a:extLst>
              <a:ext uri="{FF2B5EF4-FFF2-40B4-BE49-F238E27FC236}">
                <a16:creationId xmlns:a16="http://schemas.microsoft.com/office/drawing/2014/main" id="{2F0191E8-4D34-D5C9-40F3-0933EC8DEF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2362200" cy="671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9" name="Line 34">
            <a:extLst>
              <a:ext uri="{FF2B5EF4-FFF2-40B4-BE49-F238E27FC236}">
                <a16:creationId xmlns:a16="http://schemas.microsoft.com/office/drawing/2014/main" id="{861157CB-6BFD-B5A7-8176-64CA861E0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00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60" name="Line 35">
            <a:extLst>
              <a:ext uri="{FF2B5EF4-FFF2-40B4-BE49-F238E27FC236}">
                <a16:creationId xmlns:a16="http://schemas.microsoft.com/office/drawing/2014/main" id="{7A140911-CF8D-316A-E46D-457061963B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300288"/>
            <a:ext cx="213360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61" name="Text Box 36">
            <a:extLst>
              <a:ext uri="{FF2B5EF4-FFF2-40B4-BE49-F238E27FC236}">
                <a16:creationId xmlns:a16="http://schemas.microsoft.com/office/drawing/2014/main" id="{DDE27EED-9B14-E148-B751-C37395008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Start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61462" name="Text Box 37">
            <a:extLst>
              <a:ext uri="{FF2B5EF4-FFF2-40B4-BE49-F238E27FC236}">
                <a16:creationId xmlns:a16="http://schemas.microsoft.com/office/drawing/2014/main" id="{50BC45CF-13E1-A675-6507-D9071CDAC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97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1463" name="Text Box 38">
            <a:extLst>
              <a:ext uri="{FF2B5EF4-FFF2-40B4-BE49-F238E27FC236}">
                <a16:creationId xmlns:a16="http://schemas.microsoft.com/office/drawing/2014/main" id="{D5E00FDE-64F0-9603-180E-9365F6F1E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4244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101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1464" name="Text Box 39">
            <a:extLst>
              <a:ext uri="{FF2B5EF4-FFF2-40B4-BE49-F238E27FC236}">
                <a16:creationId xmlns:a16="http://schemas.microsoft.com/office/drawing/2014/main" id="{7DC3C77A-9054-DF32-5652-2FEC7D1E2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002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75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1465" name="Text Box 40">
            <a:extLst>
              <a:ext uri="{FF2B5EF4-FFF2-40B4-BE49-F238E27FC236}">
                <a16:creationId xmlns:a16="http://schemas.microsoft.com/office/drawing/2014/main" id="{FB401842-CAFE-8B8B-2EB2-47BF4245F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002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118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1466" name="Text Box 41">
            <a:extLst>
              <a:ext uri="{FF2B5EF4-FFF2-40B4-BE49-F238E27FC236}">
                <a16:creationId xmlns:a16="http://schemas.microsoft.com/office/drawing/2014/main" id="{E3CB91D8-E421-D9E7-BCB9-73EE3B735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4317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Tahoma" panose="020B0604030504040204" pitchFamily="34" charset="0"/>
              </a:rPr>
              <a:t>140</a:t>
            </a:r>
            <a:endParaRPr lang="en-GB" altLang="en-US" sz="18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61467" name="Text Box 42">
            <a:extLst>
              <a:ext uri="{FF2B5EF4-FFF2-40B4-BE49-F238E27FC236}">
                <a16:creationId xmlns:a16="http://schemas.microsoft.com/office/drawing/2014/main" id="{4F4525D4-8DAC-31ED-A78A-E7C64726D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9860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[393]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68" name="Text Box 43">
            <a:extLst>
              <a:ext uri="{FF2B5EF4-FFF2-40B4-BE49-F238E27FC236}">
                <a16:creationId xmlns:a16="http://schemas.microsoft.com/office/drawing/2014/main" id="{0EB176B3-C0BF-607A-FD68-6643E7E21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971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[449]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69" name="Text Box 44">
            <a:extLst>
              <a:ext uri="{FF2B5EF4-FFF2-40B4-BE49-F238E27FC236}">
                <a16:creationId xmlns:a16="http://schemas.microsoft.com/office/drawing/2014/main" id="{214C6D4A-960B-08C7-B4BD-37F62AB86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4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[447]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70" name="Text Box 45">
            <a:extLst>
              <a:ext uri="{FF2B5EF4-FFF2-40B4-BE49-F238E27FC236}">
                <a16:creationId xmlns:a16="http://schemas.microsoft.com/office/drawing/2014/main" id="{7B2157CA-BAA6-5BD9-7904-A1C28E816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9004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[417]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71" name="Text Box 46">
            <a:extLst>
              <a:ext uri="{FF2B5EF4-FFF2-40B4-BE49-F238E27FC236}">
                <a16:creationId xmlns:a16="http://schemas.microsoft.com/office/drawing/2014/main" id="{C74239AE-A9AA-B5F4-5427-6CDB97CBB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976688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[413]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72" name="Text Box 47">
            <a:extLst>
              <a:ext uri="{FF2B5EF4-FFF2-40B4-BE49-F238E27FC236}">
                <a16:creationId xmlns:a16="http://schemas.microsoft.com/office/drawing/2014/main" id="{F94A370F-45C1-CBD5-13EE-2C211329B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[415]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73" name="Text Box 48">
            <a:extLst>
              <a:ext uri="{FF2B5EF4-FFF2-40B4-BE49-F238E27FC236}">
                <a16:creationId xmlns:a16="http://schemas.microsoft.com/office/drawing/2014/main" id="{D97576E6-2DDC-0334-D597-62DBC91E8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8054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</a:rPr>
              <a:t>Goal</a:t>
            </a:r>
            <a:endParaRPr lang="en-GB" altLang="en-US" sz="1800" b="1">
              <a:latin typeface="Tahoma" panose="020B0604030504040204" pitchFamily="34" charset="0"/>
            </a:endParaRPr>
          </a:p>
        </p:txBody>
      </p:sp>
      <p:sp>
        <p:nvSpPr>
          <p:cNvPr id="61474" name="Text Box 49">
            <a:extLst>
              <a:ext uri="{FF2B5EF4-FFF2-40B4-BE49-F238E27FC236}">
                <a16:creationId xmlns:a16="http://schemas.microsoft.com/office/drawing/2014/main" id="{84CE3E96-CC04-C194-F8FF-E82FDAEF8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791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accent2"/>
                </a:solidFill>
                <a:latin typeface="Tahoma" panose="020B0604030504040204" pitchFamily="34" charset="0"/>
              </a:rPr>
              <a:t>[418]</a:t>
            </a:r>
            <a:endParaRPr lang="en-GB" altLang="en-US" sz="18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grpSp>
        <p:nvGrpSpPr>
          <p:cNvPr id="61475" name="Group 50">
            <a:extLst>
              <a:ext uri="{FF2B5EF4-FFF2-40B4-BE49-F238E27FC236}">
                <a16:creationId xmlns:a16="http://schemas.microsoft.com/office/drawing/2014/main" id="{A0C89A84-92B2-F8D0-041F-4A5CD063247A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800600"/>
            <a:ext cx="457200" cy="457200"/>
            <a:chOff x="1344" y="1248"/>
            <a:chExt cx="288" cy="288"/>
          </a:xfrm>
        </p:grpSpPr>
        <p:sp>
          <p:nvSpPr>
            <p:cNvPr id="61513" name="Oval 51">
              <a:extLst>
                <a:ext uri="{FF2B5EF4-FFF2-40B4-BE49-F238E27FC236}">
                  <a16:creationId xmlns:a16="http://schemas.microsoft.com/office/drawing/2014/main" id="{75547047-5E2A-FEC2-4FEC-DF23E0C78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4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1514" name="Text Box 52">
              <a:extLst>
                <a:ext uri="{FF2B5EF4-FFF2-40B4-BE49-F238E27FC236}">
                  <a16:creationId xmlns:a16="http://schemas.microsoft.com/office/drawing/2014/main" id="{BFC604F5-E990-E7C1-DB2B-39E74F413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9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I</a:t>
              </a:r>
              <a:endParaRPr lang="en-GB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61476" name="Line 53">
            <a:extLst>
              <a:ext uri="{FF2B5EF4-FFF2-40B4-BE49-F238E27FC236}">
                <a16:creationId xmlns:a16="http://schemas.microsoft.com/office/drawing/2014/main" id="{6BBA5482-B5E0-F82C-3E4C-B150FBD3F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343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77" name="Text Box 54">
            <a:extLst>
              <a:ext uri="{FF2B5EF4-FFF2-40B4-BE49-F238E27FC236}">
                <a16:creationId xmlns:a16="http://schemas.microsoft.com/office/drawing/2014/main" id="{8FAE4146-4C0D-C50D-E9C6-FF32AB75F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[450]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5E19DD-BC20-A772-4E69-511A40C1F8D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80E2-EF20-3168-59ED-BE6488ABB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BEBD1E-1E33-4B15-5FF5-2128A116AC7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Exercise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FD9F1-A53B-BA1C-3AD3-3D5C717DD4E6}"/>
              </a:ext>
            </a:extLst>
          </p:cNvPr>
          <p:cNvSpPr txBox="1"/>
          <p:nvPr/>
        </p:nvSpPr>
        <p:spPr>
          <a:xfrm>
            <a:off x="452965" y="5692049"/>
            <a:ext cx="8238067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Show the current node and the nodes in the frontier for both Greedy search (f(n) = h(n)) and A* (f(n) = g(n) + h(n)) algorithms.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6CC880-86D3-BB1D-F90C-11622D4F9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9944"/>
            <a:ext cx="6020640" cy="3658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4524E10F-BFFA-F317-9812-A375807F9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196542"/>
                  </p:ext>
                </p:extLst>
              </p:nvPr>
            </p:nvGraphicFramePr>
            <p:xfrm>
              <a:off x="6743698" y="1945639"/>
              <a:ext cx="194733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3667">
                      <a:extLst>
                        <a:ext uri="{9D8B030D-6E8A-4147-A177-3AD203B41FA5}">
                          <a16:colId xmlns:a16="http://schemas.microsoft.com/office/drawing/2014/main" val="3606530203"/>
                        </a:ext>
                      </a:extLst>
                    </a:gridCol>
                    <a:gridCol w="973667">
                      <a:extLst>
                        <a:ext uri="{9D8B030D-6E8A-4147-A177-3AD203B41FA5}">
                          <a16:colId xmlns:a16="http://schemas.microsoft.com/office/drawing/2014/main" val="34850283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h(n)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056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4996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6551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5511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9510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cap="all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5314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cap="all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122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630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4524E10F-BFFA-F317-9812-A375807F9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196542"/>
                  </p:ext>
                </p:extLst>
              </p:nvPr>
            </p:nvGraphicFramePr>
            <p:xfrm>
              <a:off x="6743698" y="1945639"/>
              <a:ext cx="194733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3667">
                      <a:extLst>
                        <a:ext uri="{9D8B030D-6E8A-4147-A177-3AD203B41FA5}">
                          <a16:colId xmlns:a16="http://schemas.microsoft.com/office/drawing/2014/main" val="3606530203"/>
                        </a:ext>
                      </a:extLst>
                    </a:gridCol>
                    <a:gridCol w="973667">
                      <a:extLst>
                        <a:ext uri="{9D8B030D-6E8A-4147-A177-3AD203B41FA5}">
                          <a16:colId xmlns:a16="http://schemas.microsoft.com/office/drawing/2014/main" val="34850283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h(n)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056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4996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6551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5511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9510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25" t="-506557" r="-25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314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25" t="-606557" r="-250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122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6300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9627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7551-AFF0-FD3C-B586-DA11F7F1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683933-2B24-4DAD-EEA7-84908AE2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041"/>
            <a:ext cx="3804600" cy="23116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9F6D48-6C7E-ADF1-8E6C-CA93B882206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Exercise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8EE5F2-E77F-2626-3DBB-9677E430A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02357"/>
              </p:ext>
            </p:extLst>
          </p:nvPr>
        </p:nvGraphicFramePr>
        <p:xfrm>
          <a:off x="4047067" y="1932501"/>
          <a:ext cx="4643966" cy="18288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321983">
                  <a:extLst>
                    <a:ext uri="{9D8B030D-6E8A-4147-A177-3AD203B41FA5}">
                      <a16:colId xmlns:a16="http://schemas.microsoft.com/office/drawing/2014/main" val="3005145704"/>
                    </a:ext>
                  </a:extLst>
                </a:gridCol>
                <a:gridCol w="2321983">
                  <a:extLst>
                    <a:ext uri="{9D8B030D-6E8A-4147-A177-3AD203B41FA5}">
                      <a16:colId xmlns:a16="http://schemas.microsoft.com/office/drawing/2014/main" val="389733349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MU Serif (Headings)"/>
                        </a:rPr>
                        <a:t>Current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MU Serif (Headings)"/>
                        </a:rPr>
                        <a:t>Frontier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1320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endParaRPr lang="en-US" sz="1800" b="0" cap="all" baseline="0" dirty="0">
                        <a:latin typeface="CMU Serif (Headings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all" baseline="0" dirty="0">
                          <a:latin typeface="CMU Serif (Headings)"/>
                        </a:rPr>
                        <a:t>S8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0555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all" baseline="0" dirty="0">
                          <a:latin typeface="CMU Serif (Headings)"/>
                        </a:rPr>
                        <a:t>S8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all" baseline="0" dirty="0">
                          <a:solidFill>
                            <a:schemeClr val="accent1"/>
                          </a:solidFill>
                          <a:latin typeface="CMU Serif (Headings)"/>
                        </a:rPr>
                        <a:t>C3, B4, A8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938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all" baseline="0" dirty="0">
                          <a:latin typeface="CMU Serif (Headings)"/>
                        </a:rPr>
                        <a:t>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all" baseline="0" dirty="0">
                          <a:solidFill>
                            <a:schemeClr val="accent1"/>
                          </a:solidFill>
                          <a:latin typeface="CMU Serif (Headings)"/>
                        </a:rPr>
                        <a:t>G0</a:t>
                      </a:r>
                      <a:r>
                        <a:rPr lang="en-US" sz="1800" b="0" cap="all" baseline="0" dirty="0">
                          <a:solidFill>
                            <a:schemeClr val="tx1"/>
                          </a:solidFill>
                          <a:latin typeface="CMU Serif (Headings)"/>
                        </a:rPr>
                        <a:t>, B4, A8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0656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all" baseline="0" dirty="0">
                          <a:latin typeface="CMU Serif (Headings)"/>
                        </a:rPr>
                        <a:t>G0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cap="all" baseline="0" dirty="0">
                          <a:latin typeface="CMU Serif (Headings)"/>
                        </a:rPr>
                        <a:t>B4, A8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60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488B43-EBFC-C7DA-3E4E-0776D3FB5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632166"/>
                  </p:ext>
                </p:extLst>
              </p:nvPr>
            </p:nvGraphicFramePr>
            <p:xfrm>
              <a:off x="4047067" y="4328518"/>
              <a:ext cx="4618566" cy="219456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871133">
                      <a:extLst>
                        <a:ext uri="{9D8B030D-6E8A-4147-A177-3AD203B41FA5}">
                          <a16:colId xmlns:a16="http://schemas.microsoft.com/office/drawing/2014/main" val="3005145704"/>
                        </a:ext>
                      </a:extLst>
                    </a:gridCol>
                    <a:gridCol w="2747433">
                      <a:extLst>
                        <a:ext uri="{9D8B030D-6E8A-4147-A177-3AD203B41FA5}">
                          <a16:colId xmlns:a16="http://schemas.microsoft.com/office/drawing/2014/main" val="3897333497"/>
                        </a:ext>
                      </a:extLst>
                    </a:gridCol>
                  </a:tblGrid>
                  <a:tr h="182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+mj-lt"/>
                            </a:rPr>
                            <a:t>Current Node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+mj-lt"/>
                            </a:rPr>
                            <a:t>Frontier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413209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cap="all" baseline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S8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3055560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S8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solidFill>
                                <a:schemeClr val="accent1"/>
                              </a:solidFill>
                              <a:latin typeface="+mj-lt"/>
                            </a:rPr>
                            <a:t>A9, B9, C11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2938111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A9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B9, </a:t>
                          </a:r>
                          <a:r>
                            <a:rPr lang="en-US" sz="1800" b="0" cap="all" baseline="0" dirty="0">
                              <a:solidFill>
                                <a:schemeClr val="accent1"/>
                              </a:solidFill>
                              <a:latin typeface="+mj-lt"/>
                            </a:rPr>
                            <a:t>G10</a:t>
                          </a:r>
                          <a:r>
                            <a:rPr lang="en-US" sz="1800" b="0" cap="all" baseline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, C11, D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cap="all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∞,</m:t>
                              </m:r>
                            </m:oMath>
                          </a14:m>
                          <a:r>
                            <a:rPr lang="en-US" sz="1800" b="0" cap="all" baseline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E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cap="all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sz="1800" b="0" cap="all" baseline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8065634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B9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solidFill>
                                <a:schemeClr val="accent1"/>
                              </a:solidFill>
                              <a:latin typeface="+mj-lt"/>
                            </a:rPr>
                            <a:t>G9</a:t>
                          </a:r>
                          <a:r>
                            <a:rPr lang="en-US" sz="1800" b="0" cap="all" baseline="0" dirty="0">
                              <a:latin typeface="+mj-lt"/>
                            </a:rPr>
                            <a:t>, G10, C11</a:t>
                          </a:r>
                          <a:r>
                            <a:rPr lang="en-US" sz="1800" b="0" cap="all" baseline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, D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cap="all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∞,</m:t>
                              </m:r>
                            </m:oMath>
                          </a14:m>
                          <a:r>
                            <a:rPr lang="en-US" sz="1800" b="0" cap="all" baseline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E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cap="all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sz="1800" b="0" cap="all" baseline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760505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G9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G10, C11</a:t>
                          </a:r>
                          <a:r>
                            <a:rPr lang="en-US" sz="1800" b="0" cap="all" baseline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, D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cap="all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∞,</m:t>
                              </m:r>
                            </m:oMath>
                          </a14:m>
                          <a:r>
                            <a:rPr lang="en-US" sz="1800" b="0" cap="all" baseline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E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cap="all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sz="1800" b="0" cap="all" baseline="0" dirty="0">
                            <a:latin typeface="+mj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2938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488B43-EBFC-C7DA-3E4E-0776D3FB56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632166"/>
                  </p:ext>
                </p:extLst>
              </p:nvPr>
            </p:nvGraphicFramePr>
            <p:xfrm>
              <a:off x="4047067" y="4328518"/>
              <a:ext cx="4618566" cy="219456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871133">
                      <a:extLst>
                        <a:ext uri="{9D8B030D-6E8A-4147-A177-3AD203B41FA5}">
                          <a16:colId xmlns:a16="http://schemas.microsoft.com/office/drawing/2014/main" val="3005145704"/>
                        </a:ext>
                      </a:extLst>
                    </a:gridCol>
                    <a:gridCol w="2747433">
                      <a:extLst>
                        <a:ext uri="{9D8B030D-6E8A-4147-A177-3AD203B41FA5}">
                          <a16:colId xmlns:a16="http://schemas.microsoft.com/office/drawing/2014/main" val="389733349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+mj-lt"/>
                            </a:rPr>
                            <a:t>Current Node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latin typeface="+mj-lt"/>
                            </a:rPr>
                            <a:t>Frontier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41320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cap="all" baseline="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S8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30555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S8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solidFill>
                                <a:schemeClr val="accent1"/>
                              </a:solidFill>
                              <a:latin typeface="+mj-lt"/>
                            </a:rPr>
                            <a:t>A9, B9, C11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29381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A9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7920" t="-310000" r="-442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80656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B9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7920" t="-410000" r="-442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605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cap="all" baseline="0" dirty="0">
                              <a:latin typeface="+mj-lt"/>
                            </a:rPr>
                            <a:t>G9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7920" t="-510000" r="-44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2938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3B08C01-E090-8A91-33AC-522C66D49A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650484"/>
                  </p:ext>
                </p:extLst>
              </p:nvPr>
            </p:nvGraphicFramePr>
            <p:xfrm>
              <a:off x="452966" y="3606697"/>
              <a:ext cx="194733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3667">
                      <a:extLst>
                        <a:ext uri="{9D8B030D-6E8A-4147-A177-3AD203B41FA5}">
                          <a16:colId xmlns:a16="http://schemas.microsoft.com/office/drawing/2014/main" val="3606530203"/>
                        </a:ext>
                      </a:extLst>
                    </a:gridCol>
                    <a:gridCol w="973667">
                      <a:extLst>
                        <a:ext uri="{9D8B030D-6E8A-4147-A177-3AD203B41FA5}">
                          <a16:colId xmlns:a16="http://schemas.microsoft.com/office/drawing/2014/main" val="34850283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h(n)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056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4996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6551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5511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9510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cap="all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5314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cap="all" baseline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122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630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3B08C01-E090-8A91-33AC-522C66D49A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650484"/>
                  </p:ext>
                </p:extLst>
              </p:nvPr>
            </p:nvGraphicFramePr>
            <p:xfrm>
              <a:off x="452966" y="3606697"/>
              <a:ext cx="194733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3667">
                      <a:extLst>
                        <a:ext uri="{9D8B030D-6E8A-4147-A177-3AD203B41FA5}">
                          <a16:colId xmlns:a16="http://schemas.microsoft.com/office/drawing/2014/main" val="3606530203"/>
                        </a:ext>
                      </a:extLst>
                    </a:gridCol>
                    <a:gridCol w="973667">
                      <a:extLst>
                        <a:ext uri="{9D8B030D-6E8A-4147-A177-3AD203B41FA5}">
                          <a16:colId xmlns:a16="http://schemas.microsoft.com/office/drawing/2014/main" val="34850283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h(n)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240566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4996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6551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5511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95102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625" t="-506557" r="-25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314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625" t="-606557" r="-250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122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36300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10C647B-6B54-77F3-5339-60ADD9C105E9}"/>
              </a:ext>
            </a:extLst>
          </p:cNvPr>
          <p:cNvSpPr txBox="1"/>
          <p:nvPr/>
        </p:nvSpPr>
        <p:spPr>
          <a:xfrm>
            <a:off x="4047067" y="1498490"/>
            <a:ext cx="3606800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Greedy search (f(n) = h(n))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DA22F-BB40-570A-ADDC-E6B0593DA2F6}"/>
              </a:ext>
            </a:extLst>
          </p:cNvPr>
          <p:cNvSpPr txBox="1"/>
          <p:nvPr/>
        </p:nvSpPr>
        <p:spPr>
          <a:xfrm>
            <a:off x="4047068" y="3891021"/>
            <a:ext cx="3606800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A* (f(n) = g(n) + h(n))</a:t>
            </a:r>
          </a:p>
        </p:txBody>
      </p:sp>
    </p:spTree>
    <p:extLst>
      <p:ext uri="{BB962C8B-B14F-4D97-AF65-F5344CB8AC3E}">
        <p14:creationId xmlns:p14="http://schemas.microsoft.com/office/powerpoint/2010/main" val="12911403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69C7BE55-4A43-9789-BF56-4D81E50CEC0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52966" y="1407424"/>
            <a:ext cx="3818467" cy="3714910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Admissibility</a:t>
            </a:r>
          </a:p>
          <a:p>
            <a:pPr lvl="1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An admissible heuristic </a:t>
            </a:r>
            <a:r>
              <a:rPr lang="en-US" altLang="en-US" sz="2200" i="1" dirty="0">
                <a:solidFill>
                  <a:schemeClr val="tx1"/>
                </a:solidFill>
                <a:latin typeface="+mj-lt"/>
              </a:rPr>
              <a:t>never overestimates </a:t>
            </a: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the cost to reach the goal</a:t>
            </a:r>
          </a:p>
          <a:p>
            <a:pPr lvl="1" eaLnBrk="1" hangingPunct="1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Straight-line distance </a:t>
            </a:r>
            <a:r>
              <a:rPr lang="en-US" altLang="en-US" sz="2200" i="1" dirty="0">
                <a:solidFill>
                  <a:schemeClr val="tx1"/>
                </a:solidFill>
                <a:latin typeface="+mj-lt"/>
              </a:rPr>
              <a:t>h</a:t>
            </a:r>
            <a:r>
              <a:rPr lang="en-US" altLang="en-US" sz="2200" i="1" baseline="-25000" dirty="0">
                <a:solidFill>
                  <a:schemeClr val="tx1"/>
                </a:solidFill>
                <a:latin typeface="+mj-lt"/>
              </a:rPr>
              <a:t>SLD</a:t>
            </a:r>
            <a:r>
              <a:rPr lang="en-US" altLang="en-US" sz="2200" dirty="0">
                <a:solidFill>
                  <a:schemeClr val="tx1"/>
                </a:solidFill>
                <a:latin typeface="+mj-lt"/>
              </a:rPr>
              <a:t> obviously is an admissible heuristic</a:t>
            </a: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A* is optimal if h is admissible or consistent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8611560-1400-3093-3B0C-33E67D30030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23833" y="3619500"/>
            <a:ext cx="4267200" cy="3005667"/>
          </a:xfrm>
        </p:spPr>
        <p:txBody>
          <a:bodyPr>
            <a:noAutofit/>
          </a:bodyPr>
          <a:lstStyle/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The admissible heuristic h is consistent (</a:t>
            </a:r>
            <a:r>
              <a:rPr lang="en-US" altLang="en-US" sz="2000" dirty="0">
                <a:solidFill>
                  <a:srgbClr val="00B050"/>
                </a:solidFill>
                <a:latin typeface="+mj-lt"/>
              </a:rPr>
              <a:t>monotone restriction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) if for every node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and every successor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’ of 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:</a:t>
            </a:r>
            <a:br>
              <a:rPr lang="en-US" altLang="en-US" sz="2000" dirty="0">
                <a:latin typeface="+mj-lt"/>
              </a:rPr>
            </a:br>
            <a:br>
              <a:rPr lang="en-US" altLang="en-US" sz="2000" dirty="0">
                <a:latin typeface="+mj-lt"/>
              </a:rPr>
            </a:br>
            <a:r>
              <a:rPr lang="en-US" altLang="en-US" sz="2000" i="1" dirty="0">
                <a:solidFill>
                  <a:srgbClr val="CC6600"/>
                </a:solidFill>
                <a:latin typeface="+mj-lt"/>
              </a:rPr>
              <a:t>h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(</a:t>
            </a:r>
            <a:r>
              <a:rPr lang="en-US" altLang="en-US" sz="2000" i="1" dirty="0">
                <a:solidFill>
                  <a:srgbClr val="CC6600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) </a:t>
            </a:r>
            <a:r>
              <a:rPr lang="en-US" altLang="en-US" sz="2000" b="1" dirty="0">
                <a:solidFill>
                  <a:srgbClr val="CC6600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 </a:t>
            </a:r>
            <a:r>
              <a:rPr lang="en-US" altLang="en-US" sz="2000" i="1" dirty="0">
                <a:solidFill>
                  <a:srgbClr val="CC6600"/>
                </a:solidFill>
                <a:latin typeface="+mj-lt"/>
              </a:rPr>
              <a:t>c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(</a:t>
            </a:r>
            <a:r>
              <a:rPr lang="en-US" altLang="en-US" sz="2000" i="1" dirty="0">
                <a:solidFill>
                  <a:srgbClr val="CC6600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,</a:t>
            </a:r>
            <a:r>
              <a:rPr lang="en-US" altLang="en-US" sz="2000" i="1" dirty="0">
                <a:solidFill>
                  <a:srgbClr val="CC6600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’) + </a:t>
            </a:r>
            <a:r>
              <a:rPr lang="en-US" altLang="en-US" sz="2000" i="1" dirty="0">
                <a:solidFill>
                  <a:srgbClr val="CC6600"/>
                </a:solidFill>
                <a:latin typeface="+mj-lt"/>
              </a:rPr>
              <a:t>h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(</a:t>
            </a:r>
            <a:r>
              <a:rPr lang="en-US" altLang="en-US" sz="2000" i="1" dirty="0">
                <a:solidFill>
                  <a:srgbClr val="CC6600"/>
                </a:solidFill>
                <a:latin typeface="+mj-lt"/>
              </a:rPr>
              <a:t>N</a:t>
            </a:r>
            <a:r>
              <a:rPr lang="en-US" altLang="en-US" sz="2000" dirty="0">
                <a:solidFill>
                  <a:srgbClr val="CC6600"/>
                </a:solidFill>
                <a:latin typeface="+mj-lt"/>
              </a:rPr>
              <a:t>’)</a:t>
            </a:r>
            <a:br>
              <a:rPr lang="en-US" altLang="en-US" sz="2000" dirty="0">
                <a:latin typeface="+mj-lt"/>
              </a:rPr>
            </a:b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(triangular inequality)</a:t>
            </a: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A consistent heuristic is admissible.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F131251-FF9A-5127-960D-847C1C945F49}"/>
              </a:ext>
            </a:extLst>
          </p:cNvPr>
          <p:cNvGrpSpPr>
            <a:grpSpLocks/>
          </p:cNvGrpSpPr>
          <p:nvPr/>
        </p:nvGrpSpPr>
        <p:grpSpPr bwMode="auto">
          <a:xfrm>
            <a:off x="5815011" y="1287734"/>
            <a:ext cx="1781175" cy="2057400"/>
            <a:chOff x="3888" y="2496"/>
            <a:chExt cx="1122" cy="1344"/>
          </a:xfrm>
        </p:grpSpPr>
        <p:grpSp>
          <p:nvGrpSpPr>
            <p:cNvPr id="62472" name="Group 5">
              <a:extLst>
                <a:ext uri="{FF2B5EF4-FFF2-40B4-BE49-F238E27FC236}">
                  <a16:creationId xmlns:a16="http://schemas.microsoft.com/office/drawing/2014/main" id="{550C8547-E3FE-0D20-D5DE-8D16B3CB8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592"/>
              <a:ext cx="480" cy="1248"/>
              <a:chOff x="3840" y="2304"/>
              <a:chExt cx="480" cy="1248"/>
            </a:xfrm>
          </p:grpSpPr>
          <p:sp>
            <p:nvSpPr>
              <p:cNvPr id="62478" name="Oval 6">
                <a:extLst>
                  <a:ext uri="{FF2B5EF4-FFF2-40B4-BE49-F238E27FC236}">
                    <a16:creationId xmlns:a16="http://schemas.microsoft.com/office/drawing/2014/main" id="{9D5FB69E-9BEA-E3E3-4BEB-1537FCA25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30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62479" name="Oval 7">
                <a:extLst>
                  <a:ext uri="{FF2B5EF4-FFF2-40B4-BE49-F238E27FC236}">
                    <a16:creationId xmlns:a16="http://schemas.microsoft.com/office/drawing/2014/main" id="{87CE4A0B-61B2-9FF4-3691-1AEAA8D84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8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62480" name="Oval 8">
                <a:extLst>
                  <a:ext uri="{FF2B5EF4-FFF2-40B4-BE49-F238E27FC236}">
                    <a16:creationId xmlns:a16="http://schemas.microsoft.com/office/drawing/2014/main" id="{3005071D-618E-054D-F8B0-A9B41C9C72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456"/>
                <a:ext cx="96" cy="96"/>
              </a:xfrm>
              <a:prstGeom prst="ellipse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Perpetua" panose="02020502060401020303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62481" name="Line 9">
                <a:extLst>
                  <a:ext uri="{FF2B5EF4-FFF2-40B4-BE49-F238E27FC236}">
                    <a16:creationId xmlns:a16="http://schemas.microsoft.com/office/drawing/2014/main" id="{07874488-63BA-3620-CBA0-4C639A1BE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88" y="2400"/>
                <a:ext cx="192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482" name="Line 10">
                <a:extLst>
                  <a:ext uri="{FF2B5EF4-FFF2-40B4-BE49-F238E27FC236}">
                    <a16:creationId xmlns:a16="http://schemas.microsoft.com/office/drawing/2014/main" id="{4A28B19F-9B02-DE02-8FD3-F98C5A362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976"/>
                <a:ext cx="384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483" name="Line 11">
                <a:extLst>
                  <a:ext uri="{FF2B5EF4-FFF2-40B4-BE49-F238E27FC236}">
                    <a16:creationId xmlns:a16="http://schemas.microsoft.com/office/drawing/2014/main" id="{0EC95186-981A-BEF3-AFF7-D10D98CE9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400"/>
                <a:ext cx="192" cy="10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62473" name="Text Box 12">
              <a:extLst>
                <a:ext uri="{FF2B5EF4-FFF2-40B4-BE49-F238E27FC236}">
                  <a16:creationId xmlns:a16="http://schemas.microsoft.com/office/drawing/2014/main" id="{DD43294F-C74A-D929-F770-20888B559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4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62474" name="Text Box 13">
              <a:extLst>
                <a:ext uri="{FF2B5EF4-FFF2-40B4-BE49-F238E27FC236}">
                  <a16:creationId xmlns:a16="http://schemas.microsoft.com/office/drawing/2014/main" id="{2CC31194-3FA9-E787-13D7-C6996FD8C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072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N’</a:t>
              </a:r>
            </a:p>
          </p:txBody>
        </p:sp>
        <p:sp>
          <p:nvSpPr>
            <p:cNvPr id="62475" name="Text Box 14">
              <a:extLst>
                <a:ext uri="{FF2B5EF4-FFF2-40B4-BE49-F238E27FC236}">
                  <a16:creationId xmlns:a16="http://schemas.microsoft.com/office/drawing/2014/main" id="{332DE92A-57D2-4EAB-71FF-005A991FE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3072"/>
              <a:ext cx="4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6600"/>
                  </a:solidFill>
                  <a:latin typeface="Tahoma" panose="020B0604030504040204" pitchFamily="34" charset="0"/>
                </a:rPr>
                <a:t>h(N)</a:t>
              </a:r>
            </a:p>
          </p:txBody>
        </p:sp>
        <p:sp>
          <p:nvSpPr>
            <p:cNvPr id="62476" name="Text Box 15">
              <a:extLst>
                <a:ext uri="{FF2B5EF4-FFF2-40B4-BE49-F238E27FC236}">
                  <a16:creationId xmlns:a16="http://schemas.microsoft.com/office/drawing/2014/main" id="{E4C37DF5-A33F-1EE0-BF1C-D86AF5393D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408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CC6600"/>
                  </a:solidFill>
                  <a:latin typeface="Tahoma" panose="020B0604030504040204" pitchFamily="34" charset="0"/>
                </a:rPr>
                <a:t>h(N’)</a:t>
              </a:r>
            </a:p>
          </p:txBody>
        </p:sp>
        <p:sp>
          <p:nvSpPr>
            <p:cNvPr id="62477" name="Text Box 16">
              <a:extLst>
                <a:ext uri="{FF2B5EF4-FFF2-40B4-BE49-F238E27FC236}">
                  <a16:creationId xmlns:a16="http://schemas.microsoft.com/office/drawing/2014/main" id="{B3058E31-EF65-1AE6-BDB1-C52B5BA18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784"/>
              <a:ext cx="5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6600"/>
                  </a:solidFill>
                  <a:latin typeface="Tahoma" panose="020B0604030504040204" pitchFamily="34" charset="0"/>
                </a:rPr>
                <a:t>c(N,N’)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2E7B79E-990A-8555-E4E6-87DCBAF5A5E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Conditions for Optimality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>
            <a:extLst>
              <a:ext uri="{FF2B5EF4-FFF2-40B4-BE49-F238E27FC236}">
                <a16:creationId xmlns:a16="http://schemas.microsoft.com/office/drawing/2014/main" id="{FE03F83E-C44E-A33D-410B-79DE7C6BB86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2966" y="1821141"/>
            <a:ext cx="7772400" cy="408859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E.g., for the 8-puzzle: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h</a:t>
            </a:r>
            <a:r>
              <a:rPr lang="en-US" altLang="en-US" sz="2000" i="1" baseline="-25000" dirty="0">
                <a:solidFill>
                  <a:schemeClr val="tx1"/>
                </a:solidFill>
                <a:latin typeface="+mj-lt"/>
              </a:rPr>
              <a:t>1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(n) 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= number of misplaced tiles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h</a:t>
            </a:r>
            <a:r>
              <a:rPr lang="en-US" altLang="en-US" sz="2000" i="1" baseline="-25000" dirty="0">
                <a:solidFill>
                  <a:schemeClr val="tx1"/>
                </a:solidFill>
                <a:latin typeface="+mj-lt"/>
              </a:rPr>
              <a:t>2</a:t>
            </a:r>
            <a:r>
              <a:rPr lang="en-US" altLang="en-US" sz="2000" i="1" dirty="0">
                <a:solidFill>
                  <a:schemeClr val="tx1"/>
                </a:solidFill>
                <a:latin typeface="+mj-lt"/>
              </a:rPr>
              <a:t>(n) 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= total Manhattan distance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(i.e., no. of squares from desired location of each tile)
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h</a:t>
            </a:r>
            <a:r>
              <a:rPr lang="en-US" altLang="en-US" sz="2000" baseline="-25000" dirty="0">
                <a:solidFill>
                  <a:schemeClr val="tx1"/>
                </a:solidFill>
                <a:latin typeface="+mj-lt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(S) = ?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h</a:t>
            </a:r>
            <a:r>
              <a:rPr lang="en-US" altLang="en-US" sz="2000" baseline="-25000" dirty="0">
                <a:solidFill>
                  <a:schemeClr val="tx1"/>
                </a:solidFill>
                <a:latin typeface="+mj-lt"/>
              </a:rPr>
              <a:t>2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(S) = ? </a:t>
            </a:r>
          </a:p>
        </p:txBody>
      </p:sp>
      <p:pic>
        <p:nvPicPr>
          <p:cNvPr id="87044" name="Picture 4" descr="8puzzle">
            <a:extLst>
              <a:ext uri="{FF2B5EF4-FFF2-40B4-BE49-F238E27FC236}">
                <a16:creationId xmlns:a16="http://schemas.microsoft.com/office/drawing/2014/main" id="{7261DFC5-21A8-748E-C71E-90683AD6C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218" y="4059515"/>
            <a:ext cx="42576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8906E7-FA2F-3814-836C-73C42811CD61}"/>
              </a:ext>
            </a:extLst>
          </p:cNvPr>
          <p:cNvSpPr txBox="1"/>
          <p:nvPr/>
        </p:nvSpPr>
        <p:spPr>
          <a:xfrm>
            <a:off x="452966" y="636310"/>
            <a:ext cx="8238067" cy="110799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Effect of Heuristic Accuracy on Performance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>
            <a:extLst>
              <a:ext uri="{FF2B5EF4-FFF2-40B4-BE49-F238E27FC236}">
                <a16:creationId xmlns:a16="http://schemas.microsoft.com/office/drawing/2014/main" id="{6ED21077-2826-8FF9-FD44-49D5A508202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2966" y="1934633"/>
            <a:ext cx="7772400" cy="254423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E.g., for the 8-puzzle: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>
                <a:solidFill>
                  <a:schemeClr val="tx1"/>
                </a:solidFill>
              </a:rPr>
              <a:t>h</a:t>
            </a:r>
            <a:r>
              <a:rPr lang="en-US" altLang="en-US" sz="2000" i="1" baseline="-25000" dirty="0">
                <a:solidFill>
                  <a:schemeClr val="tx1"/>
                </a:solidFill>
              </a:rPr>
              <a:t>1</a:t>
            </a:r>
            <a:r>
              <a:rPr lang="en-US" altLang="en-US" sz="2000" i="1" dirty="0">
                <a:solidFill>
                  <a:schemeClr val="tx1"/>
                </a:solidFill>
              </a:rPr>
              <a:t>(n) </a:t>
            </a:r>
            <a:r>
              <a:rPr lang="en-US" altLang="en-US" sz="2000" dirty="0">
                <a:solidFill>
                  <a:schemeClr val="tx1"/>
                </a:solidFill>
              </a:rPr>
              <a:t>= number of misplaced tiles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i="1" dirty="0">
                <a:solidFill>
                  <a:schemeClr val="tx1"/>
                </a:solidFill>
              </a:rPr>
              <a:t>h</a:t>
            </a:r>
            <a:r>
              <a:rPr lang="en-US" altLang="en-US" sz="2000" i="1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i="1" dirty="0">
                <a:solidFill>
                  <a:schemeClr val="tx1"/>
                </a:solidFill>
              </a:rPr>
              <a:t>(n) </a:t>
            </a:r>
            <a:r>
              <a:rPr lang="en-US" altLang="en-US" sz="2000" dirty="0">
                <a:solidFill>
                  <a:schemeClr val="tx1"/>
                </a:solidFill>
              </a:rPr>
              <a:t>= total Manhattan distance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(i.e., no. of squares from desired location of each tile)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1</a:t>
            </a:r>
            <a:r>
              <a:rPr lang="en-US" altLang="en-US" sz="2000" dirty="0">
                <a:solidFill>
                  <a:schemeClr val="tx1"/>
                </a:solidFill>
              </a:rPr>
              <a:t>(S) = ? 8</a:t>
            </a:r>
            <a:endParaRPr lang="en-US" altLang="en-US" sz="2000" u="sng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(S) = ? 3+1+2+2+2+3+3+2 = 18 </a:t>
            </a:r>
          </a:p>
        </p:txBody>
      </p:sp>
      <p:pic>
        <p:nvPicPr>
          <p:cNvPr id="88068" name="Picture 4" descr="8puzzle">
            <a:extLst>
              <a:ext uri="{FF2B5EF4-FFF2-40B4-BE49-F238E27FC236}">
                <a16:creationId xmlns:a16="http://schemas.microsoft.com/office/drawing/2014/main" id="{587A106C-DAB1-DC44-25B6-CDC591534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1" y="4695825"/>
            <a:ext cx="42576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D2735C-4826-AC54-893C-1703A51A5D2B}"/>
              </a:ext>
            </a:extLst>
          </p:cNvPr>
          <p:cNvSpPr txBox="1"/>
          <p:nvPr/>
        </p:nvSpPr>
        <p:spPr>
          <a:xfrm>
            <a:off x="452966" y="636310"/>
            <a:ext cx="8238067" cy="110799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Effect of Heuristic Accuracy on Performance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>
            <a:extLst>
              <a:ext uri="{FF2B5EF4-FFF2-40B4-BE49-F238E27FC236}">
                <a16:creationId xmlns:a16="http://schemas.microsoft.com/office/drawing/2014/main" id="{38DE31D2-2489-F22C-CB3C-7231155828C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2963" y="1371600"/>
            <a:ext cx="8238067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If 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(n) </a:t>
            </a:r>
            <a: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  <a:t>≥</a:t>
            </a:r>
            <a:r>
              <a:rPr lang="en-US" altLang="en-US" sz="2000" dirty="0">
                <a:solidFill>
                  <a:schemeClr val="tx1"/>
                </a:solidFill>
              </a:rPr>
              <a:t> 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1</a:t>
            </a:r>
            <a:r>
              <a:rPr lang="en-US" altLang="en-US" sz="2000" dirty="0">
                <a:solidFill>
                  <a:schemeClr val="tx1"/>
                </a:solidFill>
              </a:rPr>
              <a:t>(n) for all n (both admissible)</a:t>
            </a: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then 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>
                <a:solidFill>
                  <a:schemeClr val="accent1"/>
                </a:solidFill>
              </a:rPr>
              <a:t>dominates</a:t>
            </a:r>
            <a:r>
              <a:rPr lang="en-US" altLang="en-US" sz="2000" dirty="0">
                <a:solidFill>
                  <a:schemeClr val="tx1"/>
                </a:solidFill>
              </a:rPr>
              <a:t> 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1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 is better for search</a:t>
            </a:r>
            <a:endParaRPr lang="en-US" altLang="en-US" sz="2000" dirty="0"/>
          </a:p>
          <a:p>
            <a:pPr marL="0" indent="0" eaLnBrk="1" hangingPunct="1">
              <a:lnSpc>
                <a:spcPct val="110000"/>
              </a:lnSpc>
              <a:buClr>
                <a:schemeClr val="accent1"/>
              </a:buClr>
              <a:buNone/>
            </a:pPr>
            <a:r>
              <a:rPr lang="en-US" altLang="en-US" sz="2000" b="1" dirty="0">
                <a:solidFill>
                  <a:schemeClr val="accent1"/>
                </a:solidFill>
              </a:rPr>
              <a:t>Why?       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Typical search costs (average number of nodes expanded):</a:t>
            </a: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d=12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	                        A</a:t>
            </a:r>
            <a:r>
              <a:rPr lang="en-US" altLang="en-US" sz="2000" baseline="30000" dirty="0">
                <a:solidFill>
                  <a:schemeClr val="tx1"/>
                </a:solidFill>
              </a:rPr>
              <a:t>*</a:t>
            </a:r>
            <a:r>
              <a:rPr lang="en-US" altLang="en-US" sz="2000" dirty="0">
                <a:solidFill>
                  <a:schemeClr val="tx1"/>
                </a:solidFill>
              </a:rPr>
              <a:t>(h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1</a:t>
            </a:r>
            <a:r>
              <a:rPr lang="en-US" altLang="en-US" sz="2000" dirty="0">
                <a:solidFill>
                  <a:schemeClr val="tx1"/>
                </a:solidFill>
              </a:rPr>
              <a:t>) = 227 nodes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	                        A</a:t>
            </a:r>
            <a:r>
              <a:rPr lang="en-US" altLang="en-US" sz="2000" baseline="30000" dirty="0">
                <a:solidFill>
                  <a:schemeClr val="tx1"/>
                </a:solidFill>
              </a:rPr>
              <a:t>*</a:t>
            </a:r>
            <a:r>
              <a:rPr lang="en-US" altLang="en-US" sz="2000" dirty="0">
                <a:solidFill>
                  <a:schemeClr val="tx1"/>
                </a:solidFill>
              </a:rPr>
              <a:t>(h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) = 73 nodes </a:t>
            </a: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d=24 	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	             A</a:t>
            </a:r>
            <a:r>
              <a:rPr lang="en-US" altLang="en-US" sz="2000" baseline="30000" dirty="0">
                <a:solidFill>
                  <a:schemeClr val="tx1"/>
                </a:solidFill>
              </a:rPr>
              <a:t>*</a:t>
            </a:r>
            <a:r>
              <a:rPr lang="en-US" altLang="en-US" sz="2000" dirty="0">
                <a:solidFill>
                  <a:schemeClr val="tx1"/>
                </a:solidFill>
              </a:rPr>
              <a:t>(h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1</a:t>
            </a:r>
            <a:r>
              <a:rPr lang="en-US" altLang="en-US" sz="2000" dirty="0">
                <a:solidFill>
                  <a:schemeClr val="tx1"/>
                </a:solidFill>
              </a:rPr>
              <a:t>) = 39,135 nodes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    	        A</a:t>
            </a:r>
            <a:r>
              <a:rPr lang="en-US" altLang="en-US" sz="2000" baseline="30000" dirty="0">
                <a:solidFill>
                  <a:schemeClr val="tx1"/>
                </a:solidFill>
              </a:rPr>
              <a:t>*</a:t>
            </a:r>
            <a:r>
              <a:rPr lang="en-US" altLang="en-US" sz="2000" dirty="0">
                <a:solidFill>
                  <a:schemeClr val="tx1"/>
                </a:solidFill>
              </a:rPr>
              <a:t>(h</a:t>
            </a:r>
            <a:r>
              <a:rPr lang="en-US" altLang="en-US" sz="2000" baseline="-25000" dirty="0">
                <a:solidFill>
                  <a:schemeClr val="tx1"/>
                </a:solidFill>
              </a:rPr>
              <a:t>2</a:t>
            </a:r>
            <a:r>
              <a:rPr lang="en-US" altLang="en-US" sz="2000" dirty="0">
                <a:solidFill>
                  <a:schemeClr val="tx1"/>
                </a:solidFill>
              </a:rPr>
              <a:t>) = 1,641 nodes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0B9EE3-73A2-9769-8504-8DBB89B48417}"/>
              </a:ext>
            </a:extLst>
          </p:cNvPr>
          <p:cNvSpPr txBox="1"/>
          <p:nvPr/>
        </p:nvSpPr>
        <p:spPr>
          <a:xfrm>
            <a:off x="452964" y="633909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Dominance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Slide Number Placeholder 5">
            <a:extLst>
              <a:ext uri="{FF2B5EF4-FFF2-40B4-BE49-F238E27FC236}">
                <a16:creationId xmlns:a16="http://schemas.microsoft.com/office/drawing/2014/main" id="{6DB4EC32-DDD2-6FC6-1ECC-15BD67F594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0DC375-0D67-44FE-9403-5B5B565E1D08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7A3DF-1CEF-0A30-7BAD-D15A854B969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When to Use Search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80353-527C-3058-E07D-2A75C99F8DCB}"/>
              </a:ext>
            </a:extLst>
          </p:cNvPr>
          <p:cNvSpPr txBox="1"/>
          <p:nvPr/>
        </p:nvSpPr>
        <p:spPr>
          <a:xfrm>
            <a:off x="452966" y="1757164"/>
            <a:ext cx="8238067" cy="430887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 search space is small, and</a:t>
            </a:r>
          </a:p>
          <a:p>
            <a:pPr marL="800100" lvl="1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There are no other available techniques, or</a:t>
            </a:r>
          </a:p>
          <a:p>
            <a:pPr marL="800100" lvl="1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It is not worth the effort to develop a more efficient technique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The search space is large, and</a:t>
            </a:r>
          </a:p>
          <a:p>
            <a:pPr marL="800100" lvl="1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There is no other available techniques, and</a:t>
            </a:r>
          </a:p>
          <a:p>
            <a:pPr marL="800100" lvl="1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There exist “good” heuristics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Even though heuristics improve the performance of informed search algorithms, they are still time consuming especially for large size instances.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1E39-C921-7918-0E5C-FD69FCE7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F9E7FF-0F56-C1F8-0873-01845EB011C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2C1FC-A726-ADD7-357C-A7463742494F}"/>
              </a:ext>
            </a:extLst>
          </p:cNvPr>
          <p:cNvSpPr txBox="1"/>
          <p:nvPr/>
        </p:nvSpPr>
        <p:spPr>
          <a:xfrm>
            <a:off x="452966" y="2416258"/>
            <a:ext cx="8238067" cy="8925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Chapter 03 of the textbook </a:t>
            </a:r>
          </a:p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Pages 102 to 106, 115 to 117</a:t>
            </a:r>
          </a:p>
        </p:txBody>
      </p:sp>
    </p:spTree>
    <p:extLst>
      <p:ext uri="{BB962C8B-B14F-4D97-AF65-F5344CB8AC3E}">
        <p14:creationId xmlns:p14="http://schemas.microsoft.com/office/powerpoint/2010/main" val="54863564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MU">
      <a:majorFont>
        <a:latin typeface="CMU Serif"/>
        <a:ea typeface=""/>
        <a:cs typeface=""/>
      </a:majorFont>
      <a:minorFont>
        <a:latin typeface="CMU Serif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1640</TotalTime>
  <Words>3909</Words>
  <Application>Microsoft Office PowerPoint</Application>
  <PresentationFormat>On-screen Show (4:3)</PresentationFormat>
  <Paragraphs>1527</Paragraphs>
  <Slides>57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Aptos</vt:lpstr>
      <vt:lpstr>Arial</vt:lpstr>
      <vt:lpstr>Cambria Math</vt:lpstr>
      <vt:lpstr>CMU Serif</vt:lpstr>
      <vt:lpstr>CMU Serif (Headings)</vt:lpstr>
      <vt:lpstr>Courier New</vt:lpstr>
      <vt:lpstr>Franklin Gothic Book</vt:lpstr>
      <vt:lpstr>Tahoma</vt:lpstr>
      <vt:lpstr>Wingdings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Greedy Search: Tree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M Alam</dc:creator>
  <cp:lastModifiedBy>Mohammad M Alam</cp:lastModifiedBy>
  <cp:revision>52</cp:revision>
  <dcterms:created xsi:type="dcterms:W3CDTF">2025-01-08T01:58:03Z</dcterms:created>
  <dcterms:modified xsi:type="dcterms:W3CDTF">2025-10-08T05:26:22Z</dcterms:modified>
</cp:coreProperties>
</file>