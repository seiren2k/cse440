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2.xml" ContentType="application/inkml+xml"/>
  <Override PartName="/ppt/ink/ink13.xml" ContentType="application/inkml+xml"/>
  <Override PartName="/ppt/ink/ink14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notesSlides/notesSlide5.xml" ContentType="application/vnd.openxmlformats-officedocument.presentationml.notesSlide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notesSlides/notesSlide6.xml" ContentType="application/vnd.openxmlformats-officedocument.presentationml.notesSlide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notesSlides/notesSlide7.xml" ContentType="application/vnd.openxmlformats-officedocument.presentationml.notesSlide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notesSlides/notesSlide8.xml" ContentType="application/vnd.openxmlformats-officedocument.presentationml.notesSlide+xml"/>
  <Override PartName="/ppt/ink/ink117.xml" ContentType="application/inkml+xml"/>
  <Override PartName="/ppt/notesSlides/notesSlide9.xml" ContentType="application/vnd.openxmlformats-officedocument.presentationml.notesSlide+xml"/>
  <Override PartName="/ppt/ink/ink118.xml" ContentType="application/inkml+xml"/>
  <Override PartName="/ppt/notesSlides/notesSlide10.xml" ContentType="application/vnd.openxmlformats-officedocument.presentationml.notesSlide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notesSlides/notesSlide11.xml" ContentType="application/vnd.openxmlformats-officedocument.presentationml.notesSlide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notesSlides/notesSlide12.xml" ContentType="application/vnd.openxmlformats-officedocument.presentationml.notesSlide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8" r:id="rId1"/>
  </p:sldMasterIdLst>
  <p:notesMasterIdLst>
    <p:notesMasterId r:id="rId79"/>
  </p:notesMasterIdLst>
  <p:sldIdLst>
    <p:sldId id="256" r:id="rId2"/>
    <p:sldId id="260" r:id="rId3"/>
    <p:sldId id="607" r:id="rId4"/>
    <p:sldId id="459" r:id="rId5"/>
    <p:sldId id="508" r:id="rId6"/>
    <p:sldId id="502" r:id="rId7"/>
    <p:sldId id="505" r:id="rId8"/>
    <p:sldId id="353" r:id="rId9"/>
    <p:sldId id="608" r:id="rId10"/>
    <p:sldId id="355" r:id="rId11"/>
    <p:sldId id="609" r:id="rId12"/>
    <p:sldId id="617" r:id="rId13"/>
    <p:sldId id="515" r:id="rId14"/>
    <p:sldId id="466" r:id="rId15"/>
    <p:sldId id="467" r:id="rId16"/>
    <p:sldId id="468" r:id="rId17"/>
    <p:sldId id="469" r:id="rId18"/>
    <p:sldId id="470" r:id="rId19"/>
    <p:sldId id="471" r:id="rId20"/>
    <p:sldId id="610" r:id="rId21"/>
    <p:sldId id="376" r:id="rId22"/>
    <p:sldId id="611" r:id="rId23"/>
    <p:sldId id="509" r:id="rId24"/>
    <p:sldId id="524" r:id="rId25"/>
    <p:sldId id="523" r:id="rId26"/>
    <p:sldId id="612" r:id="rId27"/>
    <p:sldId id="380" r:id="rId28"/>
    <p:sldId id="357" r:id="rId29"/>
    <p:sldId id="618" r:id="rId30"/>
    <p:sldId id="472" r:id="rId31"/>
    <p:sldId id="473" r:id="rId32"/>
    <p:sldId id="474" r:id="rId33"/>
    <p:sldId id="475" r:id="rId34"/>
    <p:sldId id="476" r:id="rId35"/>
    <p:sldId id="477" r:id="rId36"/>
    <p:sldId id="478" r:id="rId37"/>
    <p:sldId id="479" r:id="rId38"/>
    <p:sldId id="480" r:id="rId39"/>
    <p:sldId id="481" r:id="rId40"/>
    <p:sldId id="482" r:id="rId41"/>
    <p:sldId id="483" r:id="rId42"/>
    <p:sldId id="484" r:id="rId43"/>
    <p:sldId id="485" r:id="rId44"/>
    <p:sldId id="486" r:id="rId45"/>
    <p:sldId id="487" r:id="rId46"/>
    <p:sldId id="488" r:id="rId47"/>
    <p:sldId id="489" r:id="rId48"/>
    <p:sldId id="490" r:id="rId49"/>
    <p:sldId id="491" r:id="rId50"/>
    <p:sldId id="492" r:id="rId51"/>
    <p:sldId id="493" r:id="rId52"/>
    <p:sldId id="494" r:id="rId53"/>
    <p:sldId id="534" r:id="rId54"/>
    <p:sldId id="616" r:id="rId55"/>
    <p:sldId id="400" r:id="rId56"/>
    <p:sldId id="539" r:id="rId57"/>
    <p:sldId id="401" r:id="rId58"/>
    <p:sldId id="402" r:id="rId59"/>
    <p:sldId id="403" r:id="rId60"/>
    <p:sldId id="408" r:id="rId61"/>
    <p:sldId id="404" r:id="rId62"/>
    <p:sldId id="409" r:id="rId63"/>
    <p:sldId id="405" r:id="rId64"/>
    <p:sldId id="410" r:id="rId65"/>
    <p:sldId id="411" r:id="rId66"/>
    <p:sldId id="413" r:id="rId67"/>
    <p:sldId id="412" r:id="rId68"/>
    <p:sldId id="414" r:id="rId69"/>
    <p:sldId id="416" r:id="rId70"/>
    <p:sldId id="415" r:id="rId71"/>
    <p:sldId id="417" r:id="rId72"/>
    <p:sldId id="418" r:id="rId73"/>
    <p:sldId id="614" r:id="rId74"/>
    <p:sldId id="615" r:id="rId75"/>
    <p:sldId id="619" r:id="rId76"/>
    <p:sldId id="288" r:id="rId77"/>
    <p:sldId id="613" r:id="rId7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CC"/>
    <a:srgbClr val="0099FF"/>
    <a:srgbClr val="66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7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00:28:18.8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24575,'1419'0'0,"-1060"31"84,-153-7-1298,13-9-4429,115 1 5858,-114-7-441,-36-1 1639,160 9 4594,-115 8-6643,333 38 636,1042-37-1152,-1559-27 939,-26 1-6613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00:28:23.5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29 24575,'0'-1'0,"1"0"0,-1 0 0,1 0 0,-1 0 0,0 0 0,1 0 0,0 0 0,-1 0 0,1 1 0,-1-1 0,1 0 0,0 0 0,0 1 0,-1-1 0,1 0 0,0 1 0,0-1 0,0 1 0,0-1 0,0 1 0,0-1 0,0 1 0,0 0 0,0-1 0,0 1 0,0 0 0,0 0 0,1 0 0,35-5 0,-31 5 0,466-6 0,-258 9 0,1038-3 0,-1019 14 0,-11-1 0,-134-12 0,91 13 0,-52-3 0,207-9 0,-159-5 0,184 1 0,384 5 0,-446 8 0,227 4 0,-267-16 0,565 17 0,28 21 0,-266-36 0,472-4 0,-350-44 0,-670 44 0,62-10-1365,-66 7-5461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00:53:53.2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0 24575,'0'9'0,"0"7"0,0 10 0,0 9 0,0 8 0,0 5 0,0 7 0,0 4 0,0 0 0,0 0 0,0-7 0,0-7 0,0-3 0,-4-8 0,-7-11 0,0-8-8191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00:53:54.3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4 283 24575,'-1'-50'0,"-1"22"0,1-1 0,5-39 0,-3 63 0,-1-1 0,1 0 0,1 0 0,-1 1 0,1-1 0,0 1 0,0-1 0,1 1 0,-1 0 0,1 0 0,0 0 0,1 0 0,-1 1 0,1-1 0,0 1 0,0 0 0,6-5 0,-8 7 0,1 1 0,-1 0 0,0 0 0,0 0 0,1 0 0,-1 0 0,1 0 0,-1 0 0,0 1 0,1-1 0,-1 1 0,1 0 0,-1 0 0,1 0 0,-1 0 0,1 0 0,-1 1 0,5 0 0,-2 1 0,0 0 0,-1 0 0,1 0 0,-1 1 0,0-1 0,0 1 0,0 0 0,0 0 0,3 4 0,6 7 0,-1 1 0,-1-1 0,19 33 0,-13-18 0,-2 0 0,-1 1 0,-1 1 0,-1 0 0,7 34 0,-15-47 0,-1-1 0,-1 1 0,0 0 0,-1 0 0,-1 0 0,-1 0 0,-1 0 0,0 0 0,-1-1 0,-11 35 0,13-49 0,-1 2 0,0 0 0,0 0 0,1 1 0,-1-1 0,1 0 0,1 1 0,-1 9 0,1-14 0,1 1 0,-1-1 0,1 1 0,-1-1 0,1 1 0,0-1 0,0 0 0,-1 1 0,1-1 0,0 0 0,0 0 0,0 0 0,1 1 0,-1-1 0,0 0 0,0-1 0,1 1 0,-1 0 0,0 0 0,1 0 0,-1-1 0,1 1 0,-1-1 0,1 1 0,-1-1 0,1 0 0,-1 1 0,1-1 0,-1 0 0,1 0 0,2 0 0,26 1-54,-26-2-28,0 1 0,1 0 0,-1 0 0,1 0 0,-1 1 0,0-1 0,0 1 0,1 0 1,-1 0-1,0 1 0,0-1 0,0 1 0,0 0 0,0 0 0,4 3 0,6 11-6744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00:53:55.5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1 267 24575,'0'-1'0,"1"-1"0,-1 1 0,1-1 0,-1 1 0,1-1 0,0 1 0,0 0 0,-1-1 0,1 1 0,0 0 0,0 0 0,0-1 0,1 1 0,-1 0 0,0 0 0,0 0 0,1 0 0,2-1 0,33-18 0,-19 10 0,76-53 0,66-40 0,-152 99-100,7-5-216,1 1 0,1 1-1,24-9 1,-30 14-6510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00:53:56.7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91 233 24575,'0'-14'0,"0"0"0,1 0 0,1 1 0,0-1 0,1 0 0,0 1 0,1-1 0,6-12 0,-7 19 0,1 1 0,-1 0 0,2-1 0,-1 2 0,1-1 0,-1 0 0,2 1 0,-1 0 0,1 0 0,-1 1 0,1-1 0,0 1 0,1 1 0,-1-1 0,1 1 0,0 0 0,6-2 0,-10 4 0,0 0 0,0 0 0,0 0 0,0 0 0,0 0 0,0 0 0,0 1 0,0 0 0,0 0 0,0 0 0,0 0 0,0 0 0,0 0 0,0 1 0,0-1 0,0 1 0,0 0 0,-1 0 0,1 0 0,0 0 0,0 1 0,-1-1 0,1 1 0,-1-1 0,1 1 0,-1 0 0,0 0 0,1 0 0,-1 1 0,0-1 0,0 0 0,-1 1 0,1-1 0,0 1 0,-1 0 0,0-1 0,1 1 0,-1 0 0,0 0 0,-1 0 0,1 0 0,0 4 0,3 15 0,-1 0 0,0 0 0,-2 0 0,-3 37 0,2-42 0,-1-1 0,1-8 0,-1 0 0,1 0 0,0 0 0,1-1 0,3 16 0,-3-21 0,-1 0 0,1 0 0,0 0 0,0 0 0,0 0 0,1 0 0,-1-1 0,0 1 0,1 0 0,-1-1 0,1 1 0,0-1 0,-1 1 0,1-1 0,0 0 0,0 0 0,0 1 0,0-1 0,0-1 0,0 1 0,0 0 0,0 0 0,0-1 0,0 1 0,4-1 0,5 2 0,0-1 0,0 2 0,-1-1 0,1 2 0,-1-1 0,13 7 0,-19-8 0,-1 1 0,0-1 0,0 1 0,0-1 0,0 1 0,0 0 0,-1 0 0,1 0 0,-1 0 0,0 0 0,0 1 0,0-1 0,0 1 0,-1-1 0,1 1 0,-1 0 0,0 0 0,0 0 0,0-1 0,0 9 0,0-1 0,0 0 0,-1 0 0,0 0 0,-1 0 0,0 0 0,-1 0 0,0 0 0,0-1 0,-1 1 0,-1-1 0,0 0 0,0 0 0,-1 0 0,0 0 0,-1-1 0,0 0 0,-1 0 0,0 0 0,0-1 0,0 0 0,-1 0 0,-1-1 0,1 0 0,-1-1 0,0 0 0,-1 0 0,1-1 0,-1 0 0,-15 5 0,6-4 0,1-1 0,-1-1 0,0 0 0,0-2 0,-37 1 0,-96-13 0,131 6-1365,5-2-5461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00:53:57.7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145 0 24575,'-2'12'0,"0"0"0,-1-1 0,0 1 0,-1-1 0,0 0 0,0 0 0,-1 0 0,-9 12 0,-7 20 0,2 1 0,2 0 0,2 2 0,-14 72 0,28-115 0,1 0 0,-1 0 0,1 0 0,0 0 0,0 0 0,0 0 0,0 0 0,1 0 0,-1 0 0,1 0 0,0 0 0,0 0 0,0 0 0,0 0 0,0 0 0,0-1 0,1 1 0,0-1 0,2 5 0,0-4 0,-1-1 0,0 1 0,1 0 0,0-1 0,-1 0 0,1 0 0,0 0 0,0 0 0,0-1 0,1 1 0,-1-1 0,5 1 0,13 0 0,-1 0 0,1-2 0,0 0 0,29-4 0,-46 3 0,0 1 0,0-1 0,0 0 0,0 0 0,-1 0 0,1-1 0,0 1 0,-1-1 0,1 0 0,-1-1 0,1 1 0,-1-1 0,0 0 0,0 0 0,0 0 0,4-5 0,-6 5 0,1 0 0,-1 0 0,-1 0 0,1 0 0,0 0 0,-1 0 0,1-1 0,-1 1 0,0 0 0,0-1 0,0 1 0,-1-1 0,1 0 0,-1 1 0,0-1 0,0 1 0,0-1 0,0 1 0,-1-1 0,1 0 0,-2-4 0,2 15 0,1 0 0,-1 0 0,0 0 0,-1 0 0,-1 10 0,-1 14 0,20 592 0,-14-566-1365,0-8-5461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00:53:58.3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0 168 24575,'5'-5'0,"9"-5"0,12-1 0,6-3 0,6-4 0,1-3 0,-1 2 0,1 4 0,-2 0 0,-2 3 0,-3 4 0,-2-2 0,-7 1-8191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00:53:59.1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1 24575,'-2'0'0,"1"0"0,0 1 0,0-1 0,0 1 0,0 0 0,0-1 0,-1 1 0,1 0 0,0 0 0,1 0 0,-1 0 0,0 0 0,0 0 0,0 0 0,0 0 0,1 0 0,-1 0 0,0 0 0,1 0 0,-1 0 0,1 1 0,0-1 0,-1 0 0,1 0 0,0 1 0,0-1 0,0 3 0,-5 41 0,5-40 0,-3 29 0,1-15 0,1 1 0,0 0 0,1-1 0,2 1 0,0 0 0,5 24 0,-7-43 0,1-1 0,-1 1 0,0 0 0,1 0 0,-1 0 0,1 0 0,-1 0 0,1 0 0,-1-1 0,1 1 0,0 0 0,-1-1 0,1 1 0,0 0 0,-1-1 0,1 1 0,0-1 0,0 1 0,0-1 0,0 1 0,-1-1 0,1 1 0,0-1 0,0 0 0,0 0 0,0 1 0,0-1 0,0 0 0,0 0 0,0 0 0,0 0 0,0 0 0,0 0 0,0 0 0,0-1 0,0 1 0,0 0 0,0-1 0,-1 1 0,1 0 0,0-1 0,0 1 0,0-1 0,0 1 0,-1-1 0,1 1 0,0-1 0,0 0 0,-1 1 0,1-1 0,1-1 0,41-46 0,-37 41 0,26-34 0,28-33 0,-54 68 0,0 0 0,0 0 0,1 1 0,0 0 0,0 0 0,0 0 0,1 1 0,12-5 0,-18 8 0,1 0 0,-1 0 0,1 0 0,0 1 0,-1-1 0,1 1 0,0 0 0,-1-1 0,1 1 0,0 1 0,0-1 0,-1 0 0,1 1 0,0-1 0,-1 1 0,1 0 0,-1-1 0,1 1 0,-1 1 0,5 1 0,-3 0 0,-1 0 0,-1 0 0,1 0 0,0 0 0,-1 1 0,1-1 0,-1 1 0,0-1 0,0 1 0,0 0 0,-1 0 0,2 5 0,2 11 0,-1 0 0,-1 1 0,-1-1 0,0 27 0,-2-43 0,2 29 0,-2 0 0,-2 0 0,-1-1 0,-9 43 0,9-62 0,-1-1 0,0 0 0,-1 0 0,-1 0 0,0 0 0,0-1 0,-1 0 0,-1 0 0,0-1 0,0 0 0,-1-1 0,0 1 0,-18 13 0,17-16 30,0 0 0,0 0 0,-17 8 0,25-14-101,-1 0 1,0 1-1,1-2 0,-1 1 0,0 0 1,0 0-1,0-1 0,0 1 1,1-1-1,-1 0 0,0 0 0,0 0 1,0 0-1,0-1 0,0 1 1,0-1-1,1 0 0,-1 0 0,0 0 1,-4-2-1,-5-6-6755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00:54:00.1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83 0 24575,'-1'14'0,"0"-1"0,-2 0 0,0 0 0,0 0 0,-8 17 0,-7 33 0,11-3 0,2 1 0,4 88 0,2-133 0,-1-13 0,0 1 0,0-1 0,1 1 0,0-1 0,0 0 0,0 1 0,0-1 0,0 0 0,0 1 0,1-1 0,0 0 0,0 0 0,0 0 0,0-1 0,0 1 0,0 0 0,1-1 0,-1 1 0,1-1 0,0 0 0,-1 0 0,1 0 0,0 0 0,1-1 0,-1 1 0,0-1 0,0 1 0,0-1 0,1 0 0,-1-1 0,1 1 0,-1-1 0,7 1 0,-2 0 0,-1-1 0,0 0 0,1 0 0,-1-1 0,0 0 0,1 0 0,-1-1 0,0 0 0,0 0 0,0 0 0,0-1 0,0 0 0,-1-1 0,1 1 0,9-9 0,-5 2 0,-1-1 0,0-1 0,-1 0 0,0 0 0,-1-1 0,-1 0 0,0-1 0,0 0 0,-1 0 0,-1 0 0,-1 0 0,4-18 0,-8 30 0,0 1 0,1 0 0,-1-1 0,0 1 0,0-1 0,0 1 0,0 0 0,-1-1 0,1 1 0,0-1 0,0 1 0,-1 0 0,1-1 0,-1 1 0,1 0 0,-1 0 0,0-1 0,0 1 0,1 0 0,-1 0 0,0 0 0,0 0 0,-2-2 0,1 2 0,-1-1 0,0 0 0,1 1 0,-1-1 0,0 1 0,0 0 0,0 0 0,0 0 0,0 1 0,-4-2 0,-4 1 0,1 1 0,-1-1 0,1 2 0,-1-1 0,-15 4 0,11 0 15,0 0 0,1 0 0,-1 2 0,1 0 0,0 0 0,1 1 0,-22 16 0,29-19-98,0 1 1,0 0-1,1 0 1,0 0-1,0 1 1,0-1-1,0 1 1,1 1-1,0-1 1,1 1-1,-1-1 1,1 1-1,1 0 1,-1 0-1,1 0 1,0 1-1,-1 12 1,2 0-6744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00:54:00.9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 1 24575,'32'0'0,"0"2"0,0 1 0,0 1 0,56 16 0,-84-19 0,0 1 0,0-1 0,0 1 0,0 0 0,0 0 0,0 1 0,-1-1 0,1 1 0,-1-1 0,0 1 0,1 0 0,-1 1 0,-1-1 0,1 0 0,0 1 0,-1 0 0,3 5 0,-2-3 0,-1 1 0,0-1 0,-1 1 0,1 0 0,-1-1 0,-1 1 0,1 0 0,-1-1 0,0 1 0,-2 9 0,-4 14 0,-1 0 0,-1-1 0,-2 0 0,-15 31 0,14-32 0,-204 489 0,187-445 0,-33 128 0,58-187-41,3-16 143,4-18-1528,4-4-5400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1:11:55.2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24575,'65'3'0,"113"21"0,-115-13 0,118 5 0,-53-17 0,227 4 0,-246 3 0,134 25 0,-121-13 0,180 5 0,-29-3-1365,-233-18-5461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1:11:56.0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24575,'4'3'0,"-1"0"0,1-1 0,0 0 0,-1 0 0,1 0 0,0 0 0,0-1 0,0 1 0,1-1 0,-1 0 0,0 0 0,6 0 0,60 2 0,-44-3 0,724 3 0,-384-5 0,69-10 0,246 7 0,-593 10 0,20-1 0,-1 5 0,184 40 0,-187-26-1365,-78-19-5461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1:11:58.4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 24575,'434'-2'0,"460"5"0,-553 22 0,22 1 0,-167-18 0,239 41 0,-231-23 0,74 14 0,-195-26 0,165 8 0,87-23 0,-123-2 0,-204 3 12,0-1-1,0 0 1,0 0-1,0 0 0,-1-1 1,1-1-1,0 1 1,-1-1-1,14-8 0,-1-1-444,-1-1-1,18-17 0,-33 27 256,9-7-6648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2:32:21.1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27 24575,'186'-13'0,"-117"5"0,78 3 0,94 17 0,86 2 0,395-15 0,239 2 0,-838 5 0,195 35 0,117 54 0,-288-64 0,282 22 0,153-42 0,56-39 0,-208 5 0,331 19 0,-70 2 0,-407-9 0,195-3 0,1495 14 0,-1326 41 0,-388-17 0,-135-16 0,136-8 0,-192-4 0,-1-4 0,0-3 0,105-30 0,-108 19 6,54-13-1377,-94 30-5455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2:32:22.2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1559 24575,'0'-9'0,"1"1"0,0 0 0,1-1 0,-1 1 0,2 0 0,-1 0 0,1 0 0,0 1 0,9-15 0,3-3 0,29-34 0,-1 1 0,82-144 0,-70 107 0,4 3 0,88-105 0,-75 120 0,4 4 0,3 2 0,2 5 0,4 3 0,149-85 0,-163 109 0,2 4 0,2 3 0,0 3 0,2 3 0,1 4 0,101-15 0,-118 28 0,0 4 0,1 2 0,-1 3 0,1 2 0,0 3 0,-1 3 0,-1 3 0,108 32 0,-25 9-1365,-91-32-5461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2:32:26.4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1368 24575,'2'-2'0,"-1"0"0,0-1 0,1 1 0,-1 0 0,1 0 0,0 0 0,-1 0 0,1 0 0,0 1 0,0-1 0,1 0 0,-1 1 0,0-1 0,5-1 0,7-7 0,24-22 0,-1-3 0,-2 0 0,-1-3 0,42-60 0,-63 78 0,0-1 0,-1 0 0,-2 0 0,0-1 0,-1-1 0,-1 1 0,-1-1 0,-1-1 0,-1 1 0,-2-1 0,3-37 0,-7 52 0,0 0 0,0 1 0,-1-1 0,0 0 0,0 1 0,-1-1 0,0 1 0,-7-12 0,10 18 0,-1 0 0,0 0 0,0 0 0,0 0 0,-1 0 0,1 1 0,0-1 0,-1 0 0,1 0 0,-1 1 0,1-1 0,-1 1 0,0 0 0,1-1 0,-1 1 0,0 0 0,0 0 0,0 0 0,0 0 0,0 1 0,0-1 0,0 0 0,-1 1 0,1 0 0,0-1 0,0 1 0,0 0 0,0 0 0,-1 0 0,1 0 0,0 1 0,0-1 0,0 0 0,0 1 0,-1 0 0,1-1 0,0 1 0,0 0 0,-2 1 0,0 2 0,0 0 0,1 0 0,-1 0 0,1 0 0,0 0 0,0 1 0,0-1 0,1 1 0,-1 0 0,1 0 0,1 0 0,-1 0 0,0 0 0,1 0 0,0 0 0,1 1 0,-1-1 0,1 0 0,0 8 0,0-9 0,-1 0 0,1 1 0,0-1 0,0 0 0,1 0 0,-1 0 0,1 1 0,0-1 0,0 0 0,1 0 0,-1 0 0,1 0 0,0 0 0,0-1 0,0 1 0,0 0 0,1-1 0,-1 0 0,1 1 0,0-1 0,0 0 0,0-1 0,1 1 0,5 4 0,2-4 0,0 1 0,1-2 0,-1 1 0,1-2 0,-1 1 0,1-2 0,0 1 0,0-2 0,-1 1 0,1-2 0,0 0 0,18-5 0,-8 0 0,-1 0 0,0-2 0,-1-1 0,0 0 0,30-21 0,-48 29 0,1 0 0,0 0 0,-1 0 0,1 1 0,0-1 0,0 1 0,0 0 0,0 0 0,0 0 0,0 0 0,5 0 0,-7 1 0,0 0 0,0 1 0,0-1 0,0 1 0,0-1 0,0 1 0,0 0 0,0 0 0,0-1 0,0 1 0,0 0 0,-1 0 0,1 0 0,0 0 0,0 0 0,-1 0 0,1 0 0,-1 0 0,1 0 0,-1 0 0,1 0 0,-1 0 0,0 0 0,1 1 0,-1-1 0,0 0 0,0 0 0,0 0 0,0 1 0,0-1 0,0 0 0,0 1 0,1 32 0,-5 54 0,2-48 0,1 43 0,2-73 0,0 1 0,1 0 0,0-1 0,0 1 0,1-1 0,0 0 0,1 0 0,9 17 0,-11-23 0,0-1 0,0 1 0,0-1 0,1 0 0,-1 0 0,1 0 0,0 0 0,0 0 0,0-1 0,0 1 0,0-1 0,0 0 0,1 0 0,-1 0 0,1 0 0,0-1 0,-1 0 0,1 1 0,0-1 0,0 0 0,0-1 0,0 1 0,0-1 0,-1 0 0,1 0 0,0 0 0,0 0 0,0-1 0,0 1 0,0-1 0,0 0 0,5-2 0,-1-1 0,0 0 0,1 0 0,-2 0 0,1-1 0,0 0 0,-1-1 0,0 0 0,0 0 0,-1-1 0,0 1 0,0-1 0,0 0 0,5-10 0,-2 0 0,0 0 0,-1-1 0,0-1 0,-2 1 0,0-1 0,-1 0 0,-1 0 0,-1-1 0,-1 1 0,1-34 0,-3 50 0,0 1 0,0-1 0,0 1 0,0 0 0,-1-1 0,1 1 0,-1 0 0,1-1 0,-1 1 0,0 0 0,0-1 0,0 1 0,0 0 0,0 0 0,-1 0 0,1 0 0,0 0 0,-1 0 0,0 1 0,1-1 0,-1 0 0,0 1 0,0-1 0,0 1 0,0 0 0,0 0 0,0 0 0,0 0 0,0 0 0,-4-1 0,3 2 0,1 0 0,0 0 0,-1 0 0,1 1 0,-1-1 0,1 1 0,0-1 0,-1 1 0,1 0 0,0 0 0,0 0 0,0 0 0,-1 0 0,1 1 0,0-1 0,1 1 0,-1-1 0,0 1 0,0 0 0,1-1 0,-1 1 0,1 0 0,-1 0 0,1 0 0,0 0 0,0 1 0,0-1 0,0 0 0,-1 5 0,-2 3 0,1 1 0,0 0 0,1 0 0,0 0 0,1 0 0,0 1 0,1-1 0,0 0 0,3 19 0,-3-26 0,1 0 0,0 0 0,0 0 0,0 0 0,0 0 0,1 0 0,-1 0 0,1 0 0,0-1 0,0 1 0,0-1 0,1 1 0,-1-1 0,1 0 0,0 0 0,0 0 0,0 0 0,0 0 0,1-1 0,-1 0 0,1 1 0,-1-1 0,1 0 0,0-1 0,0 1 0,0-1 0,0 0 0,6 2 0,4-2 0,0 1 0,0-2 0,0 0 0,0-1 0,0 0 0,0-1 0,0 0 0,-1-1 0,1-1 0,-1 0 0,1-1 0,13-7 0,-9 2 0,-1-1 0,0 0 0,0-1 0,-2-1 0,1 0 0,-2-1 0,25-30 0,-20 19 0,-1-1 0,-1-1 0,-2 0 0,0-1 0,-2-1 0,-1 0 0,-2-1 0,-1 0 0,-1-1 0,7-57 0,-13 72 0,0 0 0,0 0 0,-1-1 0,-1 1 0,0 0 0,-1-1 0,-1 1 0,-5-23 0,6 39 0,1-1 0,0 0 0,0 0 0,0 1 0,0-1 0,0 0 0,-1 1 0,1-1 0,0 0 0,-1 1 0,1-1 0,0 0 0,-1 1 0,1-1 0,-1 1 0,1-1 0,-1 0 0,1 1 0,-1-1 0,0 1 0,1 0 0,-1-1 0,1 1 0,-1 0 0,0-1 0,1 1 0,-1 0 0,0 0 0,0-1 0,1 1 0,-2 0 0,0 1 0,1-1 0,0 1 0,0 0 0,0 0 0,0 0 0,0 0 0,0 0 0,0 0 0,0 0 0,0 1 0,0-1 0,1 0 0,-1 0 0,0 3 0,-17 51 0,5 16 0,4 1 0,3-1 0,5 133 0,1-197 0,0 0 0,1 0 0,0 0 0,0 0 0,1 0 0,0 0 0,0-1 0,1 1 0,-1-1 0,2 0 0,-1 1 0,0-1 0,1-1 0,0 1 0,1-1 0,5 7 0,-5-8 0,0-1 0,0 0 0,0 1 0,1-2 0,-1 1 0,1-1 0,0 0 0,0 0 0,-1 0 0,1-1 0,0 0 0,0 0 0,1 0 0,-1-1 0,0 0 0,0 0 0,0-1 0,12-2 0,0-1 0,1-1 0,-1-1 0,0 0 0,0-2 0,-1 0 0,0-1 0,-1-1 0,0 0 0,0-1 0,25-23 0,-17 11 0,0-1 0,-2-2 0,-1 0 0,-1-1 0,22-38 0,-38 58 0,1 0 0,-1 0 0,0-1 0,-1 1 0,0-1 0,0 0 0,0 0 0,-1 0 0,-1 0 0,1-1 0,0-14 0,-2 22 0,0 1 0,0-1 0,0 0 0,0 0 0,-1 1 0,1-1 0,0 0 0,0 0 0,-1 1 0,1-1 0,0 0 0,-1 1 0,1-1 0,0 0 0,-1 1 0,1-1 0,-1 1 0,1-1 0,-1 0 0,1 1 0,-1-1 0,0 1 0,1 0 0,-1-1 0,0 1 0,1 0 0,-1-1 0,0 1 0,1 0 0,-1-1 0,0 1 0,0 0 0,1 0 0,-1 0 0,0 0 0,0 0 0,1 0 0,-1 0 0,0 0 0,0 0 0,1 0 0,-1 1 0,0-1 0,0 0 0,1 0 0,-1 1 0,0-1 0,1 0 0,-1 1 0,0-1 0,1 1 0,-1-1 0,1 1 0,-2 0 0,-2 1 0,0 1 0,1 0 0,-1 0 0,0 0 0,1 0 0,0 1 0,-6 6 0,-3 16 0,1 0 0,2 0 0,0 1 0,2 0 0,0 0 0,2 1 0,1 0 0,0 37 0,22-85 0,6-20 0,-4 3 0,-15 25 0,1-1 0,0 2 0,1-1 0,0 1 0,1 0 0,0 0 0,1 1 0,16-15 0,-24 24 0,0 1 0,0-1 0,1 0 0,-1 1 0,0 0 0,0-1 0,1 1 0,-1 0 0,0-1 0,0 1 0,1 0 0,-1 0 0,0 0 0,1 0 0,-1 1 0,0-1 0,0 0 0,1 0 0,-1 1 0,0-1 0,0 1 0,0-1 0,1 1 0,-1-1 0,0 1 0,0 0 0,2 1 0,28 30 0,-20-19 0,-1-3 0,1 2 0,1 1 0,0-2 0,1 0 0,0 0 0,26 15 0,-36-24 0,0-1 0,-1 0 0,1 0 0,0 0 0,0 0 0,0 0 0,0-1 0,0 1 0,0-1 0,0 0 0,0 0 0,0 0 0,0-1 0,0 1 0,0 0 0,3-2 0,-2 0 0,-1 0 0,1 0 0,-1 0 0,0 0 0,0 0 0,0-1 0,0 1 0,0-1 0,-1 0 0,1 0 0,-1 0 0,1 0 0,-1-1 0,-1 1 0,4-7 0,7-18 0,-1 0 0,-2 0 0,-1-1 0,-1-1 0,-1 1 0,1-32 0,0-176 0,-9 358 0,3 164 0,-2-282 0,1 0 0,1-1 0,-1 1 0,0 0 0,0-1 0,1 1 0,0-1 0,-1 1 0,1-1 0,0 1 0,0-1 0,1 0 0,-1 1 0,0-1 0,1 0 0,-1 0 0,1 0 0,0 0 0,0 0 0,0 0 0,0 0 0,0-1 0,3 3 0,-1-3 0,-1 0 0,1 0 0,0 0 0,-1-1 0,1 0 0,0 1 0,-1-1 0,1-1 0,0 1 0,-1 0 0,1-1 0,-1 0 0,1 0 0,6-2 0,5-3 0,0-1 0,-1 0 0,0-2 0,0 1 0,-1-1 0,19-17 0,-19 14 0,-1 0 0,-1-1 0,0 0 0,0-1 0,-1-1 0,-1 1 0,-1-1 0,0-1 0,-1 0 0,0 0 0,-1 0 0,-1-1 0,4-28 0,-8 43 0,-1 0 0,0 0 0,0-1 0,0 1 0,0 0 0,0 0 0,0-1 0,-1 1 0,1 0 0,-1 0 0,0 0 0,0 0 0,0 0 0,-2-4 0,3 5 0,-1 0 0,0 0 0,0 1 0,0-1 0,1 0 0,-1 1 0,0-1 0,0 0 0,0 1 0,0-1 0,0 1 0,0 0 0,0-1 0,0 1 0,-1 0 0,1 0 0,0-1 0,0 1 0,0 0 0,0 0 0,-2 1 0,0-1 0,0 1 0,0 0 0,0 0 0,0 0 0,0 0 0,1 1 0,-1-1 0,0 1 0,1-1 0,-1 1 0,1 0 0,-1 0 0,1 0 0,0 1 0,0-1 0,0 1 0,0-1 0,1 1 0,-4 4 0,-1 9 0,1 1 0,1 0 0,0 0 0,1 0 0,0 1 0,2-1 0,0 1 0,1-1 0,1 1 0,3 21 0,-3-36 0,-1-1 0,1 1 0,0 0 0,0-1 0,0 1 0,0-1 0,1 1 0,-1-1 0,1 1 0,-1-1 0,1 0 0,0 0 0,0 0 0,0 0 0,0 0 0,0 0 0,1 0 0,-1-1 0,0 1 0,1-1 0,-1 0 0,1 0 0,-1 0 0,1 0 0,0 0 0,0 0 0,-1-1 0,6 1 0,9 1 0,0 0 0,0-2 0,29-1 0,-28 0 0,12-1 0,-1-2 0,1 0 0,-1-2 0,0-1 0,-1-2 0,1 0 0,-2-2 0,1-1 0,-1-2 0,-1 0 0,-1-2 0,0 0 0,35-31 0,-54 40 0,1-1 0,-1 1 0,0-1 0,0 0 0,-1-1 0,0 1 0,-1-1 0,0 0 0,5-16 0,-8 23 0,0-1 0,-1 1 0,1 0 0,-1-1 0,0 1 0,1 0 0,-1-1 0,0 1 0,0-1 0,0 1 0,-1 0 0,1-1 0,-1 1 0,1-1 0,-1 1 0,0 0 0,0 0 0,0-1 0,0 1 0,0 0 0,0 0 0,-1 0 0,1 0 0,-1 0 0,1 0 0,-1 1 0,0-1 0,0 0 0,0 1 0,1 0 0,-2-1 0,1 1 0,0 0 0,0 0 0,0 0 0,0 0 0,-1 0 0,1 1 0,0-1 0,-1 1 0,1-1 0,-1 1 0,-2 0 0,-5 0 0,0 0 0,-1 0 0,1 1 0,0 0 0,0 1 0,0 0 0,0 1 0,0 0 0,1 0 0,-1 1 0,1 0 0,0 1 0,0 0 0,0 1 0,-7 6 0,3-3 0,1 1 0,0 1 0,0 0 0,1 0 0,1 1 0,0 1 0,0 0 0,1 0 0,-7 16 0,13-24 0,1 0 0,-1 0 0,1 1 0,0-1 0,1 1 0,-1 0 0,1-1 0,0 1 0,1 0 0,-1 0 0,1 0 0,0-1 0,1 1 0,-1 0 0,4 11 0,-4-16 0,1-1 0,-1 1 0,1-1 0,0 1 0,-1 0 0,1-1 0,-1 0 0,1 1 0,0-1 0,-1 1 0,1-1 0,0 0 0,0 1 0,-1-1 0,1 0 0,0 0 0,0 0 0,0 1 0,-1-1 0,1 0 0,0 0 0,0 0 0,0 0 0,-1-1 0,1 1 0,0 0 0,0 0 0,-1 0 0,1-1 0,0 1 0,0 0 0,-1 0 0,1-1 0,0 1 0,-1-1 0,1 1 0,0-1 0,0 0 0,26-21 0,-8 2 0,-1 0 0,-1-1 0,0-1 0,-2-1 0,-1 0 0,0-1 0,-2 0 0,-1-1 0,-1-1 0,-1 1 0,-1-2 0,-1 1 0,-2-1 0,0 0 0,-2 0 0,0-38 0,-3 31 0,2 18 0,-1 1 0,-1-1 0,-1 1 0,0-1 0,-1 1 0,-1 0 0,0 0 0,-7-17 0,5 29 0,0 13 0,1 16 0,8 25 0,1 1 0,3-1 0,21 74 0,-19-87 0,3 19 0,0 3 0,3 0 0,42 105 0,-56-162 0,-1 1 0,1-1 0,0 0 0,0 1 0,0-1 0,0 0 0,1 0 0,-1-1 0,1 1 0,0 0 0,-1-1 0,1 0 0,0 1 0,1-1 0,-1 0 0,0-1 0,1 1 0,-1-1 0,5 2 0,-3-2 0,0-1 0,0 1 0,0-1 0,-1 0 0,1-1 0,0 1 0,0-1 0,0 0 0,0 0 0,-1 0 0,1-1 0,8-4 0,4-3 0,-1 0 0,-1-2 0,1 0 0,-2 0 0,0-2 0,19-20 0,-1-5-1365,-7 3-5461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2:32:27.2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639 0 24575,'-15'0'0,"0"1"0,1 0 0,-1 1 0,1 1 0,-1 0 0,1 1 0,0 1 0,0 0 0,1 0 0,0 2 0,0 0 0,0 0 0,-11 9 0,-78 52 0,-188 93 0,258-148 0,24-12-5,10-5-17,13-6-1316,15-7-5488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2:32:28.5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4 681 24575,'3'-1'0,"0"1"0,0-1 0,0 0 0,0 0 0,-1 0 0,1-1 0,0 1 0,-1-1 0,1 1 0,-1-1 0,1 0 0,-1 0 0,0 0 0,0 0 0,0-1 0,0 1 0,0 0 0,0-1 0,-1 1 0,3-6 0,26-59 0,-28 64 0,16-56 0,-2 0 0,-3-1 0,-3 0 0,-2-1 0,0-63 0,-7 112 0,-1-1 0,0 0 0,-1 0 0,0 1 0,-6-21 0,7 30 0,-1 0 0,0 1 0,0-1 0,0 1 0,0-1 0,-1 1 0,1-1 0,-1 1 0,1 0 0,-1-1 0,0 1 0,0 0 0,0 0 0,0 1 0,0-1 0,0 0 0,-1 1 0,1-1 0,-1 1 0,1 0 0,-1 0 0,1 0 0,-1 0 0,0 0 0,1 0 0,-1 1 0,0-1 0,0 1 0,1 0 0,-1 0 0,-4 0 0,4 1 0,0-1 0,0 1 0,0 0 0,1 0 0,-1 0 0,0 1 0,1-1 0,-1 0 0,1 1 0,-1 0 0,1 0 0,0-1 0,0 1 0,0 1 0,0-1 0,0 0 0,0 0 0,1 1 0,-1-1 0,1 1 0,-1-1 0,1 1 0,0 0 0,0 0 0,-1 2 0,-3 11 0,1 0 0,0 0 0,-1 17 0,-4 67 0,8 179 0,3-151 0,-2-125 0,0 17 0,0 1 0,2-1 0,0 0 0,1 0 0,6 21 0,-8-36 0,1 0 0,0-1 0,0 1 0,0-1 0,1 1 0,-1-1 0,1 0 0,0 0 0,1 0 0,-1-1 0,0 1 0,1-1 0,0 1 0,0-1 0,0 0 0,0-1 0,1 1 0,-1-1 0,1 0 0,-1 0 0,1 0 0,0-1 0,-1 1 0,1-1 0,9 1 0,-4-1 0,0 0 0,0-1 0,0 0 0,0 0 0,0-1 0,-1-1 0,1 0 0,0 0 0,-1 0 0,1-2 0,-1 1 0,0-1 0,0 0 0,0-1 0,0 0 0,-1 0 0,0-1 0,0 0 0,-1-1 0,1 1 0,-1-1 0,-1-1 0,1 1 0,-1-1 0,-1-1 0,7-10 0,-1-2 0,0-2 0,-2 1 0,0-1 0,-2 0 0,0-1 0,-2 0 0,-1 0 0,0 0 0,0-41 0,-8-52 0,3 250 0,-2-30 0,2-70 0,-1 36 0,2-65 0,1-1 0,-1 1 0,0 0 0,1 0 0,0-1 0,0 1 0,0-1 0,0 1 0,1-1 0,0 1 0,-1-1 0,1 0 0,4 6 0,-5-8 0,0 0 0,0 0 0,1 0 0,-1 0 0,0 0 0,0 0 0,1 0 0,-1-1 0,0 1 0,1 0 0,-1-1 0,1 1 0,-1-1 0,1 0 0,-1 1 0,1-1 0,-1 0 0,1 0 0,-1 0 0,1 0 0,0 0 0,-1 0 0,1 0 0,-1-1 0,1 1 0,-1 0 0,1-1 0,-1 1 0,0-1 0,1 0 0,-1 0 0,0 1 0,1-1 0,-1 0 0,0 0 0,0 0 0,0 0 0,1 0 0,-1 0 0,0-1 0,1-1 0,2-2 0,-1 0 0,1 0 0,-1-1 0,0 1 0,-1-1 0,1 0 0,-1 0 0,0 0 0,1-7 0,0-4 0,0 0 0,-1-1 0,-1 1 0,-1-1 0,-1 1 0,0-1 0,-1 1 0,-5-23 0,5 37 4,1 1-1,-1-1 0,1 1 0,-1 0 1,0 0-1,0 0 0,0 0 0,0 0 1,0 0-1,0 1 0,0-1 1,-1 0-1,1 1 0,0 0 0,-1 0 1,1 0-1,-1 0 0,0 0 0,1 0 1,-1 1-1,0-1 0,-4 0 0,-8 0-141,0 1 0,0 0 0,-15 2 0,10 0-750,-3-1-5938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2:32:29.0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0 547 24575,'5'0'0,"5"-5"0,10-9 0,15-8 0,28-13 0,30-13 0,21-13 0,8-4 0,-2 0 0,-14 3 0,-20 6 0,-20 10 0,-17 7 0,-17 11-8191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3:06:02.3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0 287 24575,'25'-1'0,"-1"-2"0,25-5 0,33-3 0,527 6 0,-332 8 0,936-3 0,-997 13 0,-17 0 0,-156-13 0,327 15 0,320 38 0,-294-39 0,-44-3 0,538 1 0,-546-14 0,2994 2 0,-2904-16 0,-229 6 0,128-15 0,98-3 0,244-6 0,-558 26 0,276-34 0,-97 9 0,245-37 0,-327 40 0,8 6 0,287 6 0,-205 3 0,-154 5 0,-2 1 0,301-9 0,-439 18 0,710 27 0,-375 6 0,134 18 0,-192-28 0,-73-10 0,266-2-81,-321-12-1203,-128 1-5542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3:06:03.5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0 131 24575,'5803'0'0,"-4493"-62"0,-1019 28 126,-19 2-1617,-241 29-5335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9:14:22.6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1 639 24575,'-1'139'0,"3"154"0,5-243 0,-6-49 0,-1 0 0,0 0 0,0 0 0,0 0 0,0-1 0,1 1 0,-1 0 0,0 0 0,1 0 0,-1-1 0,1 1 0,-1 0 0,1 0 0,-1-1 0,1 1 0,-1 0 0,1-1 0,0 1 0,-1 0 0,1-1 0,0 1 0,-1-1 0,1 0 0,0 1 0,0-1 0,0 1 0,-1-1 0,1 0 0,0 0 0,0 1 0,0-1 0,0 0 0,0 0 0,0 0 0,-1 0 0,1 0 0,0 0 0,0 0 0,0-1 0,0 1 0,0 0 0,-1 0 0,1-1 0,0 1 0,0 0 0,0-1 0,-1 1 0,1-1 0,0 1 0,1-2 0,7-6 0,0 0 0,-1-1 0,0 0 0,0-1 0,-1 0 0,7-12 0,2-1 0,348-472 0,-254 363 0,198-186 0,-296 307 0,-3 2 0,0 0 0,1 0 0,0 1 0,0 0 0,1 1 0,0 0 0,0 1 0,23-9 0,-31 14 0,-1 1 0,0-1 0,0 1 0,0 0 0,0 0 0,1 0 0,-1 0 0,0 1 0,0-1 0,0 1 0,0-1 0,1 1 0,-1 0 0,0-1 0,0 1 0,0 0 0,0 0 0,-1 1 0,1-1 0,0 0 0,0 1 0,1 1 0,2 2 0,-1 0 0,0 1 0,0 0 0,0 0 0,-1 0 0,3 7 0,12 31-309,-3 1 1,14 66-1,-25-95-130,25 111-6387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9:14:23.4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1272 24575,'2'25'-18,"0"0"-1,2-1 0,1 1 1,1-1-1,14 37 1,8 12-5524,-24-64 5388,0 0 0,0-1 1,0 1-1,1-1 0,0 0 1,1-1-1,11 13 0,-16-19 163,1 0 1,-1 1-1,1-1 0,0 0 0,-1 0 0,1 0 1,0 0-1,0-1 0,0 1 0,0 0 0,0-1 1,0 1-1,0-1 0,0 0 0,0 1 0,0-1 1,2 0-1,-1-1-13,0 0 0,-1 0-1,1 0 1,0 0 0,-1 0 0,1 0 0,-1-1 0,0 1-1,1-1 1,-1 0 0,0 1 0,0-1 0,0 0 0,0-1-1,3-3 1,14-22 570,-1-1 0,-1-1 0,-2-1 0,-1 0 0,-1 0 0,8-35 0,-4 17 1126,197-507-463,-151 416-1278,151-245-1,-201 365 50,-1-1 0,2 0 0,0 0 0,1 2 0,1 0 0,1 0 0,0 2 0,36-28 0,-51 43-35,1 1 0,-1-1 0,1 1 0,-1 0 0,1 0 0,-1 0 0,1 0 0,0 0 0,0 0 0,-1 1 0,1-1 0,0 1 0,0 0 0,0 0 0,-1 0 0,1 0 0,0 0 0,0 1 0,0-1 0,-1 1 0,1 0 0,0 0 0,-1 0 0,1 0 0,-1 0 0,1 1 0,-1-1 0,1 1 0,-1-1 0,0 1 0,0 0 0,0 0 0,0 0 0,0 0 0,0 0 0,-1 1 0,1-1 0,2 5 0,21 34-6791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9:16:48.8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88 24575,'1055'0'0,"-939"-6"0,0-5 0,176-40 0,-234 43 0,0 3 0,1 2 0,77 6 0,-15 0 0,333-3 0,-407-4-1365,-31-2-5461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9:16:50.9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1 288 24575,'344'-16'0,"-139"4"0,-201 12 0,-1 0 0,0-1 0,1 1 0,-1-1 0,0 0 0,0 0 0,0 0 0,1 0 0,-1 0 0,0-1 0,-1 1 0,1-1 0,0 0 0,0 0 0,-1 0 0,5-4 0,-6 4 0,-1 1 0,1-1 0,0 0 0,0 0 0,-1 1 0,1-1 0,-1 0 0,1 0 0,-1 0 0,0 0 0,0 0 0,0 0 0,0 0 0,0 0 0,0 0 0,-1 1 0,1-1 0,-1 0 0,1 0 0,-1 0 0,0 0 0,1 1 0,-1-1 0,0 0 0,0 1 0,0-1 0,-1 0 0,-1-1 0,-11-15 0,-1 1 0,0 0 0,-1 1 0,-1 1 0,-1 1 0,0 0 0,-1 1 0,0 1 0,-1 1 0,0 1 0,-39-14 0,83 38 0,-1 2 0,40 33 0,-25-19 0,-26-21 0,0 1 0,-1-1 0,0 2 0,0-1 0,8 13 0,-17-19 0,1-1 0,-1 0 0,-1 1 0,1-1 0,0 1 0,-1-1 0,0 1 0,0 0 0,0 0 0,0-1 0,-1 1 0,1 0 0,-1 0 0,0 0 0,0 0 0,0 0 0,-1 0 0,0-1 0,1 1 0,-1 0 0,0 0 0,-1-1 0,1 1 0,-3 4 0,-10 15 22,-1 0 1,-1-1-1,0-1 0,-2-1 0,-23 21 0,18-18-521,1 0-1,-35 51 1,43-51-6327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9:16:57.5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112 476 24575,'1'-3'0,"0"0"0,0 0 0,0 0 0,0 1 0,1-1 0,-1 0 0,1 0 0,0 1 0,0-1 0,0 1 0,4-5 0,11-17 0,-16 22 0,6-12 0,-1-1 0,-1 0 0,0 0 0,-1-1 0,3-26 0,-7 39 0,1 0 0,-1-1 0,-1 1 0,1 0 0,0 0 0,-1 0 0,0 0 0,1 0 0,-1 0 0,0 0 0,-1 0 0,1 0 0,0 0 0,-1 0 0,0 1 0,0-1 0,0 1 0,0-1 0,0 1 0,0 0 0,0 0 0,-1-1 0,1 2 0,-1-1 0,1 0 0,-1 0 0,0 1 0,0 0 0,0-1 0,0 1 0,0 0 0,0 1 0,0-1 0,0 0 0,-6 1 0,5-1 0,0 0 0,0 0 0,0 1 0,0-1 0,0 1 0,0 0 0,0 1 0,0-1 0,0 1 0,0-1 0,1 1 0,-1 0 0,0 1 0,0-1 0,1 1 0,-1-1 0,0 1 0,-3 3 0,4-2 0,0 1 0,0-1 0,0 1 0,0 0 0,1 0 0,0 0 0,0 0 0,0 0 0,0 1 0,0-1 0,1 1 0,0-1 0,0 1 0,0-1 0,0 8 0,-2 7 0,1-1 0,1 1 0,1 0 0,0 0 0,1 0 0,8 36 0,-9-55 0,0 1 0,0-1 0,0 1 0,1-1 0,-1 1 0,0-1 0,0 0 0,1 1 0,-1-1 0,0 1 0,1-1 0,-1 0 0,0 1 0,1-1 0,-1 0 0,1 1 0,-1-1 0,0 0 0,1 0 0,-1 1 0,1-1 0,-1 0 0,1 0 0,-1 0 0,1 0 0,-1 0 0,1 0 0,-1 0 0,1 0 0,-1 0 0,1 0 0,-1 0 0,1 0 0,-1 0 0,1 0 0,-1 0 0,1 0 0,-1 0 0,1-1 0,-1 1 0,1 0 0,-1 0 0,1-1 0,-1 1 0,0 0 0,1-1 0,-1 1 0,1 0 0,-1-1 0,0 1 0,1 0 0,-1-1 0,0 1 0,0-1 0,1 0 0,22-29 0,-21 26 0,1 0 0,1-1 0,-1 0 0,1 1 0,0 0 0,0 0 0,0 0 0,0 0 0,1 1 0,-1 0 0,9-5 0,-10 7 0,0 0 0,0 0 0,0 0 0,0 1 0,0 0 0,0-1 0,0 1 0,0 0 0,0 1 0,0-1 0,0 0 0,0 1 0,0-1 0,0 1 0,0 0 0,0 0 0,0 1 0,-1-1 0,1 0 0,0 1 0,3 3 0,12 6 0,3 4 0,2-1 0,0 0 0,0-2 0,34 12 0,-50-21 0,-1-1 0,1-1 0,0 1 0,0-1 0,0 0 0,0-1 0,0 0 0,-1 0 0,1 0 0,0-1 0,0 0 0,0 0 0,0-1 0,0 0 0,-1 0 0,1-1 0,-1 1 0,0-1 0,0-1 0,0 1 0,10-8 0,-9 4 0,1-1 0,-1 1 0,-1-1 0,1 0 0,-1-1 0,-1 0 0,1 0 0,-2 0 0,1 0 0,-1-1 0,-1 0 0,1 0 0,-2 0 0,1 0 0,-2 0 0,1 0 0,-1-1 0,-1 1 0,-1-21 0,-1 9 0,0 1 0,-2-1 0,0 1 0,-2 0 0,0 0 0,-1 1 0,-1 0 0,-18-32 0,24 48 0,-1 0 0,0 0 0,1 0 0,-2 0 0,1 1 0,0-1 0,-8-5 0,11 9 0,-1-1 0,1 1 0,-1 0 0,0-1 0,1 1 0,-1 0 0,1-1 0,-1 1 0,0 0 0,1 0 0,-1 0 0,0 0 0,0 0 0,1 0 0,-1 0 0,0 0 0,1 0 0,-1 0 0,0 0 0,1 0 0,-1 0 0,0 1 0,0-1 0,0 1 0,0 0 0,0 0 0,0 0 0,0 0 0,0 0 0,0 1 0,0-1 0,1 0 0,-1 0 0,0 1 0,1-1 0,-1 0 0,1 1 0,0-1 0,-1 0 0,1 2 0,-3 16 0,1-1 0,0 1 0,2-1 0,0 1 0,1-1 0,1 1 0,5 23 0,4 7 0,26 71 0,-32-106 0,0 1 0,2-1 0,-1 0 0,2 0 0,0-1 0,1 0 0,0-1 0,0 0 0,22 20 0,-25-27 0,0 0 0,0-1 0,1 0 0,0 0 0,-1 0 0,2-1 0,-1 0 0,0-1 0,0 1 0,1-1 0,-1-1 0,1 0 0,0 0 0,0 0 0,-1-1 0,1 0 0,0 0 0,-1-1 0,1 0 0,0-1 0,11-3 0,-6 2 0,-1-2 0,1 0 0,-1 0 0,0-1 0,0 0 0,-1-1 0,0-1 0,0 1 0,-1-2 0,0 0 0,0 0 0,-1 0 0,0-1 0,-1-1 0,0 0 0,-1 0 0,0 0 0,0-1 0,-2 0 0,1 0 0,-1 0 0,-1-1 0,0 0 0,-1 0 0,-1 0 0,0 0 0,0 0 0,-1 0 0,-1-1 0,0 1 0,-5-26 0,4 26 0,1 7 0,0 0 0,-1 0 0,0 0 0,0 1 0,0-1 0,-1 0 0,0 1 0,0-1 0,0 1 0,-4-7 0,4 18 0,0-1 0,1 1 0,-1 0 0,1 0 0,1 0 0,-1 7 0,0-2 0,0 1 0,1 0 0,0-1 0,1 1 0,1 0 0,-1-1 0,2 1 0,0-1 0,0 0 0,1 0 0,0 0 0,1 0 0,0-1 0,1 0 0,0 0 0,1 0 0,0-1 0,0 0 0,1 0 0,9 8 0,-13-14 0,-1 0 0,0 1 0,0-1 0,0 0 0,0 1 0,0 0 0,-1-1 0,0 1 0,0 0 0,0 0 0,0 0 0,-1 1 0,1-1 0,-1 0 0,0 1 0,0-1 0,-1 1 0,1-1 0,-1 1 0,0 4 0,-1-5 0,0 0 0,0 0 0,0 0 0,-1 0 0,1-1 0,-1 1 0,0-1 0,0 1 0,0-1 0,0 0 0,-1 1 0,1-1 0,-1 0 0,0-1 0,0 1 0,0 0 0,0-1 0,0 0 0,-1 1 0,1-1 0,-1-1 0,-5 3 0,8-3 0,-1 0 0,1 0 0,-1-1 0,0 1 0,1-1 0,-1 0 0,1 1 0,-1-1 0,0 0 0,0 0 0,1 0 0,-1 0 0,-2 0 0,3 0 0,0-1 0,1 1 0,-1 0 0,1-1 0,-1 1 0,1 0 0,-1-1 0,1 1 0,-1 0 0,1-1 0,-1 1 0,1-1 0,0 1 0,-1-1 0,1 1 0,0-1 0,-1 1 0,1-1 0,0 0 0,0 1 0,0-1 0,-1 1 0,1-1 0,0 0 0,0 0 0,0-3 0,0 0 0,1 1 0,-1-1 0,1 0 0,0 0 0,0 1 0,0-1 0,0 1 0,1-1 0,-1 1 0,3-5 0,13-18 0,0 0 0,1 1 0,2 1 0,22-22 0,-27 31 0,2 0 0,-1 1 0,2 0 0,0 1 0,0 2 0,32-16 0,-47 25 0,0 1 0,0 0 0,1-1 0,-1 1 0,0 1 0,0-1 0,1 0 0,-1 1 0,0 0 0,1-1 0,-1 1 0,1 1 0,-1-1 0,0 0 0,1 1 0,-1 0 0,0 0 0,0 0 0,1 0 0,-1 0 0,0 1 0,0-1 0,0 1 0,3 2 0,2 4 0,0 0 0,-1 1 0,0-1 0,0 1 0,-1 0 0,5 12 0,30 38 0,-38-55 0,0-1 0,0 0 0,0 0 0,1 0 0,-1 0 0,1 0 0,0-1 0,0 0 0,0 0 0,0 0 0,0 0 0,9 2 0,-12-4 0,1 1 0,-1-1 0,1 0 0,0 1 0,-1-1 0,1 0 0,0 0 0,-1 0 0,1 0 0,-1-1 0,1 1 0,0 0 0,-1-1 0,1 1 0,-1-1 0,1 1 0,-1-1 0,1 0 0,-1 0 0,1 0 0,-1 1 0,0-1 0,0-1 0,1 1 0,0-1 0,0-1 0,-1 1 0,1-1 0,-1 0 0,0 0 0,0 0 0,0 0 0,0 0 0,-1 0 0,1 0 0,-1 0 0,1 0 0,-1-5 0,0-1 0,-1 1 0,0-1 0,0 0 0,-1 1 0,0-1 0,-1 1 0,1 0 0,-8-15 0,7 19 0,0-1 0,0 1 0,0 0 0,-1 0 0,0 0 0,1 0 0,-2 0 0,1 1 0,0 0 0,-1 0 0,1 0 0,-1 0 0,0 1 0,0 0 0,0 0 0,0 0 0,0 1 0,0-1 0,0 1 0,-1 0 0,1 1 0,0-1 0,-1 1 0,1 0 0,-1 1 0,1-1 0,0 1 0,-1 0 0,1 0 0,0 1 0,0 0 0,0 0 0,0 0 0,0 0 0,0 1 0,1 0 0,-6 3 0,-7 4-1365,2-2-5461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9:17:04.1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24575,'1'7'0,"0"1"0,0-1 0,1-1 0,-1 1 0,2 0 0,5 12 0,2 8 0,52 154 0,21 66 0,-54-143 0,47 143 0,-75-243 0,21 38 0,-22-41 0,1 0 0,-1 0 0,1-1 0,0 1 0,-1 0 0,1-1 0,0 1 0,-1 0 0,1-1 0,0 1 0,0-1 0,-1 1 0,1-1 0,0 1 0,0-1 0,0 0 0,0 1 0,-1-1 0,1 0 0,0 0 0,0 0 0,0 0 0,0 0 0,0 0 0,0 0 0,0 0 0,0 0 0,0 0 0,0 0 0,0 0 0,-1-1 0,1 1 0,0 0 0,0-1 0,0 1 0,0 0 0,-1-1 0,1 0 0,0 1 0,0-1 0,-1 1 0,1-1 0,0 0 0,0-1 0,10-12 0,0-1 0,-1 0 0,-1 0 0,-1-1 0,0 0 0,7-21 0,9-19 0,-13 34 0,203-395 0,-208 406 0,-3 6 0,-1 0 0,1 0 0,0 0 0,0 0 0,0 1 0,0 0 0,1-1 0,0 1 0,0 0 0,8-6 0,-11 10 0,-1 0 0,0 0 0,1 0 0,-1 0 0,0-1 0,1 1 0,-1 0 0,0 0 0,1 0 0,-1 0 0,0 0 0,1 0 0,-1 0 0,1 0 0,-1 0 0,0 0 0,1 0 0,-1 0 0,0 0 0,1 0 0,-1 0 0,0 0 0,1 1 0,-1-1 0,0 0 0,1 0 0,-1 0 0,0 1 0,1-1 0,-1 0 0,0 0 0,0 1 0,1-1 0,-1 0 0,0 0 0,0 1 0,1-1 0,-1 0 0,0 1 0,0 0 0,3 20 0,-10 22 0,-6-10 0,-2-1 0,0-1 0,-2 0 0,-2-1 0,0-1 0,-29 32 0,-12 20 0,59-80 0,0 0 0,0 1 0,0-1 0,1 0 0,-1 1 0,0-1 0,1 1 0,-1-1 0,1 0 0,-1 1 0,1-1 0,0 1 0,-1-1 0,1 1 0,0 0 0,0-1 0,0 1 0,0-1 0,1 1 0,-1-1 0,0 1 0,1-1 0,-1 1 0,1-1 0,-1 1 0,1-1 0,-1 0 0,1 1 0,0-1 0,0 0 0,0 1 0,0-1 0,0 0 0,0 0 0,0 0 0,2 1 0,4 4 0,1-1 0,0 0 0,0-1 0,0 0 0,10 4 0,-10-4 0,444 162 0,-141-58 0,-291-100 0,-10-4 0,-1 0 0,1 0 0,0-1 0,0-1 0,0 1 0,19 1 0,-28-5-27,0 1 0,0 0-1,0 0 1,0 0 0,-1 0-1,1-1 1,0 1 0,0 0 0,0-1-1,0 1 1,-1-1 0,1 1-1,0-1 1,0 1 0,-1-1-1,1 0 1,0 1 0,-1-1-1,1 0 1,-1 1 0,1-1 0,-1 0-1,1 0 1,-1 0 0,1 1-1,-1-1 1,0 0 0,0 0-1,1 0 1,-1 0 0,0 0-1,0 0 1,0 0 0,0 0 0,0 1-1,0-1 1,0 0 0,0 0-1,0 0 1,-1 0 0,1 0-1,0 0 1,0 0 0,-1 1-1,1-1 1,-1 0 0,1 0 0,-1 0-1,0 0 1,-11-29-6799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9:17:06.7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1 372 24575,'1'23'0,"1"0"0,0 0 0,12 43 0,-10-52 0,0 0 0,1-1 0,0 0 0,1 0 0,1 0 0,0-1 0,11 16 0,-17-28 0,0 1 0,-1 0 0,1 0 0,0-1 0,-1 1 0,1 0 0,0-1 0,0 1 0,0-1 0,0 1 0,0-1 0,-1 0 0,1 1 0,0-1 0,0 0 0,0 0 0,0 1 0,0-1 0,0 0 0,0 0 0,0 0 0,0 0 0,0 0 0,0 0 0,0-1 0,0 1 0,0 0 0,0 0 0,0-1 0,0 1 0,0-1 0,0 1 0,0-1 0,-1 1 0,1-1 0,0 1 0,0-1 0,-1 0 0,1 1 0,0-1 0,0 0 0,-1 0 0,1 1 0,-1-1 0,1 0 0,0-1 0,28-50 0,-26 45 0,-2 4 0,4-7 0,-1-1 0,2 1 0,0 0 0,0 0 0,1 1 0,10-12 0,-14 18 0,0 1 0,0 0 0,-1 0 0,1 0 0,1 1 0,-1-1 0,0 1 0,0 0 0,1 0 0,-1 0 0,0 0 0,1 0 0,-1 1 0,1-1 0,-1 1 0,1 0 0,-1 0 0,1 0 0,-1 1 0,1-1 0,-1 1 0,1 0 0,-1 0 0,0 0 0,6 3 0,11 6 0,-2 0 0,1 1 0,-2 1 0,26 21 0,-21-15 0,1-1 0,35 19 0,-51-32 0,0 0 0,1-1 0,-1 0 0,1-1 0,0 0 0,0 0 0,0 0 0,0-1 0,0 0 0,0-1 0,0 0 0,15-2 0,-18 2 0,-1-1 0,0 0 0,1-1 0,-1 1 0,0-1 0,1 0 0,-1 0 0,0 0 0,-1 0 0,1-1 0,0 0 0,-1 0 0,1 0 0,-1 0 0,0 0 0,4-5 0,-3 2 0,0-1 0,0 0 0,-1 0 0,1 0 0,-1-1 0,-1 1 0,0-1 0,3-13 0,-3 3 0,0 0 0,-2 0 0,0 0 0,0 0 0,-2 1 0,0-1 0,-7-26 0,9 44 0,0-1 0,0 0 0,0 1 0,0-1 0,0 0 0,0 1 0,0-1 0,0 1 0,-1-1 0,1 0 0,0 1 0,0-1 0,0 0 0,-1 1 0,1-1 0,0 1 0,-1-1 0,1 1 0,0-1 0,-1 1 0,1-1 0,-1 1 0,1-1 0,-1 1 0,1-1 0,-1 1 0,1 0 0,-1-1 0,1 1 0,-1 0 0,0-1 0,-5 23 0,3 40 0,1-13 0,0 64 0,3-102 0,0 0 0,0 0 0,1 0 0,1 0 0,0 0 0,0-1 0,8 17 0,-10-25 0,0 0 0,0 0 0,0 0 0,0 0 0,1 0 0,-1-1 0,0 1 0,1 0 0,-1-1 0,1 1 0,-1-1 0,1 0 0,0 1 0,0-1 0,0 0 0,-1 0 0,1 0 0,0 0 0,0-1 0,0 1 0,1 0 0,-1-1 0,0 0 0,0 1 0,0-1 0,0 0 0,0 0 0,0 0 0,1 0 0,-1-1 0,0 1 0,0 0 0,0-1 0,0 0 0,0 1 0,0-1 0,0 0 0,3-2 0,-1 1 0,1-1 0,-1-1 0,1 1 0,-1 0 0,0-1 0,0 0 0,-1 0 0,1 0 0,-1-1 0,0 1 0,0-1 0,0 1 0,-1-1 0,3-7 0,-2 0 0,0 1 0,0-1 0,-1 0 0,-1-1 0,0 1 0,-1 0 0,0 0 0,-1 0 0,0-1 0,-1 1 0,-1 0 0,-6-20 0,6 24 0,0-1 0,-1 1 0,0 0 0,0 0 0,-1 0 0,0 1 0,0-1 0,-1 1 0,0 0 0,0 1 0,-1 0 0,0 0 0,0 0 0,0 1 0,-1-1 0,1 2 0,-14-7 0,-8 6 0,29 8 0,16 1 0,-2-1 0,0-1 0,0-1 0,0 0 0,0-1 0,0 0 0,16-3 0,-26 2 0,0 0 0,0 0 0,0 0 0,0 0 0,0-1 0,0 1 0,0-1 0,0 0 0,-1 0 0,1-1 0,-1 1 0,0-1 0,1 0 0,-1 0 0,0 0 0,-1 0 0,1 0 0,0 0 0,-1-1 0,0 0 0,0 1 0,0-1 0,0 0 0,1-5 0,-3 8 0,0 1 0,0-1 0,0 0 0,1 0 0,-1 0 0,0 1 0,0-1 0,1 0 0,-1 0 0,1 1 0,-1-1 0,0 0 0,1 1 0,-1-1 0,1 1 0,0-1 0,-1 0 0,1 1 0,-1-1 0,1 1 0,0-1 0,-1 1 0,2-1 0,9 11 0,6 32 0,-16-40 0,32 124 0,-21-75 0,29 78 0,-41-127 0,1 0 0,-1-1 0,1 1 0,0 0 0,0-1 0,-1 1 0,1 0 0,0-1 0,1 1 0,-1-1 0,0 0 0,0 1 0,0-1 0,1 0 0,-1 0 0,1 0 0,-1 0 0,1 0 0,-1 0 0,4 2 0,-3-4 0,-1 1 0,0 0 0,1 0 0,-1 0 0,0-1 0,0 1 0,1-1 0,-1 1 0,0-1 0,0 1 0,0-1 0,1 0 0,-1 0 0,0 1 0,0-1 0,0 0 0,0 0 0,0 0 0,-1 0 0,1 0 0,1-2 0,4-6 0,-1 1 0,0-2 0,-1 1 0,0-1 0,6-18 0,-1-28 0,-6 36 0,0 0 0,7-24 0,-8 40 0,-1 0 0,1 0 0,-1 0 0,1 0 0,0 0 0,1 0 0,-1 0 0,1 1 0,-1-1 0,1 1 0,0 0 0,0 0 0,1 0 0,-1 0 0,6-3 0,-6 4 0,1 1 0,-1 0 0,1 0 0,-1 1 0,1-1 0,-1 1 0,1 0 0,-1 0 0,1 0 0,-1 0 0,1 0 0,-1 1 0,1 0 0,-1-1 0,1 1 0,-1 1 0,6 1 0,56 32 0,-55-29 0,2 1 0,0 0 0,1 0 0,0-1 0,0-1 0,1 0 0,17 4 0,-29-9 0,0 1 0,1-1 0,-1 0 0,1 0 0,-1 0 0,0 0 0,1 0 0,-1-1 0,0 1 0,1-1 0,-1 1 0,0-1 0,0 0 0,1 0 0,-1 0 0,0 0 0,0 0 0,2-2 0,-2 0 0,0 1 0,0-1 0,0 1 0,-1-1 0,1 0 0,-1 0 0,0 0 0,0 0 0,0 1 0,0-1 0,0-1 0,-1 1 0,0 0 0,1 0 0,-1 0 0,0 0 0,0 0 0,-1-4 0,1 1 0,-1-1 0,0 1 0,0 0 0,-1-1 0,0 1 0,0 0 0,0 0 0,-1 0 0,1 0 0,-1 0 0,-1 0 0,1 1 0,-1 0 0,-5-6 0,-5-3 0,0 1 0,-1 0 0,-21-13 0,9 7 0,27 18 0,-1 1 0,0-1 0,0 1 0,0 0 0,0-1 0,0 0 0,0 1 0,1-1 0,-1 1 0,0-1 0,1 0 0,-1 0 0,0 1 0,1-1 0,-1 0 0,1 0 0,-1 0 0,1 0 0,-1 1 0,1-1 0,0 0 0,-1 0 0,1 0 0,0 0 0,0 0 0,0 0 0,0 0 0,0 0 0,0 0 0,0 0 0,0 0 0,0 0 0,0 0 0,1 0 0,-1 0 0,0 0 0,1 0 0,-1 0 0,0 0 0,1 1 0,-1-1 0,1 0 0,-1 0 0,1 0 0,0 1 0,-1-1 0,1 0 0,0 1 0,0-1 0,-1 0 0,1 1 0,0-1 0,0 1 0,0-1 0,1 1 0,10-6 0,0 0 0,0 1 0,22-5 0,-6 1 0,-19 4 0,0 2 0,0-1 0,1 1 0,-1 0 0,19-2 0,-26 4 0,1 1 0,0 1 0,-1-1 0,1 0 0,-1 1 0,1-1 0,-1 1 0,1 0 0,-1-1 0,1 1 0,-1 1 0,0-1 0,1 0 0,-1 0 0,0 1 0,0-1 0,0 1 0,0 0 0,0 0 0,0 0 0,-1 0 0,1 0 0,-1 0 0,1 0 0,-1 0 0,2 5 0,4 8 0,-1 1 0,-1 0 0,5 22 0,-7-23 0,1 0 0,1-1 0,11 27 0,-15-40 0,-1 0 0,0-1 0,1 1 0,-1 0 0,0 0 0,1 0 0,-1 0 0,1 0 0,0-1 0,-1 1 0,1 0 0,0-1 0,-1 1 0,1 0 0,0-1 0,0 1 0,-1-1 0,1 1 0,0-1 0,0 1 0,0-1 0,0 0 0,0 1 0,0-1 0,0 0 0,0 0 0,0 0 0,1 1 0,-1-2 0,0 0 0,0 1 0,1-1 0,-1 0 0,0 0 0,0 0 0,0 0 0,0 0 0,0 0 0,0 0 0,0 0 0,0 0 0,-1-1 0,1 1 0,0 0 0,0-2 0,3-6 0,-1-1 0,1 1 0,-2-1 0,3-11 0,-1-71 0,-5 68 0,2 1 0,7-46 0,-8 68 0,0-1 0,0 1 0,1-1 0,-1 0 0,0 1 0,1-1 0,-1 1 0,1-1 0,0 1 0,-1 0 0,1-1 0,0 1 0,0 0 0,0-1 0,0 1 0,0 0 0,0 0 0,1 0 0,-1 0 0,0 0 0,0 0 0,3-2 0,-2 3 0,-1 0 0,1 0 0,-1 0 0,1 1 0,0-1 0,-1 0 0,1 0 0,-1 1 0,0-1 0,1 1 0,-1-1 0,1 1 0,-1 0 0,0 0 0,1-1 0,-1 1 0,0 0 0,2 2 0,5 5 0,0 0 0,0 1 0,-1 0 0,-1 0 0,7 11 0,27 55 0,-27-46 0,2-2 0,1 0 0,37 47 0,-39-56-195,1-2 0,1 0 0,0-1 0,2 0 0,-1-2 0,38 23 0,-23-22-6631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9:17:08.1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236 342 24575,'2'0'0,"-1"0"0,1 0 0,0 0 0,0-1 0,0 1 0,0-1 0,0 1 0,-1-1 0,1 0 0,0 1 0,-1-1 0,1 0 0,0 0 0,-1 0 0,1 0 0,-1-1 0,1 1 0,-1 0 0,0 0 0,2-3 0,-1 0 0,1 1 0,-1-1 0,-1 0 0,1 0 0,0 0 0,-1 0 0,0-1 0,1-6 0,0-7 0,-1-1 0,-1 1 0,-2-23 0,2 40 0,-1-7 0,-1 0 0,0 0 0,-1 1 0,0-1 0,0 0 0,0 1 0,-1 0 0,0 0 0,0 0 0,-1 0 0,0 1 0,0-1 0,-1 1 0,1 1 0,-11-9 0,9 8 0,1 1 0,-1 0 0,-1 0 0,1 1 0,-1-1 0,0 2 0,0-1 0,0 1 0,0 0 0,0 1 0,-1 0 0,1 0 0,-1 1 0,-12-1 0,18 3 0,0-1 0,0 1 0,0 0 0,0 0 0,0 0 0,0 1 0,0-1 0,0 1 0,0-1 0,0 1 0,1 0 0,-1 0 0,1 0 0,0 0 0,-1 1 0,1-1 0,0 1 0,0-1 0,0 1 0,1 0 0,-1 0 0,1 0 0,-1-1 0,1 2 0,0-1 0,-1 5 0,-3 11 0,1-1 0,1 1 0,-2 25 0,4-31 0,-6 63 0,8 150 0,-1-225 0,-1 1 0,1-1 0,0 0 0,0 1 0,0-1 0,1 1 0,-1-1 0,0 0 0,0 1 0,1-1 0,-1 1 0,1-1 0,-1 0 0,1 0 0,0 1 0,-1-1 0,1 0 0,0 0 0,0 0 0,0 0 0,0 1 0,0-1 0,0-1 0,0 1 0,0 0 0,3 1 0,-3-2 0,1 0 0,0 0 0,0 0 0,-1-1 0,1 1 0,0-1 0,0 1 0,-1-1 0,1 0 0,0 1 0,-1-1 0,1 0 0,-1 0 0,1 0 0,-1 0 0,0-1 0,3-1 0,7-8 0,-1 0 0,0-1 0,13-20 0,77-143 0,-98 172 0,-1 1 0,1-1 0,0 1 0,0 0 0,0 0 0,0 0 0,0 0 0,1 0 0,-1 0 0,1 0 0,-1 1 0,1-1 0,0 1 0,-1 0 0,1 0 0,0 0 0,0 0 0,0 0 0,0 1 0,0-1 0,0 1 0,0 0 0,0-1 0,0 2 0,0-1 0,0 0 0,0 0 0,-1 1 0,1 0 0,6 2 0,5 3 0,0 0 0,-1 2 0,0-1 0,0 2 0,12 9 0,7 5 0,-15-11 0,1-1 0,1-1 0,-1 0 0,2-2 0,28 10 0,-40-16 0,0-1 0,1 1 0,-1-1 0,1-1 0,0 1 0,-1-2 0,1 1 0,0-1 0,-1 0 0,1-1 0,-1 0 0,0 0 0,1-1 0,-1 0 0,15-8 0,-5 0 0,1 0 0,-2 0 0,0-2 0,0 0 0,-1-1 0,-1-1 0,26-32 0,-34 37 0,0 1 0,-1-1 0,-1-1 0,1 1 0,-2-1 0,0 0 0,0 0 0,-1 0 0,0 0 0,-1-1 0,0 1 0,-1-1 0,0 0 0,-1 1 0,-2-24 0,2 33 0,0 1 0,0-1 0,-1 0 0,1 1 0,0-1 0,-1 0 0,1 1 0,-1-1 0,0 0 0,1 1 0,-1-1 0,0 1 0,0-1 0,0 1 0,0 0 0,0-1 0,-3-1 0,-5 7 0,3 17 0,4-6 0,1 1 0,0-1 0,1 1 0,1-1 0,0 1 0,1-1 0,5 19 0,-4-24 0,1 0 0,-1 0 0,2-1 0,-1 1 0,1-1 0,1 0 0,-1-1 0,2 1 0,-1-1 0,1 0 0,0-1 0,9 7 0,-9-8 0,-1 0 0,1 1 0,-1 0 0,-1 0 0,1 0 0,-1 1 0,0-1 0,-1 1 0,0 1 0,4 8 0,-8-15 0,1 1 0,0 0 0,0-1 0,-1 1 0,1 0 0,-1-1 0,0 1 0,0 0 0,0 0 0,0-1 0,0 1 0,-1 0 0,1 0 0,-1-1 0,0 1 0,0-1 0,0 1 0,0-1 0,0 1 0,-1-1 0,1 1 0,-1-1 0,1 0 0,-1 0 0,0 0 0,0 0 0,0 0 0,0 0 0,0 0 0,0-1 0,0 1 0,-1-1 0,1 0 0,-1 1 0,1-1 0,-1 0 0,-3 1 0,-54 14-1365,31-9-5461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9:17:12.1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291 1135 24575,'4'0'0,"1"1"0,0-2 0,0 1 0,-1-1 0,1 1 0,0-2 0,-1 1 0,1 0 0,-1-1 0,1 0 0,-1 0 0,0 0 0,0 0 0,0-1 0,0 1 0,6-6 0,-8 5 0,1-1 0,-1 1 0,0 0 0,0-1 0,0 0 0,0 1 0,-1-1 0,0 0 0,1 0 0,-1 0 0,-1 0 0,1 0 0,-1 0 0,1 0 0,-1 0 0,0 0 0,0 0 0,-1 0 0,1 0 0,-2-4 0,-2-5 0,0 1 0,0 1 0,-1-1 0,0 1 0,-1 0 0,-1 0 0,0 0 0,0 1 0,-1 0 0,0 0 0,0 1 0,-16-13 0,1 3 0,0 1 0,-1 1 0,0 0 0,-36-16 0,57 32 0,1-1 0,-1 0 0,0 1 0,0 0 0,0 0 0,0 0 0,0 0 0,0 0 0,0 1 0,0-1 0,0 1 0,-1 0 0,1 0 0,0 0 0,0 0 0,0 0 0,0 1 0,0 0 0,0-1 0,0 1 0,-5 2 0,5 0 0,0 0 0,-1 0 0,1 0 0,0 1 0,1-1 0,-1 1 0,1 0 0,0-1 0,-1 1 0,2 0 0,-1 0 0,0 1 0,1-1 0,-2 9 0,-9 48 0,3 2 0,2-1 0,4 1 0,4 84 0,0-103 0,-1-36 0,0 1 0,0 0 0,1 0 0,-1 0 0,2 0 0,3 14 0,-5-22 0,1 1 0,-1-1 0,1 0 0,0 0 0,-1 1 0,1-1 0,0 0 0,0 0 0,0 0 0,0 0 0,0 0 0,0 0 0,0 0 0,0 0 0,0 0 0,0-1 0,1 1 0,-1 0 0,0-1 0,0 1 0,1-1 0,-1 1 0,1-1 0,-1 0 0,0 1 0,1-1 0,-1 0 0,1 0 0,-1 0 0,0 0 0,1 0 0,-1 0 0,1-1 0,-1 1 0,0 0 0,1-1 0,-1 1 0,0-1 0,1 1 0,-1-1 0,0 0 0,0 0 0,2 0 0,38-23 0,-1-2 0,0-1 0,-2-2 0,-2-1 0,-1-3 0,36-40 0,-34 28 0,-31 35 0,1 1 0,1 0 0,-1 0 0,1 0 0,1 1 0,0 0 0,0 1 0,12-7 0,-19 13 0,1 0 0,-1 0 0,0 1 0,1-1 0,-1 1 0,1 0 0,-1-1 0,0 1 0,1 0 0,-1 1 0,1-1 0,-1 0 0,1 1 0,-1-1 0,0 1 0,1 0 0,-1 0 0,0 0 0,0 0 0,0 0 0,0 0 0,0 1 0,0-1 0,0 1 0,0-1 0,3 4 0,4 4 0,-1 1 0,1 0 0,11 20 0,5 13 0,-1 2 0,-3 1 0,-1 1 0,-3 1 0,-2 0 0,-1 1 0,-3 0 0,-2 1 0,-3 0 0,-1 1 0,-3 0 0,-5 62 0,3-109 0,-1 0 0,1 0 0,-1 0 0,0 0 0,0 0 0,-1 0 0,1 0 0,-1-1 0,0 1 0,0-1 0,-5 7 0,7-9 0,-1-1 0,1 1 0,-1-1 0,1 1 0,-1-1 0,0 1 0,1-1 0,-1 1 0,1-1 0,-1 0 0,0 1 0,1-1 0,-1 0 0,0 0 0,1 0 0,-1 1 0,0-1 0,0 0 0,1 0 0,-1 0 0,0 0 0,1 0 0,-1 0 0,0 0 0,0-1 0,0 1 0,-1-1 0,1 0 0,-1 0 0,1 0 0,-1-1 0,1 1 0,0 0 0,-1-1 0,1 1 0,0-1 0,0 1 0,0-1 0,0 0 0,0 1 0,1-1 0,-2-2 0,-4-12 0,1 0 0,1-1 0,0 1 0,1-1 0,1 0 0,0 0 0,1 0 0,3-30 0,1 12 0,2 1 0,1-1 0,15-44 0,5 8 0,48-93 0,21-55 0,-86 194 0,-2 0 0,0 0 0,-2-1 0,-1 0 0,-1 0 0,-1-49 0,-3 93 0,0-9 0,0 1 0,1 0 0,0 0 0,0 0 0,4 16 0,-3-23 0,0 1 0,0-1 0,0 1 0,1-1 0,-1 1 0,1-1 0,0 0 0,0 0 0,0 0 0,0 0 0,1 0 0,-1 0 0,1-1 0,-1 1 0,1-1 0,0 0 0,0 0 0,0 0 0,1 0 0,-1 0 0,0-1 0,7 3 0,7 0 0,0-1 0,1 0 0,-1-2 0,1 0 0,-1 0 0,19-3 0,-15 1 0,-1 0 0,1 2 0,36 5 0,-50-3 0,0 0 0,0 0 0,0 1 0,0-1 0,0 2 0,-1-1 0,0 1 0,0 0 0,0 0 0,0 0 0,-1 1 0,0 0 0,0 0 0,0 0 0,4 10 0,37 38 0,-43-51 0,1 0 0,0 0 0,0 0 0,0 0 0,1-1 0,-1 0 0,0 0 0,1 0 0,0 0 0,-1-1 0,1 1 0,7 0 0,-6-2 0,0-1 0,-1 1 0,1-1 0,-1 0 0,0 0 0,1-1 0,-1 1 0,0-1 0,0 0 0,0-1 0,0 1 0,0-1 0,0 0 0,-1 0 0,0-1 0,1 1 0,-1-1 0,0 0 0,4-6 0,-1 2 0,0-1 0,-1 1 0,1-1 0,-2-1 0,1 1 0,-2-1 0,1 0 0,5-20 0,-6 15 0,-1 0 0,-1 1 0,0-1 0,-1 0 0,-1 0 0,0 0 0,-1 0 0,-1 0 0,-6-29 0,6 41 0,0 1 0,1-1 0,-1 1 0,0 0 0,0 0 0,0 0 0,0 0 0,-1 0 0,1 0 0,0 0 0,-1 1 0,1-1 0,-1 1 0,0 0 0,1 0 0,-1 0 0,0 0 0,0 0 0,0 1 0,1-1 0,-1 1 0,0 0 0,0-1 0,0 1 0,0 1 0,0-1 0,0 0 0,0 1 0,0-1 0,1 1 0,-1 0 0,0 0 0,0 0 0,1 1 0,-1-1 0,1 0 0,-1 1 0,1 0 0,-1 0 0,1-1 0,0 1 0,0 1 0,0-1 0,0 0 0,0 0 0,1 1 0,-1-1 0,-1 4 0,-2 15 0,2 0 0,-1 1 0,2 0 0,1-1 0,1 1 0,5 39 0,-4-48 0,1 16 0,2 1 0,12 45 0,-13-63 0,0-1 0,1 0 0,0 0 0,1-1 0,0 1 0,1-1 0,0 0 0,1-1 0,11 14 0,-13-18 0,1-1 0,-1 0 0,1-1 0,0 1 0,-1-1 0,2-1 0,-1 1 0,0-1 0,0 0 0,1 0 0,-1 0 0,1-1 0,0 0 0,-1-1 0,1 0 0,0 0 0,11-1 0,8-2 0,-1-2 0,1 0 0,27-11 0,27-9 0,76-37 0,-127 49 0,0-2 0,-1-1 0,-1-1 0,0-1 0,43-40 0,-63 50 0,0 0 0,-1-1 0,0 1 0,0-1 0,-1 0 0,-1 0 0,1-1 0,-2 0 0,1 1 0,-1-1 0,0 0 0,-1-1 0,-1 1 0,1-13 0,0 0 0,-2 1 0,-1-1 0,-1 0 0,-1 0 0,-8-31 0,9 47 0,0 0 0,-1 0 0,0 0 0,0 0 0,0 1 0,-1-1 0,0 1 0,0 0 0,-1 0 0,0 1 0,0-1 0,0 1 0,-11-8 0,12 10 0,0 0 0,0 1 0,0 0 0,0 0 0,-1 0 0,1 0 0,0 1 0,-1-1 0,0 1 0,1 0 0,-1 1 0,0-1 0,1 1 0,-1 0 0,0 0 0,1 0 0,-1 1 0,0 0 0,1 0 0,-1 0 0,0 0 0,-7 4 0,9-3 0,1 0 0,-1-1 0,1 1 0,0 1 0,-1-1 0,1 0 0,0 0 0,0 1 0,1-1 0,-1 1 0,0 0 0,1-1 0,0 1 0,-1 0 0,1 0 0,0 0 0,0 0 0,1 0 0,-1 0 0,0 5 0,-1 71 0,2-59 0,0 21 0,5 150 0,-5-189 0,1 1 0,-1-1 0,1 1 0,-1-1 0,1 1 0,0-1 0,0 0 0,0 1 0,0-1 0,0 0 0,0 0 0,0 0 0,1 1 0,0-2 0,-1 1 0,1 0 0,0 0 0,0 0 0,3 2 0,-1-2 0,0 0 0,0 0 0,0-1 0,0 1 0,0-1 0,1 0 0,-1 0 0,0-1 0,1 1 0,6-1 0,5-1 0,1 0 0,-1-2 0,1 0 0,28-9 0,-21 3 0,-1 0 0,-1-2 0,0 0 0,0-2 0,-1 0 0,-1-2 0,0 0 0,28-29 0,-14 9 0,-2-1 0,-1-2 0,37-61 0,-58 82 0,0-1 0,-2 0 0,0-1 0,-1 1 0,0-1 0,-2-1 0,0 1 0,2-25 0,-7 43 0,0-1 0,0 1 0,0-1 0,1 1 0,-1-1 0,-1 1 0,1-1 0,0 1 0,0-1 0,0 1 0,-1-1 0,1 1 0,-1-1 0,1 1 0,-1 0 0,0-1 0,0 1 0,1 0 0,-1-1 0,0 1 0,0 0 0,0 0 0,0 0 0,0 0 0,-2-2 0,0 2 0,1 0 0,-1 1 0,1-1 0,-1 0 0,1 1 0,-1 0 0,1-1 0,-1 1 0,0 0 0,1 0 0,-1 1 0,1-1 0,-5 1 0,-4 2 0,1 0 0,-1 1 0,1 0 0,0 1 0,-18 11 0,17-9 0,1 1 0,1 0 0,-1 1 0,1 0 0,1 0 0,0 1 0,0 0 0,1 0 0,0 1 0,1 0 0,0 0 0,1 1 0,0-1 0,1 1 0,0 0 0,1 1 0,0-1 0,1 1 0,0-1 0,1 1 0,1-1 0,1 23 0,-1-34 0,0 1 0,0-1 0,0 1 0,1-1 0,-1 1 0,0-1 0,0 1 0,1-1 0,-1 1 0,1-1 0,-1 0 0,1 1 0,0-1 0,-1 0 0,1 1 0,0-1 0,0 0 0,0 0 0,0 0 0,0 0 0,0 0 0,0 0 0,1 0 0,-1 0 0,0 0 0,3 1 0,-2-2 0,0 0 0,0 0 0,1 0 0,-1 0 0,0-1 0,0 1 0,1 0 0,-1-1 0,0 0 0,0 0 0,0 1 0,0-1 0,0 0 0,0-1 0,3-1 0,8-7 0,-1 0 0,1 0 0,17-22 0,-20 21 0,-1 0 0,0-1 0,-1 0 0,0 0 0,-1 0 0,0-1 0,-1 0 0,-1-1 0,0 1 0,-1-1 0,0 0 0,-1 0 0,-1 0 0,0 0 0,-1-1 0,0 1 0,-1-1 0,-1 1 0,0 0 0,-1-1 0,-1 1 0,0 0 0,-1 0 0,0 0 0,-1 1 0,-7-14 0,-7-9 0,-2 2 0,0 0 0,-3 2 0,-53-58 0,77 89 0,0 1 0,0-1 0,-1 0 0,1 1 0,-1-1 0,1 1 0,0-1 0,-1 1 0,1-1 0,-1 1 0,1-1 0,-1 1 0,1 0 0,-1-1 0,0 1 0,1 0 0,-1-1 0,1 1 0,-1 0 0,0 0 0,1 0 0,-1-1 0,0 1 0,1 0 0,-1 0 0,0 0 0,1 0 0,-1 0 0,0 0 0,1 0 0,-1 0 0,0 1 0,1-1 0,-2 0 0,-1 25 0,16 37 0,104 319 0,-116-377 0,0 0 0,0-1 0,1 0 0,-1 1 0,1-1 0,0 0 0,0 0 0,0 1 0,1-2 0,-1 1 0,0 0 0,1 0 0,0-1 0,0 0 0,0 1 0,0-1 0,0 0 0,0 0 0,6 2 0,-3-3 0,-1 1 0,1-1 0,0 0 0,-1-1 0,1 1 0,0-1 0,0-1 0,0 1 0,-1-1 0,1 0 0,8-2 0,5-3 0,-1 0 0,0-2 0,-1 0 0,1-1 0,-1-1 0,23-17 0,-23 12 0,-1 0 0,0-1 0,-1-1 0,-1 0 0,0-1 0,-2 0 0,0-1 0,-1-1 0,-1 1 0,0-2 0,-2 0 0,0 0 0,-2 0 0,6-29 0,12 140 0,-24-90 0,10 44 0,20 59 0,-26-92 0,0 0 0,1-1 0,0 0 0,0 1 0,1-2 0,1 1 0,0-1 0,0 0 0,1 0 0,0-1 0,10 9 0,-15-15 0,0-1 0,0 1 0,0-1 0,0 0 0,0 1 0,1-2 0,-1 1 0,0 0 0,1-1 0,-1 1 0,1-1 0,-1 0 0,0 0 0,1 0 0,-1-1 0,1 1 0,-1-1 0,0 0 0,1 0 0,-1 0 0,0 0 0,0 0 0,0-1 0,0 0 0,0 1 0,0-1 0,0 0 0,-1 0 0,6-5 0,5-6 0,0 0 0,0-1 0,-1 0 0,12-18 0,-3-3 0,0 0 0,-3-2 0,-1 0 0,-1-1 0,-3-1 0,18-75 0,-30 109 0,-1 1 0,1 0 0,0 0 0,0 0 0,1 0 0,-1 0 0,1 0 0,3-5 0,-5 8 0,1 1 0,0-1 0,0 0 0,-1 1 0,1-1 0,0 1 0,0 0 0,0-1 0,0 1 0,0-1 0,0 1 0,-1 0 0,1 0 0,0 0 0,0 0 0,0 0 0,0-1 0,0 2 0,0-1 0,0 0 0,0 0 0,0 0 0,0 0 0,0 1 0,0-1 0,0 0 0,0 1 0,0-1 0,-1 0 0,1 1 0,0 0 0,0-1 0,0 1 0,-1-1 0,1 1 0,0 0 0,0 1 0,34 29 0,-1 1 0,-2 2 0,55 74 0,-51-61 0,-10-15 0,99 138 0,-114-152 0,0 0 0,-2 1 0,0 0 0,-1 1 0,-1 0 0,-1 0 0,7 36 0,-12-48 0,-1-1 0,0 1 0,-1-1 0,1 1 0,-1-1 0,0 0 0,-1 1 0,0-1 0,0 0 0,-1 0 0,0 0 0,0 0 0,0 0 0,-1-1 0,0 0 0,-1 1 0,1-1 0,-1-1 0,0 1 0,0-1 0,-1 0 0,0 0 0,-11 8 0,1-4 0,1 0 0,-1 0 0,0-2 0,-1 0 0,1-1 0,-2 0 0,1-2 0,0 0 0,-19 2 0,32-5 0,0-1 0,0 0 0,-1 1 0,1-1 0,0-1 0,0 1 0,-1-1 0,1 1 0,0-1 0,0 0 0,0-1 0,0 1 0,0-1 0,0 0 0,0 0 0,1 0 0,-1 0 0,1-1 0,-1 1 0,1-1 0,0 0 0,0 0 0,0 0 0,0 0 0,1-1 0,-1 1 0,1-1 0,0 0 0,0 1 0,0-1 0,1 0 0,-1 0 0,1 0 0,0 0 0,-1-7 0,-1-5 0,1-1 0,1 0 0,0 1 0,1-1 0,1 0 0,1 0 0,6-30 0,3 6 0,2 1 0,1 0 0,2 1 0,2 1 0,2 0 0,1 1 0,29-38 0,-18 33 0,2 1 0,2 2 0,1 1 0,2 2 0,55-40 0,-77 62-124,1 2 0,1 0 0,1 0 0,-1 2 0,1 1 0,1 0-1,0 1 1,0 2 0,1 0 0,36-5 0,-21 11-6702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9:17:12.9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216 23 24575,'0'-2'0,"-1"1"0,1 0 0,-1 0 0,0-1 0,0 1 0,1 0 0,-1 0 0,0 0 0,0 0 0,0 0 0,0 0 0,0 0 0,0 0 0,0 0 0,0 1 0,-1-1 0,1 0 0,0 1 0,0-1 0,-1 1 0,1-1 0,0 1 0,-1 0 0,1-1 0,-1 1 0,1 0 0,0 0 0,-1 0 0,-1 0 0,-2 0 0,-1 0 0,1-1 0,0 2 0,0-1 0,0 0 0,-10 3 0,8 1 0,1-1 0,0 1 0,0 1 0,0-1 0,0 1 0,1 0 0,0 0 0,0 0 0,0 1 0,1 0 0,-1 0 0,1 0 0,-5 11 0,1 0 0,1 0 0,0 0 0,1 1 0,-5 23 0,5-11 0,1 0 0,2 0 0,0 1 0,2-1 0,7 60 0,-5-86 0,0-1 0,0 1 0,1-1 0,-1 0 0,1 0 0,0 0 0,0 0 0,0 0 0,0 0 0,1 0 0,-1-1 0,1 1 0,0-1 0,-1 0 0,1 0 0,0 0 0,0 0 0,1 0 0,-1-1 0,0 1 0,1-1 0,-1 0 0,0 0 0,1 0 0,-1-1 0,1 1 0,0-1 0,6 1 0,12 0 0,-1-1 0,1-1 0,30-4 0,-49 5 0,58-11 0,-44 7 0,0 0 0,1 2 0,-1 0 0,1 1 0,-1 0 0,29 4 0,-44-3 0,0 0 0,-1 1 0,1 0 0,0-1 0,-1 1 0,1 0 0,0 0 0,-1 0 0,1 0 0,-1 0 0,0 0 0,1 0 0,-1 1 0,0-1 0,0 0 0,0 1 0,1-1 0,-2 1 0,1-1 0,0 1 0,0 0 0,0-1 0,-1 1 0,1 0 0,-1-1 0,1 1 0,-1 0 0,0 0 0,0 0 0,0-1 0,0 1 0,0 0 0,0 0 0,0 0 0,0-1 0,-1 1 0,0 3 0,-1 3 0,-1 0 0,1-1 0,-1 1 0,0-1 0,-1 0 0,0 0 0,-7 10 0,-2-2 0,0-1 0,-1 0 0,-1-1 0,0-1 0,-1 0 0,-1-1 0,1 0 0,-2-2 0,1 0 0,-1-1 0,-25 8 0,40-15 4,0 0 0,0 0-1,0-1 1,1 1 0,-1 0 0,0-1-1,0 0 1,0 0 0,0 0 0,0 0-1,0 0 1,0-1 0,0 1 0,0-1-1,0 0 1,0 0 0,1 0 0,-1 0-1,0 0 1,1 0 0,-1-1 0,1 0-1,-1 1 1,1-1 0,0 0 0,-1 0-1,1 0 1,0 0 0,0-1 0,1 1-1,-4-5 1,3 2-103,0-1 0,0 0 0,0 0 0,1 0 0,-1 0 0,1 0 0,1 0 0,-1-1 0,1 1 0,0 0 0,1 0 0,-1 0 0,1-1 0,3-7 0,3-8-6727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9:17:14.7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1 563 24575,'13'1'0,"-1"-2"0,1 1 0,0-1 0,0-1 0,-1-1 0,1 0 0,-1 0 0,14-6 0,-21 6 0,1 0 0,-1 0 0,0-1 0,0 0 0,0 0 0,-1 0 0,1 0 0,-1-1 0,0 0 0,-1 0 0,1 0 0,-1 0 0,0 0 0,0-1 0,0 0 0,-1 1 0,0-1 0,0 0 0,1-6 0,0-3 0,0 1 0,0-1 0,-1-29 0,-1 41 0,-1 0 0,0 0 0,0 0 0,0 0 0,0 0 0,-1 0 0,0 0 0,1 0 0,-1 0 0,0 0 0,0 0 0,0 0 0,-1 0 0,1 0 0,-1 1 0,0-1 0,1 0 0,-1 1 0,0 0 0,-1-1 0,1 1 0,0 0 0,-1 0 0,1 0 0,-4-2 0,4 4 0,0-1 0,0 1 0,1-1 0,-1 1 0,0 0 0,0 0 0,0-1 0,1 1 0,-1 0 0,0 1 0,0-1 0,0 0 0,1 0 0,-1 1 0,0-1 0,0 1 0,1 0 0,-1 0 0,0-1 0,1 1 0,-2 1 0,-1 1 0,1 0 0,-1 0 0,1 1 0,0-1 0,0 1 0,0 0 0,0-1 0,-2 6 0,-2 6 0,0 1 0,0 0 0,-5 24 0,-1 2 0,2 1 0,2 0 0,1 1 0,3 0 0,0 78 0,6-119 0,0 0 0,-1-1 0,1 1 0,0 0 0,0-1 0,1 1 0,-1-1 0,0 1 0,1-1 0,0 1 0,-1-1 0,1 0 0,0 0 0,0 0 0,0 0 0,1 0 0,-1 0 0,0-1 0,1 1 0,-1-1 0,1 0 0,-1 1 0,1-1 0,0 0 0,-1-1 0,1 1 0,0 0 0,0-1 0,-1 1 0,1-1 0,5 0 0,11 1 0,1-1 0,-1-1 0,28-4 0,-37 4 0,16-4 0,0 0 0,-1-1 0,0-2 0,0 0 0,-1-2 0,0-1 0,0-1 0,-1 0 0,-1-2 0,0-1 0,-1 0 0,-1-2 0,0 0 0,-1-2 0,-1 0 0,19-26 0,-31 36 0,-1 0 0,0 0 0,0 0 0,-1-1 0,0 0 0,0 0 0,-1 0 0,-1 0 0,0 0 0,1-13 0,-1-3 0,-1 0 0,-5-48 0,2 309 0,2-234 0,-1 0 0,1 0 0,0 0 0,0 0 0,0 0 0,0 0 0,0-1 0,1 1 0,-1 0 0,0 0 0,0 0 0,0 0 0,1 0 0,-1 0 0,1-1 0,-1 1 0,0 0 0,1 0 0,0 0 0,-1-1 0,1 1 0,-1 0 0,1-1 0,1 2 0,-1-2 0,0-1 0,0 1 0,0 0 0,0-1 0,0 1 0,-1-1 0,1 1 0,0-1 0,0 1 0,0-1 0,-1 0 0,1 1 0,0-1 0,-1 0 0,1 0 0,-1 1 0,1-1 0,0-2 0,31-56 0,-28 48 0,3-2 0,0-1 0,1 1 0,0 0 0,1 0 0,18-19 0,-22 27 0,0 1 0,0 0 0,0 0 0,0 1 0,1-1 0,0 1 0,0 0 0,0 1 0,0 0 0,0-1 0,0 2 0,0-1 0,1 1 0,-1 0 0,1 1 0,9-1 0,-8 1 0,6 1 0,0-1 0,1-1 0,-1 0 0,0-1 0,19-5 0,-28 5 0,0 0 0,0 0 0,0-1 0,-1 0 0,1 1 0,-1-2 0,0 1 0,1 0 0,-2-1 0,1 0 0,0 0 0,-1 0 0,1 0 0,-1-1 0,0 1 0,-1-1 0,5-10 0,-3 5 0,0 0 0,-1-1 0,0 0 0,-1 0 0,0 0 0,0 0 0,-1 0 0,-1 0 0,0 0 0,-3-21 0,2 26 0,0-1 0,0 0 0,-1 1 0,0-1 0,0 1 0,-1-1 0,0 1 0,0 0 0,0 0 0,-1 1 0,0-1 0,0 0 0,0 1 0,-1 0 0,0 0 0,0 1 0,0-1 0,-10-6 0,-10 4 0,24 7 0,0-1 0,1 1 0,-1 0 0,0 0 0,0 0 0,1 0 0,-1 0 0,0 0 0,1 1 0,-1-1 0,0 0 0,1 0 0,-1 0 0,0 1 0,1-1 0,-1 0 0,1 1 0,-1-1 0,0 0 0,1 1 0,-1-1 0,1 1 0,-1-1 0,1 1 0,-1-1 0,1 1 0,0-1 0,-1 1 0,1-1 0,0 1 0,-1 0 0,1-1 0,0 1 0,-1 0 0,2 0 0,-1 0 0,0-1 0,0 1 0,0 0 0,0-1 0,0 1 0,1-1 0,-1 1 0,0 0 0,0-1 0,1 1 0,-1-1 0,0 1 0,1-1 0,-1 1 0,1-1 0,-1 1 0,1-1 0,-1 1 0,1-1 0,-1 0 0,1 1 0,-1-1 0,1 0 0,0 1 0,-1-1 0,1 0 0,-1 0 0,1 1 0,0-1 0,-1 0 0,1 0 0,0 0 0,-1 0 0,1 0 0,0 0 0,0 0 0,34 0 0,-25 0 0,-1 0 0,0 1 0,0 0 0,0 1 0,0 0 0,0 0 0,0 1 0,0 0 0,-1 1 0,10 5 0,3 3 0,-2 2 0,22 17 0,-5-2 0,-33-27 7,0 0 0,0 1 0,0-1 0,1 0 0,-1-1 1,1 1-1,0-1 0,-1 1 0,1-1 0,0 0 0,0 0 0,0-1 0,0 1 0,0-1 0,0 0 0,6 0 0,-8-1-69,1 0 0,0 0 0,-1 0 0,1 0 1,-1 0-1,1 0 0,-1-1 0,1 1 0,-1-1 0,0 0 0,0 1 0,0-1 1,0 0-1,0 0 0,0-1 0,0 1 0,-1 0 0,1-1 0,-1 1 0,0-1 1,1 1-1,-1-1 0,1-4 0,4-16-6764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9:17:16.1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239 810 24575,'2'0'0,"0"0"0,0 0 0,0-1 0,1 1 0,-1-1 0,0 1 0,0-1 0,0 0 0,0 0 0,0 0 0,0 0 0,-1 0 0,1 0 0,0-1 0,0 1 0,-1-1 0,1 1 0,-1-1 0,1 0 0,-1 1 0,0-1 0,0 0 0,1 0 0,-1 0 0,-1 0 0,1 0 0,0 0 0,0 0 0,-1 0 0,1 0 0,-1-3 0,3-9 0,-1 0 0,-1 0 0,-1-26 0,0 24 0,0 4 0,-1 1 0,0-1 0,-1 1 0,0 0 0,-1-1 0,0 1 0,-1 0 0,0 0 0,-8-13 0,10 19 0,-1 0 0,0 0 0,0 1 0,0-1 0,-1 1 0,0 0 0,0 0 0,0 0 0,0 0 0,-1 1 0,1 0 0,-1-1 0,0 2 0,0-1 0,0 1 0,0-1 0,0 1 0,-1 1 0,1-1 0,-1 1 0,-5-1 0,5 1 0,-1 1 0,1 0 0,0 0 0,0 0 0,-1 0 0,1 1 0,0 0 0,0 1 0,0-1 0,0 1 0,-6 3 0,8-2 0,0-1 0,0 1 0,1 0 0,0 0 0,-1 0 0,1 0 0,0 0 0,1 1 0,-1 0 0,0-1 0,1 1 0,0 0 0,0 0 0,0 0 0,1 1 0,-2 4 0,-7 34 0,2-1 0,1 1 0,3 1 0,1-1 0,5 67 0,-1-66 0,-1-32 0,1 1 0,0 0 0,0 0 0,1-1 0,6 20 0,-7-29 0,1 1 0,-1 0 0,1 0 0,0-1 0,0 1 0,1-1 0,-1 0 0,0 1 0,1-1 0,0 0 0,0-1 0,0 1 0,0 0 0,0-1 0,1 0 0,-1 0 0,1 0 0,-1 0 0,1 0 0,0-1 0,6 3 0,8 0 0,1-1 0,-1-1 0,0 0 0,1-2 0,-1 0 0,1-1 0,-1 0 0,0-2 0,1 0 0,-1-1 0,-1-1 0,1 0 0,-1-2 0,0 0 0,0-1 0,20-13 0,-15 7 0,0-1 0,-2-1 0,0-1 0,0-1 0,-2-1 0,0 0 0,-2-1 0,0-1 0,-1-1 0,23-44 0,-23 32 0,-2-1 0,-1 1 0,-2-2 0,-1 0 0,-2 0 0,5-64 0,-12-226 0,-4 193 0,8 335 0,4-130 0,3 1 0,3-2 0,3 0 0,3-1 0,45 103 0,-45-144 0,-20-29 0,1 1 0,0 0 0,0-1 0,0 1 0,0-1 0,0 1 0,0-1 0,0 1 0,0-1 0,0 0 0,0 1 0,0-1 0,0 0 0,0 0 0,0 0 0,0 0 0,0 0 0,0 0 0,2 0 0,0-2 0,0 1 0,0-1 0,0 0 0,0 0 0,0 0 0,0-1 0,0 1 0,-1 0 0,1-1 0,-1 0 0,1 0 0,-1 0 0,0 0 0,3-6 0,17-30 0,-18 28 0,2 1 0,-1 0 0,1 0 0,1 0 0,0 0 0,0 1 0,1 0 0,0 1 0,0 0 0,16-12 0,-22 19 0,0 1 0,0-1 0,0 0 0,0 1 0,1-1 0,-1 1 0,0 0 0,0-1 0,0 1 0,0 0 0,1 0 0,-1 1 0,0-1 0,0 0 0,0 1 0,0-1 0,0 1 0,0 0 0,0 0 0,0 0 0,0 0 0,0 0 0,2 2 0,40 36 0,-34-28 0,80 80 0,173 138 0,-231-205 0,0-2 0,1-1 0,1-2 0,1-1 0,1-2 0,1-1 0,0-2 0,0-2 0,1-1 0,45 6 0,-40-14-1365,-11-3-5461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9:17:19.7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9:38:27.2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2779 24575,'3'0'0,"-1"-1"0,0 0 0,0 0 0,1 1 0,-1-1 0,0 0 0,0-1 0,0 1 0,0 0 0,0-1 0,0 1 0,0-1 0,-1 1 0,1-1 0,0 0 0,-1 0 0,2-2 0,26-40 0,-24 36 0,26-51 0,-2-1 0,26-79 0,-26 63 0,217-653 0,-155 442 0,-43 145 0,6 2 0,76-141 0,-91 211 0,3 1 0,2 2 0,4 2 0,2 2 0,91-87 0,-79 93 0,3 2 0,2 3 0,116-67 0,-173 114-45,1 2 1,0-1-1,0 1 0,0 1 0,0 0 0,0 1 1,0 0-1,1 1 0,-1 0 0,17 2 0,-7-1-827,1 0-5954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9:38:28.8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11 134 24575,'0'0'0,"0"0"0,-1 0 0,1 0 0,-1 0 0,1 0 0,-1 1 0,1-1 0,-1 0 0,1 0 0,0 0 0,-1 0 0,1 0 0,-1 1 0,1-1 0,0 0 0,-1 0 0,1 1 0,-1-1 0,1 0 0,0 1 0,-1-1 0,1 0 0,0 1 0,0-1 0,-1 1 0,1-1 0,0 0 0,0 1 0,0-1 0,-1 1 0,1-1 0,0 0 0,0 2 0,2 18 0,15 17 0,-16-35 0,1 0 0,-1 0 0,1 0 0,0 0 0,0 0 0,0 0 0,-1 0 0,2-1 0,-1 1 0,0-1 0,0 1 0,0-1 0,1 0 0,-1 0 0,0 0 0,1 0 0,-1 0 0,1-1 0,0 1 0,-1-1 0,1 1 0,-1-1 0,1 0 0,0 0 0,-1 0 0,1-1 0,-1 1 0,1 0 0,-1-1 0,1 0 0,-1 0 0,1 0 0,-1 0 0,3-1 0,-1-1 0,0 0 0,-1-1 0,1 1 0,-1 0 0,0-1 0,-1 0 0,1 0 0,0 0 0,-1 0 0,0 0 0,0-1 0,0 1 0,-1 0 0,1-1 0,-1 0 0,0 1 0,-1-1 0,1-5 0,1-6 0,-2-1 0,0 1 0,-3-19 0,3 32 0,-1-1 0,0 1 0,1-1 0,-2 1 0,1 0 0,0-1 0,-1 1 0,1 0 0,-4-5 0,4 7 0,0 0 0,0 0 0,0 0 0,0 0 0,0 0 0,0 0 0,0 1 0,-1-1 0,1 0 0,0 1 0,0-1 0,-1 1 0,1-1 0,0 1 0,-1 0 0,1-1 0,0 1 0,-1 0 0,1 0 0,-1 0 0,1 0 0,0 0 0,-1 0 0,1 1 0,-2-1 0,1 2 0,0-1 0,-1 0 0,1 1 0,0 0 0,0-1 0,0 1 0,0 0 0,0 0 0,0 0 0,1 0 0,-1 0 0,1 1 0,-1-1 0,1 0 0,0 1 0,0-1 0,0 1 0,0-1 0,0 1 0,1-1 0,-1 1 0,1 0 0,0-1 0,-1 1 0,2 4 0,-2-2 0,1 0 0,0 0 0,0-1 0,0 1 0,0 0 0,1 0 0,0-1 0,0 1 0,0 0 0,1-1 0,-1 0 0,1 1 0,0-1 0,3 5 0,-4-8 0,0 0 0,1 0 0,-1 0 0,0 0 0,1 0 0,-1 0 0,0 0 0,1 0 0,-1 0 0,1-1 0,-1 1 0,1-1 0,0 1 0,-1-1 0,1 0 0,0 1 0,-1-1 0,1 0 0,0 0 0,-1 0 0,1 0 0,0 0 0,-1-1 0,1 1 0,-1 0 0,3-2 0,0 1 0,-1-1 0,1 0 0,0 0 0,-1 0 0,1-1 0,-1 1 0,0-1 0,0 0 0,0 0 0,5-6 0,-5 4 0,1 0 0,-1 0 0,0 0 0,0 0 0,-1-1 0,0 1 0,3-11 0,-4 14 0,-1 0 0,1-1 0,-1 1 0,1 0 0,-1-1 0,0 1 0,0 0 0,0-1 0,-1 1 0,1 0 0,0-1 0,-1 1 0,0 0 0,1 0 0,-1-1 0,0 1 0,0 0 0,-2-3 0,1 3 0,-1 0 0,1 0 0,-1 0 0,0 0 0,0 0 0,0 0 0,0 1 0,0-1 0,0 1 0,0 0 0,-1 0 0,1 0 0,0 0 0,-1 1 0,1-1 0,0 1 0,-1 0 0,1 0 0,-1 0 0,1 1 0,0-1 0,-1 1 0,1 0 0,0 0 0,-5 1 0,5-1 0,0 0 0,1 0 0,-1 0 0,0 0 0,1 0 0,-1 0 0,1 1 0,-1-1 0,1 1 0,0 0 0,0 0 0,0 0 0,0 0 0,0 0 0,0 0 0,0 0 0,0 1 0,1-1 0,0 1 0,-1-1 0,1 1 0,0 0 0,0-1 0,0 1 0,1 0 0,-1 0 0,0-1 0,1 1 0,0 0 0,0 3 0,0-5 3,0 1-1,0-1 1,0 0-1,0 0 1,0 1-1,1-1 1,-1 0-1,1 0 1,-1 1-1,1-1 1,-1 0-1,1 0 1,-1 0-1,1 0 1,0 0-1,0 0 1,-1 0-1,1 0 1,0 0-1,0 0 1,0 0-1,0-1 1,0 1-1,0 0 1,1-1-1,-1 1 1,0 0-1,0-1 1,0 0-1,1 1 1,-1-1-1,0 0 1,0 1-1,1-1 1,-1 0-1,0 0 1,0 0-1,1 0 1,-1 0-1,0-1 1,1 1-1,-1 0 1,0 0-1,0-1 0,0 1 1,1-1-1,0 0 1,6-3-251,0 1 1,0-2-1,0 1 1,-1-1-1,8-6 1,12-10-6579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9:38:30.9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20 24575,'2'0'0,"0"0"0,0 1 0,0-1 0,0 1 0,0-1 0,-1 1 0,1 0 0,0 0 0,0 0 0,-1 0 0,1 0 0,-1 0 0,1 1 0,-1-1 0,1 0 0,-1 1 0,0-1 0,0 1 0,2 3 0,19 37 0,-18-35 0,100 273 0,-73-192 0,-6-8 0,17 44 0,-41-121 0,-1-1 0,1 1 0,0-1 0,0 0 0,0 1 0,0-1 0,0 0 0,1 0 0,-1 0 0,1 0 0,-1 0 0,1 0 0,0-1 0,0 1 0,0 0 0,0-1 0,0 1 0,0-1 0,0 0 0,0 0 0,1 0 0,-1 0 0,0 0 0,1 0 0,-1-1 0,1 1 0,-1-1 0,4 1 0,-1-2 0,1-1 0,0 1 0,0-1 0,-1 0 0,1-1 0,-1 1 0,0-1 0,0 0 0,0-1 0,0 1 0,5-5 0,115-93 0,201-209 0,-324 308 0,25-27 0,31-45 0,-52 66 0,0-1 0,-1 0 0,0 0 0,0 0 0,-1-1 0,-1 0 0,1 1 0,-2-1 0,1 0 0,1-18 0,-4 26 0,0 0 0,0-1 0,0 1 0,0 0 0,0 0 0,-1 0 0,1 0 0,-1-1 0,0 1 0,1 0 0,-1 0 0,-1-2 0,1 4 0,1-1 0,-1 0 0,1 1 0,-1-1 0,1 1 0,-1-1 0,1 1 0,-1-1 0,0 1 0,1-1 0,-1 1 0,0 0 0,1-1 0,-1 1 0,0 0 0,0-1 0,1 1 0,-1 0 0,0 0 0,0 0 0,1 0 0,-1 0 0,-1 0 0,0 0 0,0 1 0,-1 0 0,1 0 0,0 0 0,0 0 0,0 0 0,0 0 0,0 0 0,0 1 0,0-1 0,0 1 0,1-1 0,-1 1 0,1 0 0,-1 0 0,1 0 0,-1 0 0,1 0 0,0 0 0,-1 3 0,-10 25 0,2 1 0,1 1 0,1 0 0,2 0 0,1 0 0,2 1 0,1-1 0,3 37 0,-1-64 0,0 0 0,1 0 0,0 0 0,0 1 0,0-1 0,1 0 0,-1 0 0,1-1 0,1 1 0,-1 0 0,1-1 0,3 6 0,-5-9 0,0 0 0,0 0 0,-1 0 0,1 0 0,0-1 0,0 1 0,0 0 0,0 0 0,0-1 0,1 1 0,-1-1 0,0 1 0,0-1 0,0 1 0,0-1 0,1 0 0,-1 0 0,0 1 0,0-1 0,0 0 0,2 0 0,-1-1 0,1 0 0,-1 0 0,0 1 0,0-1 0,0 0 0,-1-1 0,1 1 0,0 0 0,0-1 0,-1 1 0,1-1 0,0 1 0,-1-1 0,0 0 0,1 1 0,1-4 0,1-2 0,0 0 0,-1-1 0,0 0 0,0 1 0,0-1 0,-1 0 0,0 0 0,-1-1 0,1-9 0,0-4 0,-2 1 0,-2-30 0,2 48-59,0 0 0,-1 1-1,1-1 1,-1 1-1,1-1 1,-1 0 0,0 1-1,0 0 1,0-1 0,0 1-1,0-1 1,-1 1 0,1 0-1,-1 0 1,1 0-1,-1 0 1,0 0 0,0 0-1,0 0 1,0 1 0,0-1-1,-4-1 1,-10-4-6767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9:38:32.4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30 186 24575,'-2'48'0,"0"-34"0,1 1 0,1 0 0,0 0 0,1-1 0,1 1 0,5 24 0,-5-36 0,-1-1 0,0 1 0,1-1 0,0 0 0,0 0 0,-1 1 0,1-1 0,0 0 0,1-1 0,-1 1 0,0 0 0,0-1 0,1 1 0,-1-1 0,1 0 0,-1 1 0,1-1 0,0 0 0,0-1 0,-1 1 0,1 0 0,0-1 0,3 0 0,10 2 0,0-1 0,31-4 0,-24 2 0,-5 1 0,0-2 0,1 0 0,-1 0 0,0-2 0,24-8 0,-31 8 0,0-1 0,-1 0 0,0-1 0,0 0 0,-1-1 0,1 0 0,-1 0 0,-1-1 0,14-15 0,-13 12 0,1 0 0,-1-1 0,-1 0 0,0 0 0,-1-1 0,0 0 0,-1 0 0,0-1 0,-2 0 0,1 0 0,-2 0 0,4-19 0,-7 30 0,-1 0 0,1 0 0,-1 0 0,1 0 0,-1 0 0,0 0 0,0 0 0,0 0 0,-1 1 0,1-1 0,-1 0 0,1 1 0,-1-1 0,0 1 0,0-1 0,0 1 0,0 0 0,0 0 0,-1 0 0,1 0 0,-1 1 0,1-1 0,-1 0 0,1 1 0,-1 0 0,0 0 0,-5-2 0,-10-3 0,0 0 0,-1 2 0,-24-4 0,23 4 0,-25-3 0,0 2 0,1 2 0,-1 2 0,-47 4 0,86-2-114,0-1 1,1 1-1,-1 0 0,1 1 0,-1-1 1,1 1-1,-1 0 0,1 1 0,0-1 1,0 1-1,-8 5 0,2 3-6712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9:38:33.8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137 717 24575,'8'1'0,"-13"0"0,-19-4 0,21 1 0,0 1 0,0-1 0,0 1 0,0 0 0,0 0 0,-1 1 0,1-1 0,0 1 0,-1-1 0,1 1 0,0 0 0,-1 0 0,1 0 0,0 1 0,0-1 0,-1 1 0,1 0 0,0 0 0,-4 1 0,4 1 0,0-1 0,1 1 0,-1-1 0,1 1 0,-1 0 0,1 0 0,0 0 0,0 0 0,0 0 0,0 1 0,1-1 0,-1 0 0,1 1 0,0 0 0,0-1 0,0 1 0,0 4 0,-4 20 0,1 0 0,1 1 0,1-1 0,2 1 0,1-1 0,5 33 0,-5-58 0,0-1 0,0 1 0,0 0 0,0 0 0,1-1 0,-1 1 0,1-1 0,0 1 0,0-1 0,0 0 0,0 0 0,0 0 0,0 0 0,0 0 0,1 0 0,-1 0 0,1-1 0,-1 1 0,1-1 0,0 0 0,-1 0 0,1 0 0,0 0 0,0 0 0,5 0 0,8 2 0,1-1 0,0-1 0,22-1 0,-21 0 0,14 0 0,1-2 0,-1-1 0,0-2 0,-1-1 0,1-2 0,32-12 0,-43 13 0,0-2 0,0-1 0,-1 0 0,-1-2 0,1 0 0,-2-1 0,0-1 0,-1 0 0,24-26 0,-35 32 0,0 0 0,-1 0 0,0-1 0,0 0 0,-1 1 0,0-2 0,-1 1 0,1 0 0,-2-1 0,0 0 0,0 1 0,0-1 0,-1-14 0,-1 0 0,-1 0 0,-1 0 0,-1 0 0,-8-32 0,9 51 0,1 1 0,-1-1 0,0 0 0,0 1 0,0 0 0,-1-1 0,1 1 0,-1 0 0,0 0 0,-1 1 0,1-1 0,-1 0 0,1 1 0,-1 0 0,0 0 0,-5-3 0,7 5 0,0 0 0,0 1 0,0-1 0,0 0 0,0 1 0,0-1 0,0 1 0,0-1 0,0 1 0,0 0 0,-1 0 0,1 0 0,0 0 0,0 1 0,0-1 0,0 0 0,0 1 0,0 0 0,0-1 0,0 1 0,0 0 0,0 0 0,0 0 0,0 0 0,0 0 0,1 1 0,-1-1 0,1 1 0,-1-1 0,1 1 0,-1-1 0,1 1 0,0 0 0,0-1 0,-1 1 0,1 0 0,1 0 0,-1 0 0,0 0 0,0 2 0,-6 13 0,2-1 0,0 1 0,0 0 0,2 0 0,0 1 0,0 20 0,3 106 0,0-140 0,0 1 0,1-1 0,0 1 0,0-1 0,0 1 0,0-1 0,1 0 0,-1 0 0,1 1 0,4 5 0,-5-9 0,0 0 0,0 0 0,0 0 0,0 0 0,0-1 0,0 1 0,0 0 0,0 0 0,0-1 0,0 1 0,1-1 0,-1 1 0,0-1 0,0 0 0,1 1 0,-1-1 0,0 0 0,1 0 0,-1 0 0,0 0 0,0 0 0,1 0 0,-1 0 0,0 0 0,1-1 0,-1 1 0,0 0 0,0-1 0,1 1 0,-1-1 0,0 1 0,0-1 0,0 0 0,0 0 0,0 1 0,0-1 0,0 0 0,0 0 0,1-1 0,8-8 0,0 0 0,0 0 0,-1-1 0,-1-1 0,0 1 0,0-1 0,-1-1 0,10-25 0,-10 22 0,0 1 0,2 0 0,0 0 0,0 1 0,17-19 0,-25 31 0,1 1 0,0-1 0,-1 1 0,1 0 0,0 0 0,0-1 0,0 1 0,0 1 0,0-1 0,0 0 0,0 0 0,1 1 0,-1-1 0,0 1 0,0-1 0,0 1 0,1 0 0,-1 0 0,0 0 0,0 0 0,1 1 0,-1-1 0,0 1 0,0-1 0,0 1 0,0 0 0,0 0 0,0 0 0,0 0 0,0 0 0,0 0 0,0 0 0,0 1 0,3 2 0,7 6 0,-1 1 0,0 1 0,19 24 0,-14-15 0,-11-16 0,-1 0 0,1 0 0,-1-1 0,1 1 0,0-1 0,1 0 0,-1-1 0,1 1 0,0-1 0,0 0 0,0 0 0,0-1 0,0 0 0,1 0 0,-1 0 0,1-1 0,-1 0 0,1 0 0,0-1 0,-1 0 0,14-1 0,-12-1 0,1 0 0,-1-1 0,0 0 0,0 0 0,0 0 0,-1-1 0,1-1 0,-1 1 0,0-1 0,0-1 0,0 1 0,-1-1 0,0 0 0,0 0 0,-1-1 0,8-10 0,2-8 0,-1 0 0,-1 0 0,-1-1 0,-1-1 0,-2 0 0,0 0 0,-2-1 0,6-48 0,-4-11 0,-4-131 0,-11 130-1365,-1 61-5461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9:38:34.3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1 24575,'-1'0'0,"0"1"0,0-1 0,0 1 0,0-1 0,-1 1 0,1 0 0,0-1 0,0 1 0,0 0 0,0 0 0,0 0 0,1 0 0,-1 0 0,0 0 0,0 0 0,1 0 0,-1 0 0,0 0 0,1 0 0,-1 0 0,1 1 0,-1-1 0,1 0 0,0 0 0,0 1 0,0-1 0,-1 0 0,1 2 0,-4 43 0,4-41 0,-4 57-124,4-1 0,2 1 0,3-1 0,2 0 0,4 0 0,1 0-1,4-2 1,2 0 0,2-1 0,53 102 0,-62-139-6702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9:38:35.9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0 333 24575,'0'331'0,"2"-307"0,-2-24 0,0 0 0,0 1 0,1-1 0,-1 0 0,0 0 0,0 0 0,0 0 0,0 0 0,0 0 0,0 0 0,0 0 0,0 0 0,0 1 0,1-1 0,-1 0 0,0 0 0,0 0 0,0 0 0,0 0 0,0 0 0,0 0 0,0 0 0,1 0 0,-1 0 0,0 0 0,0 0 0,0 0 0,0 0 0,0 0 0,0 0 0,1 0 0,-1 0 0,0 0 0,0 0 0,0 0 0,0 0 0,0 0 0,0 0 0,0 0 0,1 0 0,-1-1 0,0 1 0,0 0 0,0 0 0,0 0 0,0 0 0,0 0 0,0 0 0,0 0 0,0 0 0,0 0 0,0-1 0,1 1 0,-1 0 0,0 0 0,0 0 0,0 0 0,0 0 0,0 0 0,0-1 0,0 1 0,0 0 0,0 0 0,0 0 0,0 0 0,0 0 0,0-1 0,13-41 0,24-206 0,-4 21 0,-32 221 0,0 0 0,1 1 0,-1-1 0,1 1 0,1 0 0,-1-1 0,1 1 0,5-8 0,-7 12 0,0 0 0,0 0 0,1-1 0,-1 1 0,0 0 0,1 0 0,-1 0 0,0 0 0,1 1 0,-1-1 0,1 0 0,0 1 0,-1-1 0,1 1 0,0-1 0,-1 1 0,1 0 0,0 0 0,-1 0 0,1 0 0,0 0 0,-1 0 0,1 0 0,0 0 0,-1 1 0,1-1 0,0 1 0,-1-1 0,1 1 0,-1-1 0,1 1 0,2 1 0,2 3 0,1-1 0,-1 1 0,1 0 0,-2 0 0,1 1 0,0 0 0,-1 0 0,7 11 0,35 61 0,-33-53 0,9 16 0,-1 1 0,-3 1 0,18 55 0,-37-97 0,0 1 0,0 0 0,1 0 0,-1-1 0,1 1 0,-1 0 0,1-1 0,0 1 0,-1 0 0,1-1 0,0 1 0,0-1 0,0 0 0,0 1 0,0-1 0,1 0 0,-1 1 0,0-1 0,0 0 0,2 1 0,-2-2 0,0-1 0,0 0 0,0 1 0,0-1 0,0 0 0,0 1 0,0-1 0,-1 0 0,1 0 0,0 0 0,0 0 0,-1 1 0,1-1 0,-1 0 0,1 0 0,-1 0 0,1 0 0,-1 0 0,0-1 0,0 1 0,1 0 0,-1-1 0,15-79 0,-10 14 0,9-84 0,-10 129 0,0 0 0,2 0 0,0 0 0,15-31 0,-19 47 0,1 1 0,-1 0 0,1 0 0,1 1 0,-1-1 0,1 1 0,0-1 0,0 1 0,7-6 0,-9 9 0,-1 0 0,1 0 0,-1 0 0,1 1 0,0-1 0,-1 0 0,1 1 0,0-1 0,0 1 0,0 0 0,-1 0 0,1-1 0,0 1 0,0 0 0,0 0 0,-1 1 0,1-1 0,0 0 0,0 1 0,0-1 0,-1 1 0,1-1 0,0 1 0,-1 0 0,1 0 0,0 0 0,-1 0 0,1 0 0,-1 0 0,0 0 0,1 0 0,1 3 0,5 5 0,0 1 0,0 0 0,-2 0 0,1 1 0,-1-1 0,0 2 0,5 16 0,2 8 0,9 43 0,-14-28-43,-8-42-58,0-1-1,1 1 0,0-1 0,1 1 1,0-1-1,0 0 0,1 0 1,0 0-1,1 0 0,-1 0 0,1-1 1,8 11-1,3-5-6724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9:38:37.2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285 506 24575,'-1'-6'0,"-1"0"0,0 1 0,0-1 0,-1 1 0,1-1 0,-1 1 0,-1 0 0,-3-5 0,-1-3 0,5 8 0,0 1 0,-1-1 0,1 1 0,-1-1 0,0 1 0,-1 0 0,1 0 0,0 1 0,-1-1 0,0 1 0,0 0 0,0 1 0,0-1 0,-1 1 0,1 0 0,-1 0 0,-8-1 0,10 2 0,0 1 0,1-1 0,-1 1 0,0 0 0,1 0 0,-1 1 0,0-1 0,1 1 0,-1 0 0,0 0 0,1 0 0,-1 1 0,1-1 0,0 1 0,-1-1 0,1 1 0,0 0 0,0 0 0,0 1 0,1-1 0,-1 1 0,0-1 0,1 1 0,-1 0 0,1 0 0,0 0 0,0 0 0,-2 5 0,-7 15 0,0 2 0,2-1 0,0 1 0,2 0 0,0 1 0,2 0 0,1 0 0,1 0 0,2 1 0,2 45 0,-1-71 0,0 0 0,0 0 0,0 0 0,0 0 0,0 0 0,1-1 0,-1 1 0,0 0 0,1 0 0,-1 0 0,0 0 0,1 0 0,-1 0 0,1 0 0,0-1 0,-1 1 0,1 0 0,0 0 0,-1-1 0,1 1 0,1 1 0,-1-2 0,0 0 0,0 0 0,0 0 0,-1 0 0,1 0 0,0 0 0,0-1 0,-1 1 0,1 0 0,0 0 0,0-1 0,-1 1 0,1 0 0,0-1 0,0 1 0,-1-1 0,1 1 0,-1-1 0,1 1 0,1-2 0,30-39 0,-30 37 0,16-27 0,24-54 0,-29 54 0,2 1 0,21-32 0,-35 59 0,1 0 0,0 1 0,0-1 0,0 0 0,1 1 0,-1-1 0,1 1 0,-1 0 0,1 0 0,0 0 0,0 0 0,0 0 0,0 0 0,0 1 0,0 0 0,0-1 0,6 0 0,-6 2 0,0 0 0,0 0 0,0 1 0,0 0 0,0-1 0,0 1 0,0 0 0,0 0 0,0 0 0,0 1 0,-1-1 0,1 1 0,0 0 0,-1-1 0,1 1 0,-1 0 0,0 0 0,0 1 0,4 3 0,15 19 0,-12-14 0,1 0 0,0-1 0,0 0 0,21 15 0,-27-23 0,0 0 0,0 1 0,0-2 0,0 1 0,0 0 0,1-1 0,-1 0 0,0 0 0,1 0 0,-1-1 0,1 1 0,-1-1 0,1 0 0,-1 0 0,1-1 0,-1 1 0,0-1 0,1 0 0,7-3 0,2-2 0,0-1 0,-1 0 0,0-1 0,-1 0 0,1-1 0,-2-1 0,1 0 0,-1 0 0,9-13 0,1 0 0,-2-2 0,-1-1 0,21-37 0,-27 38 0,-1-1 0,0 0 0,-2 0 0,-2-1 0,0 0 0,-1 0 0,-2-1 0,-1 0 0,-1 0 0,-3-40 0,-2 84 0,-1-1 0,-1 0 0,-7 16 0,-11 35 0,-144 382 0,165-444-100,-13 26 333,15-29-305,-1 1 1,1-1 0,-1 0-1,0 0 1,0 0 0,1 0-1,-1 0 1,0 0 0,0 0 0,0-1-1,0 1 1,0 0 0,0 0-1,-1-1 1,1 1 0,0 0-1,0-1 1,0 0 0,-1 1-1,-1 0 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9:38:37.7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24575,'3'1'0,"-1"0"0,1 0 0,0 0 0,-1 0 0,1 1 0,-1-1 0,1 1 0,-1 0 0,0-1 0,3 4 0,6 4 0,162 116 0,124 82 0,-290-202 15,0-1 0,0-1 0,0 1 0,1-1 0,0 0 0,-1-1 0,13 3 0,-18-5-52,0 0 0,-1 0 0,1 0-1,0 0 1,0 0 0,-1-1 0,1 1 0,0 0 0,-1-1 0,1 1 0,0-1-1,-1 0 1,1 1 0,-1-1 0,1 0 0,-1 0 0,1 0 0,-1 0 0,1-1-1,-1 1 1,0 0 0,0 0 0,0-1 0,0 1 0,0-1 0,0 1 0,0-1-1,0 1 1,0-1 0,-1 1 0,1-1 0,-1 0 0,1 1 0,-1-1 0,0 0-1,0 0 1,1 1 0,-1-1 0,-1-2 0,3-17-6789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9:38:38.1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24575,'5'0'0,"5"4"0,2 11 0,2 11 0,0 10 0,1 8 0,-1 1 0,-4 1 0,-3-2 0,-3-5 0,-2-13 0,-2-11-8191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9:38:38.6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 24575,'0'5'0,"0"5"0,0 6 0,0 4 0,4-1 0,2-12 0,0-13 0,-2-8 0,-1-8 0,-1-3 0,-1 2-8191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9:38:39.7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1 267 24575,'4'0'0,"1"1"0,-1 0 0,1 0 0,-1 1 0,0-1 0,1 1 0,-1 0 0,0 0 0,0 0 0,0 1 0,0-1 0,-1 1 0,1 0 0,-1 0 0,0 0 0,1 1 0,-2-1 0,1 1 0,0 0 0,-1 0 0,1 0 0,-1 0 0,3 8 0,3 6 0,-1 0 0,-1 0 0,0 1 0,3 25 0,-8-39 0,8 61 0,-9-63 0,1 0 0,-1 0 0,0-1 0,0 1 0,0 0 0,-1-1 0,1 1 0,0 0 0,-1-1 0,0 1 0,0 0 0,0-1 0,0 1 0,0-1 0,0 1 0,0-1 0,-1 0 0,0 0 0,-2 4 0,3-6 0,0 1 0,0-1 0,0 0 0,0 0 0,0 0 0,0 0 0,0 0 0,0 0 0,-1 0 0,1 0 0,0-1 0,0 1 0,0 0 0,0 0 0,1-1 0,-1 1 0,0-1 0,0 1 0,0-1 0,0 1 0,0-1 0,0 0 0,1 1 0,-1-1 0,0 0 0,1 0 0,-1 1 0,0-1 0,1 0 0,-1 0 0,1 0 0,-1 0 0,1 0 0,-1 0 0,1 0 0,0 0 0,-1-1 0,-14-41 0,11 25 0,1 1 0,0-1 0,2 0 0,0-1 0,1 1 0,1 0 0,0 0 0,2 0 0,0 0 0,1 0 0,9-25 0,-5 23 0,0-1 0,1 2 0,1-1 0,0 1 0,2 1 0,0 0 0,1 1 0,1 0 0,21-19 0,-31 32 0,-1 1 0,1 0 0,0 0 0,0 0 0,0 0 0,0 0 0,0 1 0,1 0 0,-1 0 0,1 0 0,0 1 0,-1-1 0,1 1 0,0 0 0,0 0 0,0 1 0,0-1 0,0 1 0,0 0 0,-1 1 0,1-1 0,6 2 0,-4 1 0,0 0 0,0 0 0,-1 1 0,1 0 0,-1 0 0,0 0 0,0 1 0,0 0 0,-1 0 0,1 0 0,-1 1 0,0 0 0,7 11 0,11 24 0,-2 0 0,-2 1 0,-2 2 0,23 82 0,-32-100 0,19 82 0,-25-196 0,-3 45 0,2 1 0,2-1 0,1 1 0,3 0 0,1 0 0,2 1 0,20-49 0,-29 85 0,1 1 0,0 0 0,0 0 0,0 0 0,1 0 0,-1 0 0,1 1 0,0-1 0,0 1 0,1 0 0,-1 0 0,0 0 0,1 0 0,0 0 0,0 1 0,0 0 0,0 0 0,7-3 0,-7 4 0,-1 1 0,1 0 0,0-1 0,-1 1 0,1 1 0,0-1 0,-1 0 0,1 1 0,0 0 0,-1 0 0,1 0 0,-1 0 0,0 0 0,1 1 0,-1 0 0,0 0 0,0 0 0,0 0 0,0 0 0,0 0 0,0 1 0,-1-1 0,4 4 0,9 12-136,-1 0-1,0 1 1,-2 0-1,0 1 1,-1 1-1,-1 0 1,-1 0-1,-1 1 0,8 32 1,-11-28-6690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9:38:41.2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0 145 24575,'2'35'0,"0"0"0,3-1 0,0 0 0,3 0 0,0 0 0,2-1 0,2 0 0,1-1 0,1 0 0,2-2 0,1 1 0,31 40 0,-46-68 0,1 0 0,-1 0 0,1 0 0,-1 0 0,1-1 0,0 1 0,0-1 0,0 0 0,0 0 0,0 0 0,1 0 0,-1 0 0,1-1 0,-1 0 0,1 0 0,-1 1 0,1-2 0,0 1 0,-1 0 0,7-1 0,-5-1 0,-1 0 0,1 0 0,-1 0 0,1-1 0,-1 0 0,0 0 0,0 0 0,0-1 0,0 1 0,0-1 0,0 0 0,0 0 0,-1 0 0,0 0 0,1-1 0,1-3 0,14-17 0,-2 0 0,-1-1 0,-1 0 0,-1-1 0,16-44 0,-15 30 0,-3 0 0,-1-1 0,7-53 0,-17 116 0,0-1 0,2-1 0,0 1 0,1 0 0,1-1 0,1 1 0,1-2 0,17 36 0,-19-46 0,0 0 0,0 0 0,1-1 0,0 1 0,0-1 0,1 0 0,0-1 0,0 0 0,1 0 0,15 10 0,-18-14 0,1 0 0,-1-1 0,1 0 0,0 0 0,-1 0 0,1-1 0,0 0 0,0 0 0,0 0 0,0-1 0,0 0 0,0 0 0,0 0 0,0-1 0,0 0 0,0 0 0,0-1 0,0 1 0,-1-1 0,9-5 0,0 1 0,-1 0 0,0-2 0,0 1 0,-1-2 0,0 0 0,0 0 0,-1-1 0,0-1 0,-1 1 0,0-2 0,-1 0 0,0 0 0,-1 0 0,0-1 0,-1 0 0,8-20 0,-6 7 0,-1-2 0,-1 1 0,-1-1 0,-2 0 0,-1 0 0,-1-1 0,-2-45 0,1 45 0,-1 29 0,0 0 0,0 0 0,1 0 0,-1 0 0,0 0 0,0 0 0,0-1 0,0 1 0,0 0 0,1 0 0,-1 0 0,0 0 0,0 0 0,0 0 0,0 0 0,1 0 0,-1 0 0,0 0 0,0 0 0,0 0 0,0 0 0,1 0 0,-1 0 0,0 1 0,0-1 0,0 0 0,0 0 0,0 0 0,1 0 0,-1 0 0,0 0 0,0 0 0,0 0 0,0 0 0,0 1 0,0-1 0,0 0 0,1 0 0,-1 0 0,0 0 0,0 0 0,0 1 0,0-1 0,0 0 0,0 0 0,0 0 0,0 0 0,0 0 0,0 1 0,0-1 0,0 0 0,0 0 0,0 0 0,0 0 0,0 1 0,0-1 0,0 0 0,0 0 0,0 0 0,0 0 0,0 1 0,0-1 0,14 52 0,7 67 0,13 55 0,-34-173 0,0 0 0,0 0 0,1 0 0,-1 0 0,0 0 0,0 0 0,0 0 0,1 0 0,-1 0 0,1 0 0,-1 0 0,1 0 0,-1 0 0,1 0 0,-1 0 0,1 0 0,0-1 0,-1 1 0,1 0 0,0-1 0,0 1 0,-1 0 0,1-1 0,0 1 0,0-1 0,2 1 0,-2-1 0,0-1 0,0 1 0,0-1 0,0 0 0,0 1 0,0-1 0,0 0 0,0 0 0,0 0 0,0 0 0,-1 0 0,1 0 0,0 0 0,0 0 0,-1 0 0,1 0 0,0-3 0,24-67 0,-23 65 0,26-111 0,13-37 0,-40 152 0,-1 0 0,1 0 0,0 0 0,-1 0 0,1 0 0,0 0 0,0 0 0,0 0 0,1 0 0,-1 1 0,0-1 0,1 0 0,-1 1 0,1-1 0,-1 1 0,1 0 0,0-1 0,-1 1 0,1 0 0,0 0 0,0 0 0,0 0 0,0 1 0,2-2 0,-1 2 0,0 1 0,0-1 0,0 0 0,0 1 0,-1 0 0,1-1 0,0 1 0,-1 0 0,1 0 0,0 1 0,-1-1 0,0 1 0,1-1 0,-1 1 0,4 3 0,8 8 0,-1 1 0,0 0 0,-1 1 0,11 17 0,21 43 0,10 14 0,-53-87 0,0 0 0,1 0 0,-1 0 0,0-1 0,1 1 0,0 0 0,-1-1 0,1 1 0,0-1 0,0 1 0,0-1 0,0 0 0,0 0 0,0 0 0,0 0 0,0 0 0,1 0 0,-1-1 0,0 1 0,0-1 0,1 0 0,-1 1 0,0-1 0,1 0 0,-1 0 0,0-1 0,1 1 0,-1 0 0,0-1 0,0 1 0,1-1 0,-1 0 0,0 0 0,0 0 0,0 0 0,0 0 0,0 0 0,0-1 0,0 1 0,0 0 0,1-3 0,9-7 0,-1-1 0,-1 0 0,0 0 0,16-26 0,-22 32 0,27-49 0,-23 39 0,1 0 0,1 1 0,16-21 0,-25 35 0,0-1 0,0 1 0,1 0 0,-1 0 0,0 0 0,0 0 0,0 0 0,1 0 0,-1 0 0,1 1 0,-1-1 0,0 0 0,1 1 0,-1-1 0,1 1 0,-1 0 0,1-1 0,0 1 0,-1 0 0,1 0 0,-1 0 0,1 0 0,-1 0 0,1 1 0,0-1 0,-1 0 0,1 1 0,-1-1 0,1 1 0,-1-1 0,0 1 0,1 0 0,-1-1 0,1 1 0,-1 0 0,0 0 0,0 0 0,0 0 0,1 0 0,-1 0 0,0 1 0,0-1 0,0 0 0,-1 1 0,2 1 0,7 10 0,-1 0 0,-1 0 0,11 26 0,-13-27 0,15 28-227,2-1-1,2 0 1,1-2-1,1-1 1,46 46-1,-19-25-6598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9:38:44.6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162 45 24575,'-5'-1'0,"1"0"0,-1-1 0,1 1 0,0-1 0,0 0 0,-1 0 0,1 0 0,1-1 0,-5-3 0,-24-11 0,30 16 0,0 0 0,0 0 0,-1 0 0,1 1 0,-1-1 0,1 1 0,0-1 0,-1 1 0,1 0 0,-1 0 0,1 0 0,-1 0 0,1 1 0,0-1 0,-1 1 0,1-1 0,0 1 0,-1 0 0,1 0 0,0 0 0,0 0 0,-1 0 0,1 1 0,0-1 0,0 0 0,1 1 0,-5 3 0,4-1 0,0 0 0,0 0 0,0 0 0,0 1 0,1-1 0,-1 0 0,1 1 0,0-1 0,1 1 0,-1-1 0,1 1 0,0-1 0,0 1 0,1 6 0,-1-10 0,0 1 0,-1-1 0,1 0 0,0 0 0,0 0 0,1 1 0,-1-1 0,0 0 0,0 0 0,1 0 0,-1 0 0,0 1 0,1-1 0,-1 0 0,1 0 0,0 0 0,-1 0 0,1 0 0,0 0 0,-1 0 0,1 0 0,0-1 0,0 1 0,2 1 0,-2-2 0,0 0 0,0 0 0,0-1 0,0 1 0,0 0 0,0-1 0,0 1 0,0-1 0,0 1 0,0-1 0,0 1 0,0-1 0,0 0 0,0 1 0,0-1 0,0 0 0,-1 0 0,1 0 0,0 0 0,0-1 0,4-4 0,-1 0 0,1-1 0,-1 0 0,-1 0 0,1 0 0,2-10 0,13-14-1365,-11 21-5461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9:38:46.2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0 132 24575,'40'-3'0,"0"-1"0,-1-3 0,0-1 0,49-17 0,21-4 0,-2 8 0,2 5 0,123-2 0,223 17 0,-443 2 0,-1-1 0,-1 0 0,1 1 0,0 0 0,0 1 0,-1 0 0,1 1 0,-1 0 0,0 1 0,0 0 0,0 0 0,0 1 0,-1 0 0,0 1 0,0 0 0,0 1 0,-1 0 0,12 12 0,50 48 0,3-4 0,3-2 0,2-4 0,2-3 0,3-4 0,2-4 0,122 49 0,-31-35 0,291 62 0,196-8 0,-299-55 0,943 229 0,-1306-288-1,326 80-1363,-268-71-5462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9:38:47.4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0 24575,'-2'1'0,"1"-1"0,0 1 0,0-1 0,0 1 0,0 0 0,0 0 0,0-1 0,0 1 0,0 0 0,0 0 0,1 0 0,-1 0 0,0 0 0,0 0 0,1 0 0,-1 0 0,1 1 0,-1-1 0,1 0 0,-1 0 0,1 0 0,0 1 0,0-1 0,-1 0 0,1 0 0,0 3 0,-4 43 0,4-39 0,-2 15 0,-5 164 0,8-154 0,1 0 0,1-1 0,13 54 0,-11-68 0,2 0 0,0 0 0,1-1 0,0 0 0,1-1 0,1 0 0,14 17 0,-18-25 0,1 0 0,0 0 0,0-1 0,0 0 0,1-1 0,0 1 0,1-1 0,-1-1 0,1 0 0,0 0 0,1-1 0,-1 0 0,1 0 0,17 4 0,-18-8 0,-1 0 0,1 0 0,-1-1 0,0 0 0,1 0 0,-1-1 0,0 0 0,0-1 0,0 0 0,0 0 0,0-1 0,-1 1 0,0-2 0,9-5 0,9-8 0,-1 0 0,33-34 0,-45 40 0,0 0 0,-1-2 0,-1 1 0,0-1 0,-1-1 0,-1 0 0,13-29 0,-18 35 0,0 1 0,0-1 0,-1 0 0,0 0 0,0 0 0,-1 0 0,-1 0 0,1-1 0,-1 1 0,-1 0 0,0 0 0,0 0 0,-1 0 0,0 0 0,0 0 0,-5-10 0,-17-11 0,22 29 0,0 0 0,0-1 0,0 1 0,1-1 0,-1 1 0,1-1 0,-1 0 0,1 0 0,-1 1 0,1-1 0,0 0 0,0 0 0,0 0 0,0-1 0,0 1 0,1 0 0,-1 0 0,1 0 0,-1-1 0,1 1 0,0 0 0,0-1 0,0 1 0,0 0 0,0 0 0,0-1 0,2-2 0,1-4 0,1 1 0,1 0 0,0 1 0,0-1 0,0 1 0,1 0 0,0 0 0,0 1 0,1-1 0,-1 1 0,1 1 0,12-8 0,-7 5 0,0 1 0,0 0 0,1 0 0,0 2 0,0-1 0,1 2 0,18-5 0,-28 9 0,-1 0 0,1 0 0,0 0 0,0 1 0,-1-1 0,1 1 0,0 0 0,-1 0 0,1 0 0,0 1 0,-1-1 0,0 1 0,1 0 0,-1 0 0,0 0 0,0 0 0,0 0 0,0 1 0,0 0 0,-1-1 0,1 1 0,-1 0 0,0 0 0,0 0 0,0 1 0,3 5 0,5 11 0,0 1 0,-2-1 0,8 29 0,-13-38 0,86 262 0,-72-237 119,-16-35-152,-1 0-1,1-1 0,-1 1 0,1-1 1,0 1-1,-1-1 0,1 1 1,-1-1-1,1 1 0,0-1 0,0 0 1,-1 1-1,1-1 0,0 0 0,-1 0 1,1 1-1,0-1 0,0 0 0,0 0 1,-1 0-1,1 0 0,0 0 0,0 0 1,-1 0-1,1 0 0,0 0 1,0-1-1,0 1 0,-1 0 0,1 0 1,0-1-1,-1 1 0,1 0 0,0-1 1,-1 1-1,1-1 0,0 1 0,-1-1 1,1 1-1,-1-1 0,1 1 0,-1-1 1,2-1-1,15-19-6792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9:38:49.1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1 640 24575,'2'54'0,"2"-1"0,3 0 0,2 0 0,2 0 0,37 100 0,-12-64 0,4-1 0,80 130 0,-117-212 0,0-1 0,1 1 0,0-1 0,1 1 0,-1-1 0,1-1 0,0 1 0,0-1 0,0 1 0,1-1 0,0-1 0,-1 1 0,1-1 0,0 0 0,1-1 0,-1 1 0,0-1 0,1 0 0,0-1 0,-1 1 0,1-2 0,0 1 0,-1-1 0,1 1 0,0-2 0,0 1 0,-1-1 0,1 0 0,0-1 0,-1 1 0,1-1 0,-1 0 0,0-1 0,9-4 0,-3 0 0,0 0 0,0 0 0,0-1 0,-1-1 0,0 0 0,-1-1 0,0 0 0,-1 0 0,0-1 0,0 0 0,-1-1 0,11-21 0,-3 2 0,-2-1 0,0 0 0,16-67 0,-20 59 0,-3-1 0,-1 0 0,-1 0 0,-3-1 0,-2 1 0,-1 0 0,-11-67 0,11 103 0,1 1 0,-2 0 0,1 0 0,0 0 0,-1 0 0,0 0 0,0 0 0,-5-7 0,7 11 0,0-1 0,-1 0 0,1 1 0,-1 0 0,1-1 0,-1 1 0,0-1 0,1 1 0,-1 0 0,1-1 0,-1 1 0,0 0 0,1 0 0,-1-1 0,0 1 0,1 0 0,-1 0 0,0 0 0,1 0 0,-1 0 0,0 0 0,1 0 0,-2 0 0,1 1 0,-1-1 0,1 1 0,-1 0 0,1 0 0,0 0 0,-1-1 0,1 1 0,0 1 0,0-1 0,0 0 0,0 0 0,0 0 0,0 1 0,-1 1 0,-5 8 0,0 2 0,1-1 0,1 0 0,0 1 0,1 0 0,0 0 0,1 0 0,-2 25 0,-3 117 0,8-129 0,0-16 0,-1 6 0,1 0 0,1 0 0,1 0 0,5 26 0,-7-39 0,1-1 0,0 0 0,0 0 0,0 0 0,0 1 0,0-1 0,0 0 0,0 0 0,1-1 0,-1 1 0,1 0 0,-1 0 0,1-1 0,0 1 0,0-1 0,3 3 0,-3-3 0,1-1 0,-1 1 0,0-1 0,1 0 0,-1 1 0,1-1 0,-1 0 0,0 0 0,1-1 0,-1 1 0,0 0 0,1-1 0,-1 0 0,0 1 0,1-1 0,-1 0 0,0 0 0,0 0 0,0 0 0,2-2 0,4-3 0,0 0 0,-1 0 0,1 0 0,-1-1 0,-1 0 0,0-1 0,0 1 0,0-1 0,-1 0 0,0 0 0,-1-1 0,1 0 0,-2 0 0,1 0 0,-1 0 0,2-14 0,0 3 0,-2-1 0,0 0 0,-1 0 0,-2 0 0,0 0 0,-4-34 0,2 46 0,0 0 0,0 1 0,-1 0 0,0-1 0,-7-12 0,8 17 0,0 1 0,0-1 0,0 1 0,0 0 0,0 0 0,-1 0 0,0 0 0,1 0 0,-1 1 0,0-1 0,0 1 0,-1 0 0,1 0 0,0 0 0,-5-2 0,8 4 0,-1 0 0,1-1 0,-1 1 0,1 0 0,-1-1 0,1 1 0,-1 0 0,1 0 0,-1 0 0,1 0 0,-1-1 0,1 1 0,-1 0 0,0 0 0,1 0 0,-1 0 0,1 0 0,-1 0 0,1 0 0,-1 0 0,1 1 0,-1-1 0,0 0 0,1 0 0,-1 0 0,1 1 0,-1-1 0,1 0 0,-1 0 0,1 1 0,0-1 0,-1 0 0,1 1 0,-1-1 0,1 1 0,0-1 0,-1 0 0,1 1 0,0-1 0,-1 1 0,1-1 0,0 1 0,0-1 0,-1 1 0,1 0 0,0 1 0,1-1 0,-1 0 0,1 0 0,-1 0 0,1 0 0,-1 0 0,1 0 0,0 0 0,0 0 0,-1 0 0,1 0 0,0-1 0,0 1 0,0 0 0,0 0 0,0-1 0,0 1 0,0 0 0,0-1 0,0 1 0,0-1 0,0 0 0,1 1 0,1-1 0,12 4 0,1-2 0,0 0 0,0-1 0,1 0 0,-1-1 0,0-1 0,0-1 0,0 0 0,0-1 0,-1-1 0,29-10 0,-4-1 0,-1-2 0,-1-2 0,47-31 0,-58 33 0,-1-1 0,0-2 0,-2 0 0,0-1 0,-2-2 0,23-28 0,-38 42 0,0-2 0,-1 1 0,0-1 0,-1 0 0,0 0 0,0 0 0,-1-1 0,3-15 0,-6 19 0,0-1 0,0 1 0,-1-1 0,0 0 0,0 1 0,-1-1 0,0 1 0,-1-1 0,0 1 0,0 0 0,-1-1 0,-7-14 0,0 4 0,-1 1 0,-1-1 0,0 2 0,-2 0 0,0 0 0,-25-22 0,7 11 0,-2 2 0,-47-29 0,77 52 0,-1 0 0,0 0 0,1 0 0,-1 1 0,0 0 0,0 0 0,0 1 0,-1-1 0,1 1 0,-8-1 0,11 2 0,1 1 0,-1-1 0,0 0 0,0 1 0,1 0 0,-1-1 0,0 1 0,1 0 0,-1 0 0,1 0 0,-1 0 0,1 0 0,-1 0 0,1 0 0,0 1 0,-1-1 0,1 0 0,0 1 0,0-1 0,0 1 0,0 0 0,0-1 0,0 1 0,1-1 0,-1 1 0,1 0 0,-1 0 0,1-1 0,-1 1 0,1 0 0,0 0 0,0 3 0,-4 26 0,2 0 0,1 0 0,1 1 0,5 33 0,25 124 0,-25-164 0,-2-9 0,18 104 0,5 0 0,64 181 0,-87-294 0,-1 0 0,1-1 0,1 1 0,-1-1 0,1 0 0,0 0 0,10 11 0,-13-16 0,0 0 0,0 0 0,0 0 0,0-1 0,1 1 0,-1 0 0,0-1 0,0 1 0,1-1 0,-1 1 0,0-1 0,1 0 0,-1 0 0,0 1 0,1-1 0,-1 0 0,0 0 0,3-1 0,-2 1 0,1-1 0,-1 0 0,0 0 0,1 0 0,-1 0 0,0 0 0,0-1 0,0 1 0,0-1 0,0 1 0,0-1 0,0 0 0,2-3 0,13-16 0,-2-2 0,0 0 0,-1-1 0,19-45 0,-24 46 0,1 1 0,1 1 0,1 0 0,1 1 0,1 0 0,29-33 0,-41 51 0,-1 1 0,1-1 0,-1 1 0,1-1 0,0 1 0,-1-1 0,1 1 0,0 0 0,0 0 0,0 0 0,0 0 0,0 0 0,1 1 0,-1-1 0,0 0 0,0 1 0,0 0 0,1-1 0,-1 1 0,0 0 0,0 0 0,1 1 0,-1-1 0,0 0 0,0 1 0,0-1 0,1 1 0,-1 0 0,0-1 0,0 1 0,0 0 0,0 0 0,0 1 0,-1-1 0,1 0 0,0 1 0,0-1 0,-1 1 0,1-1 0,-1 1 0,1 0 0,-1 0 0,0-1 0,2 5 0,5 6 0,-1 1 0,-1 0 0,0 0 0,-1 0 0,6 25 0,-5-17 0,-1 1 0,-2 0 0,0 0 0,-1 1 0,-1-1 0,-1 0 0,-1 1 0,-6 34 0,5-48 0,0 0 0,-1 0 0,0 0 0,0 0 0,-1-1 0,0 1 0,-1-1 0,1 0 0,-2-1 0,1 1 0,-1-1 0,0 0 0,0 0 0,-1-1 0,0 0 0,0 0 0,-1-1 0,0 0 0,0 0 0,0 0 0,0-1 0,0-1 0,-12 4 0,-3 0 0,0-2 0,-43 6 0,54-10 0,1 0 0,-1-1 0,1-1 0,0 1 0,-1-2 0,1 0 0,-22-6 0,31 8 0,0-1 0,0 0 0,0 0 0,0 0 0,1 0 0,-1 0 0,0 0 0,1 0 0,-1 0 0,0-1 0,1 1 0,0-1 0,-1 1 0,1-1 0,0 0 0,0 1 0,0-1 0,0 0 0,0 0 0,0 0 0,0 1 0,0-5 0,0 2 0,1 1 0,0-1 0,0 0 0,1 1 0,-1-1 0,1 0 0,0 1 0,0-1 0,0 1 0,0-1 0,3-5 0,5-7 0,1 0 0,0 1 0,24-27 0,-32 40 0,47-50-682,59-49-1,-60 59-6143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9:38:50.3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187 970 24575,'-1'-3'0,"1"1"0,-1-1 0,0 0 0,0 1 0,0 0 0,0-1 0,0 1 0,-1-1 0,1 1 0,-1 0 0,1 0 0,-1 0 0,0 0 0,0 0 0,0 0 0,0 1 0,0-1 0,0 1 0,0-1 0,-1 1 0,1 0 0,0 0 0,-1 0 0,1 0 0,-1 0 0,1 0 0,-1 1 0,0-1 0,-3 1 0,-1-2 0,0 1 0,0 0 0,0 0 0,0 1 0,0 0 0,0 1 0,0-1 0,0 1 0,0 0 0,-10 4 0,14-4 0,1 1 0,-1 0 0,1-1 0,0 1 0,0 0 0,-1 0 0,1 1 0,1-1 0,-1 0 0,0 1 0,0-1 0,1 1 0,0-1 0,-1 1 0,1 0 0,0 0 0,0 0 0,0-1 0,0 7 0,-5 62 0,5-58 0,5 235 0,-4-246 0,0-1 0,0 1 0,0 0 0,0-1 0,0 1 0,0 0 0,1 0 0,-1-1 0,0 1 0,1 0 0,-1-1 0,1 1 0,0-1 0,-1 1 0,1-1 0,0 1 0,0-1 0,0 1 0,0-1 0,0 0 0,0 0 0,1 1 0,1 0 0,-2-2 0,1 0 0,-1-1 0,1 1 0,-1-1 0,0 1 0,1-1 0,-1 0 0,0 1 0,1-1 0,-1 0 0,0 0 0,0 0 0,0 0 0,0 0 0,0 0 0,0 0 0,0 0 0,0 0 0,-1-1 0,2-1 0,7-11 0,-1 0 0,-1 0 0,10-26 0,-2-36 0,1-4 0,-16 80 0,0-1 0,0 0 0,0 0 0,0 1 0,0-1 0,1 0 0,-1 0 0,0 1 0,0-1 0,1 0 0,-1 1 0,0-1 0,1 1 0,-1-1 0,1 0 0,-1 1 0,1-1 0,-1 1 0,1-1 0,-1 1 0,1-1 0,0 1 0,-1 0 0,1-1 0,0 1 0,-1 0 0,1-1 0,0 1 0,-1 0 0,1 0 0,0-1 0,0 1 0,-1 0 0,1 0 0,0 0 0,0 0 0,-1 0 0,1 0 0,0 0 0,0 1 0,-1-1 0,1 0 0,0 0 0,-1 0 0,1 1 0,0-1 0,-1 0 0,2 2 0,31 31 0,-13-11 0,-17-21 0,-1 1 0,1-1 0,-1 0 0,1 1 0,0-1 0,0 0 0,-1-1 0,1 1 0,0 0 0,0-1 0,0 1 0,0-1 0,0 0 0,0 0 0,0 0 0,0-1 0,0 1 0,-1-1 0,1 1 0,0-1 0,0 0 0,0 0 0,-1 0 0,1-1 0,-1 1 0,1-1 0,3-2 0,6-5 0,0 0 0,-1-2 0,0 1 0,10-14 0,-14 17 0,51-60 0,-2-2 0,-3-3 0,-3-2 0,-4-2 0,65-146 0,-96 185 0,-3 0 0,-1 0 0,-2-1 0,5-40 0,-12 65 0,-1-1 0,0 0 0,-1 1 0,0-1 0,-1 0 0,-1 1 0,0-1 0,-1 1 0,0-1 0,-1 1 0,-1 0 0,0 0 0,0 1 0,-14-21 0,18 31 0,0 0 0,0 0 0,0 0 0,0 1 0,0-1 0,-1 0 0,1 1 0,-1 0 0,1-1 0,-1 1 0,1 0 0,-1-1 0,0 1 0,0 0 0,1 0 0,-1 0 0,0 1 0,0-1 0,0 0 0,0 1 0,0-1 0,0 1 0,-2 0 0,2 0 0,0 1 0,0 0 0,1 0 0,-1 0 0,1 0 0,-1 0 0,1 0 0,-1 0 0,1 1 0,0-1 0,-1 1 0,1-1 0,0 1 0,0-1 0,0 1 0,0-1 0,0 1 0,1 0 0,-2 2 0,-3 10 0,1 0 0,0 0 0,1 1 0,1-1 0,-1 16 0,3 32 0,3 1 0,3-1 0,2 0 0,3-1 0,3 0 0,2-1 0,3 0 0,32 68 0,-48-121 8,1 0-1,-1-1 1,1 1-1,1-1 1,-1 1-1,1-1 1,0-1-1,0 1 1,1-1-1,0 0 1,10 8-1,1-4-199,-1-1 0,1 0 0,25 7 0,-19-6-495,16 5-6139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9:38:52.4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1031 24575,'2'1'0,"1"0"0,0-1 0,-1 1 0,1 0 0,-1 1 0,1-1 0,-1 0 0,1 1 0,-1-1 0,0 1 0,0 0 0,0-1 0,0 1 0,0 0 0,0 0 0,0 1 0,-1-1 0,1 0 0,-1 1 0,1-1 0,-1 0 0,1 5 0,3 4 0,0 1 0,-1 0 0,4 17 0,-4-6 0,0 0 0,-1 46 0,-6-163 0,-1 34 0,7-90 0,-1 134 0,-1 1 0,2 0 0,0 0 0,1 0 0,0 0 0,1 1 0,1-1 0,0 1 0,1 1 0,1-1 0,10-14 0,-14 22 0,0 1 0,1 0 0,-1 0 0,1 0 0,0 1 0,0 0 0,0 0 0,1 0 0,0 0 0,-1 1 0,1 0 0,0 0 0,1 1 0,-1 0 0,0 0 0,1 0 0,-1 1 0,1 0 0,-1 0 0,1 0 0,0 1 0,-1 0 0,1 0 0,0 1 0,-1 0 0,1 0 0,-1 1 0,1-1 0,-1 1 0,0 1 0,1-1 0,-1 1 0,0 0 0,-1 1 0,1-1 0,-1 1 0,1 0 0,-1 1 0,5 5 0,10 10 0,-1 1 0,-1 2 0,-1-1 0,22 41 0,43 105 0,-80-162 0,0 0 0,1-1 0,0 1 0,0-1 0,8 10 0,-11-15 0,0 1 0,1-1 0,-1 0 0,0 1 0,1-1 0,-1 0 0,0 0 0,1 1 0,-1-1 0,0 0 0,1 0 0,-1 0 0,0 0 0,1 1 0,-1-1 0,1 0 0,-1 0 0,1 0 0,-1 0 0,0 0 0,1 0 0,-1 0 0,1 0 0,-1 0 0,0 0 0,1 0 0,-1-1 0,1 1 0,-1 0 0,0 0 0,1 0 0,0-1 0,11-22 0,-3-17 0,6-61 0,-11 63 0,2 1 0,11-40 0,-16 76 0,-1-1 0,0 1 0,1-1 0,-1 1 0,1 0 0,-1-1 0,1 1 0,0-1 0,-1 1 0,1 0 0,0-1 0,0 1 0,0 0 0,0 0 0,0 0 0,0 0 0,0 0 0,0 0 0,1 0 0,-1 0 0,0 0 0,1 1 0,-1-1 0,1 0 0,-1 1 0,0-1 0,1 1 0,-1 0 0,1-1 0,-1 1 0,1 0 0,0 0 0,-1 0 0,1 0 0,-1 0 0,1 0 0,-1 0 0,1 1 0,-1-1 0,1 1 0,-1-1 0,1 1 0,-1-1 0,0 1 0,1 0 0,-1 0 0,0-1 0,2 3 0,10 5 0,-1 1 0,0 1 0,-1 0 0,12 13 0,-4-4 0,-1-4 0,0-2 0,1 0 0,0-1 0,1-1 0,0 0 0,1-2 0,0 0 0,0-2 0,41 9 0,-45-12 0,0-2 0,0 0 0,1 0 0,-1-2 0,0 0 0,1-1 0,-1-1 0,0-1 0,1 0 0,-1-1 0,-1-1 0,1-1 0,19-9 0,-10 0 0,-1-1 0,0-1 0,-2-1 0,0-1 0,-1-2 0,-1 0 0,-1-1 0,-1-1 0,-1 0 0,0-2 0,-3 0 0,0-1 0,-1 0 0,-1-1 0,-2-1 0,9-33 0,-16 46 0,-1-1 0,-1 1 0,0-1 0,-1-17 0,-1 29 0,0 0 0,0 0 0,0 0 0,-1 0 0,1 0 0,-1 0 0,0 0 0,0 0 0,0 0 0,-1 1 0,1-1 0,-1 0 0,0 1 0,0-1 0,0 1 0,0 0 0,-1 0 0,1 0 0,-1 0 0,0 0 0,-4-3 0,6 5 0,0 1 0,0 0 0,-1-1 0,1 1 0,0 0 0,0-1 0,-1 1 0,1 0 0,0 0 0,-1 0 0,1 0 0,0 0 0,0 0 0,-1 1 0,1-1 0,0 0 0,0 1 0,-1-1 0,1 1 0,0-1 0,0 1 0,0-1 0,0 1 0,0 0 0,0 0 0,0-1 0,0 1 0,0 0 0,-1 1 0,-25 35 0,24-33 0,-21 42 0,2 1 0,-30 87 0,-7 66 0,65-225 0,1 0 0,1 0 0,2 0 0,0 1 0,26-44 0,-34 67 0,-1-1 0,1 1 0,-1-1 0,1 1 0,-1 0 0,1 0 0,0-1 0,-1 1 0,1 0 0,0 0 0,0 1 0,0-1 0,0 0 0,0 1 0,0-1 0,0 1 0,0-1 0,0 1 0,0 0 0,0 0 0,0 0 0,0 0 0,0 0 0,0 1 0,0-1 0,0 1 0,0-1 0,0 1 0,0 0 0,0-1 0,-1 1 0,1 0 0,0 0 0,0 0 0,-1 1 0,3 0 0,9 8 0,-1 0 0,0 0 0,19 22 0,-14-14 0,-5-7 0,0 1 0,0 0 0,2-1 0,-1 0 0,19 10 0,-29-19 0,1 0 0,0 0 0,0 0 0,1 0 0,-1-1 0,0 0 0,0 0 0,1 0 0,-1 0 0,0-1 0,1 0 0,-1 0 0,0 0 0,1 0 0,-1-1 0,1 0 0,-1 1 0,0-2 0,0 1 0,0 0 0,8-5 0,5-4 0,0-1 0,0-1 0,-2-1 0,28-26 0,53-70 0,-73 81 0,38-46 0,71-115 0,-103 142 0,-3-2 0,-2-1 0,33-99 0,-96 248 0,-95 169 0,82-170 0,-84 144 0,135-241-46,1 0 2,-1 1 0,1-1 0,-1 0 0,0 0 0,1 1 0,-1-1 0,0 0 0,1 0 0,-1 0 0,0 0 0,0 0 0,0 0 0,0 0 0,0 0 0,0 0 0,-1-1 1,1 1-1,0 0 0,0-1 0,0 1 0,-1-1 0,1 1 0,0-1 0,-1 1 0,1-1 0,0 0 0,-1 0 0,1 0 0,-3 0 0,-9-9-6782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19:38:52.8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24575,'4'5'0,"15"9"0,13 17 0,15 11 0,16 17 0,20 15 0,22 13 0,11 0 0,3-1 0,-1-6 0,-2-8 0,-13-17 0,-19-12 0,-16-15 0,-18-11-8191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0:37:38.5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24575,'0'0'-8191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1:09:37.7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1:10:02.29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1 162 24575,'39'-48'0,"-27"32"0,1 1 0,0-1 0,1 2 0,16-14 0,-26 25 0,-1 1 0,1-1 0,0 1 0,0-1 0,0 1 0,0 1 0,0-1 0,0 0 0,1 1 0,-1 0 0,0 0 0,1 0 0,-1 1 0,1-1 0,-1 1 0,1 0 0,-1 1 0,1-1 0,-1 1 0,1-1 0,-1 1 0,0 1 0,6 1 0,-7-1 0,0 0 0,-1 0 0,1 1 0,0-1 0,-1 1 0,0 0 0,1-1 0,-1 1 0,0 0 0,0 0 0,-1 1 0,1-1 0,-1 0 0,1 1 0,-1-1 0,0 0 0,0 1 0,-1-1 0,1 1 0,-1 0 0,0-1 0,0 7 0,1 9 0,-1 0 0,-6 36 0,2-32 0,-2 0 0,-1 0 0,-1 0 0,-18 36 0,-53 83 0,60-118 0,15-21 0,1 0 0,0 0 0,0 0 0,0 1 0,1-1 0,-1 1 0,1-1 0,0 1 0,0 0 0,0 0 0,0 0 0,1 0 0,0 0 0,-2 8 0,4-11 0,-1 0 0,1 0 0,0 0 0,0 0 0,-1 0 0,1 0 0,0 0 0,0 0 0,0 0 0,0-1 0,0 1 0,1 0 0,-1-1 0,0 1 0,0-1 0,0 1 0,1-1 0,-1 0 0,0 1 0,0-1 0,1 0 0,-1 0 0,0 0 0,0 0 0,1 0 0,-1 0 0,2 0 0,39-6 0,-36 5 0,87-18-1365,-53 10-5461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1:10:03.41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290 160 24575,'0'-8'0,"1"-4"0,-1 0 0,-1 1 0,0-1 0,0 1 0,-6-20 0,6 27 0,-1 1 0,1 0 0,-1 0 0,0-1 0,0 1 0,0 0 0,-1 0 0,1 1 0,0-1 0,-1 0 0,0 1 0,0 0 0,0 0 0,0 0 0,0 0 0,0 0 0,0 0 0,-1 1 0,1-1 0,-1 1 0,1 0 0,-6-1 0,1 0 0,-2 0 0,1 0 0,0 1 0,0 0 0,0 1 0,0 0 0,-1 1 0,1-1 0,0 2 0,0-1 0,0 1 0,0 1 0,-14 5 0,18-5 0,0 0 0,0 0 0,0 0 0,1 1 0,-1 0 0,1-1 0,0 2 0,0-1 0,1 0 0,-1 1 0,1-1 0,0 1 0,0 0 0,1 0 0,-1 1 0,1-1 0,0 0 0,0 1 0,1-1 0,0 1 0,0 0 0,-1 10 0,2-11 0,0 0 0,0 0 0,0-1 0,0 1 0,1 0 0,0 0 0,0-1 0,0 1 0,1 0 0,-1-1 0,1 1 0,0-1 0,0 0 0,1 0 0,-1 0 0,1 0 0,0 0 0,4 4 0,5 3 0,-1-2 0,2 1 0,-1-1 0,20 9 0,-22-13 0,0 1 0,0 0 0,0 0 0,-1 1 0,0 0 0,0 1 0,-1 0 0,0 0 0,-1 1 0,10 13 0,-13-16 0,-1 0 0,-1-1 0,1 1 0,-1 0 0,0 1 0,0-1 0,-1 0 0,0 1 0,0-1 0,0 0 0,-1 1 0,0-1 0,0 1 0,-1-1 0,0 1 0,0-1 0,0 0 0,-1 1 0,0-1 0,-3 7 0,1-6 0,0-1 0,0 0 0,-1 0 0,1 0 0,-1-1 0,-1 1 0,1-1 0,-1 0 0,0-1 0,0 1 0,0-1 0,-1 0 0,1-1 0,-1 0 0,0 0 0,0 0 0,-8 1 0,10-2 0,0 0 0,0-1 0,-1 0 0,1 0 0,-1 0 0,1-1 0,-1 1 0,1-1 0,0-1 0,-1 1 0,1-1 0,-7-1 0,9 0 0,0 1 0,1-1 0,-1 1 0,1-1 0,0 0 0,0 0 0,-1 0 0,1 0 0,0 0 0,1 0 0,-1-1 0,0 1 0,1-1 0,-1 1 0,1-1 0,0 1 0,-1-1 0,2 0 0,-1 0 0,0 0 0,0 1 0,1-1 0,0 0 0,-1-4 0,1-3 0,0 0 0,1 0 0,0 0 0,1 1 0,0-1 0,0 0 0,1 1 0,0-1 0,1 1 0,0 0 0,0 0 0,1 0 0,0 1 0,0 0 0,1 0 0,10-10 0,7-8 0,1 1 0,1 1 0,38-28 0,-53 44-124,0 1 0,1 0 0,0 0 0,0 1 0,1 1 0,-1-1-1,1 2 1,1 0 0,-1 0 0,20-2 0,-8 4-6702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1:10:04.47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0 238 24575,'1'-16'0,"0"1"0,2-1 0,-1 1 0,2 0 0,0 0 0,0 0 0,2 0 0,14-27 0,-17 36 0,1 0 0,0 0 0,0 1 0,1-1 0,-1 1 0,1 0 0,1 0 0,-1 0 0,11-6 0,-12 9 0,0 0 0,0 0 0,0 0 0,0 1 0,0 0 0,0 0 0,0 0 0,1 0 0,-1 1 0,0-1 0,0 1 0,1 0 0,-1 1 0,0-1 0,1 1 0,-1 0 0,5 1 0,-5 0 0,-1 0 0,1 0 0,-1 0 0,0 0 0,1 0 0,-1 1 0,-1 0 0,1-1 0,0 1 0,0 0 0,-1 0 0,0 1 0,0-1 0,0 0 0,0 1 0,0 0 0,-1-1 0,1 1 0,-1 0 0,0 0 0,0-1 0,0 1 0,-1 0 0,1 5 0,1 10 0,-1 1 0,0 0 0,-4 28 0,-25 70 0,28-117 0,0 1 0,0-1 0,0 0 0,0 1 0,0-1 0,0 0 0,1 1 0,-1-1 0,0 0 0,1 0 0,-1 1 0,1-1 0,-1 0 0,1 0 0,0 0 0,-1 0 0,1 1 0,0-1 0,0 0 0,0 0 0,0-1 0,0 1 0,0 0 0,0 0 0,0 0 0,0-1 0,0 1 0,0 0 0,0-1 0,1 1 0,-1-1 0,0 1 0,0-1 0,1 0 0,-1 0 0,0 0 0,2 1 0,59 0 0,-42-2 0,-16 2 0,-1-1 0,0 0 0,1 1 0,-1 0 0,0 0 0,0 0 0,0 0 0,0 0 0,0 1 0,0-1 0,0 1 0,0 0 0,0 0 0,-1 0 0,1 0 0,-1 0 0,1 0 0,-1 1 0,0-1 0,0 1 0,0 0 0,0 0 0,-1 0 0,1 0 0,-1 0 0,0 0 0,1 0 0,-1 0 0,-1 0 0,1 0 0,0 1 0,-1-1 0,0 0 0,0 1 0,0 3 0,0 0 0,0 0 0,0 1 0,-1-1 0,0 0 0,0 1 0,-1-1 0,0 0 0,0 0 0,0 0 0,-1 0 0,0-1 0,-1 1 0,1-1 0,-1 0 0,-7 9 0,0-6-80,1-1 0,-1 1-1,0-2 1,-1 0 0,0 0-1,0-1 1,0 0 0,-1-1-1,1-1 1,-1 0 0,-1-1 0,1 0-1,0-1 1,-1 0 0,1-1-1,-18-1 1,7-1-6746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1:10:07.35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35 0 24575,'0'4'0,"0"7"0,0 13 0,0 8 0,0 3 0,0 4 0,0 0 0,0-2 0,0-3 0,0-4 0,-5-1 0,-1-2 0,0-1 0,-3-5 0,0-6-8191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1:10:08.30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211 0 24575,'-3'1'0,"-1"-1"0,0 1 0,1 0 0,-1 0 0,1 0 0,0 1 0,-1-1 0,1 1 0,0 0 0,0 0 0,0 0 0,0 0 0,0 1 0,1-1 0,-1 1 0,0-1 0,1 1 0,0 0 0,0 0 0,0 0 0,0 0 0,0 0 0,-1 5 0,-6 12 0,0 1 0,-9 36 0,12-34 0,-10 30 0,-10 60 0,23-94 0,1 0 0,0 0 0,1 0 0,1 0 0,1 0 0,7 37 0,-7-52 0,1 0 0,0 0 0,1 0 0,-1 0 0,1 0 0,0 0 0,0 0 0,0-1 0,0 0 0,1 1 0,-1-1 0,1-1 0,0 1 0,0 0 0,0-1 0,0 0 0,0 0 0,0 0 0,1 0 0,-1-1 0,1 0 0,-1 1 0,1-2 0,0 1 0,7 0 0,-8-1 0,-1 1 0,1-1 0,-1 1 0,1-1 0,0 0 0,-1-1 0,1 1 0,0-1 0,-1 1 0,1-1 0,-1 0 0,1 0 0,-1-1 0,0 1 0,1-1 0,-1 0 0,0 1 0,0-2 0,0 1 0,0 0 0,0 0 0,-1-1 0,1 0 0,-1 1 0,0-1 0,1 0 0,-1 0 0,0 0 0,-1 0 0,1-1 0,-1 1 0,2-6 0,-3 8 0,1-1 0,-1 0 0,0 0 0,-1 0 0,1 1 0,0-1 0,-1 0 0,1 0 0,0 1 0,-1-1 0,0 0 0,0 1 0,1-1 0,-1 0 0,0 1 0,0-1 0,0 1 0,0-1 0,-1 1 0,1 0 0,0 0 0,-1-1 0,1 1 0,-1 0 0,1 0 0,-1 0 0,1 1 0,-1-1 0,0 0 0,1 0 0,-1 1 0,0-1 0,1 1 0,-3-1 0,-8-2 0,0 1 0,1 0 0,-21-1 0,32 3 0,-7 0 0,-13-2 0,1 1 0,0 1 0,-1 1 0,-36 6 0,44-3 117,12-4-147,0 0 0,0 0 0,0 0-1,0 0 1,0 0 0,0 0 0,1 0-1,-1 0 1,0 0 0,0 0 0,0 0-1,0 0 1,0 0 0,0 0 0,0 0-1,1 0 1,-1 0 0,0 0 0,0 1-1,0-1 1,0 0 0,0 0 0,0 0-1,0 0 1,0 0 0,0 0 0,1 0-1,-1 0 1,0 0 0,0 0 0,0 1-1,0-1 1,0 0 0,0 0 0,0 0-1,0 0 1,0 0 0,0 0-1,0 0 1,0 0 0,0 1 0,0-1-1,0 0 1,0 0 0,0 0 0,0 0-1,0 0 1,0 1 0,15-2-6796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1:10:09.16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 24575,'0'16'0,"0"-4"0,0 0 0,0 0 0,1-1 0,0 1 0,7 22 0,-7-32 0,0 1 0,0 0 0,1 0 0,-1 0 0,1-1 0,0 1 0,0-1 0,0 1 0,0-1 0,0 0 0,0 0 0,1 0 0,-1 0 0,1 0 0,-1-1 0,1 1 0,0-1 0,0 1 0,-1-1 0,1 0 0,0 0 0,0-1 0,0 1 0,0 0 0,1-1 0,-1 0 0,4 0 0,0 0 0,0 0 0,0-1 0,0 0 0,-1 0 0,1 0 0,0-1 0,-1 0 0,1-1 0,-1 1 0,0-1 0,0 0 0,0-1 0,0 0 0,-1 1 0,1-2 0,-1 1 0,0-1 0,0 0 0,4-6 0,21-15 0,-30 25 0,1 1 0,-1-1 0,0 1 0,1 0 0,-1-1 0,0 1 0,1 0 0,-1-1 0,1 1 0,-1 0 0,1 0 0,-1-1 0,1 1 0,-1 0 0,1 0 0,-1 0 0,1 0 0,-1-1 0,1 1 0,-1 0 0,1 0 0,-1 0 0,1 0 0,-1 0 0,1 1 0,-1-1 0,1 0 0,-1 0 0,1 0 0,-1 0 0,1 0 0,-1 1 0,1-1 0,-1 0 0,1 1 0,0-1 0,7 23 0,-5 41 0,-3-56 0,-5 499-1365,5-474-5461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1:10:10.24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56 68 24575,'43'-16'0,"-21"7"0,15-5 0,-26 9 0,1 0 0,0 1 0,1 0 0,-1 1 0,1 0 0,-1 1 0,23-1 0,-33 3 0,0 1 0,0-1 0,0 1 0,0-1 0,0 1 0,0-1 0,-1 1 0,1 0 0,0 0 0,0 0 0,-1 0 0,1 0 0,-1 1 0,1-1 0,-1 0 0,0 1 0,1-1 0,-1 1 0,0-1 0,0 1 0,0 0 0,0-1 0,0 1 0,0 0 0,-1 0 0,1 0 0,0 0 0,-1-1 0,0 1 0,1 0 0,-1 0 0,0 0 0,0 0 0,0 0 0,0 0 0,0 0 0,-1 4 0,-1 4 0,1 0 0,-1 0 0,-1 0 0,0 0 0,-8 18 0,-29 49 0,-54 76 0,18-32 0,58-92 0,5-8 0,1 0 0,0 1 0,-15 42 0,26-62 2,1-1 0,-1 1 0,1-1 0,-1 1 0,1-1 0,0 1 0,-1-1 0,1 1 0,0 0 0,0-1 0,0 1 0,0-1 0,1 1 0,-1 0 0,0-1 0,1 1 0,-1-1 0,1 1 0,-1-1 0,1 1 0,-1-1 0,1 0 0,0 1 0,0-1 0,0 0 0,0 1 0,0-1-1,0 0 1,0 0 0,0 0 0,1 0 0,-1 0 0,0 0 0,1 0 0,-1-1 0,1 1 0,-1 0 0,0-1 0,1 1 0,0-1 0,-1 0 0,1 1 0,-1-1 0,1 0 0,-1 0 0,1 0 0,0 0 0,-1 0 0,2 0 0,11-1-289,0 0 0,0-1 1,-1 0-1,18-5 0,-31 7 257,64-19-6796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1:10:26.62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53 24575,'0'-1'0,"0"1"0,1-1 0,-1 0 0,0 0 0,0 0 0,1 0 0,-1 1 0,1-1 0,-1 0 0,1 1 0,-1-1 0,1 0 0,-1 1 0,1-1 0,0 0 0,-1 1 0,1-1 0,0 1 0,-1-1 0,1 1 0,0-1 0,0 1 0,-1 0 0,1-1 0,0 1 0,0 0 0,1 0 0,28-6 0,-21 5 0,18-4 0,15-4 0,1 2 0,0 2 0,0 2 0,67 3 0,-107 1 0,-1-1 0,0 0 0,0 1 0,1-1 0,-1 1 0,0 0 0,0 0 0,0 0 0,0 0 0,1 0 0,-2 0 0,1 0 0,0 1 0,0-1 0,0 1 0,-1-1 0,1 1 0,0 0 0,-1 0 0,2 2 0,-1 0 0,-1-1 0,1 1 0,-1 0 0,1 0 0,-1 0 0,-1 0 0,1 0 0,-1 0 0,1 1 0,-1 6 0,-1 0 0,0 1 0,-1 0 0,-1-1 0,0 0 0,0 1 0,-1-1 0,-6 13 0,-75 131 0,-39 85 0,101-185 0,3-8 0,-36 66 0,55-111-39,-16 34 203,17-35-204,-1 0 0,1 0-1,0 0 1,0 0 0,0-1-1,0 1 1,0 0 0,0 0 0,0 0-1,0 0 1,1 0 0,-1 0 0,0 0-1,0 0 1,1 0 0,-1 0-1,1 0 1,-1-1 0,1 1 0,-1 0-1,1 0 1,-1 0 0,1-1 0,0 1-1,-1 0 1,1-1 0,0 1-1,-1-1 1,1 1 0,0-1 0,0 1-1,0-1 1,0 1 0,0-1 0,-1 0-1,3 1 1,17 4-6786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1:10:27.48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48 24575,'0'-4'0,"4"-2"0,6 0 0,6 1 0,4 2 0,4 1 0,1-3 0,2-2 0,0 2 0,-5 1-8191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1:10:28.21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 24575,'0'276'0,"7"-287"0,0 1 0,1 0 0,0 1 0,0 0 0,1 0 0,0 1 0,15-11 0,-14 13 0,1 0 0,-1 1 0,1 0 0,1 1 0,-1 0 0,0 1 0,1 1 0,0-1 0,0 2 0,16-1 0,-23 1 0,-1 1 0,1 0 0,0 1 0,-1-1 0,1 1 0,0 0 0,-1 0 0,1 0 0,-1 0 0,0 1 0,1 0 0,-1 0 0,0 0 0,0 1 0,0-1 0,0 1 0,-1 0 0,1 0 0,-1 0 0,1 0 0,-1 1 0,0-1 0,-1 1 0,1 0 0,-1 0 0,1 0 0,-1 0 0,2 7 0,-1-2 0,0 0 0,-1 0 0,0 0 0,-1 1 0,0-1 0,0 0 0,-1 1 0,0-1 0,-1 1 0,0-1 0,0 1 0,-1-1 0,-5 17 0,3-18 0,1-1 0,-1 0 0,-1 0 0,1 0 0,-1 0 0,0-1 0,-1 0 0,1 0 0,-1 0 0,0-1 0,-1 0 0,1 0 0,-1 0 0,0-1 0,0 0 0,-9 3 0,1-1-170,0-1-1,0-1 0,0 0 1,0-1-1,-1-1 0,0 0 1,-29-1-1,22-2-6655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1:10:34.73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8 77 24575,'0'-2'0,"1"0"0,-1 1 0,1-1 0,-1 1 0,1-1 0,0 1 0,0 0 0,-1-1 0,1 1 0,0 0 0,0-1 0,0 1 0,0 0 0,1 0 0,-1 0 0,0 0 0,0 0 0,1 0 0,-1 0 0,0 1 0,1-1 0,1-1 0,38-13 0,-32 12 0,13-5 0,-12 4 0,1 0 0,0 0 0,0 1 0,0 0 0,19-1 0,-28 4 0,0 0 0,0 0 0,1 0 0,-1 1 0,0-1 0,0 0 0,0 1 0,0 0 0,0-1 0,1 1 0,-1 0 0,0 0 0,-1 0 0,1 0 0,0 1 0,0-1 0,0 0 0,-1 1 0,1 0 0,-1-1 0,1 1 0,-1 0 0,1-1 0,-1 1 0,0 0 0,0 0 0,0 0 0,0 0 0,0 0 0,-1 0 0,1 1 0,-1-1 0,1 0 0,-1 4 0,2 5 0,-1 0 0,0 0 0,0 0 0,-2 0 0,1 0 0,-1 0 0,-1 0 0,0 0 0,0 0 0,-2 0 0,1 0 0,-1-1 0,0 0 0,-1 0 0,0 0 0,-1 0 0,-8 10 0,-10 9 0,-1-1 0,-1-1 0,-51 41 0,62-56 0,-11 17 0,25-17 0,21-9 0,21-9 0,72-21 0,22-5 0,-92 27-682,59 0-1,-79 6-6143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1:10:35.71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373 237 24575,'4'0'0,"1"0"0,-1 0 0,0-1 0,1 1 0,-1-1 0,0 0 0,0 0 0,0-1 0,0 1 0,0-1 0,0 0 0,0 0 0,0-1 0,-1 1 0,1-1 0,-1 1 0,1-1 0,-1 0 0,0 0 0,0-1 0,-1 1 0,1-1 0,-1 1 0,1-1 0,-1 0 0,0 0 0,-1 0 0,1 0 0,-1 0 0,1 0 0,-1 0 0,-1-1 0,1 1 0,-1 0 0,1-1 0,-1 1 0,0 0 0,-1-1 0,1 1 0,-1 0 0,0-1 0,0 1 0,0 0 0,0 0 0,-1 0 0,0 0 0,0 0 0,0 0 0,0 0 0,0 1 0,-1-1 0,0 1 0,0 0 0,0-1 0,0 1 0,0 0 0,-1 1 0,-5-5 0,-9-2 0,-1 1 0,1 1 0,-1 1 0,0 0 0,-1 2 0,0 0 0,1 1 0,-1 1 0,0 1 0,0 0 0,-34 4 0,46-1 0,0 0 0,0 0 0,0 0 0,0 1 0,1 0 0,-1 0 0,1 1 0,0 0 0,0 1 0,0-1 0,0 1 0,1 1 0,0-1 0,0 1 0,0 0 0,1 0 0,0 1 0,0-1 0,1 1 0,-1 1 0,2-1 0,-1 0 0,1 1 0,0 0 0,0 0 0,1-1 0,0 2 0,1-1 0,0 0 0,0 0 0,1 0 0,-1 1 0,2-1 0,-1 0 0,1 0 0,1 0 0,4 15 0,-5-19 0,1 1 0,0-1 0,1 0 0,-1 0 0,1 0 0,0 0 0,0 0 0,0-1 0,0 1 0,1-1 0,0 0 0,-1 0 0,1 0 0,0 0 0,0-1 0,1 0 0,-1 0 0,6 3 0,9 1 0,0 0 0,1-1 0,22 2 0,5 2 0,-32-6 0,1 1 0,-1 1 0,0 1 0,-1 0 0,1 1 0,-1 0 0,-1 1 0,1 0 0,14 14 0,-23-18 0,0 1 0,-1 0 0,0 0 0,0 0 0,0 1 0,0-1 0,-1 1 0,0 0 0,0 0 0,-1 0 0,0 0 0,0 0 0,0 1 0,0-1 0,-1 1 0,0-1 0,-1 1 0,0-1 0,0 1 0,0-1 0,-1 1 0,1-1 0,-2 1 0,-3 11 0,4-12 0,-1 0 0,-1-1 0,1 1 0,-1-1 0,0 0 0,0 0 0,0 0 0,-1 0 0,0 0 0,0-1 0,0 0 0,0 0 0,-1 0 0,1 0 0,-1-1 0,0 1 0,0-1 0,-1 0 0,1-1 0,0 1 0,-1-1 0,0 0 0,0-1 0,1 0 0,-1 1 0,0-2 0,0 1 0,0-1 0,0 0 0,0 0 0,-9-2 0,12 2 0,1 0 0,0-1 0,-1 1 0,1-1 0,0 0 0,0 1 0,0-1 0,0 0 0,0 0 0,0-1 0,0 1 0,0 0 0,0-1 0,0 1 0,1-1 0,-1 1 0,1-1 0,-3-4 0,1 2 0,1-1 0,-1 1 0,1-1 0,0 0 0,1 0 0,-1 0 0,1 0 0,-1-6 0,1-4 0,0-1 0,1 1 0,0 0 0,2 0 0,2-16 0,1 13-105,0 0 0,2 0 0,0 1 0,1 0 0,1 0 0,0 0 0,1 1 0,1 1 0,0 0 0,1 0 0,1 1 0,17-15 0,1 4-6721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1:10:37.42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0 24575,'0'4'0,"0"7"0,4 4 0,2 6 0,0 7 0,-1 3 0,-2 2 0,-1 3 0,-1 0 0,-1-2 0,5 3 0,0 3 0,1-1 0,2-6 0,6-9 0,8-18 0,9-18 0,0-8-8191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1:10:38.07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171 0 24575,'-8'10'0,"0"-1"0,1 2 0,0-1 0,1 1 0,0 0 0,1 0 0,0 0 0,-4 16 0,-22 99 0,30-123 0,0 1 0,-4 21 0,1-1 0,1 1 0,0 27 0,3-45 0,0-1 0,1 0 0,0 1 0,0-1 0,1 0 0,-1 0 0,6 11 0,-6-15 0,0 1 0,0-1 0,1 0 0,0 0 0,-1 0 0,1 0 0,0 0 0,0 0 0,0 0 0,0 0 0,0-1 0,0 1 0,1-1 0,-1 1 0,1-1 0,-1 0 0,1 0 0,4 1 0,-6-2 0,1 1 0,0-1 0,0 0 0,0 0 0,-1 0 0,1 0 0,0 0 0,0-1 0,0 1 0,-1 0 0,1-1 0,0 0 0,-1 1 0,1-1 0,0 0 0,-1 0 0,1 0 0,-1 0 0,1 0 0,-1 0 0,1 0 0,-1 0 0,0 0 0,0-1 0,0 1 0,1-1 0,-1 1 0,0-1 0,-1 1 0,1-1 0,0 0 0,1-3 0,-1 3 0,0-1 0,-1 1 0,1-1 0,0 0 0,-1 1 0,1-1 0,-1 0 0,0 0 0,0 1 0,0-1 0,0 0 0,-1 0 0,1 1 0,-1-1 0,0 0 0,1 1 0,-1-1 0,0 1 0,-1-1 0,1 1 0,-2-4 0,0 3 0,0 1 0,0-1 0,0 0 0,-1 1 0,1-1 0,0 1 0,-1 0 0,0 0 0,1 1 0,-1-1 0,0 1 0,0 0 0,0 0 0,0 0 0,0 0 0,0 1 0,-7-1 0,4 1 0,0 1 0,1-1 0,-1 1 0,1 0 0,-1 1 0,1 0 0,0 0 0,-1 0 0,-10 7 0,5 0-21,25-11 70,27-10-1442,9-7-5433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1:10:36.64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7 340 24575,'-2'-75'0,"0"39"0,1-1 0,3 1 0,5-40 0,-6 72 0,0-1 0,0 1 0,1-1 0,-1 1 0,1 0 0,0 0 0,0 0 0,1 0 0,-1 0 0,1 0 0,0 1 0,0-1 0,0 1 0,0 0 0,0 0 0,5-3 0,-5 4 0,0 1 0,-1-1 0,1 1 0,0 0 0,0 0 0,0 0 0,0 0 0,0 1 0,0-1 0,0 1 0,0 0 0,0 0 0,0 0 0,0 0 0,0 1 0,0-1 0,0 1 0,0-1 0,0 1 0,-1 0 0,1 0 0,0 1 0,0-1 0,-1 0 0,5 4 0,-2-2 0,-1 1 0,1 1 0,-1-1 0,0 1 0,-1-1 0,1 1 0,-1 0 0,0 0 0,0 1 0,0-1 0,-1 1 0,0-1 0,0 1 0,0 0 0,-1 0 0,2 9 0,0 13 0,0 0 0,-2 34 0,-1-48 0,0-10 0,1 8 0,-1 0 0,-1 0 0,1-1 0,-2 1 0,0 0 0,0-1 0,-1 1 0,-6 14 0,9-24 0,-1-1 0,0 1 0,1-1 0,-1 1 0,1 0 0,-1-1 0,1 1 0,0 0 0,0-1 0,0 1 0,0 0 0,0-1 0,0 1 0,0 0 0,0-1 0,1 1 0,-1 0 0,1-1 0,-1 1 0,1-1 0,-1 1 0,1-1 0,0 1 0,0-1 0,0 1 0,0-1 0,0 0 0,0 0 0,0 1 0,1-1 0,-1 0 0,2 1 0,6 4 0,0 0 0,0-1 0,1 0 0,13 4 0,9 6 0,-25-12 0,0 1 0,0 1 0,-1-1 0,0 1 0,0 0 0,0 1 0,0-1 0,-1 1 0,0 0 0,0 1 0,-1-1 0,7 13 0,-9-14 0,-1 0 0,1 0 0,-1 0 0,0 0 0,-1 1 0,1-1 0,-1 0 0,0 0 0,0 1 0,-1-1 0,1 0 0,-1 0 0,-1 0 0,1 0 0,-1 0 0,1 0 0,-1 0 0,-1 0 0,1-1 0,-4 6 0,-1 1 0,-1 0 0,0-1 0,0 0 0,-1 0 0,-1-1 0,1 0 0,-2-1 0,-17 12 0,-10 3 0,-50 21 0,7-3 0,58-29-1365,3-3-5461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1:10:39.04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 1 24575,'0'57'0,"-1"6"0,8 70 0,-5-115 0,1-1 0,0 0 0,1 0 0,1 0 0,1-1 0,0 0 0,1 0 0,18 29 0,-24-43 0,0 1 0,1-1 0,-1 0 0,1 0 0,0 0 0,0 0 0,0 0 0,0 0 0,0 0 0,0-1 0,1 1 0,-1-1 0,0 1 0,1-1 0,-1 0 0,1 0 0,0 0 0,-1 0 0,1-1 0,0 1 0,-1-1 0,1 0 0,0 1 0,0-1 0,-1 0 0,1-1 0,0 1 0,-1 0 0,1-1 0,0 1 0,-1-1 0,1 0 0,0 0 0,2-2 0,8-4 0,-1-1 0,0 0 0,0-1 0,-1 0 0,14-15 0,-8 7 0,122-127 0,-138 142 0,1 0 0,0 0 0,0 0 0,0 0 0,1 0 0,-1 0 0,0 1 0,1-1 0,-1 1 0,1 0 0,-1-1 0,5 0 0,-6 2 0,0 1 0,0-1 0,0 0 0,0 1 0,0-1 0,0 0 0,0 1 0,0 0 0,0-1 0,-1 1 0,1-1 0,0 1 0,0 0 0,-1 0 0,1-1 0,0 1 0,-1 0 0,1 0 0,-1 0 0,1 0 0,-1 0 0,1 0 0,-1 0 0,0 0 0,1 0 0,-1 0 0,0 0 0,0 0 0,0 0 0,0 0 0,0 0 0,0 0 0,0 0 0,0 0 0,0 1 0,3 181 0,0-7 0,-2-162-82,15 206-1201,-16-196-5543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1:10:54.70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 24575,'118'-1'0,"134"3"0,-247-2 0,0 0 0,0 0 0,0 1 0,0-1 0,0 1 0,-1 1 0,1-1 0,0 0 0,-1 1 0,1 0 0,-1 1 0,1-1 0,-1 0 0,5 5 0,-6-4 0,-1 0 0,1 1 0,-1-1 0,0 1 0,0-1 0,0 1 0,0 0 0,0 0 0,-1 0 0,0 0 0,0 0 0,0 0 0,0 0 0,-1 0 0,1 0 0,-2 8 0,1 25 0,-3 0 0,-1-1 0,-17 69 0,-43 107 0,39-136 0,23-68 0,0-1 0,0-1 0,0 1 0,0-1 0,-1 1 0,0-1 0,0 0 0,0 0 0,-1-1 0,0 1 0,0-1 0,-6 7 0,3-10-1365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1:10:55.38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0 113 24575,'0'-5'0,"5"-1"0,5 1 0,5 0 0,6-2 0,2-1 0,3 1 0,0-2 0,6 0 0,1 1 0,4 3 0,0 1 0,7-2 0,0 0 0,-2 0 0,-5-2 0,-8-1-8191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1:10:56.16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 24575,'0'38'0,"-1"45"0,19 151 0,-17-226 0,1 0 0,-1 0 0,2 0 0,5 13 0,-8-20 0,0 0 0,1 0 0,-1 0 0,1 0 0,0 0 0,-1 0 0,1 0 0,0 0 0,-1 0 0,1 0 0,0 0 0,0-1 0,0 1 0,0 0 0,0-1 0,0 1 0,0-1 0,0 1 0,0-1 0,0 1 0,0-1 0,0 0 0,0 1 0,1-1 0,-1 0 0,0 0 0,0 0 0,0 0 0,0 0 0,0 0 0,1 0 0,-1 0 0,0 0 0,0-1 0,0 1 0,0-1 0,0 1 0,0 0 0,0-1 0,0 0 0,2 0 0,17-13 0,-1 0 0,30-28 0,-31 25 0,2 0 0,28-18 0,-32 26 0,0 0 0,0 2 0,1 0 0,0 0 0,31-6 0,-40 11 0,1 1 0,-1 0 0,0 0 0,0 0 0,1 1 0,-1 0 0,1 1 0,-1 0 0,0 1 0,0-1 0,0 1 0,0 1 0,0 0 0,13 6 0,-17-5 0,1 0 0,0 0 0,-1 0 0,0 1 0,0 0 0,0 0 0,0 0 0,-1 1 0,0-1 0,0 1 0,0-1 0,-1 1 0,0 0 0,0 0 0,0 0 0,-1 0 0,1 13 0,1 11 0,-1 0 0,-3 39 0,1-66 0,0 10 7,-2 0-1,0 0 0,0 0 0,-1 0 1,-1 0-1,0-1 0,-1 1 1,0-1-1,0 0 0,-2-1 1,1 1-1,-2-1 0,1-1 0,-2 1 1,1-1-1,-1-1 0,-1 0 1,-13 11-1,8-9-130,-1 0 0,-1-1 1,0-1-1,0 0 0,-1-1 0,0-1 1,0-1-1,-1-1 0,0 0 0,0-1 1,-37 2-1,33-5-6702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1:11:11.9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859 423 24575,'0'-5'0,"-1"0"0,0 0 0,0 1 0,0-1 0,-1 0 0,0 1 0,0-1 0,0 1 0,0-1 0,-1 1 0,1 0 0,-1 0 0,0 0 0,-1 1 0,-4-6 0,-11-8 0,-38-28 0,21 17 0,-55-53 0,41 36 0,-77-56 0,118 96 0,0 1 0,-1 0 0,1 0 0,-1 1 0,0 0 0,0 1 0,0 0 0,0 0 0,0 1 0,-18 1 0,9 0 0,-1 1 0,1 1 0,0 1 0,-33 8 0,42-6 0,0-1 0,1 1 0,-1 1 0,1-1 0,0 2 0,0-1 0,1 1 0,0 1 0,0-1 0,1 1 0,0 1 0,0-1 0,1 1 0,0 0 0,0 1 0,-5 13 0,3-5 0,0 1 0,1-1 0,1 2 0,1-1 0,1 0 0,0 1 0,2 0 0,-1 22 0,3 46 0,4 200 0,-2-263 0,2 0 0,0-1 0,2 1 0,0-1 0,2 0 0,15 33 0,-15-40 0,0-1 0,1-1 0,1 1 0,0-1 0,1-1 0,0 0 0,2-1 0,-1 0 0,25 19 0,-28-27 0,1 0 0,-1 0 0,1-1 0,0 0 0,0-1 0,0 0 0,0-1 0,1 0 0,-1-1 0,18 1 0,15-2 0,54-6 0,-74 4 0,-16 1 0,1 0 0,0-1 0,-1 0 0,1 0 0,-1-1 0,0 0 0,0 0 0,0 0 0,0-1 0,-1 0 0,1-1 0,-1 1 0,0-1 0,0 0 0,-1-1 0,1 1 0,6-11 0,6-10 0,-2-1 0,-1 0 0,15-37 0,-19 39 0,1 1 0,1 0 0,28-40 0,-32 54 0,-1 0 0,1-1 0,-2 0 0,0 0 0,0-1 0,-1 0 0,0 0 0,-1-1 0,7-24 0,-7 12 0,-1 10 0,-1-2 0,0 1 0,-1 0 0,-1 0 0,-1-18 0,0 28 0,-1 1 0,0-1 0,-1 1 0,1-1 0,-1 1 0,0-1 0,-1 1 0,1 0 0,-1 0 0,0 0 0,0 0 0,-1 1 0,1-1 0,-1 1 0,0 0 0,-1 0 0,1 0 0,-7-4 0,4 3-45,0 2 0,0-1 0,0 1 0,0 0 0,-11-3 1,5 2-1052,-8-3-5730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1:11:14.3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676 31 24575,'0'-1'0,"0"0"0,-1-1 0,1 1 0,-1 0 0,1 0 0,-1 0 0,0 0 0,1 0 0,-1 0 0,0 0 0,0 0 0,0 0 0,0 1 0,0-1 0,0 0 0,0 1 0,0-1 0,0 0 0,0 1 0,0-1 0,0 1 0,0-1 0,-1 1 0,1 0 0,0 0 0,0-1 0,-3 1 0,-38-5 0,37 5 0,-87-4 0,-106 8 0,177-2 0,0 0 0,0 2 0,0 0 0,0 1 0,-20 9 0,34-11 0,-1 0 0,2 0 0,-1 1 0,0 0 0,1 0 0,0 0 0,-1 1 0,2 0 0,-1 0 0,1 1 0,0-1 0,0 1 0,0 0 0,1 1 0,0-1 0,0 1 0,-4 10 0,-4 15 0,0 0 0,3 1 0,1 0 0,1 0 0,1 1 0,0 37 0,6-34 0,3 178 0,0-200 0,1 1 0,0-1 0,1-1 0,1 1 0,0-1 0,1 0 0,0 0 0,1 0 0,1-1 0,0-1 0,1 0 0,0 0 0,22 19 0,-23-25 0,1-1 0,0 1 0,0-2 0,0 1 0,0-2 0,1 1 0,0-1 0,0-1 0,19 2 0,13 0 0,48-3 0,-69-1 0,6 0 0,-1-2 0,0-1 0,1-1 0,-2-1 0,1-1 0,33-13 0,-44 13 0,0-1 0,-1-1 0,0 0 0,0-1 0,-1 0 0,-1-2 0,1 1 0,-2-2 0,1 0 0,-1 0 0,12-18 0,-13 15 0,-2 0 0,0 0 0,-1-1 0,0 0 0,-2-1 0,0 1 0,0-1 0,5-31 0,-6 5 0,-2 1 0,-3-64 0,1 39 0,-3-47 0,1 104 0,0 0 0,-1-1 0,-1 1 0,1 0 0,-1 1 0,-1-1 0,0 0 0,-8-13 0,8 19 0,0-1 0,0 1 0,0 0 0,-1 0 0,0 0 0,1 0 0,-2 1 0,1 0 0,0 0 0,-1 0 0,1 1 0,-1 0 0,1 0 0,-1 0 0,-12-1 0,-6-1 0,0 1 0,-38 0 0,37 4-1365,2-1-5461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1:11:16.7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626 234 24575,'0'-5'0,"-1"-1"0,0 0 0,0 1 0,-1-1 0,1 0 0,-1 1 0,0 0 0,-1-1 0,0 1 0,1 0 0,-2 0 0,1 1 0,0-1 0,-1 1 0,0-1 0,0 1 0,0 0 0,-1 1 0,1-1 0,-7-3 0,-1-1 0,0 1 0,-1 0 0,1 1 0,-2 1 0,1 0 0,0 0 0,-16-2 0,27 6 0,-38-7 0,0 1 0,-1 1 0,-42 1 0,57 5 0,11-1 0,1 1 0,-1 1 0,1 0 0,-1 1 0,-14 4 0,24-4 0,1-1 0,-1 1 0,1 1 0,0-1 0,-1 0 0,1 1 0,0 0 0,1 0 0,-1 0 0,0 0 0,1 1 0,0 0 0,0-1 0,0 1 0,0 0 0,1 0 0,-1 1 0,1-1 0,-2 6 0,-4 8 0,2-1 0,0 1 0,1 0 0,1 1 0,1-1 0,0 1 0,1 0 0,2-1 0,-1 1 0,2 0 0,6 37 0,-4-48 0,1 0 0,-1 0 0,2 0 0,-1 0 0,1-1 0,0 0 0,0 0 0,1 0 0,0 0 0,1-1 0,-1 0 0,15 9 0,1 0 0,0-1 0,1-1 0,26 11 0,-30-18 0,1-1 0,-1-1 0,1-1 0,-1-1 0,1 0 0,0-2 0,0 0 0,25-4 0,16 2 0,-54 2 0,0 0 0,0-1 0,-1 0 0,1 0 0,0 0 0,0-1 0,-1 0 0,1 0 0,-1-1 0,1 0 0,-1 0 0,0 0 0,0-1 0,0 0 0,-1 0 0,0 0 0,7-7 0,-5 2 0,0 1 0,-1-2 0,0 1 0,-1-1 0,0 0 0,0 0 0,-1 0 0,-1 0 0,1-1 0,1-13 0,1-1 0,2-10 0,0 0 0,-3 0 0,0 0 0,-3-1 0,-1-36 0,-2 68 0,1-1 0,-2 1 0,1 0 0,0 0 0,-1 0 0,0 0 0,0 1 0,0-1 0,0 0 0,0 1 0,-1-1 0,0 1 0,1 0 0,-1 0 0,0 0 0,-1 0 0,1 1 0,-1-1 0,1 1 0,-1 0 0,0 0 0,1 0 0,-6-2 0,-11-3 0,0 0 0,-1 2 0,-30-6 0,20 5 0,-6 0-455,0 2 0,-68 0 0,80 4-6371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1:11:23.8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24575,'0'0'-8191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1:11:25.3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526 111 24575,'0'-4'0,"0"1"0,0-1 0,-1 0 0,1 1 0,-1-1 0,1 1 0,-1-1 0,0 1 0,0 0 0,-1-1 0,1 1 0,-1 0 0,1 0 0,-1 0 0,-4-5 0,2 4 0,-1 0 0,1 1 0,-1 0 0,0 0 0,0 0 0,0 1 0,0-1 0,0 1 0,-9-2 0,-5-2 0,-1 2 0,-1 0 0,1 1 0,-1 1 0,1 1 0,-1 0 0,1 2 0,-1 1 0,0 0 0,-38 10 0,52-9 0,0 0 0,0 1 0,0 0 0,0 0 0,1 0 0,0 1 0,-1 0 0,2 0 0,-1 1 0,1 0 0,0 0 0,0 0 0,0 0 0,1 1 0,0 0 0,0-1 0,-3 11 0,-4 12 0,1 2 0,1-1 0,-4 33 0,-4 9 0,10-43 0,2 1 0,0 0 0,2 0 0,1 0 0,2 0 0,1 0 0,1 0 0,10 53 0,-9-74 0,1 0 0,0 0 0,0-1 0,1 1 0,0-1 0,0 0 0,1 0 0,0 0 0,0-1 0,1 0 0,0 0 0,0-1 0,1 0 0,-1 0 0,1-1 0,15 8 0,-3-3 0,0-1 0,0 0 0,1-2 0,0 0 0,0-1 0,30 3 0,59 2 0,-97-10 0,-1-1 0,1 0 0,0-1 0,0-1 0,0 0 0,18-6 0,-24 5 0,0-1 0,-1-1 0,1 1 0,-1-1 0,0 0 0,0-1 0,0 1 0,-1-1 0,1 0 0,-2 0 0,1-1 0,-1 0 0,6-12 0,3-5 0,-2-2 0,14-42 0,-15 23 0,-2-1 0,-2 0 0,-2 0 0,-2-1 0,-7-83 0,4 115 0,-1 0 0,0 0 0,-1 0 0,-1 1 0,0-1 0,-1 1 0,0 0 0,-12-22 0,13 30 0,0 0 0,0 0 0,0 0 0,0 1 0,-1 0 0,0-1 0,0 2 0,-1-1 0,1 1 0,-1-1 0,0 1 0,0 1 0,0-1 0,-1 1 0,1 0 0,-1 1 0,0 0 0,1 0 0,-1 0 0,-8 0 0,-35-1 0,-84 7 0,25 1 0,105-5-73,0 0-19,-1-1 0,0 1-1,1 1 1,-1-1 0,1 0-1,-1 1 1,1 0 0,-1 0-1,1 1 1,0-1 0,-1 1 0,1 0-1,-4 3 1,-4 6-6734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1:11:27.6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418 0 24575,'-17'1'0,"1"1"0,-1 0 0,0 1 0,1 0 0,-1 2 0,1 0 0,0 1 0,1 0 0,-1 1 0,1 1 0,1 1 0,0 0 0,0 0 0,0 2 0,1-1 0,1 2 0,0 0 0,-15 20 0,13-14 0,0 0 0,2 1 0,0 1 0,1 0 0,2 1 0,0 0 0,1 0 0,0 1 0,2 0 0,1 0 0,1 0 0,1 1 0,-1 26 0,4-35 0,-1 0 0,2 1 0,0-1 0,1 0 0,6 23 0,-6-33 0,-1 0 0,1 0 0,0 0 0,0 0 0,0 0 0,1-1 0,0 1 0,-1-1 0,1 0 0,0 0 0,0 0 0,1 0 0,-1 0 0,1-1 0,-1 1 0,1-1 0,0 0 0,0 0 0,0-1 0,0 1 0,0-1 0,8 2 0,2 0 0,0 0 0,0-1 0,1 0 0,-1-1 0,1-1 0,0 0 0,-1-2 0,18-2 0,-23 2 0,0-1 0,-1 1 0,1-2 0,-1 1 0,1-1 0,-1 0 0,0-1 0,0 0 0,-1 0 0,0-1 0,0 0 0,0 0 0,0-1 0,5-7 0,1-4 0,0 0 0,-1-1 0,-1 0 0,-1-1 0,-1 0 0,0-1 0,-2 0 0,0 0 0,-1 0 0,-2-1 0,0 0 0,-1 0 0,0-24 0,-3 38 0,1-1 0,-1 1 0,0-1 0,-1 1 0,0-1 0,0 1 0,-1 0 0,-5-16 0,5 20 0,1 1 0,-2 0 0,1 0 0,0 0 0,-1 1 0,1-1 0,-1 0 0,0 1 0,1 0 0,-1 0 0,-1 0 0,1 0 0,0 0 0,0 0 0,-1 1 0,1 0 0,-1-1 0,1 1 0,-1 1 0,1-1 0,-1 0 0,0 1 0,-3 0 0,-59-4 0,-1 3 0,-79 9 0,141-7-91,-1 0 0,0 0 0,0 0 0,1 1 0,-1 0 0,1 0 0,-1 0 0,1 1 0,0 0 0,0 0 0,0 0 0,0 0 0,0 1 0,-5 5 0,-1 5-6735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1:11:33.0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395 477 24575,'1'-14'0,"-1"1"0,-1 0 0,0-1 0,-1 1 0,-5-21 0,5 29 0,0 1 0,-1-1 0,1 1 0,-1-1 0,0 1 0,0 0 0,0 0 0,0 0 0,-1 0 0,0 1 0,1-1 0,-2 1 0,1 0 0,0 0 0,0 1 0,-1-1 0,-7-2 0,-13-7 0,0 2 0,-1 1 0,1 0 0,-2 2 0,1 1 0,-51-4 0,74 10 0,0 0 0,-1 1 0,1-1 0,0 1 0,0-1 0,-1 1 0,1 0 0,0 1 0,0-1 0,0 0 0,0 1 0,1-1 0,-1 1 0,0 0 0,1 0 0,-1 0 0,1 1 0,-1-1 0,1 0 0,0 1 0,0-1 0,0 1 0,1 0 0,-1 0 0,1 0 0,-1 0 0,1 0 0,0 0 0,0 0 0,0 0 0,0 5 0,-3 11 0,2 0 0,0 0 0,1 1 0,2 22 0,-1-23 0,1 46 0,2 1 0,15 74 0,-14-119 0,1 1 0,1-1 0,0-1 0,2 1 0,1-1 0,0 0 0,1-1 0,2-1 0,0 1 0,21 24 0,-29-38 0,0 0 0,1-1 0,-1 1 0,1-1 0,0 0 0,1 0 0,-1 0 0,1-1 0,0 0 0,-1 0 0,1 0 0,1-1 0,-1 0 0,0 0 0,1 0 0,-1-1 0,0 0 0,1 0 0,-1-1 0,1 0 0,0 0 0,-1-1 0,1 1 0,-1-1 0,1-1 0,-1 1 0,0-1 0,0 0 0,1-1 0,-1 1 0,-1-1 0,1 0 0,0-1 0,-1 1 0,0-1 0,8-7 0,34-38 0,-2-2 0,-3-2 0,-1-2 0,-3-2 0,54-109 0,-84 148 0,-1-1 0,0 0 0,-1-1 0,-1 1 0,-1-1 0,2-34 0,-6-122 0,-3 93 0,4 79 0,-1-1 0,-1 1 0,1-1 0,0 1 0,-1-1 0,0 1 0,0 0 0,0-1 0,-1 1 0,0 0 0,0 0 0,0 0 0,0 0 0,0 0 0,-1 0 0,1 1 0,-1-1 0,0 1 0,0-1 0,-5-2 0,2 2 0,-1 1 0,0-1 0,0 1 0,0 1 0,0-1 0,0 1 0,-1 1 0,1-1 0,0 1 0,-1 0 0,-9 1 0,-5-1 0,-24-2 0,1 1 0,-1 3 0,-82 12 0,123-12-42,1 0-1,0 0 0,0 1 1,0 0-1,0-1 0,0 1 1,1 1-1,-1-1 0,1 0 1,-1 1-1,1 0 0,0 0 1,0 0-1,0 0 0,0 0 1,0 1-1,1-1 0,0 1 1,0 0-1,0 0 0,0-1 1,0 1-1,1 0 0,-1 1 1,1-1-1,0 0 0,1 0 1,-1 0-1,1 1 0,0-1 1,0 7-1,-1 17-6783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1:11:34.1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135 0 24575,'-5'0'0,"1"0"0,0 1 0,-1-1 0,1 1 0,0 0 0,0 0 0,-1 0 0,1 1 0,0 0 0,0-1 0,0 1 0,1 1 0,-1-1 0,0 0 0,1 1 0,-4 3 0,2-1 0,1 1 0,-1-1 0,1 1 0,0 0 0,0 1 0,1-1 0,0 1 0,-5 12 0,2 3 0,1 0 0,1 0 0,1 1 0,1-1 0,0 25 0,1-5 0,2 0 0,11 70 0,-9-98 0,1 0 0,0 0 0,0-1 0,1 1 0,1-1 0,1 0 0,-1-1 0,2 1 0,0-1 0,0-1 0,17 17 0,-12-15 0,0-1 0,1 0 0,1-1 0,-1-1 0,2 0 0,0-1 0,0 0 0,0-2 0,36 12 0,-19-11 0,1-2 0,0 0 0,1-3 0,46 0 0,-25-2 0,0-3 0,91-14 0,-130 13 0,-1-1 0,1 0 0,-1-1 0,0-1 0,0 0 0,-1-1 0,0-1 0,0 0 0,-1-2 0,0 1 0,0-2 0,-1 1 0,14-16 0,-22 19 0,-1 1 0,1 0 0,-1-1 0,-1 0 0,0 0 0,1 0 0,-2 0 0,1 0 0,-1-1 0,-1 1 0,1-1 0,0-10 0,-1-10 0,-1 0 0,-4-30 0,1 17 0,3 29 0,-1 0 0,-1 0 0,0 0 0,-1 1 0,0-1 0,0 1 0,-1 0 0,-1 0 0,0 0 0,0 1 0,-1-1 0,-1 1 0,1 1 0,-11-13 0,6 12 0,1 1 0,-2 0 0,1 0 0,-1 1 0,0 1 0,-1 0 0,0 0 0,0 1 0,0 1 0,-1 0 0,-21-4 0,-36-3 0,0 4 0,0 3 0,-134 7 0,90 0 0,109-2 0,0 0 0,-1 0 0,1 0 0,0 1 0,0 0 0,-1 1 0,1-1 0,0 1 0,0 0 0,0 1 0,1-1 0,-8 5 0,10-4 0,0 0 0,0 0 0,0 0 0,1 1 0,-1-1 0,1 1 0,0-1 0,0 1 0,0 0 0,0 0 0,1 0 0,-1 0 0,1 0 0,0 0 0,0 0 0,1 0 0,-1 1 0,1-1 0,0 4 0,0 4-170,0-1-1,0 1 0,1-1 1,1 0-1,0 0 0,0 0 1,8 22-1,3-5-6655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1:11:38.0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418 105 24575,'1'-4'0,"-1"0"0,0 0 0,-1 0 0,1 1 0,-1-1 0,0 0 0,1 0 0,-2 1 0,1-1 0,0 0 0,-4-5 0,4 7 0,-1 0 0,0 0 0,0 0 0,0 0 0,-1 1 0,1-1 0,0 0 0,-1 1 0,1 0 0,-1 0 0,1-1 0,-1 1 0,1 1 0,-1-1 0,0 0 0,-5 0 0,-36-7 0,11 0 0,-1 3 0,1 0 0,-1 3 0,-45 1 0,76 1 0,-1 1 0,1-1 0,-1 1 0,1 0 0,0 0 0,-1 1 0,1-1 0,0 1 0,0-1 0,0 1 0,0 0 0,0 0 0,0 1 0,0-1 0,1 0 0,-4 5 0,1-1 0,1 0 0,0 1 0,1-1 0,-1 1 0,1 0 0,0 0 0,-2 11 0,0 6 0,1 0 0,0 0 0,1 44 0,2-22 0,0-6 0,5 59 0,-3-89 0,1 0 0,0 0 0,0 0 0,1 0 0,0 0 0,1 0 0,0-1 0,0 1 0,1-1 0,11 15 0,-12-20 0,1 0 0,-1-1 0,1 1 0,0-1 0,-1 0 0,2-1 0,-1 1 0,0-1 0,0 0 0,1 0 0,-1-1 0,1 1 0,0-1 0,-1-1 0,1 1 0,0-1 0,-1 0 0,12-1 0,-1 0 0,0-1 0,0-1 0,0 0 0,0-1 0,23-9 0,-25 7 0,-1 0 0,-1 0 0,1-1 0,-1-1 0,0 0 0,-1-1 0,18-15 0,-24 17 0,1 1 0,-1-1 0,0 0 0,-1 0 0,0 0 0,0-1 0,-1 1 0,1-1 0,-2 0 0,1 0 0,-1 0 0,0-1 0,-1 1 0,1-11 0,-1 9 0,2-95 0,-3 93 0,-1 0 0,0-1 0,-1 1 0,0 0 0,-1 0 0,-5-15 0,5 23-59,-1-1 0,1 1-1,0-1 1,-1 1-1,0 0 1,0 0 0,0 1-1,0-1 1,-1 1 0,0 0-1,1 0 1,-1 1 0,0-1-1,0 1 1,-1 0-1,1 0 1,0 1 0,-1-1-1,1 1 1,-1 0 0,1 1-1,-11 0 1,-7-2-6767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1:11:41.6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234 28 24575,'-8'0'0,"-1"0"0,1 0 0,0 1 0,-1 1 0,1-1 0,0 1 0,0 1 0,-13 5 0,16-5 0,1-1 0,-1 1 0,1 0 0,0 1 0,0-1 0,0 1 0,0 0 0,1 0 0,-1 0 0,1 0 0,0 0 0,1 1 0,-1-1 0,1 1 0,-3 6 0,-14 43 0,1 1 0,4 0 0,1 2 0,3-1 0,-3 83 0,13-131 0,0 1 0,1-1 0,0 1 0,0-1 0,1 0 0,0 0 0,1 0 0,0 0 0,0 0 0,0 0 0,1-1 0,10 14 0,-12-18 0,-1-1 0,1 0 0,0 0 0,0 0 0,1 0 0,-1 0 0,0 0 0,1-1 0,-1 1 0,1-1 0,-1 1 0,1-1 0,0 0 0,-1 0 0,1 0 0,0-1 0,0 1 0,0-1 0,-1 1 0,1-1 0,0 0 0,0 0 0,0 0 0,0-1 0,0 1 0,0 0 0,0-1 0,-1 0 0,1 0 0,0 0 0,0 0 0,-1 0 0,1-1 0,-1 1 0,1-1 0,-1 0 0,0 1 0,0-1 0,1 0 0,2-4 0,8-7 0,0 0 0,-1-1 0,0 0 0,-1-1 0,-1 0 0,-1-1 0,0 0 0,0-1 0,-2 1 0,0-2 0,-1 1 0,-1-1 0,4-20 0,-3-2 0,-1-1 0,-2 0 0,-2 1 0,-8-78 0,6 112-49,0-1 1,-1 1-1,0 0 0,0-1 0,-1 1 1,0 0-1,0 0 0,0 1 0,0-1 1,-1 1-1,0 0 0,-1 0 0,1 0 1,-1 0-1,0 1 0,0-1 0,0 1 1,0 1-1,-1-1 0,1 1 0,-1 0 1,0 0-1,0 1 0,-1-1 0,1 1 0,0 1 1,-13-3-1,0 1-6777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1:11:43.3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626 130 24575,'0'-7'0,"0"1"0,0-1 0,0 0 0,-1 1 0,0-1 0,-1 0 0,1 1 0,-1-1 0,-3-6 0,3 10 0,0 1 0,0-1 0,0 1 0,0 0 0,0 0 0,-1 0 0,1 0 0,-1 0 0,0 0 0,1 0 0,-1 1 0,0 0 0,0-1 0,0 1 0,0 0 0,0 0 0,0 1 0,0-1 0,0 1 0,0-1 0,-5 1 0,-49-3 0,-1 2 0,-65 8 0,116-6 0,-1 1 0,1 0 0,-1 1 0,1-1 0,0 1 0,0 1 0,0-1 0,1 1 0,-1 0 0,1 1 0,0-1 0,0 1 0,0 1 0,1-1 0,0 1 0,0 0 0,-7 12 0,-6 8 0,2 1 0,-23 58 0,22-42 0,-14 64 0,10-30 0,8-33 0,2 0 0,2 0 0,2 1 0,2 0 0,1 0 0,6 85 0,-1-121 0,0-1 0,1 0 0,0 0 0,0 0 0,0 0 0,1 0 0,0 0 0,1 0 0,0-1 0,0 0 0,1 0 0,0 0 0,10 12 0,-6-11 0,0 0 0,1-1 0,0 1 0,0-2 0,1 0 0,-1 0 0,1-1 0,20 7 0,3-2 0,0-2 0,1-2 0,0-1 0,0-2 0,57-1 0,-73-2 0,-1-1 0,1 0 0,0-2 0,0 0 0,-1-1 0,0 0 0,1-2 0,-2 0 0,1-1 0,-1-1 0,0-1 0,-1 0 0,0-1 0,0-1 0,-1 0 0,0-1 0,-1-1 0,-1 0 0,0-1 0,-1 0 0,20-30 0,-15 19 0,-1-1 0,-1-1 0,-2 0 0,0-1 0,-2 0 0,-1-1 0,-1 0 0,-2-1 0,0 0 0,-2 0 0,-2 0 0,-1-1 0,-1 1 0,-1-1 0,-2 1 0,-7-42 0,3 44 17,-1 1 0,-1 0 1,-1 1-1,-2-1 0,0 2 0,-17-28 0,21 42-110,0 0 0,-1 0 1,-1 1-1,1 0 0,-2 1 0,1-1 0,-1 2 0,-1-1 1,0 2-1,0-1 0,0 2 0,-1-1 0,0 1 1,0 1-1,-15-5 0,6 5-6733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1:11:44.5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625 55 24575,'0'0'0,"0"-1"0,1 1 0,-1 0 0,0 0 0,0-1 0,1 1 0,-1 0 0,0 0 0,0-1 0,1 1 0,-1 0 0,0-1 0,0 1 0,0 0 0,1-1 0,-1 1 0,0 0 0,0-1 0,0 1 0,0-1 0,0 1 0,0 0 0,0-1 0,0 1 0,0-1 0,0 1 0,0 0 0,0-1 0,0 1 0,0 0 0,0-1 0,0 1 0,0-1 0,-1 1 0,1 0 0,0-1 0,0 1 0,0 0 0,-1-1 0,1 1 0,-19-7 0,-24 7 0,30 2 0,1 1 0,0 1 0,0 0 0,1 1 0,-1 1 0,1-1 0,0 2 0,1-1 0,0 1 0,0 1 0,0 0 0,1 1 0,0-1 0,0 2 0,1-1 0,-12 20 0,7-11 0,2 1 0,0 1 0,1-1 0,1 1 0,1 1 0,1 0 0,1 0 0,-7 40 0,9-7 0,5 82 0,1-56 0,-1-66 0,0 1 0,1-1 0,0 1 0,1-1 0,0 0 0,2 0 0,-1 0 0,2 0 0,0-1 0,1 0 0,0 0 0,0 0 0,2-1 0,-1-1 0,2 1 0,-1-1 0,2-1 0,-1 0 0,19 13 0,-5-6 0,1-2 0,0 0 0,1-2 0,0-1 0,1-1 0,1-1 0,-1-1 0,2-2 0,28 4 0,45 3 0,0-4 0,1-4 0,168-13 0,-247 5 0,1-1 0,0-1 0,-1-1 0,43-15 0,-61 18 0,0-1 0,1 0 0,-1 0 0,0 0 0,-1-1 0,1 1 0,-1-2 0,1 1 0,-1 0 0,-1-1 0,1 0 0,0 0 0,-1-1 0,0 1 0,-1-1 0,1 0 0,-1 0 0,0 0 0,0 0 0,-1 0 0,0-1 0,2-9 0,-1-21 0,-1 0 0,-2 0 0,-9-66 0,6 71 0,1 14 0,-1-1 0,0 1 0,-2-1 0,0 1 0,-1 1 0,-1-1 0,-1 1 0,0 0 0,-1 1 0,-18-25 0,4 12 0,-2 1 0,-1 1 0,-1 2 0,-41-31 0,24 22 0,-2 2 0,-1 2 0,-1 3 0,-1 1 0,-1 3 0,-1 2 0,-1 2 0,-1 2 0,0 3 0,-2 2 0,-72-7 0,-439 10-1011,538 9 657,-11 1-6472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1:12:04.7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656 105 24575,'-18'-1'0,"0"-2"0,0 0 0,0-1 0,0 0 0,1-2 0,-23-10 0,15 6 0,0 2 0,-27-6 0,-144-12 0,195 26 0,-15-3 0,0 0 0,0 1 0,0 1 0,0 1 0,-22 1 0,34 0 0,0 0 0,0 0 0,0 0 0,0 0 0,0 1 0,1-1 0,-1 1 0,1 0 0,-1 0 0,1 0 0,0 0 0,0 1 0,0 0 0,0-1 0,0 1 0,0 0 0,1 0 0,-1 1 0,1-1 0,0 0 0,0 1 0,0-1 0,1 1 0,-1 0 0,1 0 0,-2 6 0,-2 21 0,1 0 0,1 0 0,2 0 0,5 55 0,-1-12 0,-2-49 0,1 0 0,2 0 0,0 0 0,2 0 0,0-1 0,2 0 0,1 0 0,1-1 0,0 0 0,2-1 0,1 0 0,0-1 0,26 30 0,-35-47 0,-1-1 0,1 1 0,0-1 0,0 0 0,1 0 0,-1 0 0,1 0 0,0-1 0,-1 1 0,1-2 0,0 1 0,0 0 0,0-1 0,0 0 0,1 0 0,6 0 0,12 1 0,1-2 0,31-3 0,-12 0 0,-4 4 0,-25-1 0,1 0 0,-1 0 0,0-1 0,20-5 0,-30 5 0,-1 0 0,0-1 0,1 0 0,-1 0 0,0 0 0,0 0 0,0-1 0,0 0 0,0 1 0,0-1 0,-1-1 0,1 1 0,-1 0 0,0-1 0,0 0 0,-1 0 0,1 0 0,2-5 0,8-20 0,0-1 0,-3-1 0,0 0 0,-2 0 0,-2-1 0,0 0 0,-2 0 0,-2 0 0,-3-60 0,1 79 0,0 0 0,-2 0 0,1 1 0,-2-1 0,0 0 0,0 1 0,-1 0 0,-1 0 0,0 0 0,-1 0 0,0 1 0,0 0 0,-1 0 0,-1 1 0,0-1 0,-15-14 0,18 20-97,0 0-1,0 0 1,0 1-1,-1 0 1,0-1-1,0 2 1,0-1-1,0 1 1,-1 0-1,1 0 1,-1 1-1,0 0 0,-10-2 1,-5 1-6729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1:12:06.4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394 2 24575,'-92'-1'0,"-103"3"0,190-1 0,1-1 0,-1 1 0,1 0 0,-1 0 0,1 1 0,0-1 0,-1 1 0,1 0 0,0 0 0,0 1 0,0-1 0,1 1 0,-1 0 0,0 0 0,1 0 0,0 0 0,0 0 0,0 1 0,0 0 0,0-1 0,1 1 0,0 0 0,0 0 0,0 1 0,0-1 0,0 0 0,1 1 0,0-1 0,-1 6 0,-2 14 0,1 1 0,1-1 0,2 1 0,2 33 0,-1-19 0,-1 41 0,-2-39 0,2 0 0,8 58 0,-6-87 0,1 0 0,0-1 0,0 1 0,1 0 0,1-1 0,0 0 0,0 0 0,1 0 0,0-1 0,1 1 0,1-2 0,12 15 0,-11-15 0,0 1 0,1-1 0,1-1 0,-1 0 0,1 0 0,1-1 0,-1 0 0,1-1 0,0-1 0,1 0 0,-1 0 0,1-1 0,0-1 0,0 0 0,0-1 0,1 0 0,22-1 0,-25-1 0,35 2 0,0-3 0,74-9 0,-106 7 0,0 0 0,0-1 0,0 0 0,-1-1 0,1-1 0,-1 0 0,-1-1 0,1 0 0,-1-1 0,0 0 0,-1-1 0,18-17 0,-13 8 0,0-1 0,-1 0 0,-1-1 0,-1-1 0,-1-1 0,0 1 0,-2-2 0,-1 0 0,8-28 0,-9 19 0,-1 0 0,-2 0 0,-1 0 0,-2-1 0,-1 1 0,-4-47 0,2 74 0,1 0 0,-1 0 0,0 0 0,-1 0 0,1 0 0,-1 0 0,0 0 0,0 1 0,0-1 0,-1 1 0,1-1 0,-1 1 0,0 0 0,0 0 0,-1 0 0,1 1 0,-1-1 0,0 1 0,0 0 0,0 0 0,0 0 0,-1 1 0,1-1 0,-10-3 0,-6 0 0,0 0 0,-1 2 0,0 0 0,-37-1 0,21 1 0,-97-4-1365,110 7-5461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1:12:08.1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655 392 24575,'2'-48'0,"0"33"0,-1 0 0,-1 1 0,0-1 0,-1 0 0,-1 1 0,-5-26 0,5 37 0,0-1 0,-1 1 0,1 0 0,0 0 0,-1 0 0,0 1 0,1-1 0,-1 1 0,0-1 0,-1 1 0,1 0 0,0 0 0,0 0 0,-1 1 0,1-1 0,-1 1 0,0 0 0,1 0 0,-9-1 0,-9-2 0,-1 1 0,-26-1 0,34 4 0,-17-2 0,-18-2 0,0 2 0,-87 9 0,129-5 0,0 1 0,0-1 0,0 1 0,1 0 0,-1 1 0,1 0 0,-1 0 0,1 0 0,1 1 0,-1-1 0,1 2 0,-1-1 0,2 0 0,-1 1 0,0 0 0,1 0 0,0 0 0,1 1 0,-6 11 0,-5 15 0,0 1 0,-13 56 0,25-86 0,-10 46 0,3 0 0,1 0 0,3 1 0,1-1 0,3 1 0,7 58 0,-6-106 0,0 1 0,1 0 0,0-1 0,0 1 0,0-1 0,0 1 0,0-1 0,1 1 0,-1-1 0,1 0 0,0 0 0,0 0 0,0 0 0,0 0 0,1 0 0,-1-1 0,1 1 0,0-1 0,-1 1 0,1-1 0,0 0 0,0 0 0,1-1 0,-1 1 0,0 0 0,1-1 0,-1 0 0,1 0 0,6 1 0,8 1 0,0-2 0,0 0 0,1-1 0,33-5 0,-30 3 0,-2 0 0,1-2 0,-1-1 0,0 0 0,0-2 0,23-10 0,95-53 0,-109 55 0,-3 1 0,0-1 0,-1-2 0,33-27 0,-46 33 0,0-1 0,-1-1 0,0 0 0,-1 0 0,0-1 0,-1 0 0,11-26 0,-1 0 0,11-23 0,21-67 0,-45 109 0,0 1 0,-2-1 0,0 0 0,-1 0 0,-1 0 0,-1 0 0,-3-38 0,1 54 0,-1 0 0,1 0 0,-1 0 0,-1 0 0,1 0 0,-1 1 0,1-1 0,-1 1 0,0-1 0,-1 1 0,1 0 0,-1 0 0,0 1 0,0-1 0,0 1 0,0 0 0,-1 0 0,1 0 0,-1 0 0,0 1 0,0 0 0,0 0 0,-6-1 0,-12-5 0,-1 1 0,0 1 0,-40-4 0,-26 5-1365,66 5-5461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1:12:46.2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755 160 24575,'-17'-14'0,"0"1"0,-1 1 0,0 0 0,-21-9 0,16 8 0,2 4 0,1 0 0,-2 2 0,1 0 0,-1 1 0,0 1 0,-1 2 0,1 0 0,-1 1 0,1 1 0,-1 1 0,0 1 0,1 1 0,-30 7 0,39-6 0,0 1 0,0 0 0,1 1 0,-1 0 0,1 1 0,1 0 0,-1 1 0,1 1 0,0 0 0,1 0 0,-19 19 0,16-13 0,2 1 0,0 0 0,1 0 0,0 1 0,1 0 0,1 1 0,1 0 0,-6 18 0,4-6 0,2 0 0,1 0 0,2 1 0,0-1 0,2 1 0,2 34 0,0-52 0,0 7 0,0 1 0,2-1 0,0 0 0,8 33 0,-9-47 0,1 0 0,0 0 0,0 0 0,1 0 0,-1 0 0,1-1 0,0 1 0,0-1 0,1 0 0,-1 0 0,1 0 0,0 0 0,0-1 0,0 0 0,1 0 0,-1 0 0,1 0 0,-1 0 0,1-1 0,0 0 0,0 0 0,6 1 0,29 8 0,0-2 0,50 4 0,-71-11 0,-1-1 0,0-1 0,1-1 0,-1 0 0,0-1 0,0-1 0,25-8 0,-29 4 0,1 0 0,-1-2 0,-1 0 0,0 0 0,0-1 0,-1-1 0,0 0 0,0 0 0,-2-2 0,1 1 0,-2-1 0,1 0 0,-2-1 0,10-22 0,-8 8 0,-1 0 0,-2-1 0,-1 0 0,-1-1 0,1-40 0,-4 49 0,2-25 0,-2 1 0,-4-55 0,0 94 0,0 0 0,1 1 0,-2-1 0,1 0 0,-1 1 0,1-1 0,-2 1 0,1 0 0,0 0 0,-1 0 0,0 1 0,0-1 0,-1 1 0,1 0 0,-1 0 0,0 1 0,-9-6 0,-3-2 0,0 2 0,0 0 0,-1 1 0,-24-7 0,22 10-188,-1 1 0,1 2 0,0 0 0,-1 1-1,-30 2 1,47-1-48,-19 1-6590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1:12:49.0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652 312 24575,'-136'-2'0,"-144"5"0,272-1 0,0-1 0,1 1 0,-1 0 0,0 1 0,1 0 0,0 0 0,0 1 0,0 0 0,0 0 0,1 0 0,-1 1 0,1 0 0,-6 7 0,-7 7 0,1 2 0,-22 31 0,33-41 0,0 0 0,1 0 0,0 0 0,1 1 0,0 0 0,1 0 0,0 0 0,1 0 0,-1 14 0,3-20 0,0 0 0,0 0 0,1 0 0,0 0 0,1 0 0,-1-1 0,1 1 0,0 0 0,0 0 0,1 0 0,0-1 0,0 1 0,0-1 0,1 0 0,-1 1 0,1-1 0,1 0 0,-1 0 0,1-1 0,0 1 0,4 3 0,-1-2 0,0-1 0,0-1 0,0 1 0,1-1 0,0 0 0,-1-1 0,1 0 0,1 0 0,-1-1 0,0 0 0,0 0 0,1-1 0,-1 0 0,16-1 0,-17 0 0,0-1 0,0 0 0,0 0 0,0 0 0,0-1 0,0 0 0,-1 0 0,1-1 0,-1 0 0,0 0 0,1-1 0,-1 1 0,-1-1 0,1-1 0,-1 1 0,1-1 0,-1 0 0,5-6 0,126-179 0,-127 177 0,-2 0 0,1-1 0,-2 0 0,0 0 0,0 0 0,-2-1 0,0 1 0,0-1 0,1-16 0,-2 0 0,-1 0 0,-1 0 0,-6-46 0,3 70 7,1-1-1,-1 1 0,-1 0 0,0-1 1,0 1-1,0 0 0,-1 0 1,0 1-1,0-1 0,-1 1 1,1 0-1,-2 0 0,1 0 0,0 1 1,-1 0-1,0 0 0,0 0 1,-9-4-1,2 1-171,0 1 0,-1 0 0,0 0 0,0 1 0,-1 1 0,1 1 0,-1 0 0,-21-3 0,15 5-6661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1:12:51.2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420 137 24575,'4'0'0,"-1"-1"0,1 0 0,-1 0 0,1 0 0,-1 0 0,1 0 0,-1-1 0,4-1 0,-1-6 0,-23 3 0,-37 2 0,-61 3 0,93 2 0,-1 1 0,0 1 0,0 1 0,1 1 0,-30 10 0,45-11 0,0-1 0,1 1 0,0 0 0,-1 0 0,2 1 0,-1 0 0,0 0 0,1 0 0,0 1 0,0-1 0,1 1 0,-1 1 0,1-1 0,1 0 0,-1 1 0,1 0 0,0 0 0,0 0 0,1 0 0,0 0 0,1 1 0,-2 7 0,0 14 0,0 1 0,2 0 0,1 0 0,5 35 0,-4-53 0,1 0 0,1 0 0,0 0 0,1 0 0,0-1 0,1 1 0,1-1 0,-1 0 0,2-1 0,-1 1 0,1-1 0,1 0 0,0-1 0,0 0 0,1 0 0,0-1 0,1 0 0,-1 0 0,2-1 0,-1-1 0,1 0 0,0 0 0,0-1 0,0 0 0,1-1 0,0 0 0,0-1 0,16 2 0,-13-3 0,-1-2 0,1 1 0,-1-2 0,1 0 0,-1 0 0,0-2 0,0 0 0,1 0 0,-2-1 0,1-1 0,0 0 0,-1-1 0,0-1 0,22-14 0,42-27 0,-60 39 0,0-1 0,0 0 0,-1-1 0,0-1 0,-1-1 0,0 0 0,-1-1 0,15-19 0,-25 26 0,-1 0 0,1-1 0,-2 1 0,1-1 0,-1 0 0,0 0 0,-1 0 0,1 0 0,-2 0 0,1-12 0,-7-86 0,5 96 0,-1 1 0,0 0 0,0-1 0,-1 1 0,0 0 0,-1 0 0,0 0 0,0 1 0,-1 0 0,0-1 0,-10-11 0,-9-8 0,-39-36 0,36 37 0,22 23 0,0 0 0,0 1 0,-1-1 0,1 1 0,-1 0 0,0 1 0,1-1 0,-1 1 0,0 0 0,-1 1 0,1-1 0,0 1 0,-11 0 0,-12-1 0,-52 5 0,30 0 0,25-2-1365,4-1-5461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1:13:07.2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0 321 24575,'1'-5'0,"0"0"0,0 0 0,0 1 0,0-1 0,1 0 0,-1 1 0,1-1 0,1 1 0,-1 0 0,1-1 0,-1 1 0,1 0 0,0 1 0,0-1 0,1 0 0,-1 1 0,1 0 0,6-5 0,8-5 0,0 1 0,34-16 0,-1 7 0,0 2 0,1 2 0,105-18 0,-86 20 0,98-15 0,1 7 0,1 7 0,0 8 0,231 19 0,-312-3-341,-1 3 0,-1 5-1,118 36 1,-174-42-6485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1:13:07.9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0 24575,'0'470'0,"-1"-467"0,1 1 0,0-1 0,0 1 0,0-1 0,1 0 0,-1 1 0,1-1 0,0 0 0,-1 1 0,2-1 0,-1 0 0,0 0 0,1 0 0,-1 0 0,1 0 0,0 0 0,0 0 0,4 4 0,-2-5 0,0 1 0,1-1 0,-1 0 0,1-1 0,-1 1 0,1-1 0,-1 0 0,1 0 0,0 0 0,-1-1 0,1 1 0,9-2 0,19-1-38,-1-2 0,0-1-1,0-1 1,-1-2-1,60-22 1,-30 9-1097,-44 16-5691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1:13:09.5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86 766 24575,'1'-1'0,"-1"0"0,1 0 0,-1 0 0,1-1 0,-1 1 0,1 0 0,0 0 0,-1 0 0,1 0 0,0 0 0,0 1 0,0-1 0,0 0 0,0 0 0,0 0 0,0 1 0,0-1 0,0 1 0,0-1 0,0 1 0,0-1 0,0 1 0,1-1 0,-1 1 0,0 0 0,0 0 0,3-1 0,38-3 0,-37 3 0,10 1 0,35-3 0,-48 3 0,-1 0 0,1-1 0,-1 1 0,0 0 0,1-1 0,-1 1 0,0 0 0,1-1 0,-1 0 0,0 1 0,1-1 0,-1 0 0,0 1 0,0-1 0,0 0 0,0 0 0,0 0 0,0 0 0,0 0 0,0 0 0,0-1 0,0 1 0,-1 0 0,1 0 0,0 0 0,0-3 0,-1 3 0,0 0 0,0 0 0,-1 0 0,1 0 0,0 0 0,-1 0 0,1 0 0,-1 0 0,1 1 0,-1-1 0,1 0 0,-1 0 0,0 0 0,1 1 0,-1-1 0,0 0 0,1 1 0,-1-1 0,0 1 0,0-1 0,0 1 0,0-1 0,0 1 0,1 0 0,-1-1 0,0 1 0,0 0 0,0 0 0,0-1 0,-2 1 0,-32-5 0,33 5 0,-9-2 0,0 2 0,0-1 0,0 1 0,0 1 0,1 0 0,-1 1 0,0 0 0,-12 4 0,19-4 0,-1 0 0,1 0 0,0 1 0,0-1 0,0 1 0,0 0 0,0 0 0,1 1 0,-1-1 0,1 1 0,0 0 0,0 0 0,0 0 0,0 0 0,1 0 0,0 0 0,0 1 0,0 0 0,0-1 0,-1 7 0,-2 10 0,0 1 0,-3 32 0,7-45 0,1 1 0,0-1 0,0 1 0,1 0 0,0-1 0,0 1 0,1-1 0,4 11 0,-5-18 0,1 1 0,-1-1 0,1 0 0,0 1 0,0-1 0,0 0 0,0 0 0,0 0 0,1-1 0,-1 1 0,1 0 0,-1-1 0,1 0 0,-1 1 0,1-1 0,0 0 0,0 0 0,-1-1 0,1 1 0,0-1 0,0 1 0,0-1 0,0 0 0,0 0 0,0 0 0,-1 0 0,1-1 0,5 0 0,7-2 0,-1 0 0,1 0 0,-1-1 0,16-7 0,-1-3 0,-1 0 0,-1-2 0,0-1 0,-1-1 0,-1-1 0,-1-2 0,29-30 0,138-178 0,-143 166 0,58-103 0,-92 142 0,-2-1 0,-1 0 0,-1 0 0,-1-1 0,-1 0 0,-1-1 0,-1 0 0,1-28 0,-6 51 0,-1 0 0,0 0 0,0 1 0,-1-1 0,1 0 0,-1 0 0,0 0 0,0 0 0,0 1 0,-1-1 0,1 0 0,-1 1 0,-3-7 0,4 9 0,-1 0 0,1 0 0,0-1 0,-1 1 0,1 0 0,0 0 0,-1 0 0,1 1 0,-1-1 0,1 0 0,-1 1 0,0-1 0,1 0 0,-1 1 0,0 0 0,1-1 0,-1 1 0,0 0 0,0 0 0,1 0 0,-1 0 0,0 0 0,1 1 0,-1-1 0,0 0 0,0 1 0,1-1 0,-1 1 0,1 0 0,-1 0 0,1-1 0,-3 3 0,-9 5 0,1 0 0,0 1 0,1 0 0,-1 1 0,2 1 0,0-1 0,-17 25 0,5-4 0,-33 65 0,42-67 0,1 1 0,1 1 0,2 0 0,1 0 0,2 1 0,-5 55 0,7-3 0,10 112 0,-5-177 0,0 1 0,2-1 0,1 0 0,0 0 0,9 24 0,-12-40 0,1 1 0,-1 0 0,0-1 0,1 1 0,0-1 0,0 0 0,0 1 0,0-1 0,1 0 0,-1 0 0,1 0 0,0-1 0,-1 1 0,1-1 0,1 1 0,-1-1 0,0 0 0,0 0 0,1-1 0,-1 1 0,1 0 0,0-1 0,-1 0 0,1 0 0,0 0 0,0-1 0,-1 1 0,1-1 0,0 0 0,0 0 0,0 0 0,0 0 0,4-2 0,-5 2 0,-1-1 0,1 0 0,0 0 0,-1 0 0,1 0 0,-1-1 0,0 1 0,1-1 0,-1 1 0,0-1 0,0 0 0,0 0 0,0 0 0,0 0 0,0 0 0,-1 0 0,4-5 0,-3 2 0,1 0 0,-1-1 0,0 1 0,-1-1 0,1 0 0,-1 0 0,0 1 0,0-8 0,-1 2 0,0 0 0,0 1 0,-1-1 0,0 1 0,-1 0 0,0-1 0,-1 1 0,0 0 0,-5-11 0,-22-21 0,24 36 0,0-1 0,1 0 0,1 0 0,-1 0 0,-4-10 0,8 14 0,0 1 0,1-1 0,-1 1 0,1-1 0,-1 0 0,1 1 0,0-1 0,0 0 0,0 1 0,0-1 0,1 0 0,-1 1 0,1-1 0,-1 1 0,1-1 0,0 1 0,0-1 0,0 1 0,0-1 0,1 1 0,1-3 0,29-39 0,39-40 0,30-41 0,-75 89 0,-2-2 0,23-51 0,-40 72 0,0 0 0,-1-1 0,-1 1 0,-1-1 0,-1 0 0,0 0 0,-1 0 0,-1-27 0,-2 35 0,0-24 0,3 30 0,3 20 0,29 139-109,38 158 344,-49-236-732,2 0 0,37 72 0,-45-112-6329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1:13:09.9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1 630 24575,'0'-4'0,"0"-6"0,4-6 0,7-4 0,9-8 0,15-8 0,11-7 0,10-9 0,13-8 0,4-4 0,-1 5 0,-1 3 0,-7 8 0,-10 2 0,-11 10 0,-7 6 0,-10 8-8191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1:13:32.8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492 213 24575,'-20'-54'0,"18"46"0,0 0 0,-1 0 0,0 0 0,0 0 0,-1 0 0,0 1 0,0 0 0,-1 0 0,0 0 0,0 0 0,0 1 0,-1-1 0,0 1 0,0 1 0,-1-1 0,0 1 0,0 1 0,0-1 0,0 1 0,-1 0 0,1 1 0,-1-1 0,0 2 0,0-1 0,0 1 0,-1 0 0,1 1 0,0 0 0,-11 0 0,15 1 0,-17-2 0,-1 0 0,1 2 0,-1 1 0,1 0 0,-31 7 0,46-7 0,1 1 0,0 0 0,0 0 0,1 0 0,-1 0 0,0 1 0,1 0 0,0 0 0,-1 0 0,1 0 0,0 1 0,1 0 0,-1 0 0,1 0 0,-1 0 0,1 0 0,0 1 0,1-1 0,-1 1 0,1 0 0,0 0 0,0 0 0,1 0 0,-1 0 0,1 0 0,0 0 0,0 8 0,-25 602 0,26-609 0,2 18 0,0 0 0,2-1 0,1 1 0,2-1 0,0 0 0,14 33 0,-1-4 0,-17-43 0,2 0 0,-1 0 0,1-1 0,0 1 0,1-1 0,0-1 0,0 1 0,0-1 0,1 0 0,0 0 0,1-1 0,0 0 0,0 0 0,0-1 0,0 0 0,1 0 0,0-1 0,0-1 0,18 6 0,-12-5 0,0 0 0,1-1 0,-1-1 0,1-1 0,0 0 0,-1-1 0,1-1 0,-1 0 0,1-1 0,-1-1 0,27-7 0,-30 6 0,0-1 0,0 0 0,0-1 0,-1 0 0,1-1 0,-2 0 0,1-1 0,-1 0 0,0-1 0,0 0 0,-1 0 0,-1-1 0,13-17 0,-13 13 0,-1 0 0,0 0 0,0-1 0,-2 0 0,0 0 0,-1 0 0,0-1 0,-1 1 0,-1-1 0,1-28 0,-6-314 0,3 346 0,-2 1 0,1-1 0,-2 0 0,1 1 0,-2 0 0,1 0 0,-2 0 0,1 0 0,-1 0 0,-1 1 0,-11-16 0,3 10 0,0 0 0,-1 2 0,0 0 0,-1 0 0,-29-18 0,29 22-227,0 0-1,0 2 1,0 0-1,-1 0 1,-24-6-1,23 9-6598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1:14:11.3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1 791 24575,'18'-20'0,"0"-2"0,-1 1 0,21-38 0,-21 32 0,1 1 0,32-37 0,7 6 0,3 3 0,118-82 0,-72 67 0,120-57 0,-188 107-151,1 2-1,1 2 0,0 1 0,1 2 1,0 1-1,1 3 0,0 1 1,50-1-1,-47 9-6674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1:14:13.0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5 656 24575,'-2'64'0,"0"-34"0,2 0 0,5 52 0,-5-80 0,0 0 0,1 0 0,-1 0 0,1 0 0,-1 0 0,1 0 0,0 0 0,-1 0 0,1 0 0,0 0 0,0 0 0,0 0 0,1-1 0,-1 1 0,0 0 0,1-1 0,-1 1 0,1-1 0,-1 0 0,1 1 0,0-1 0,-1 0 0,1 0 0,3 1 0,-2-1 0,0-1 0,0 0 0,1 1 0,-1-1 0,0-1 0,0 1 0,1 0 0,-1-1 0,0 1 0,0-1 0,0 0 0,0 0 0,0-1 0,3-1 0,7-3 0,-1-2 0,0 1 0,0-2 0,-1 0 0,0 0 0,10-12 0,2-8 0,-1-1 0,-1-1 0,-2-1 0,-2-1 0,0 0 0,-3-1 0,15-47 0,-28 78 0,-1 0 0,2 0 0,-1 0 0,0 1 0,0-1 0,1 0 0,-1 1 0,1-1 0,0 1 0,0-1 0,2-1 0,-3 3 0,0 0 0,0 1 0,0-1 0,0 0 0,0 1 0,0-1 0,0 1 0,1 0 0,-1-1 0,0 1 0,0 0 0,0-1 0,0 1 0,1 0 0,-1 0 0,0 0 0,0 0 0,0 0 0,0 1 0,2-1 0,1 2 0,0 0 0,-1 0 0,1 0 0,-1 0 0,1 0 0,-1 1 0,0 0 0,0 0 0,0 0 0,0 0 0,-1 0 0,1 0 0,-1 1 0,3 4 0,21 45 0,-22-43 0,0 0 0,1 0 0,0 0 0,1-1 0,8 11 0,-11-17 0,0 0 0,0 0 0,0 0 0,0-1 0,1 1 0,-1-1 0,1 0 0,0 0 0,0-1 0,-1 1 0,1-1 0,0 1 0,0-1 0,0-1 0,0 1 0,1 0 0,-1-1 0,5 0 0,3-1 0,-1 0 0,1 0 0,0-2 0,0 1 0,-1-1 0,1-1 0,-1 0 0,0-1 0,0 0 0,-1-1 0,0 0 0,0 0 0,0-1 0,0 0 0,-1-1 0,11-13 0,-3 4 0,-1-2 0,-1 0 0,-1-1 0,0-1 0,-2 0 0,19-45 0,-26 82 0,-1 1 0,-1-1 0,2 27 0,98 591 0,-16-129 0,-70-406 0,-14-93 0,-1-9 0,2-19 0,-1-35 0,-5-1008 0,5 1028 0,1 1 0,2-1 0,2 1 0,1 0 0,1 1 0,2 0 0,2 1 0,1 0 0,1 1 0,22-32 0,-23 41 0,1 1 0,0 1 0,31-32 0,-42 48 0,1 1 0,0 0 0,0 0 0,0 0 0,0 1 0,1 0 0,0 0 0,-1 1 0,1-1 0,1 2 0,-1-1 0,0 1 0,1 0 0,-1 0 0,1 1 0,0 0 0,13 0 0,-18 2 0,-1-1 0,1 1 0,-1-1 0,0 1 0,1 0 0,-1 0 0,0 0 0,0 0 0,1 1 0,-1-1 0,0 0 0,0 1 0,0 0 0,0-1 0,-1 1 0,1 0 0,0 0 0,-1 0 0,1 0 0,-1 0 0,0 0 0,0 0 0,0 1 0,0-1 0,0 0 0,0 1 0,-1-1 0,1 1 0,0 2 0,1 10 0,0 0 0,-1 0 0,-2 27 0,1-22 0,-1-3 7,-1 0-1,0 0 0,-2 0 0,0 0 1,0-1-1,-2 0 0,0 1 1,-1-2-1,0 1 0,-1-1 1,-1 0-1,-1-1 0,0 0 0,0-1 1,-2 0-1,1 0 0,-2-1 1,-24 19-1,12-13-155,-1 0 1,-1-2-1,0-1 1,-1-1-1,-1-1 1,0-1-1,0-2 1,-1-1-1,-50 8 1,38-12-6678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1:14:19.8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757 133 24575,'-55'-22'0,"7"11"0,0 2 0,-1 1 0,1 3 0,-2 2 0,1 2 0,-71 9 0,107-6 0,0 1 0,0 1 0,0 0 0,1 1 0,-1 0 0,1 1 0,1 0 0,-1 1 0,1 0 0,0 1 0,1 0 0,0 1 0,0 0 0,0 0 0,2 1 0,-1 1 0,1-1 0,-8 15 0,4-2 0,-19 45 0,23-50 0,3-3 0,0 1 0,1-1 0,1 1 0,0-1 0,-1 31 0,7 86 0,0-48 0,-2-62 0,1-1 0,2 0 0,0 0 0,1 0 0,1-1 0,1 1 0,1-1 0,0-1 0,2 1 0,0-2 0,1 1 0,19 22 0,-16-21 0,2-1 0,1-1 0,0-1 0,1 0 0,1-1 0,0-1 0,1-1 0,1-1 0,0-1 0,37 16 0,-44-23 0,-1 0 0,1-2 0,0 1 0,0-2 0,1 0 0,-1-1 0,0 0 0,17-2 0,-22 0 0,1 0 0,-1 0 0,0-2 0,0 1 0,0-1 0,0 0 0,0-1 0,0 0 0,-1 0 0,0-1 0,0 0 0,0 0 0,7-8 0,11-12 0,-1-1 0,-1-2 0,-1 0 0,-2-1 0,-1-2 0,-1 0 0,-2 0 0,-1-2 0,-1 0 0,11-41 0,-10 17 0,-2-2 0,-3 1 0,-3-1 0,-2 0 0,-2-85 0,-4 100 0,1 24 0,-1 1 0,-1-1 0,-1 1 0,-7-36 0,7 49 0,0 0 0,0 0 0,-1 1 0,0-1 0,0 1 0,0-1 0,0 1 0,-1 0 0,0 1 0,0-1 0,0 1 0,-1 0 0,0 0 0,1 0 0,-1 0 0,-1 1 0,1 0 0,0 0 0,-12-4 0,-8-2 0,-1 0 0,-1 3 0,1 0 0,-1 1 0,-31-1 0,-136 5 0,104 3 0,74-2-341,0 1 0,0 1-1,-30 6 1,27-2-6485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1:14:31.5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339 2 24575,'-92'-1'0,"-103"3"0,193-2 0,0 0 0,0 0 0,-1 1 0,1-1 0,0 1 0,0-1 0,0 1 0,0 0 0,0 0 0,0 0 0,0 0 0,0 0 0,0 0 0,0 0 0,0 1 0,1-1 0,-1 1 0,0-1 0,1 1 0,0 0 0,-1 0 0,-1 3 0,1-1 0,1 0 0,0 0 0,0 0 0,0 0 0,1 0 0,-1 1 0,1-1 0,0 0 0,0 0 0,1 0 0,1 7 0,3 12 0,2 0 0,0-1 0,18 34 0,-18-39 0,25 56 0,2-2 0,4-1 0,88 124 0,-123-191 0,-1 0 0,1 1 0,0-1 0,0 0 0,0-1 0,0 1 0,0-1 0,1 1 0,-1-1 0,1 0 0,0 0 0,-1 0 0,1-1 0,0 1 0,0-1 0,0 0 0,0 0 0,5 0 0,-6-1 0,0 0 0,0-1 0,0 0 0,0 0 0,0 0 0,0 0 0,0 0 0,0 0 0,-1-1 0,1 1 0,0-1 0,-1 0 0,1 0 0,-1 0 0,0 0 0,0 0 0,0 0 0,0-1 0,0 1 0,0-1 0,0 1 0,-1-1 0,1 0 0,1-4 0,3-8 0,-1 0 0,0 0 0,-1 0 0,0 0 0,-1 0 0,1-31 0,-6-102 0,-1 66 0,3 69 0,-1 0 0,0-1 0,0 1 0,-2 0 0,1-1 0,-2 1 0,0 1 0,-7-17 0,8 22 0,-1 0 0,0 1 0,-1 0 0,1 0 0,-1 0 0,0 1 0,-1-1 0,1 1 0,-1 1 0,0-1 0,0 1 0,0 0 0,-1 0 0,0 1 0,0-1 0,-10-2 0,-5 0-195,1 2 0,-1 0 0,0 2 0,0 0 0,0 2 0,-30 2 0,29-1-6631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1:22:55.0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33 24575,'22'0'0,"546"20"0,-149-12 0,-244-10 0,-108 2 0,-1-3 0,0-2 0,103-23 0,-113 19 0,0 2 0,0 2 0,1 3 0,65 6 0,-2-1 0,2352-3 0,-2287 13 0,5 1 0,-77-15-1365,-91 1-5461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1:23:00.0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24575,'0'9'0,"0"16"0,0 13 0,0 12 0,0 8 0,0-3 0,0-1 0,0-10-8191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1:23:01.2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138 82 24575,'-9'1'0,"0"2"0,0-1 0,0 1 0,1 1 0,-1 0 0,1 0 0,0 0 0,0 1 0,-11 9 0,15-11 0,1 1 0,-1 0 0,1 0 0,0 1 0,0-1 0,0 1 0,0-1 0,1 1 0,0 0 0,0 0 0,0 0 0,0 0 0,1 0 0,0 0 0,0 0 0,0 6 0,0 14 0,0-1 0,4 32 0,0-13 0,-3 137 0,2 64 0,-1-227 0,0 0 0,1 0 0,1 0 0,1 0 0,0 0 0,2 0 0,-1-1 0,11 19 0,-12-29 0,-1 1 0,2-1 0,-1 0 0,1 0 0,0-1 0,0 0 0,0 0 0,1 0 0,0 0 0,0-1 0,0 0 0,1 0 0,-1 0 0,1-1 0,0 0 0,0-1 0,0 1 0,0-1 0,0-1 0,0 1 0,12 0 0,-4-2 0,0 0 0,0-1 0,0 0 0,0-1 0,0-1 0,0 0 0,-1-1 0,0-1 0,0 0 0,0-1 0,0 0 0,-1-1 0,0-1 0,0 0 0,-1-1 0,0 0 0,-1-1 0,1 0 0,9-13 0,18-22 0,-2-2 0,-3-1 0,42-77 0,-66 109 0,6-14 0,-1-1 0,-1-1 0,-2 0 0,-2-1 0,0 0 0,-2 0 0,-2-1 0,-1 0 0,-2 0 0,-1-1 0,-1 1 0,-9-68 0,7 96 0,1 1 0,-1-1 0,-1 1 0,1-1 0,-1 1 0,0 0 0,0 0 0,-1 0 0,1 0 0,-1 0 0,0 0 0,-1 1 0,1-1 0,-1 1 0,-5-6 0,2 5 0,0-1 0,-1 2 0,1-1 0,-1 1 0,0 0 0,0 0 0,-1 1 0,-16-4 0,-9 1 0,0 1 0,0 2 0,0 1 0,-35 4 0,50-2 0,-230 2-1365,226-2-5461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1:23:02.3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1 109 24575,'0'-4'0,"1"0"0,0 0 0,0 0 0,0 0 0,1 0 0,-1 0 0,1 1 0,0-1 0,0 0 0,0 1 0,1 0 0,-1-1 0,1 1 0,0 0 0,0 0 0,0 1 0,0-1 0,0 0 0,1 1 0,-1 0 0,1 0 0,-1 0 0,1 0 0,0 1 0,4-2 0,6-3 0,1 1 0,0 1 0,0 0 0,1 1 0,20-1 0,-28 3 0,2 0 0,1 1 0,-1-1 0,1 2 0,0-1 0,16 4 0,-25-3 0,1 0 0,-1 0 0,1 0 0,-1 0 0,0 0 0,1 0 0,-1 1 0,0-1 0,0 1 0,0 0 0,0-1 0,0 1 0,0 0 0,0 0 0,-1 0 0,1 1 0,-1-1 0,1 0 0,-1 0 0,0 1 0,0-1 0,0 1 0,0-1 0,-1 1 0,1 0 0,-1-1 0,1 4 0,0 5 0,0-1 0,-1 1 0,0-1 0,-1 1 0,0-1 0,0 1 0,-1-1 0,-1 1 0,-5 14 0,-3 1 0,-1-1 0,-19 28 0,3-5 0,27-46 0,0-1 0,0 1 0,0 0 0,0-1 0,0 1 0,0 0 0,0 0 0,1 0 0,-1 0 0,1 0 0,0 0 0,-1 0 0,1 0 0,0-1 0,0 1 0,0 0 0,0 0 0,1 0 0,-1 0 0,1 3 0,0-4 0,0 0 0,0 0 0,0 0 0,0 0 0,0-1 0,0 1 0,0 0 0,0 0 0,1 0 0,-1-1 0,0 1 0,0-1 0,1 1 0,-1-1 0,0 0 0,1 1 0,-1-1 0,1 0 0,-1 0 0,0 0 0,2 0 0,12-1 0,-1 0 0,0-1 0,0-1 0,16-5 0,-23 6 0,32-10-28,0-2-1,54-28 1,-38 16-1252,-37 18-5546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1:23:03.6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731 430 24575,'-385'-21'0,"381"20"0,-12-1 0,-1 0 0,1 1 0,-1 1 0,-18 2 0,29-2 0,1 1 0,-1 1 0,1-1 0,0 1 0,0 0 0,0 0 0,0 1 0,0 0 0,1-1 0,-1 1 0,1 1 0,-1-1 0,1 1 0,0 0 0,1 0 0,-6 6 0,-10 17 0,1 0 0,2 2 0,1 0 0,1 0 0,1 2 0,2-1 0,1 1 0,1 1 0,-7 56 0,7-5 0,4 0 0,8 137 0,-2-207 0,0 1 0,1-1 0,0 0 0,1 0 0,1 0 0,0-1 0,0 1 0,2-1 0,-1 0 0,1 0 0,1-1 0,0 0 0,1 0 0,0 0 0,1-1 0,0-1 0,0 1 0,1-1 0,0-1 0,1 0 0,0 0 0,0-1 0,1-1 0,-1 1 0,1-2 0,1 0 0,-1 0 0,1-2 0,13 4 0,3-1 0,0-2 0,1 0 0,-1-2 0,1-1 0,-1-2 0,0 0 0,32-7 0,-11-1 0,0-3 0,-1-2 0,58-23 0,-78 25 0,0-2 0,-1 0 0,-1-2 0,0-1 0,-1-1 0,-1-1 0,-1-1 0,0-1 0,24-31 0,-32 33 0,-1-1 0,-1-1 0,-1 0 0,-1-1 0,-1 0 0,-1-1 0,-1 0 0,-1-1 0,-1 0 0,-1 0 0,-1 0 0,3-34 0,-7 25 0,-2-1 0,-1 1 0,-1 0 0,-2-1 0,-1 2 0,-2-1 0,-1 1 0,-1 0 0,-22-45 0,-8-2 0,-2 1 0,-72-97 0,110 169 0,-14-21 0,-1 2 0,-40-42 0,52 61 0,1 0 0,-1 0 0,0 1 0,-1 0 0,1 0 0,-1 1 0,0 0 0,0 0 0,0 1 0,0 0 0,-1 0 0,0 1 0,1 0 0,-1 1 0,-10-1 0,-53 4 0,-74 11 0,104-3-1365,26-5-5461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1:58:01.2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54 24575,'4'0'0,"0"1"0,0 0 0,0-1 0,1 0 0,-1 0 0,0 0 0,7-2 0,0 2 0,535 0 0,-524-2 0,-1 0 0,34-8 0,28-2 0,10-2 0,-65 9 0,-1 1 0,32 0 0,407 5-1365,-443-1-5461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1:23:05.1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1 189 24575,'0'-4'0,"-1"-12"0,2 0 0,0 1 0,0-1 0,8-28 0,-8 40 0,0 0 0,0 0 0,1 1 0,0-1 0,0 0 0,0 1 0,0-1 0,0 1 0,1 0 0,0 0 0,-1 0 0,1 0 0,0 0 0,1 1 0,-1-1 0,0 1 0,1 0 0,-1 0 0,1 0 0,0 0 0,-1 1 0,1 0 0,0-1 0,5 1 0,5-3 0,1 2 0,0 0 0,-1 1 0,1 1 0,16 1 0,-28-1 0,0 0 0,1 0 0,-1 1 0,0-1 0,0 1 0,0 0 0,0 0 0,0 0 0,0 0 0,0 0 0,0 1 0,0 0 0,0-1 0,-1 1 0,1 0 0,-1 0 0,1 0 0,-1 1 0,0-1 0,0 1 0,0-1 0,0 1 0,0-1 0,-1 1 0,1 0 0,-1 0 0,0 0 0,0 0 0,1 4 0,0 6 0,-1 0 0,-1 0 0,-1 20 0,0-26 0,0 0 0,1-1 0,0 1 0,0 0 0,0 0 0,1 0 0,0 0 0,0 0 0,1 0 0,-1 0 0,2-1 0,-1 1 0,1-1 0,0 1 0,0-1 0,6 7 0,31 31 0,-26-30 0,0 2 0,16 22 0,-26-32 0,-1 0 0,1 0 0,-1 1 0,0-1 0,-1 1 0,0-1 0,0 1 0,0 0 0,-1 0 0,1 13 0,-4 60 120,2-74-234,-1-1 0,0 0-1,0 0 1,-1 0 0,0 0 0,0 0-1,0 0 1,0 0 0,-1 0 0,1-1-1,-1 1 1,-7 7 0,1-5-6712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1:23:06.1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552 51 24575,'-12'0'0,"0"2"0,1-1 0,-1 2 0,1-1 0,-1 1 0,1 1 0,0 0 0,0 1 0,1 0 0,-1 1 0,1 0 0,0 0 0,1 1 0,-18 16 0,-4 9 0,0 0 0,-41 60 0,50-63 0,-11 16 0,1 2 0,-45 89 0,64-109 0,2 1 0,1 0 0,1 1 0,1 0 0,2 0 0,-5 58 0,10-67 0,-2 18 0,1 0 0,3 1 0,1-1 0,7 39 0,-7-70 0,0 0 0,0-1 0,0 1 0,1-1 0,0 1 0,0-1 0,1 0 0,0 0 0,0 0 0,0-1 0,1 0 0,0 1 0,0-2 0,6 6 0,-2-4 0,0 0 0,0 0 0,1-1 0,0-1 0,0 0 0,0 0 0,0-1 0,17 4 0,-7-4 0,1 0 0,0-2 0,0 0 0,0-2 0,0 0 0,0-1 0,0-1 0,0-1 0,20-7 0,-10 0 0,1-1 0,-2-2 0,0-1 0,-1-1 0,0-2 0,-2-1 0,0-1 0,-1-1 0,-1-2 0,28-31 0,-23 17 0,-1-1 0,-2-1 0,-1-1 0,-2-1 0,-2-2 0,27-75 0,-34 78 0,-1-1 0,-2-1 0,-2 0 0,-1 0 0,-3-1 0,-2 0 0,-1-1 0,-4-59 0,0 98 0,0-1 0,0 1 0,-1 0 0,0 0 0,0 0 0,0 0 0,0 1 0,-1-1 0,1 0 0,-1 1 0,0 0 0,-1 0 0,1 0 0,-1 0 0,0 0 0,0 1 0,0-1 0,0 1 0,-1 0 0,1 0 0,-1 1 0,-7-4 0,-10-2 0,-1 0 0,1 1 0,-42-7 0,37 9 0,12 2-119,-43-7 372,57 10-311,-1 0 0,0 0 1,0 0-1,0 0 0,0 0 1,1 0-1,-1 0 1,0 1-1,0-1 0,1 1 1,-1-1-1,0 1 0,0 0 1,1 0-1,-1 0 0,1 0 1,-1 0-1,1 0 0,-1 0 1,1 0-1,0 1 1,-1-1-1,1 0 0,0 1 1,-1 1-1,-5 19-6768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1:58:05.4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24575,'1452'0'0,"-1422"2"0,57 10 0,-56-7 0,55 4 0,5-12-22,-58 0-313,1 3-1,0 0 0,58 9 0,-70-3-6490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2:04:36.1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6798 1432 24575,'2'-1'0,"0"1"0,0-1 0,-1 0 0,1 1 0,0-1 0,-1 0 0,1 0 0,-1 0 0,1 0 0,-1-1 0,1 1 0,-1 0 0,0-1 0,1 1 0,-1-1 0,0 1 0,0-1 0,0 1 0,0-1 0,-1 0 0,1 1 0,1-4 0,12-39 0,-12 31 0,0 0 0,-1 0 0,0 0 0,-1 0 0,-1 0 0,0 0 0,-1 0 0,0 0 0,-1 1 0,0-1 0,-1 1 0,0-1 0,-1 1 0,-1 1 0,0-1 0,-14-20 0,-7-3 0,-1 0 0,-2 2 0,-56-49 0,-12-2 0,-140-91 0,-127-49 0,225 148 0,-4 6 0,-272-92 0,288 124 0,-1 6 0,-2 5 0,-233-17 0,-554 38 0,512 12 0,-204-7 0,-309 3 0,718 5 0,1 9 0,-364 77 0,523-84 0,-1 3 0,-72 31 0,93-33 0,-1 1 0,2 2 0,-1 0 0,2 1 0,0 1 0,-26 27 0,12-8 0,3 2 0,0 1 0,3 2 0,1 0 0,-21 44 0,31-51 0,2 2 0,1 0 0,2 0 0,1 1 0,2 1 0,2-1 0,-3 44 0,3 24 0,11 158 0,0-214 0,2 0 0,1 0 0,3-1 0,2-1 0,31 76 0,1-30 0,4-2 0,4-1 0,121 151 0,-82-132 0,4-5 0,139 114 0,-68-79 0,337 208 0,-383-277 0,3-4 0,3-6 0,257 79 0,-203-92 0,1-7 0,194 12 0,376-20 0,-510-38-75,0-10-1,0-11 0,458-117 0,-436 68 1,-4-12-1,-5-12 0,301-165 1,-267 100 169,-216 120 10,125-109 0,-162 124-62,-2-2 0,-2-2-1,-1-1 1,48-76 0,-62 83-31,-1-1 1,-1-1 0,-2 0 0,-1-1 0,-2-1 0,-1 0-1,7-56 1,-14 59-12,-1 0 0,-1-1 0,-2 1 0,-2-1 0,0 1 0,-2 0 0,-2 1 0,0-1 0,-2 2 0,-1-1 0,-2 1 0,-1 1 0,-19-31 0,-11-8 0,-3 2 0,-3 2 0,-114-112 0,75 90 0,-5 3 0,-161-108 0,190 149 0,-2 3 0,-1 3 0,-2 3 0,-1 3 0,-104-29 0,35 29-682,-261-22-1,243 39-6143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2:04:38.4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0 135 24575,'0'-2'0,"1"1"0,-1 0 0,1 0 0,-1-1 0,1 1 0,-1 0 0,1 0 0,0 0 0,0 0 0,-1 0 0,1-1 0,0 2 0,0-1 0,0 0 0,0 0 0,0 0 0,0 0 0,1 1 0,-1-1 0,2-1 0,32-13 0,-26 11 0,43-15 0,0 2 0,1 3 0,0 1 0,1 3 0,72-4 0,280 9 0,-267 7 0,341-3 0,272 5 0,-669 2 0,-1 3 0,154 38 0,-187-38 0,1-2 0,74 0 0,-2 1 0,-69-4-44,-28-3-397,1 1 1,48 12 0,-55-9-6386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2:04:45.5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0 132 24575,'9'-1'0,"0"0"0,0-1 0,-1 0 0,1-1 0,8-4 0,8-1 0,27-4 0,1 3 0,1 2 0,-1 2 0,93 5 0,48-5 0,64-26 0,25-3 0,-225 31 0,0 2 0,113 13 0,-127-5 0,259 29 0,59 6 0,-196-19 0,356 31 0,-511-52-71,6 1 111,1-2 0,-1 1 0,0-2 0,30-3 0,-43 3-105,1-1 0,-1 0 0,0-1 0,1 1 0,-1-1 0,0 0 0,0 0 0,0 0 0,0 0 0,0-1 1,0 0-1,-1 0 0,1 0 0,-1 0 0,0 0 0,0-1 0,0 1 0,0-1 0,0 0 0,-1 0 0,0 0 0,3-6 0,5-20-6761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2:04:48.1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24575,'2433'0'0,"-2087"26"0,-330-23-341,1 0 0,-1 1-1,19 7 1,-9 0-6485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2:12:27.0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24575,'1448'0'0,"-1139"12"0,-32 1 0,559-14 0,198 3 0,-645 25 0,-47-2 0,186 40 0,-358-36 0,254 10 0,115-23 0,-347-9 0,209 17 0,118 3 0,799-25 0,-629-4 0,797-91 0,-843 51 0,0 44 0,-226 2 0,-269-5 0,934 17 0,130-4 0,-781-14 0,382-15-503,-10-55-924,-629 46-4834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2:31:29.5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55 24575,'4932'0'0,"-4432"-27"0,-158 4 0,342 19 0,-358 6 0,1010 43 0,-907-24 0,1046-6 0,-924-18 0,679-17 0,-667 14-303,-440 6-759,-100 0-5764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22:31:51.1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0 132 24575,'23'-2'0,"0"-1"0,45-10 0,-7 0 0,301-19 0,-252 25 0,206-3 0,60-4 0,429-24 0,481 39 0,-916 25 0,-78-2 0,50 2 0,31 0 0,80 1 0,146 2 0,-338-31-1365,-226 2-5461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4:16:06.1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82 24575,'0'1'0,"0"0"0,0 0 0,0-1 0,1 1 0,-1 0 0,0 0 0,1-1 0,-1 1 0,0 0 0,1-1 0,-1 1 0,1 0 0,-1-1 0,1 1 0,-1-1 0,1 1 0,0-1 0,-1 1 0,1-1 0,0 1 0,-1-1 0,1 0 0,0 1 0,0-1 0,-1 0 0,1 0 0,1 1 0,25 3 0,-22-3 0,49 2 0,0-3 0,0-2 0,0-3 0,54-11 0,2 1 0,933-52 0,13 67 0,-455 4 0,3841-4 0,-4064 13 0,-10 0 0,-247-12 0,699 28 0,113 44 0,-557-37 0,18 0 0,642-30 0,-848-19 0,209-40 0,132-10 0,-209 56 0,-121 6 0,198-28 0,-340 19-1365,-14-1-5461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4:16:08.2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79 24575,'8'-5'0,"0"0"0,0 0 0,1 1 0,0 0 0,0 1 0,0 0 0,0 0 0,0 1 0,1 0 0,-1 0 0,14 1 0,-12-1 0,107-8 0,189 6 0,-170 6 0,669-15 0,9 1 0,-775 12-1365,-9 0-5461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4:20:51.6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0 210 24575,'381'12'0,"-72"-1"0,1527-6 0,-1015-7 0,-634-7 0,278-50 0,-339 39 0,77-11 0,377-50 0,6 46 0,1106 37 0,-1618 1 0,110 20 0,52 3 0,319 1 0,-15 28 0,-373-33 0,-65-10 0,605 53 0,-110-64 47,-325-2-1459,-237 1-5414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4:20:53.8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1 444 24575,'84'-4'0,"133"-23"0,-100 9 0,1123-90 0,-323 110 0,-850 3 0,135 29 0,-133-19 0,120 9 0,82 1 0,37 1 0,666-24 0,-472-4 0,-336-1 0,0-8 0,266-50 0,67-48 0,86-18 0,-384 94 0,209-5 0,209 20 0,-299 12 0,1688-5 0,-1213 13 0,-744-2 0,1142 27 0,-938-8 0,-1 12 0,410 104 0,26 69 0,-651-195 0,-1-1 0,1-2 0,50 2 0,116-9 0,-97-2 0,421 1-1365,-424 2-5461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4:19:48.7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0 211 24575,'1'-2'0,"-1"0"0,1 1 0,0-1 0,0 0 0,0 1 0,0-1 0,0 1 0,0 0 0,0-1 0,0 1 0,1 0 0,-1 0 0,1-1 0,-1 1 0,1 0 0,-1 0 0,1 1 0,-1-1 0,3-1 0,34-13 0,104-12 0,-35 9 0,-33 7 0,0 3 0,1 4 0,109 7 0,-40 0 0,5456-3 0,-4919 26 0,-50 0 0,926-25 0,-742-2 0,-559-13 0,-16 1 0,213-3 0,-220 5 0,282-34 0,-339 25 0,181-9 0,527 25 0,-334 52 0,71 2 0,629-45 0,-633-8 0,-196 16 0,-27 0 0,440-60 0,-56-15 0,-768 62-195,0 0 0,0-1 0,0 0 0,0-1 0,-1 0 0,13-5 0,-3-3-6631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4:19:51.2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1 415 24575,'57'-10'0,"-8"-1"0,557-21 0,2692 33 0,-2742-29 0,-246 6 0,1345-33 0,3763 56 0,-4995-30 0,-4-35 0,-186 25 0,316-13 0,-309 53 0,-103 1 0,225-23 0,-41-14 0,596 13 0,-535 59 0,-4 32 0,-249-45 0,863 178 0,-735-164 0,2-11 0,376-9 0,-563-19 0,-1-2 0,97-19 0,-133 16-92,-24 5-35,-1 0 0,1-1-1,-1 0 1,0 0 0,0-1-1,0-1 1,-1 0 0,1 0-1,11-8 1,-7-1-6699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4:19:56.1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224 1562 24575,'-7'-1'0,"1"0"0,-1 0 0,1-1 0,-1 0 0,1 0 0,0 0 0,0-1 0,0 0 0,0-1 0,0 1 0,1-1 0,0 0 0,-1 0 0,1-1 0,1 1 0,-5-6 0,-3-3 0,1-1 0,0 0 0,1 0 0,-15-31 0,15 23 0,2-1 0,0 0 0,1-1 0,1 0 0,1 0 0,2 0 0,0 0 0,1-36 0,2 58 0,0 0 0,0 1 0,0-1 0,0 0 0,1 1 0,-1-1 0,1 0 0,-1 1 0,1-1 0,-1 0 0,1 1 0,0-1 0,0 1 0,0-1 0,-1 1 0,3-2 0,-2 2 0,-1 1 0,1 0 0,0-1 0,-1 1 0,1 0 0,0 0 0,0 0 0,-1 0 0,1-1 0,0 1 0,-1 0 0,1 0 0,0 0 0,0 1 0,-1-1 0,1 0 0,0 0 0,-1 0 0,1 0 0,0 1 0,-1-1 0,1 0 0,0 1 0,-1-1 0,2 1 0,4 4 0,-1-1 0,0 1 0,0 0 0,0 0 0,-1 0 0,6 9 0,10 17 0,33 46 0,-48-71 0,0 0 0,1 0 0,-1-1 0,1 1 0,0-1 0,1 0 0,-1-1 0,13 7 0,-16-10 0,0 0 0,0 0 0,0-1 0,0 1 0,0-1 0,0 0 0,1 0 0,-1 0 0,0 0 0,0 0 0,0-1 0,0 1 0,0-1 0,0 0 0,0 0 0,0 0 0,-1 0 0,1 0 0,0-1 0,-1 1 0,4-3 0,5-4 0,0-1 0,0 0 0,12-15 0,-19 20 0,76-89 0,127-191 0,-116 151 0,10-12 0,22-34 0,163-179 0,-235 306-1365,-16 25-5461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4:19:56.7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1 572 24575,'3'34'0,"1"0"0,2 0 0,2 0 0,0-1 0,18 40 0,-3-3 0,-4-7 0,2 13 0,4 0 0,3-2 0,48 92 0,-75-163 0,1-1 0,-1 1 0,1 0 0,-1-1 0,1 1 0,0-1 0,0 1 0,0-1 0,0 0 0,0 0 0,0 0 0,1 0 0,-1 0 0,1-1 0,-1 1 0,1-1 0,0 1 0,0-1 0,0 0 0,-1 0 0,4 0 0,-2-1 0,0-1 0,0 0 0,0 0 0,-1 0 0,1-1 0,0 1 0,-1-1 0,1 0 0,-1 0 0,0 0 0,1-1 0,-1 1 0,0-1 0,-1 1 0,1-1 0,2-3 0,66-73 0,86-121 0,-83 99 0,17-19 0,201-253 0,-211 279 0,165-148 0,-227 224-170,1 2-1,0 0 0,1 1 1,1 1-1,0 1 0,1 2 1,38-15-1,-24 17-6655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6:38:47.4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1047 24575,'-1'1'0,"1"-1"0,-1 0 0,0 1 0,0-1 0,0 1 0,1-1 0,-1 1 0,0-1 0,0 1 0,1 0 0,-1-1 0,0 1 0,1 0 0,-1-1 0,1 1 0,-1 0 0,1 0 0,-1-1 0,1 1 0,-1 0 0,1 0 0,0 0 0,0 0 0,-1 0 0,1 0 0,0 0 0,0 1 0,-4 33 0,4-27 0,-2 32 0,2 0 0,2 0 0,1 0 0,2 0 0,2 0 0,2-1 0,1 0 0,19 45 0,-27-79 0,-1 1 0,2-1 0,-1 0 0,0 0 0,1 0 0,0 0 0,0-1 0,0 1 0,1-1 0,0 0 0,0 0 0,0 0 0,0 0 0,0-1 0,1 0 0,0 1 0,-1-2 0,1 1 0,0 0 0,0-1 0,1 0 0,-1 0 0,0-1 0,1 0 0,-1 0 0,1 0 0,10 0 0,6 1 0,0-2 0,0 0 0,0-2 0,0 0 0,0-2 0,0 0 0,-1-1 0,33-13 0,-23 5 0,0-2 0,-2-1 0,0-1 0,53-41 0,-7-9 0,-3-3 0,109-139 0,-177 204 0,46-57-79,378-441 288,-298 363-956,212-176-1,-238 234-6078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6:38:48.1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1375 24575,'3'76'0,"3"1"0,3-1 0,4 0 0,3-1 0,3-1 0,43 106 0,-60-174 0,3 7 0,0-1 0,1 1 0,13 19 0,-18-30 0,0 0 0,0-1 0,0 1 0,0 0 0,1-1 0,-1 1 0,1-1 0,-1 1 0,1-1 0,0 0 0,-1 1 0,1-1 0,0 0 0,0 0 0,0 0 0,0-1 0,0 1 0,0 0 0,0-1 0,0 1 0,0-1 0,0 0 0,0 0 0,0 0 0,1 0 0,-1 0 0,0 0 0,0 0 0,0-1 0,0 1 0,3-2 0,5-4 0,0-1 0,-1-1 0,1 0 0,-2 0 0,1 0 0,-1-1 0,-1-1 0,1 1 0,-2-1 0,7-11 0,-2 4 0,-2 3-3,487-653-150,115 41-354,-468 502 416,6 6 0,261-158 0,-391 265 91,146-79 0,-139 78 0,1 1 0,0 1 0,1 1 0,37-6 0,-61 14-51,0 0 1,-1 0 0,1 1-1,0 0 1,0-1-1,0 1 1,0 1 0,0-1-1,0 1 1,0-1 0,0 1-1,0 0 1,-1 0-1,1 1 1,0-1 0,-1 1-1,1 0 1,-1 0-1,1 0 1,-1 0 0,0 1-1,0-1 1,3 4 0,17 28-5996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6:38:49.8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43 24575,'0'1'0,"0"1"0,1-1 0,-1 1 0,1-1 0,0 0 0,0 1 0,-1-1 0,1 0 0,0 1 0,0-1 0,0 0 0,0 0 0,0 0 0,0 0 0,1 0 0,-1 0 0,0 0 0,1 0 0,-1-1 0,0 1 0,1 0 0,1 0 0,35 12 0,11-5 0,0-1 0,1-3 0,0-2 0,68-6 0,-17 1 0,-62 3 0,0-2 0,-1-1 0,0-2 0,0-2 0,0-1 0,37-14 0,-46 13 0,2 2 0,-1 1 0,1 1 0,52-1 0,-56 4 0,29-6-1365,-35 2-5461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6:38:50.5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24575,'4'0'0,"6"0"0,6 0 0,17 9 0,22 7 0,14 6 0,-1-2 0,-2-3 0,-4-6 0,-4-3 0,2-4 0,3-3 0,1-1 0,-7-1 0,-8 1 0,-9-1 0,-6 4 0,-9 2-8191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6:38:53.1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0 257 24575,'38'76'0,"3"-2"0,3-2 0,103 127 0,-140-191 0,1 0 0,0 0 0,0-1 0,0 0 0,1 0 0,0-1 0,0 0 0,1-1 0,14 7 0,-19-11 0,-1 0 0,0 0 0,0 0 0,1 0 0,-1-1 0,0 0 0,1 0 0,-1 0 0,0 0 0,1 0 0,-1-1 0,0 0 0,0 0 0,0 0 0,1-1 0,-1 1 0,0-1 0,-1 0 0,1 0 0,0 0 0,0-1 0,-1 1 0,0-1 0,1 0 0,-1 0 0,4-5 0,42-53 0,-2-2 0,74-134 0,-26 38 0,-79 134-115,106-148-1135,-86 132-5576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6:38:53.6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0 446 24575,'1'12'0,"0"-1"0,1 1 0,0 0 0,1-1 0,0 0 0,1 1 0,5 10 0,42 77 0,-32-64 0,-18-33 0,9 17 0,1 0 0,0 0 0,1-2 0,23 27 0,-32-41 0,1 1 0,-1-1 0,1 0 0,0 0 0,-1 0 0,1 0 0,1-1 0,-1 1 0,0-1 0,1 0 0,-1 0 0,1-1 0,-1 1 0,1-1 0,0 0 0,-1-1 0,1 1 0,0-1 0,0 0 0,0 0 0,-1 0 0,1-1 0,0 1 0,0-1 0,-1 0 0,1-1 0,6-2 0,6-4 0,-1-1 0,1-1 0,-1 0 0,-1-1 0,14-13 0,71-73 0,-76 73 0,187-200 0,83-81 0,-288 300-64,4-7-66,1 1 0,1 0 0,0 1 0,0 1 0,1 0 0,0 0-1,1 2 1,-1-1 0,20-6 0,-2 9-6696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6:39:10.5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1 157 24575,'54'20'0,"1"-14"0,0-2 0,105-6 0,-51 0 0,5018 1 0,-4850-14 0,-124 4 0,219-41 0,-58 4 0,643-8 0,1191 57 0,-1935 14 0,-105-4 0,199 24 0,-147-13 0,184 0 0,214 21 0,-337-18 0,-26-14 0,-119-9 0,-1 3 0,132 26 0,-29 4 0,295 19 0,-281-37 0,563 18 0,97-55 0,-748 14 0,-20 3 0,1-4 0,131-27 0,70-14 0,-135 27 0,46 3 0,-134 15 0,-1-3 0,88-19 0,-52 5 44,0 5 1,109-4-1,92-12-1542,-270 26-5328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6:39:19.6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1 159 24575,'367'0'0,"2830"-36"0,-857 17 0,-1498 22 0,2066-3 0,-2244-14 0,-12 1 0,-12 15 0,466-4 0,-516-38 114,27 1-1593,-566 39-5347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6:58:13.7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1 157 24575,'145'1'0,"171"23"0,115 8 0,4-34 0,-163-1 0,1723 3 0,-1532-12 0,-59-1 0,635-8 0,-669 14 0,411-23 0,74-18 0,-677 48 0,26-1 0,282 35 0,-162 8 0,129 20 0,-360-50 0,114-1 0,-113-8 0,102 16 0,281 36 0,-169-18 0,23 1 0,424-35 0,-387-6 0,-286 3 0,507-15 0,-179-12 0,-119 13 0,57-6 0,2-8 0,74-9 0,-108-27 0,-109 19 0,449-52 0,-547 83 0,39-2 0,166 3 0,-176 14-1365,-104-1-5461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6:58:25.2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 24575,'210'-1'0,"233"3"0,-139 36 0,-247-28 0,196 36 0,99 15 0,-239-47 0,133 0 0,-32-14 0,794 31 0,-124 14 0,-729-46-1365,-121 1-5461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6:58:28.9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4 788 24575,'-1'36'0,"0"-25"0,0-1 0,1 1 0,0 0 0,1 0 0,0 0 0,1 0 0,3 12 0,-5-22 0,1 1 0,-1-1 0,1 0 0,0 0 0,-1 0 0,1 0 0,0 0 0,0 0 0,0 0 0,-1 0 0,1 0 0,0-1 0,0 1 0,0 0 0,0-1 0,1 1 0,-1 0 0,0-1 0,0 1 0,0-1 0,0 0 0,1 1 0,-1-1 0,0 0 0,0 0 0,1 0 0,-1 0 0,0 0 0,0 0 0,1 0 0,-1 0 0,0 0 0,0 0 0,0-1 0,1 1 0,-1-1 0,1 0 0,44-25 0,-2-8 0,-3-2 0,-1-1 0,-1-2 0,-2-2 0,57-85 0,128-249 0,-122 186-1365,-78 153-5461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6:58:29.4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1 313 24575,'-1'48'0,"6"117"0,-3-147 0,1-1 0,0 1 0,1-1 0,1 0 0,1 0 0,1 0 0,8 16 0,-14-30 0,0-1 0,1 0 0,-1 1 0,1-1 0,-1 0 0,1 0 0,0 0 0,0 0 0,0 0 0,0 0 0,0-1 0,0 1 0,1-1 0,-1 1 0,0-1 0,1 0 0,-1 0 0,1 0 0,0 0 0,-1 0 0,1-1 0,-1 1 0,1-1 0,0 0 0,0 1 0,-1-1 0,1-1 0,0 1 0,-1 0 0,1-1 0,0 1 0,-1-1 0,1 0 0,-1 0 0,1 0 0,-1 0 0,1 0 0,-1 0 0,4-3 0,11-7 0,-1-1 0,0 0 0,-1-1 0,20-21 0,-17 16 0,504-556-1365,-497 544-5461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6T04:58:47.7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0 320 24575,'3'27'0,"1"0"0,1-1 0,2 0 0,14 40 0,-20-63 0,16 54 0,-12-35 0,2 0 0,0-1 0,1 0 0,13 22 0,-20-41 0,-1 0 0,1-1 0,0 1 0,0-1 0,1 1 0,-1-1 0,0 1 0,0-1 0,1 0 0,-1 0 0,1 1 0,-1-1 0,1 0 0,-1 0 0,1-1 0,0 1 0,-1 0 0,1-1 0,0 1 0,0 0 0,0-1 0,3 1 0,-2-2 0,-1 1 0,1-1 0,-1 0 0,1 1 0,0-1 0,-1 0 0,0-1 0,1 1 0,-1 0 0,0-1 0,1 1 0,-1-1 0,0 0 0,2-2 0,8-10 0,0 0 0,-1 0 0,17-31 0,-19 31 0,73-124 0,54-81 0,-107 177 0,2 1 0,71-70 0,-100 109-56,32-25 239,-34 27-223,1-1 0,0 0-1,0 1 1,0 0 0,0-1-1,-1 1 1,1-1 0,0 1-1,0 0 1,0-1 0,0 1-1,0 0 1,0 0 0,0 0-1,0 0 1,0 0 0,0 0-1,0 0 1,0 0 0,0 0-1,0 1 1,0-1 0,-1 0-1,1 0 1,0 1 0,0-1-1,0 1 1,0-1 0,0 1-1,-1-1 1,1 1 0,0-1-1,0 1 1,-1 0 0,1 0-1,0 0 1,7 17-6786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6T04:58:48.2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5 535 24575,'-2'64'0,"0"-40"0,1 0 0,1-1 0,2 1 0,7 44 0,-9-67 0,0-1 0,0 1 0,0 0 0,0 0 0,0 0 0,0 0 0,0 0 0,0 0 0,1 0 0,-1 0 0,0-1 0,1 1 0,-1 0 0,1 0 0,-1 0 0,1-1 0,-1 1 0,1 0 0,0 0 0,-1-1 0,1 1 0,0-1 0,-1 1 0,1-1 0,0 1 0,0-1 0,0 1 0,-1-1 0,1 1 0,0-1 0,0 0 0,0 0 0,0 1 0,0-1 0,0 0 0,0 0 0,-1 0 0,1 0 0,0 0 0,0 0 0,0 0 0,0 0 0,0-1 0,0 1 0,0 0 0,0-1 0,-1 1 0,1 0 0,0-1 0,0 1 0,0-1 0,-1 1 0,1-1 0,0 1 0,0-1 0,0-1 0,5-3 0,0-2 0,0 1 0,-1-1 0,0 1 0,5-10 0,59-100 0,-27 43 0,71-96 0,44-7 0,-128 148 0,1 1 0,1 2 0,62-40 0,-78 57 0,0 0 0,0 2 0,0-1 0,1 2 0,0 0 0,23-4 0,-35 8 0,1 0 0,0 1 0,0-1 0,-1 1 0,1 0 0,0 0 0,0 1 0,-1-1 0,1 1 0,0 0 0,-1 1 0,1-1 0,-1 1 0,1-1 0,-1 1 0,0 1 0,0-1 0,0 1 0,0-1 0,0 1 0,0 0 0,-1 1 0,1-1 0,-1 0 0,0 1 0,3 4 0,37 64-1365,-31-50-5461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6T05:41:38.7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4 976 24575,'-1'55'0,"-1"-27"0,2 0 0,0 0 0,2 1 0,1-1 0,2 0 0,14 49 0,-18-74 0,0 1 0,0-1 0,1 1 0,-1-1 0,1 0 0,0 0 0,0 0 0,0 0 0,1 0 0,-1 0 0,1-1 0,-1 1 0,1-1 0,0 1 0,0-1 0,0 0 0,0 0 0,6 2 0,-6-3 0,1-1 0,-1 1 0,1-1 0,0 1 0,-1-1 0,1 0 0,0-1 0,-1 1 0,1-1 0,-1 1 0,1-1 0,-1 0 0,1-1 0,-1 1 0,5-3 0,9-6 0,-1 0 0,0-1 0,-1-1 0,-1-1 0,22-22 0,187-208 0,103-102 0,-221 246 0,5 6 0,176-117 0,-230 174 0,1 3 0,2 3 0,1 2 0,1 3 0,2 2 0,0 3 0,108-19 0,-141 35-273,1 1 0,0 2 0,0 0 0,47 7 0,-55-2-6553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6T05:41:40.8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24575,'62'3'0,"0"4"0,90 20 0,8 1 0,663 33 82,6-57-725,-600-5-161,-199 1-6022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6T05:41:44.5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1 313 24575,'167'1'0,"189"-3"0,-301-3 0,-1-2 0,66-18 0,-55 11 0,65-7 0,12 8 0,493-50 0,-361 37 0,97-14 0,-147 7 0,298-7 0,-336 39 0,321-12 0,-494 13-73,237-11-1219,-240 11-5534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6T05:41:45.8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55 24575,'315'1'0,"1195"-28"0,-1490 26-50,575-26-1265,-542 27-5511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6T05:41:53.6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0 159 24575,'150'-7'0,"252"-46"0,-119 11 0,576-14 0,4 59 0,-304 45 0,-241-15 0,304 21 0,-427-37 0,277 14 0,766-31 0,-510-2 0,-696 2-107,28 1-313,1-3 1,116-17 0,-138 8-6407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6T06:21:29.6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1 239 24575,'6'-1'0,"0"-1"0,-1 0 0,1 0 0,-1-1 0,1 0 0,-1 0 0,9-7 0,-1 2 0,39-24 0,2 2 0,1 3 0,0 2 0,2 3 0,77-20 0,-58 30 0,1 3 0,0 4 0,140 7 0,-73 1 0,-36-3 0,452 16 0,-181 10 0,-107-9 0,-101-8 0,3 0 0,-75-7 0,0 6 0,174 34 0,-223-31 0,0-3 0,86 4 0,106-14 0,-110 0 0,288-19-1365,-395 18-5461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6T06:21:32.9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24575,'44'8'0,"-11"0"0,113 3 0,193-9 0,-169-4 0,162 0 0,469 4 0,-534 10 0,95 2 0,2367-15-1365,-2699 1-5461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6T06:21:41.8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24575,'2400'0'0,"-2130"13"0,-44 0 0,168 14 0,59 0 0,512-29-1365,-923 2-5461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6T06:21:43.4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0 101 24575,'14'0'0,"17"0"0,21 0 0,23 0 0,31-4 0,27-2 0,23-4 0,6 0 0,2-3 0,-4 0 0,-12 3 0,-19-1 0,-26 1 0,-21 2 0,-26 3-8191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6T06:21:45.2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24575,'4'0'0,"6"0"0,10 0 0,11 0 0,4 0 0,5 0 0,0 0 0,2 0 0,-1 0 0,-4 0 0,-4 0 0,-2 0 0,-3 0 0,-2 0 0,0 0 0,-5 0-8191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6T06:14:41.4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6T06:14:42.0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639 1 24575,'-18'1'0,"-1"0"0,1 2 0,0 0 0,1 1 0,-1 1 0,1 0 0,-1 2 0,2 0 0,-26 14 0,-11 11 0,-72 58 0,32-22 0,67-50-117,-95 71-1131,101-72-5578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6T06:14:44.3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24575,'0'4'0,"4"6"0,6 2 0,2 2 0,7 4 0,9 8 0,9 3 0,7 6 0,9 1 0,4 4 0,2 8 0,-1 0 0,3 1 0,-4-4 0,-12-9-8191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6T06:14:47.4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564 1 24575,'0'0'0,"-51"-1"0,-77 11 0,110-7 0,0 0 0,0 2 0,0 0 0,1 2 0,0-1 0,0 2 0,-26 16 0,-23 15-24,34-21-423,0 1 0,-41 34 0,57-38-6379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6T06:14:51.5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1052 1 24575,'-4'0'0,"-7"0"0,-4 0 0,-15 0 0,-9 4 0,-13 6 0,-9 11 0,-18 9 0,-16 10 0,-15 10 0,-10 6 0,-3 2 0,2 1 0,13-7 0,25-11-8191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6T06:15:12.8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649 2 24575,'-15'0'0,"-37"-1"0,0 1 0,0 3 0,0 2 0,0 3 0,-65 17 0,15 0 83,67-17-807,-58 19 0,67-16-6102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6T06:15:13.5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419 1 24575,'-4'0'0,"-6"0"0,-6 0 0,-4 0 0,1 4 0,-1 6 0,-1 6 0,-2 9 0,0 9 0,-7 7 0,-1 6 0,-5 4 0,-1 1 0,2-2 0,7-3 0,4-8 0,1-6 0,5-10-8191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6T06:15:14.0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505 0 24575,'-4'0'0,"-6"0"0,-6 0 0,-5 5 0,-7 5 0,-8 15 0,-6 7 0,-10 7 0,-4 2 0,-2 2 0,0-2 0,6-3 0,11-4 0,17-12 0,18-18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6T06:15:14.4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767 0 24575,'-9'0'0,"-12"0"0,-11 0 0,-8 0 0,-12 5 0,-14 10 0,-9 6 0,-5 5 0,-2 3 0,4-1 0,7 1 0,6-1 0,10-5 0,14-7-8191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6T06:15:23.3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534 1 24575,'0'1'0,"-1"0"0,1 1 0,-1-1 0,1 0 0,-1 1 0,0-1 0,0 0 0,1 0 0,-1 0 0,0 0 0,0 1 0,0-1 0,0-1 0,-1 1 0,1 0 0,0 0 0,0 0 0,-2 0 0,-29 16 0,24-13 0,-20 12 0,2 1 0,0 1 0,-29 28 0,29-24 0,0-1 0,-49 29 0,45-35-227,1 2-1,1 1 1,0 2-1,2 0 1,-29 30-1,37-31-6598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6T06:15:24.0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5 24575,'0'-5'0,"0"8"0,0 12 0,0 13 0,0 9 0,0 8 0,0 5 0,0 3 0,0 5 0,0 3 0,0-2 0,0-5 0,0-8 0,0-21 0,0-23 0,-4-25 0,-2-9-8191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6T06:15:24.6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238 0 24575,'-3'1'0,"0"-1"0,0 1 0,0 0 0,0 0 0,1 0 0,-1 0 0,0 1 0,1-1 0,-1 1 0,1 0 0,-1-1 0,1 1 0,0 0 0,0 1 0,0-1 0,0 0 0,0 0 0,0 1 0,1-1 0,-1 1 0,1 0 0,0-1 0,0 1 0,0 0 0,-1 3 0,-5 15 0,1-1 0,-6 31 0,8-32 0,-8 67 0,11-68 0,-1 1 0,-1-1 0,0 0 0,-2 0 0,1 0 0,-2-1 0,-1 1 0,-15 29 0,17-42-114,1-1 1,-1 0-1,0 0 0,0 0 0,0 0 1,-1-1-1,1 0 0,-1 0 0,0 0 1,0-1-1,-8 3 0,-2 0-6712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6T06:15:25.0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720 0 24575,'-4'0'0,"-6"0"0,-11 5 0,-5 5 0,-8 15 0,-11 11 0,-10 14 0,-15 10 0,-8 10 0,-8 5 0,1-1 0,11-9 0,14-15 0,16-12 0,21-17 0,19-21 0,9-10-8191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6T06:15:33.7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557 25 24575,'0'-4'0,"-4"-2"0,-6 1 0,-11 0 0,-5 2 0,-8 1 0,-6 6 0,-2 1 0,-1 5 0,-3 5 0,-7 0 0,2 1 0,4 3 0,7-1 0,5-5 0,8 0 0,5-1 0,6-4-8191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6T06:15:35.3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311 1 24575,'-4'0'0,"0"0"0,-1 0 0,1 0 0,0 1 0,-1 0 0,1 0 0,0 0 0,0 0 0,0 1 0,-1-1 0,2 1 0,-1 0 0,0 0 0,0 1 0,1-1 0,-1 1 0,1 0 0,0 0 0,0 0 0,0 0 0,0 0 0,0 1 0,1-1 0,-1 1 0,1 0 0,0 0 0,0 0 0,-2 7 0,-49 108 0,-92 215 0,143-330 13,0 1 1,1-1-1,-1 1 0,1 0 0,0 0 0,0 0 1,1 0-1,-1 9 0,1-14-19,0 1-1,0-1 1,1 0 0,-1 1-1,0-1 1,0 1 0,0-1-1,0 1 1,1-1 0,-1 0 0,0 1-1,0-1 1,1 1 0,-1-1-1,0 0 1,1 1 0,-1-1-1,0 0 1,1 1 0,-1-1-1,0 0 1,1 0 0,-1 1-1,1-1 1,-1 0 0,1 0-1,-1 0 1,0 0 0,1 0 0,-1 1-1,2-1 1,24-11-1276,3-9-5544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6T06:15:35.8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24575,'0'8'0,"4"13"0,2 15 0,-1 10 0,0 7 0,-2 3 0,-1 5 0,-1 1 0,-1-2 0,0-5 0,0-9 0,0-8 0,0-9-8191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6T06:15:36.7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424 0 24575,'-4'0'0,"-6"0"0,-6 4 0,0 11 0,-6 7 0,-4 8 0,-6 13 0,-2 7 0,-4 1 0,-1-1 0,4-4 0,1-5 0,4-1 0,1-3 0,7-3 0,1-8 0,6-8-8191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6T22:41:34.7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1415 24575,'3'3'0,"1"0"0,-1 0 0,0 0 0,1 0 0,0 0 0,0-1 0,0 1 0,0-1 0,0 0 0,0 0 0,0-1 0,1 1 0,-1-1 0,6 1 0,-6-2 0,0-1 0,0 1 0,0-1 0,-1 0 0,1 0 0,0 0 0,0 0 0,-1-1 0,1 0 0,0 1 0,-1-1 0,0-1 0,1 1 0,-1 0 0,0-1 0,0 0 0,3-3 0,37-38 0,-2-2 0,-2-1 0,39-64 0,86-166 0,-58 81 0,227-370 0,-273 488-1365,-14 25-5461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6T22:42:01.3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1 744 24575,'0'10'57,"1"0"0,0 0-1,0-1 1,4 12 0,5 6-1869,0 0 1,2-1-1,17 29 0,-4-10 1991,-17-28-85,-2-2-135,1-2 0,1 1 0,0-1 0,15 20 1,-21-32 72,-1 1 1,1 0 0,-1 0-1,1-1 1,0 1 0,-1-1-1,1 1 1,0-1 0,0 0-1,0 1 1,0-1 0,0 0-1,1-1 1,-1 1 0,0 0-1,0-1 1,0 1 0,1-1-1,-1 1 1,0-1 0,1 0-1,-1 0 1,0 0 0,1-1-1,-1 1 1,0 0 0,1-1-1,-1 1 1,0-1 0,0 0-1,0 0 1,0 0 0,1 0-1,-1 0 1,-1-1 0,1 1-1,3-3 1,51-52 4894,15-42-4256,-23 31-616,25-26-55,4 4 0,5 3 0,3 4 0,3 4 0,4 3 0,3 5 0,2 4 0,4 4 0,157-71 0,-193 107-1365,-18 10-5461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6T22:44:42.3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24575,'4'2'0,"0"1"0,0-1 0,0 0 0,0 0 0,0-1 0,0 1 0,1-1 0,-1 0 0,1 0 0,-1 0 0,1-1 0,-1 0 0,10 0 0,0 1 0,562 8 0,-351-12 0,598 19 0,-463-7 0,573 66 0,-282-30 0,100 13 0,-167-12 0,4-48 0,-237-2 0,3483 4 0,-3651-5 0,189-30 0,173-55 0,-450 73 0,133-18 58,95-19-1481,-261 39-5403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6T22:44:43.1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1 573 24575,'225'0'0,"0"0"0,133-2-589,147-5-1770,134-5 1178,135-7-1184,127-7 1060,112-2-1547,89 2 1635,-692 17 494,2866-67-2284,-7-39 2307,-2296 70 753,-126 2 88,-146 3 374,-153 6-82,-142 3 786,-394 30-1191,429-42 3416,-339 27-1170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6T23:09:32.5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0 403 24575,'4'0'0,"2"4"0,3 2 0,5-1 0,4-1 0,3-1 0,2-1 0,1-5 0,6-11 0,1-6 0,7-9 0,7-15 0,3-10 0,2-2 0,1-6 0,-5 5 0,-5 7-6784,-10 12 5377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6T23:09:33.1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1 302 24575,'1'9'0,"1"0"0,0 0 0,1 0 0,0 0 0,0-1 0,1 1 0,0-1 0,5 8 0,8 17 0,-4 1 0,-7-15 0,2-1 0,0 0 0,0 0 0,20 28 0,-26-44 0,0 1 0,0 0 0,0 0 0,1-1 0,-1 1 0,1-1 0,0 0 0,-1 0 0,1 0 0,0 0 0,0 0 0,0-1 0,0 1 0,1-1 0,-1 0 0,0 0 0,1 0 0,-1 0 0,1-1 0,-1 1 0,1-1 0,-1 0 0,1 0 0,-1 0 0,0-1 0,1 1 0,-1-1 0,1 1 0,-1-1 0,0-1 0,1 1 0,4-3 0,25-15 0,-1-2 0,-1-1 0,-1-1 0,46-48 0,-31 29 0,87-84 0,-59 54 0,137-104 0,-205 172 17,1 0 0,0 0 1,0 1-1,0 0 0,0 0 0,11-3 0,-14 6-104,0-1-1,0 1 1,0-1 0,0 1-1,0 0 1,0 0 0,0 1-1,0-1 1,0 0-1,0 1 1,0 0 0,-1 0-1,1 0 1,0 0 0,0 0-1,4 3 1,10 9-6739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6T23:07:05.1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0 102 24575,'2408'0'0,"-2055"25"0,-243-12 0,0-6 0,132-6 0,676-22 0,-689 32 0,94 2 0,-138-11 0,537-9 0,-154-63 0,72-2 0,457 68 0,-540 8 0,2078-4-1365,-2615 0-5461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6T23:07:09.2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77 24575,'101'0'0,"1132"32"0,-501-13 0,-203-11 0,222 33 0,-451-18 0,87 3 0,934-28 0,-1246-2 0,1-3 0,118-28 0,44-5 0,-220 38 0,72-7 0,164-38 0,-140 21 0,1 5 0,0 5 0,2 5 0,178 5 0,1175 11 0,-1125-5 0,69 30 0,-282-16 0,48 5 0,191 16 0,-299-28 0,81 20 0,49 6 0,161 17 0,-256-33 0,-33-9-177,143-4 0,-159-5-834,-37 1-5815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6T23:07:15.3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24575,'3128'0'0,"-2744"27"113,-154-7-1591,-188-17-5348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6T23:07:16.4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24575,'0'4'0,"12"2"0,13-1 0,10 0 0,8-2 0,4-1 0,3-1 0,1-1 0,1 0 0,-1 0 0,-5 0 0,-6 0 0,-5-1 0,-9 1-8191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15E3D8-DDB0-4D1F-BC26-95A94F663B19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03963F-15E3-4F9A-906F-AFE85BBD6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078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03963F-15E3-4F9A-906F-AFE85BBD623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0441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03963F-15E3-4F9A-906F-AFE85BBD623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5482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2B0F1-764A-B946-EAB8-F1F29618B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638856-D1E4-8419-C011-5CC7CE0EB0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519F48-0EE4-F542-673F-42666E2041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9F20E-1976-6D87-6DF4-E5469333DE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03963F-15E3-4F9A-906F-AFE85BBD623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653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>
            <a:extLst>
              <a:ext uri="{FF2B5EF4-FFF2-40B4-BE49-F238E27FC236}">
                <a16:creationId xmlns:a16="http://schemas.microsoft.com/office/drawing/2014/main" id="{5B69A59D-884D-BFB5-3F2F-1FAAF5350B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>
            <a:extLst>
              <a:ext uri="{FF2B5EF4-FFF2-40B4-BE49-F238E27FC236}">
                <a16:creationId xmlns:a16="http://schemas.microsoft.com/office/drawing/2014/main" id="{ABF0E8EA-EAE6-FAE0-2513-7DE527831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i="1">
                <a:latin typeface="Arial" panose="020B0604020202020204" pitchFamily="34" charset="0"/>
                <a:cs typeface="Arial" panose="020B0604020202020204" pitchFamily="34" charset="0"/>
              </a:rPr>
              <a:t>Amnesia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(from Greek Ἀμνησία) is a deficit in memory caused by brain damage, disease etc.</a:t>
            </a:r>
          </a:p>
        </p:txBody>
      </p:sp>
      <p:sp>
        <p:nvSpPr>
          <p:cNvPr id="31748" name="Slide Number Placeholder 3">
            <a:extLst>
              <a:ext uri="{FF2B5EF4-FFF2-40B4-BE49-F238E27FC236}">
                <a16:creationId xmlns:a16="http://schemas.microsoft.com/office/drawing/2014/main" id="{B0D50CA0-CBF7-3C0B-4FC7-1DB1FDF2C7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D88329F-E440-477B-A64C-335E15311B16}" type="slidenum">
              <a:rPr lang="en-GB" altLang="en-US"/>
              <a:pPr>
                <a:spcBef>
                  <a:spcPct val="0"/>
                </a:spcBef>
              </a:pPr>
              <a:t>10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E04A7-4A81-532C-0BB5-99577857E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68C172-AAD7-2483-1D67-2AAD2328BC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955FCC-2CC1-9C76-0D61-10F9D1033F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694709-AFD2-1783-2874-8043DCA5D1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03963F-15E3-4F9A-906F-AFE85BBD623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50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94AC4-644E-8E64-CADC-9A5E300DA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C79142-E4EE-B4E8-48F6-5A7F991203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E62FDB-0749-DAA7-7F61-207960F688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73C56-EF78-CC3F-DB4B-26A0C0E649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03963F-15E3-4F9A-906F-AFE85BBD623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2434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EACAF-33E8-9027-B34A-9D40062C7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3A2FB6-D289-E455-E454-133B312EAD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58530A-FC72-FC9E-6D6B-077CFD8536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7E7CF5-53B3-B763-6884-492B6E686C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03963F-15E3-4F9A-906F-AFE85BBD623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1007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>
            <a:extLst>
              <a:ext uri="{FF2B5EF4-FFF2-40B4-BE49-F238E27FC236}">
                <a16:creationId xmlns:a16="http://schemas.microsoft.com/office/drawing/2014/main" id="{14665CC6-1355-AAA2-80F7-D57E67211E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Notes Placeholder 2">
            <a:extLst>
              <a:ext uri="{FF2B5EF4-FFF2-40B4-BE49-F238E27FC236}">
                <a16:creationId xmlns:a16="http://schemas.microsoft.com/office/drawing/2014/main" id="{E7544959-AF44-ABD0-E005-2E02002C7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Flat local maximum: No uphill exists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Shoulder: progress is possible</a:t>
            </a:r>
          </a:p>
        </p:txBody>
      </p:sp>
      <p:sp>
        <p:nvSpPr>
          <p:cNvPr id="52228" name="Slide Number Placeholder 3">
            <a:extLst>
              <a:ext uri="{FF2B5EF4-FFF2-40B4-BE49-F238E27FC236}">
                <a16:creationId xmlns:a16="http://schemas.microsoft.com/office/drawing/2014/main" id="{7003BA55-BE84-C834-87ED-BA93944E83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301472A-9371-45E6-B01F-A293FD8D4E53}" type="slidenum">
              <a:rPr lang="en-GB" altLang="en-US"/>
              <a:pPr>
                <a:spcBef>
                  <a:spcPct val="0"/>
                </a:spcBef>
              </a:pPr>
              <a:t>24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>
            <a:extLst>
              <a:ext uri="{FF2B5EF4-FFF2-40B4-BE49-F238E27FC236}">
                <a16:creationId xmlns:a16="http://schemas.microsoft.com/office/drawing/2014/main" id="{46449FC6-470A-0BF4-3120-726ACFB044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>
            <a:extLst>
              <a:ext uri="{FF2B5EF4-FFF2-40B4-BE49-F238E27FC236}">
                <a16:creationId xmlns:a16="http://schemas.microsoft.com/office/drawing/2014/main" id="{6336CE6E-81F7-A41E-0C34-FC846B891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Flat local maximum: No uphill exists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Shoulder: progress is possible</a:t>
            </a:r>
          </a:p>
        </p:txBody>
      </p:sp>
      <p:sp>
        <p:nvSpPr>
          <p:cNvPr id="50180" name="Slide Number Placeholder 3">
            <a:extLst>
              <a:ext uri="{FF2B5EF4-FFF2-40B4-BE49-F238E27FC236}">
                <a16:creationId xmlns:a16="http://schemas.microsoft.com/office/drawing/2014/main" id="{A4419FE0-C5D8-1D08-6EBB-941CE2BCE7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C0CE80D-FA8A-44A7-A105-2AD75C58000A}" type="slidenum">
              <a:rPr lang="en-GB" altLang="en-US"/>
              <a:pPr>
                <a:spcBef>
                  <a:spcPct val="0"/>
                </a:spcBef>
              </a:pPr>
              <a:t>25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F409E-8E40-798D-2249-B29D7301D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>
            <a:extLst>
              <a:ext uri="{FF2B5EF4-FFF2-40B4-BE49-F238E27FC236}">
                <a16:creationId xmlns:a16="http://schemas.microsoft.com/office/drawing/2014/main" id="{40744022-D194-283F-86D7-47F4843F71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>
            <a:extLst>
              <a:ext uri="{FF2B5EF4-FFF2-40B4-BE49-F238E27FC236}">
                <a16:creationId xmlns:a16="http://schemas.microsoft.com/office/drawing/2014/main" id="{B28B4714-088D-CFD0-9D0E-CCC74DDB3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Flat local maximum: No uphill exists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Shoulder: progress is possible</a:t>
            </a:r>
          </a:p>
        </p:txBody>
      </p:sp>
      <p:sp>
        <p:nvSpPr>
          <p:cNvPr id="50180" name="Slide Number Placeholder 3">
            <a:extLst>
              <a:ext uri="{FF2B5EF4-FFF2-40B4-BE49-F238E27FC236}">
                <a16:creationId xmlns:a16="http://schemas.microsoft.com/office/drawing/2014/main" id="{F839B312-2E48-E5F0-5C03-97CA63F5C7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C0CE80D-FA8A-44A7-A105-2AD75C58000A}" type="slidenum">
              <a:rPr lang="en-GB" altLang="en-US"/>
              <a:pPr>
                <a:spcBef>
                  <a:spcPct val="0"/>
                </a:spcBef>
              </a:pPr>
              <a:t>26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923367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03963F-15E3-4F9A-906F-AFE85BBD6231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1818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B1E12-9044-F38B-D1E0-895900FF7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3033E7-599A-7038-74CC-0255B8DD66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F18E05-D7EC-9B23-9FC1-26BC27A3D3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B179E9-C50F-E391-3410-BFF1F998DD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03963F-15E3-4F9A-906F-AFE85BBD6231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0670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0E5B6-D1E3-0AE9-536E-D48FDD948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6D206F-1ABD-83EE-3D6B-08CBE10142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653472-A419-FDA0-841B-B619B86ED9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35CB7C-FAF3-AB9F-89B4-C1AAC3D0E6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03963F-15E3-4F9A-906F-AFE85BBD6231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702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8091" y="3085765"/>
            <a:ext cx="8240108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2" y="990600"/>
            <a:ext cx="7989752" cy="1504844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2" y="2495444"/>
            <a:ext cx="7989752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ECD0B64-F392-4469-B10B-622E9378706B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275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228003"/>
            <a:ext cx="7989752" cy="36307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D0B64-F392-4469-B10B-622E9378706B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857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52646" y="5141973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36573"/>
            <a:ext cx="7989751" cy="1504844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4541417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ECD0B64-F392-4469-B10B-622E9378706B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459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2" y="2228002"/>
            <a:ext cx="389952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2" y="2228003"/>
            <a:ext cx="390766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D0B64-F392-4469-B10B-622E9378706B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924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28003"/>
            <a:ext cx="3593500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2" y="2926051"/>
            <a:ext cx="3899527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69308" y="2228003"/>
            <a:ext cx="3601635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2" y="2926051"/>
            <a:ext cx="3907662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D0B64-F392-4469-B10B-622E9378706B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033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D0B64-F392-4469-B10B-622E9378706B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163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D0B64-F392-4469-B10B-622E9378706B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676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52646" y="5141973"/>
            <a:ext cx="8238707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352" y="5262296"/>
            <a:ext cx="353662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99" y="601200"/>
            <a:ext cx="824040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5617" y="5262295"/>
            <a:ext cx="426532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ECD0B64-F392-4469-B10B-622E9378706B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540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4693389"/>
            <a:ext cx="7989752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8093" y="599725"/>
            <a:ext cx="8238706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6"/>
            <a:ext cx="7989752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D0B64-F392-4469-B10B-622E9378706B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934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D0B64-F392-4469-B10B-622E9378706B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4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629400" y="599725"/>
            <a:ext cx="2057399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75725"/>
            <a:ext cx="1503123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2" y="675725"/>
            <a:ext cx="592220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45255" y="5956136"/>
            <a:ext cx="947672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ECD0B64-F392-4469-B10B-622E9378706B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0"/>
            <a:ext cx="59222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1146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CE7CDF-FB70-7F76-652C-D0B320898B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6E5D01-275A-33B2-C9B5-292A9F086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5BC30A-3A0B-9AF0-1896-1866EF67D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2BB4771-FBDB-43E3-B2F1-1A065B9018C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146305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145088" y="2017713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5145088" y="4151313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753CA08-9B7C-AF6D-9B61-66CBAB7941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DCEC0A2-84E0-6F0B-E507-9280EB7FA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E22CA95-9AF1-A2BF-C91A-1DEDFEA70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5B94A69-81FC-4681-AEFF-A22BC8D9D8C9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561354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>
            <a:normAutofit/>
          </a:bodyPr>
          <a:lstStyle/>
          <a:p>
            <a:pPr lvl="0"/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75462-1348-7885-4DE0-360696E1E5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081DE2-A057-8F71-40AF-29A613FA1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994EC8-A4AF-4272-4F7D-763A2D8E1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C97065B-7570-429A-BFF3-1BB5C6A892B3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56495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687474"/>
            <a:ext cx="7989752" cy="10833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228003"/>
            <a:ext cx="7989752" cy="3630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59327" y="59561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6ECD0B64-F392-4469-B10B-622E9378706B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0"/>
            <a:ext cx="48705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0476" y="5956136"/>
            <a:ext cx="770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8091" y="441325"/>
            <a:ext cx="2719909" cy="10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5976001" y="441325"/>
            <a:ext cx="2710800" cy="108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3216601" y="441325"/>
            <a:ext cx="2710800" cy="10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46218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1" r:id="rId3"/>
    <p:sldLayoutId id="2147483862" r:id="rId4"/>
    <p:sldLayoutId id="2147483863" r:id="rId5"/>
    <p:sldLayoutId id="2147483864" r:id="rId6"/>
    <p:sldLayoutId id="2147483865" r:id="rId7"/>
    <p:sldLayoutId id="2147483866" r:id="rId8"/>
    <p:sldLayoutId id="2147483867" r:id="rId9"/>
    <p:sldLayoutId id="2147483868" r:id="rId10"/>
    <p:sldLayoutId id="2147483869" r:id="rId11"/>
    <p:sldLayoutId id="2147483870" r:id="rId12"/>
    <p:sldLayoutId id="2147483871" r:id="rId13"/>
    <p:sldLayoutId id="2147483872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13" Type="http://schemas.openxmlformats.org/officeDocument/2006/relationships/image" Target="../media/image9.png"/><Relationship Id="rId18" Type="http://schemas.openxmlformats.org/officeDocument/2006/relationships/customXml" Target="../ink/ink11.xml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customXml" Target="../ink/ink8.xml"/><Relationship Id="rId17" Type="http://schemas.openxmlformats.org/officeDocument/2006/relationships/image" Target="../media/image11.png"/><Relationship Id="rId2" Type="http://schemas.openxmlformats.org/officeDocument/2006/relationships/customXml" Target="../ink/ink3.xml"/><Relationship Id="rId16" Type="http://schemas.openxmlformats.org/officeDocument/2006/relationships/customXml" Target="../ink/ink1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.xml"/><Relationship Id="rId11" Type="http://schemas.openxmlformats.org/officeDocument/2006/relationships/image" Target="../media/image8.png"/><Relationship Id="rId5" Type="http://schemas.openxmlformats.org/officeDocument/2006/relationships/image" Target="../media/image5.png"/><Relationship Id="rId15" Type="http://schemas.openxmlformats.org/officeDocument/2006/relationships/image" Target="../media/image10.png"/><Relationship Id="rId10" Type="http://schemas.openxmlformats.org/officeDocument/2006/relationships/customXml" Target="../ink/ink7.xml"/><Relationship Id="rId19" Type="http://schemas.openxmlformats.org/officeDocument/2006/relationships/image" Target="../media/image12.png"/><Relationship Id="rId4" Type="http://schemas.openxmlformats.org/officeDocument/2006/relationships/customXml" Target="../ink/ink4.xml"/><Relationship Id="rId9" Type="http://schemas.openxmlformats.org/officeDocument/2006/relationships/image" Target="../media/image7.png"/><Relationship Id="rId14" Type="http://schemas.openxmlformats.org/officeDocument/2006/relationships/customXml" Target="../ink/ink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customXml" Target="../ink/ink12.xml"/><Relationship Id="rId7" Type="http://schemas.openxmlformats.org/officeDocument/2006/relationships/customXml" Target="../ink/ink1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customXml" Target="../ink/ink13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customXml" Target="../ink/ink19.xml"/><Relationship Id="rId3" Type="http://schemas.openxmlformats.org/officeDocument/2006/relationships/image" Target="../media/image18.png"/><Relationship Id="rId7" Type="http://schemas.openxmlformats.org/officeDocument/2006/relationships/customXml" Target="../ink/ink16.xml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customXml" Target="../ink/ink18.xml"/><Relationship Id="rId5" Type="http://schemas.openxmlformats.org/officeDocument/2006/relationships/customXml" Target="../ink/ink15.xml"/><Relationship Id="rId15" Type="http://schemas.openxmlformats.org/officeDocument/2006/relationships/customXml" Target="../ink/ink20.xml"/><Relationship Id="rId10" Type="http://schemas.openxmlformats.org/officeDocument/2006/relationships/image" Target="../media/image22.png"/><Relationship Id="rId4" Type="http://schemas.openxmlformats.org/officeDocument/2006/relationships/image" Target="../media/image19.png"/><Relationship Id="rId9" Type="http://schemas.openxmlformats.org/officeDocument/2006/relationships/customXml" Target="../ink/ink17.xml"/><Relationship Id="rId1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customXml" Target="../ink/ink26.xml"/><Relationship Id="rId18" Type="http://schemas.openxmlformats.org/officeDocument/2006/relationships/image" Target="../media/image33.png"/><Relationship Id="rId26" Type="http://schemas.openxmlformats.org/officeDocument/2006/relationships/image" Target="../media/image37.png"/><Relationship Id="rId3" Type="http://schemas.openxmlformats.org/officeDocument/2006/relationships/customXml" Target="../ink/ink21.xml"/><Relationship Id="rId21" Type="http://schemas.openxmlformats.org/officeDocument/2006/relationships/customXml" Target="../ink/ink30.xml"/><Relationship Id="rId7" Type="http://schemas.openxmlformats.org/officeDocument/2006/relationships/customXml" Target="../ink/ink23.xml"/><Relationship Id="rId12" Type="http://schemas.openxmlformats.org/officeDocument/2006/relationships/image" Target="../media/image30.png"/><Relationship Id="rId17" Type="http://schemas.openxmlformats.org/officeDocument/2006/relationships/customXml" Target="../ink/ink28.xml"/><Relationship Id="rId25" Type="http://schemas.openxmlformats.org/officeDocument/2006/relationships/customXml" Target="../ink/ink32.xml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32.png"/><Relationship Id="rId20" Type="http://schemas.openxmlformats.org/officeDocument/2006/relationships/image" Target="../media/image34.png"/><Relationship Id="rId29" Type="http://schemas.openxmlformats.org/officeDocument/2006/relationships/customXml" Target="../ink/ink3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customXml" Target="../ink/ink25.xml"/><Relationship Id="rId24" Type="http://schemas.openxmlformats.org/officeDocument/2006/relationships/image" Target="../media/image36.png"/><Relationship Id="rId32" Type="http://schemas.openxmlformats.org/officeDocument/2006/relationships/image" Target="../media/image40.png"/><Relationship Id="rId5" Type="http://schemas.openxmlformats.org/officeDocument/2006/relationships/customXml" Target="../ink/ink22.xml"/><Relationship Id="rId15" Type="http://schemas.openxmlformats.org/officeDocument/2006/relationships/customXml" Target="../ink/ink27.xml"/><Relationship Id="rId23" Type="http://schemas.openxmlformats.org/officeDocument/2006/relationships/customXml" Target="../ink/ink31.xml"/><Relationship Id="rId28" Type="http://schemas.openxmlformats.org/officeDocument/2006/relationships/image" Target="../media/image38.png"/><Relationship Id="rId10" Type="http://schemas.openxmlformats.org/officeDocument/2006/relationships/image" Target="../media/image29.png"/><Relationship Id="rId19" Type="http://schemas.openxmlformats.org/officeDocument/2006/relationships/customXml" Target="../ink/ink29.xml"/><Relationship Id="rId31" Type="http://schemas.openxmlformats.org/officeDocument/2006/relationships/customXml" Target="../ink/ink35.xml"/><Relationship Id="rId4" Type="http://schemas.openxmlformats.org/officeDocument/2006/relationships/image" Target="../media/image26.png"/><Relationship Id="rId9" Type="http://schemas.openxmlformats.org/officeDocument/2006/relationships/customXml" Target="../ink/ink24.xml"/><Relationship Id="rId14" Type="http://schemas.openxmlformats.org/officeDocument/2006/relationships/image" Target="../media/image31.png"/><Relationship Id="rId22" Type="http://schemas.openxmlformats.org/officeDocument/2006/relationships/image" Target="../media/image35.png"/><Relationship Id="rId27" Type="http://schemas.openxmlformats.org/officeDocument/2006/relationships/customXml" Target="../ink/ink33.xml"/><Relationship Id="rId30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7.png"/><Relationship Id="rId18" Type="http://schemas.openxmlformats.org/officeDocument/2006/relationships/customXml" Target="../ink/ink44.xml"/><Relationship Id="rId26" Type="http://schemas.openxmlformats.org/officeDocument/2006/relationships/customXml" Target="../ink/ink48.xml"/><Relationship Id="rId39" Type="http://schemas.openxmlformats.org/officeDocument/2006/relationships/image" Target="../media/image60.png"/><Relationship Id="rId21" Type="http://schemas.openxmlformats.org/officeDocument/2006/relationships/image" Target="../media/image51.png"/><Relationship Id="rId34" Type="http://schemas.openxmlformats.org/officeDocument/2006/relationships/customXml" Target="../ink/ink52.xml"/><Relationship Id="rId7" Type="http://schemas.openxmlformats.org/officeDocument/2006/relationships/image" Target="../media/image44.png"/><Relationship Id="rId2" Type="http://schemas.openxmlformats.org/officeDocument/2006/relationships/customXml" Target="../ink/ink36.xml"/><Relationship Id="rId16" Type="http://schemas.openxmlformats.org/officeDocument/2006/relationships/customXml" Target="../ink/ink43.xml"/><Relationship Id="rId20" Type="http://schemas.openxmlformats.org/officeDocument/2006/relationships/customXml" Target="../ink/ink45.xml"/><Relationship Id="rId29" Type="http://schemas.openxmlformats.org/officeDocument/2006/relationships/image" Target="../media/image55.png"/><Relationship Id="rId41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8.xml"/><Relationship Id="rId11" Type="http://schemas.openxmlformats.org/officeDocument/2006/relationships/image" Target="../media/image46.png"/><Relationship Id="rId24" Type="http://schemas.openxmlformats.org/officeDocument/2006/relationships/customXml" Target="../ink/ink47.xml"/><Relationship Id="rId32" Type="http://schemas.openxmlformats.org/officeDocument/2006/relationships/customXml" Target="../ink/ink51.xml"/><Relationship Id="rId37" Type="http://schemas.openxmlformats.org/officeDocument/2006/relationships/image" Target="../media/image59.png"/><Relationship Id="rId40" Type="http://schemas.openxmlformats.org/officeDocument/2006/relationships/customXml" Target="../ink/ink55.xml"/><Relationship Id="rId5" Type="http://schemas.openxmlformats.org/officeDocument/2006/relationships/image" Target="../media/image43.png"/><Relationship Id="rId15" Type="http://schemas.openxmlformats.org/officeDocument/2006/relationships/image" Target="../media/image48.png"/><Relationship Id="rId23" Type="http://schemas.openxmlformats.org/officeDocument/2006/relationships/image" Target="../media/image52.png"/><Relationship Id="rId28" Type="http://schemas.openxmlformats.org/officeDocument/2006/relationships/customXml" Target="../ink/ink49.xml"/><Relationship Id="rId36" Type="http://schemas.openxmlformats.org/officeDocument/2006/relationships/customXml" Target="../ink/ink53.xml"/><Relationship Id="rId10" Type="http://schemas.openxmlformats.org/officeDocument/2006/relationships/customXml" Target="../ink/ink40.xml"/><Relationship Id="rId19" Type="http://schemas.openxmlformats.org/officeDocument/2006/relationships/image" Target="../media/image50.png"/><Relationship Id="rId31" Type="http://schemas.openxmlformats.org/officeDocument/2006/relationships/image" Target="../media/image56.png"/><Relationship Id="rId4" Type="http://schemas.openxmlformats.org/officeDocument/2006/relationships/customXml" Target="../ink/ink37.xml"/><Relationship Id="rId9" Type="http://schemas.openxmlformats.org/officeDocument/2006/relationships/image" Target="../media/image45.png"/><Relationship Id="rId14" Type="http://schemas.openxmlformats.org/officeDocument/2006/relationships/customXml" Target="../ink/ink42.xml"/><Relationship Id="rId22" Type="http://schemas.openxmlformats.org/officeDocument/2006/relationships/customXml" Target="../ink/ink46.xml"/><Relationship Id="rId27" Type="http://schemas.openxmlformats.org/officeDocument/2006/relationships/image" Target="../media/image54.png"/><Relationship Id="rId30" Type="http://schemas.openxmlformats.org/officeDocument/2006/relationships/customXml" Target="../ink/ink50.xml"/><Relationship Id="rId35" Type="http://schemas.openxmlformats.org/officeDocument/2006/relationships/image" Target="../media/image58.png"/><Relationship Id="rId8" Type="http://schemas.openxmlformats.org/officeDocument/2006/relationships/customXml" Target="../ink/ink39.xml"/><Relationship Id="rId3" Type="http://schemas.openxmlformats.org/officeDocument/2006/relationships/image" Target="../media/image42.png"/><Relationship Id="rId12" Type="http://schemas.openxmlformats.org/officeDocument/2006/relationships/customXml" Target="../ink/ink41.xml"/><Relationship Id="rId17" Type="http://schemas.openxmlformats.org/officeDocument/2006/relationships/image" Target="../media/image49.png"/><Relationship Id="rId25" Type="http://schemas.openxmlformats.org/officeDocument/2006/relationships/image" Target="../media/image53.png"/><Relationship Id="rId33" Type="http://schemas.openxmlformats.org/officeDocument/2006/relationships/image" Target="../media/image57.png"/><Relationship Id="rId38" Type="http://schemas.openxmlformats.org/officeDocument/2006/relationships/customXml" Target="../ink/ink54.xml"/></Relationships>
</file>

<file path=ppt/slides/_rels/slide2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7.xml"/><Relationship Id="rId21" Type="http://schemas.openxmlformats.org/officeDocument/2006/relationships/image" Target="../media/image70.png"/><Relationship Id="rId42" Type="http://schemas.openxmlformats.org/officeDocument/2006/relationships/customXml" Target="../ink/ink75.xml"/><Relationship Id="rId47" Type="http://schemas.openxmlformats.org/officeDocument/2006/relationships/image" Target="../media/image83.png"/><Relationship Id="rId63" Type="http://schemas.openxmlformats.org/officeDocument/2006/relationships/customXml" Target="../ink/ink86.xml"/><Relationship Id="rId68" Type="http://schemas.openxmlformats.org/officeDocument/2006/relationships/image" Target="../media/image93.png"/><Relationship Id="rId84" Type="http://schemas.openxmlformats.org/officeDocument/2006/relationships/image" Target="../media/image101.png"/><Relationship Id="rId89" Type="http://schemas.openxmlformats.org/officeDocument/2006/relationships/customXml" Target="../ink/ink99.xml"/><Relationship Id="rId16" Type="http://schemas.openxmlformats.org/officeDocument/2006/relationships/customXml" Target="../ink/ink62.xml"/><Relationship Id="rId11" Type="http://schemas.openxmlformats.org/officeDocument/2006/relationships/image" Target="../media/image65.png"/><Relationship Id="rId32" Type="http://schemas.openxmlformats.org/officeDocument/2006/relationships/customXml" Target="../ink/ink70.xml"/><Relationship Id="rId37" Type="http://schemas.openxmlformats.org/officeDocument/2006/relationships/image" Target="../media/image78.png"/><Relationship Id="rId53" Type="http://schemas.openxmlformats.org/officeDocument/2006/relationships/customXml" Target="../ink/ink81.xml"/><Relationship Id="rId58" Type="http://schemas.openxmlformats.org/officeDocument/2006/relationships/image" Target="../media/image88.png"/><Relationship Id="rId74" Type="http://schemas.openxmlformats.org/officeDocument/2006/relationships/image" Target="../media/image96.png"/><Relationship Id="rId79" Type="http://schemas.openxmlformats.org/officeDocument/2006/relationships/customXml" Target="../ink/ink94.xml"/><Relationship Id="rId5" Type="http://schemas.openxmlformats.org/officeDocument/2006/relationships/image" Target="../media/image63.png"/><Relationship Id="rId90" Type="http://schemas.openxmlformats.org/officeDocument/2006/relationships/image" Target="../media/image104.png"/><Relationship Id="rId95" Type="http://schemas.openxmlformats.org/officeDocument/2006/relationships/customXml" Target="../ink/ink102.xml"/><Relationship Id="rId22" Type="http://schemas.openxmlformats.org/officeDocument/2006/relationships/customXml" Target="../ink/ink65.xml"/><Relationship Id="rId27" Type="http://schemas.openxmlformats.org/officeDocument/2006/relationships/image" Target="../media/image73.png"/><Relationship Id="rId43" Type="http://schemas.openxmlformats.org/officeDocument/2006/relationships/image" Target="../media/image81.png"/><Relationship Id="rId48" Type="http://schemas.openxmlformats.org/officeDocument/2006/relationships/customXml" Target="../ink/ink78.xml"/><Relationship Id="rId64" Type="http://schemas.openxmlformats.org/officeDocument/2006/relationships/image" Target="../media/image91.png"/><Relationship Id="rId69" Type="http://schemas.openxmlformats.org/officeDocument/2006/relationships/customXml" Target="../ink/ink89.xml"/><Relationship Id="rId80" Type="http://schemas.openxmlformats.org/officeDocument/2006/relationships/image" Target="../media/image99.png"/><Relationship Id="rId85" Type="http://schemas.openxmlformats.org/officeDocument/2006/relationships/customXml" Target="../ink/ink97.xml"/><Relationship Id="rId3" Type="http://schemas.openxmlformats.org/officeDocument/2006/relationships/image" Target="../media/image62.png"/><Relationship Id="rId12" Type="http://schemas.openxmlformats.org/officeDocument/2006/relationships/customXml" Target="../ink/ink60.xml"/><Relationship Id="rId17" Type="http://schemas.openxmlformats.org/officeDocument/2006/relationships/image" Target="../media/image68.png"/><Relationship Id="rId25" Type="http://schemas.openxmlformats.org/officeDocument/2006/relationships/image" Target="../media/image72.png"/><Relationship Id="rId33" Type="http://schemas.openxmlformats.org/officeDocument/2006/relationships/image" Target="../media/image76.png"/><Relationship Id="rId38" Type="http://schemas.openxmlformats.org/officeDocument/2006/relationships/customXml" Target="../ink/ink73.xml"/><Relationship Id="rId46" Type="http://schemas.openxmlformats.org/officeDocument/2006/relationships/customXml" Target="../ink/ink77.xml"/><Relationship Id="rId59" Type="http://schemas.openxmlformats.org/officeDocument/2006/relationships/customXml" Target="../ink/ink84.xml"/><Relationship Id="rId67" Type="http://schemas.openxmlformats.org/officeDocument/2006/relationships/customXml" Target="../ink/ink88.xml"/><Relationship Id="rId20" Type="http://schemas.openxmlformats.org/officeDocument/2006/relationships/customXml" Target="../ink/ink64.xml"/><Relationship Id="rId41" Type="http://schemas.openxmlformats.org/officeDocument/2006/relationships/image" Target="../media/image80.png"/><Relationship Id="rId54" Type="http://schemas.openxmlformats.org/officeDocument/2006/relationships/image" Target="../media/image86.png"/><Relationship Id="rId62" Type="http://schemas.openxmlformats.org/officeDocument/2006/relationships/image" Target="../media/image90.png"/><Relationship Id="rId70" Type="http://schemas.openxmlformats.org/officeDocument/2006/relationships/image" Target="../media/image94.png"/><Relationship Id="rId75" Type="http://schemas.openxmlformats.org/officeDocument/2006/relationships/customXml" Target="../ink/ink92.xml"/><Relationship Id="rId83" Type="http://schemas.openxmlformats.org/officeDocument/2006/relationships/customXml" Target="../ink/ink96.xml"/><Relationship Id="rId88" Type="http://schemas.openxmlformats.org/officeDocument/2006/relationships/image" Target="../media/image103.png"/><Relationship Id="rId91" Type="http://schemas.openxmlformats.org/officeDocument/2006/relationships/customXml" Target="../ink/ink100.xml"/><Relationship Id="rId96" Type="http://schemas.openxmlformats.org/officeDocument/2006/relationships/image" Target="../media/image10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7.xml"/><Relationship Id="rId15" Type="http://schemas.openxmlformats.org/officeDocument/2006/relationships/image" Target="../media/image67.png"/><Relationship Id="rId23" Type="http://schemas.openxmlformats.org/officeDocument/2006/relationships/image" Target="../media/image71.png"/><Relationship Id="rId28" Type="http://schemas.openxmlformats.org/officeDocument/2006/relationships/customXml" Target="../ink/ink68.xml"/><Relationship Id="rId36" Type="http://schemas.openxmlformats.org/officeDocument/2006/relationships/customXml" Target="../ink/ink72.xml"/><Relationship Id="rId49" Type="http://schemas.openxmlformats.org/officeDocument/2006/relationships/image" Target="../media/image84.png"/><Relationship Id="rId57" Type="http://schemas.openxmlformats.org/officeDocument/2006/relationships/customXml" Target="../ink/ink83.xml"/><Relationship Id="rId10" Type="http://schemas.openxmlformats.org/officeDocument/2006/relationships/customXml" Target="../ink/ink59.xml"/><Relationship Id="rId31" Type="http://schemas.openxmlformats.org/officeDocument/2006/relationships/image" Target="../media/image75.png"/><Relationship Id="rId44" Type="http://schemas.openxmlformats.org/officeDocument/2006/relationships/customXml" Target="../ink/ink76.xml"/><Relationship Id="rId52" Type="http://schemas.openxmlformats.org/officeDocument/2006/relationships/customXml" Target="../ink/ink80.xml"/><Relationship Id="rId60" Type="http://schemas.openxmlformats.org/officeDocument/2006/relationships/image" Target="../media/image89.png"/><Relationship Id="rId65" Type="http://schemas.openxmlformats.org/officeDocument/2006/relationships/customXml" Target="../ink/ink87.xml"/><Relationship Id="rId73" Type="http://schemas.openxmlformats.org/officeDocument/2006/relationships/customXml" Target="../ink/ink91.xml"/><Relationship Id="rId78" Type="http://schemas.openxmlformats.org/officeDocument/2006/relationships/image" Target="../media/image98.png"/><Relationship Id="rId81" Type="http://schemas.openxmlformats.org/officeDocument/2006/relationships/customXml" Target="../ink/ink95.xml"/><Relationship Id="rId86" Type="http://schemas.openxmlformats.org/officeDocument/2006/relationships/image" Target="../media/image102.png"/><Relationship Id="rId94" Type="http://schemas.openxmlformats.org/officeDocument/2006/relationships/image" Target="../media/image106.png"/><Relationship Id="rId4" Type="http://schemas.openxmlformats.org/officeDocument/2006/relationships/customXml" Target="../ink/ink56.xml"/><Relationship Id="rId9" Type="http://schemas.openxmlformats.org/officeDocument/2006/relationships/image" Target="../media/image64.png"/><Relationship Id="rId13" Type="http://schemas.openxmlformats.org/officeDocument/2006/relationships/image" Target="../media/image66.png"/><Relationship Id="rId18" Type="http://schemas.openxmlformats.org/officeDocument/2006/relationships/customXml" Target="../ink/ink63.xml"/><Relationship Id="rId39" Type="http://schemas.openxmlformats.org/officeDocument/2006/relationships/image" Target="../media/image79.png"/><Relationship Id="rId34" Type="http://schemas.openxmlformats.org/officeDocument/2006/relationships/customXml" Target="../ink/ink71.xml"/><Relationship Id="rId50" Type="http://schemas.openxmlformats.org/officeDocument/2006/relationships/customXml" Target="../ink/ink79.xml"/><Relationship Id="rId55" Type="http://schemas.openxmlformats.org/officeDocument/2006/relationships/customXml" Target="../ink/ink82.xml"/><Relationship Id="rId76" Type="http://schemas.openxmlformats.org/officeDocument/2006/relationships/image" Target="../media/image97.png"/><Relationship Id="rId97" Type="http://schemas.openxmlformats.org/officeDocument/2006/relationships/customXml" Target="../ink/ink103.xml"/><Relationship Id="rId7" Type="http://schemas.openxmlformats.org/officeDocument/2006/relationships/image" Target="../media/image40.png"/><Relationship Id="rId71" Type="http://schemas.openxmlformats.org/officeDocument/2006/relationships/customXml" Target="../ink/ink90.xml"/><Relationship Id="rId92" Type="http://schemas.openxmlformats.org/officeDocument/2006/relationships/image" Target="../media/image105.png"/><Relationship Id="rId2" Type="http://schemas.openxmlformats.org/officeDocument/2006/relationships/notesSlide" Target="../notesSlides/notesSlide7.xml"/><Relationship Id="rId29" Type="http://schemas.openxmlformats.org/officeDocument/2006/relationships/image" Target="../media/image74.png"/><Relationship Id="rId24" Type="http://schemas.openxmlformats.org/officeDocument/2006/relationships/customXml" Target="../ink/ink66.xml"/><Relationship Id="rId40" Type="http://schemas.openxmlformats.org/officeDocument/2006/relationships/customXml" Target="../ink/ink74.xml"/><Relationship Id="rId45" Type="http://schemas.openxmlformats.org/officeDocument/2006/relationships/image" Target="../media/image82.png"/><Relationship Id="rId66" Type="http://schemas.openxmlformats.org/officeDocument/2006/relationships/image" Target="../media/image92.png"/><Relationship Id="rId87" Type="http://schemas.openxmlformats.org/officeDocument/2006/relationships/customXml" Target="../ink/ink98.xml"/><Relationship Id="rId61" Type="http://schemas.openxmlformats.org/officeDocument/2006/relationships/customXml" Target="../ink/ink85.xml"/><Relationship Id="rId82" Type="http://schemas.openxmlformats.org/officeDocument/2006/relationships/image" Target="../media/image100.png"/><Relationship Id="rId19" Type="http://schemas.openxmlformats.org/officeDocument/2006/relationships/image" Target="../media/image69.png"/><Relationship Id="rId14" Type="http://schemas.openxmlformats.org/officeDocument/2006/relationships/customXml" Target="../ink/ink61.xml"/><Relationship Id="rId30" Type="http://schemas.openxmlformats.org/officeDocument/2006/relationships/customXml" Target="../ink/ink69.xml"/><Relationship Id="rId35" Type="http://schemas.openxmlformats.org/officeDocument/2006/relationships/image" Target="../media/image77.png"/><Relationship Id="rId56" Type="http://schemas.openxmlformats.org/officeDocument/2006/relationships/image" Target="../media/image87.png"/><Relationship Id="rId77" Type="http://schemas.openxmlformats.org/officeDocument/2006/relationships/customXml" Target="../ink/ink93.xml"/><Relationship Id="rId8" Type="http://schemas.openxmlformats.org/officeDocument/2006/relationships/customXml" Target="../ink/ink58.xml"/><Relationship Id="rId51" Type="http://schemas.openxmlformats.org/officeDocument/2006/relationships/image" Target="../media/image85.png"/><Relationship Id="rId72" Type="http://schemas.openxmlformats.org/officeDocument/2006/relationships/image" Target="../media/image95.png"/><Relationship Id="rId93" Type="http://schemas.openxmlformats.org/officeDocument/2006/relationships/customXml" Target="../ink/ink101.xml"/><Relationship Id="rId98" Type="http://schemas.openxmlformats.org/officeDocument/2006/relationships/image" Target="../media/image10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6.xml"/><Relationship Id="rId13" Type="http://schemas.openxmlformats.org/officeDocument/2006/relationships/image" Target="../media/image115.png"/><Relationship Id="rId18" Type="http://schemas.openxmlformats.org/officeDocument/2006/relationships/customXml" Target="../ink/ink111.xml"/><Relationship Id="rId3" Type="http://schemas.openxmlformats.org/officeDocument/2006/relationships/image" Target="../media/image110.png"/><Relationship Id="rId21" Type="http://schemas.openxmlformats.org/officeDocument/2006/relationships/image" Target="../media/image119.png"/><Relationship Id="rId7" Type="http://schemas.openxmlformats.org/officeDocument/2006/relationships/image" Target="../media/image112.png"/><Relationship Id="rId12" Type="http://schemas.openxmlformats.org/officeDocument/2006/relationships/customXml" Target="../ink/ink108.xml"/><Relationship Id="rId17" Type="http://schemas.openxmlformats.org/officeDocument/2006/relationships/image" Target="../media/image117.png"/><Relationship Id="rId2" Type="http://schemas.openxmlformats.org/officeDocument/2006/relationships/image" Target="../media/image109.png"/><Relationship Id="rId16" Type="http://schemas.openxmlformats.org/officeDocument/2006/relationships/customXml" Target="../ink/ink110.xml"/><Relationship Id="rId20" Type="http://schemas.openxmlformats.org/officeDocument/2006/relationships/customXml" Target="../ink/ink11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05.xml"/><Relationship Id="rId11" Type="http://schemas.openxmlformats.org/officeDocument/2006/relationships/image" Target="../media/image114.png"/><Relationship Id="rId5" Type="http://schemas.openxmlformats.org/officeDocument/2006/relationships/image" Target="../media/image111.png"/><Relationship Id="rId15" Type="http://schemas.openxmlformats.org/officeDocument/2006/relationships/image" Target="../media/image116.png"/><Relationship Id="rId10" Type="http://schemas.openxmlformats.org/officeDocument/2006/relationships/customXml" Target="../ink/ink107.xml"/><Relationship Id="rId19" Type="http://schemas.openxmlformats.org/officeDocument/2006/relationships/image" Target="../media/image118.png"/><Relationship Id="rId4" Type="http://schemas.openxmlformats.org/officeDocument/2006/relationships/customXml" Target="../ink/ink104.xml"/><Relationship Id="rId9" Type="http://schemas.openxmlformats.org/officeDocument/2006/relationships/image" Target="../media/image113.png"/><Relationship Id="rId14" Type="http://schemas.openxmlformats.org/officeDocument/2006/relationships/customXml" Target="../ink/ink10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6.xml"/><Relationship Id="rId3" Type="http://schemas.openxmlformats.org/officeDocument/2006/relationships/image" Target="../media/image121.png"/><Relationship Id="rId7" Type="http://schemas.openxmlformats.org/officeDocument/2006/relationships/image" Target="../media/image123.png"/><Relationship Id="rId2" Type="http://schemas.openxmlformats.org/officeDocument/2006/relationships/customXml" Target="../ink/ink11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15.xml"/><Relationship Id="rId5" Type="http://schemas.openxmlformats.org/officeDocument/2006/relationships/image" Target="../media/image122.png"/><Relationship Id="rId4" Type="http://schemas.openxmlformats.org/officeDocument/2006/relationships/customXml" Target="../ink/ink114.xml"/><Relationship Id="rId9" Type="http://schemas.openxmlformats.org/officeDocument/2006/relationships/image" Target="../media/image1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6.png"/><Relationship Id="rId4" Type="http://schemas.openxmlformats.org/officeDocument/2006/relationships/customXml" Target="../ink/ink11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7.png"/><Relationship Id="rId4" Type="http://schemas.openxmlformats.org/officeDocument/2006/relationships/customXml" Target="../ink/ink1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3.xml"/><Relationship Id="rId3" Type="http://schemas.openxmlformats.org/officeDocument/2006/relationships/image" Target="../media/image125.png"/><Relationship Id="rId7" Type="http://schemas.openxmlformats.org/officeDocument/2006/relationships/image" Target="../media/image130.png"/><Relationship Id="rId2" Type="http://schemas.openxmlformats.org/officeDocument/2006/relationships/customXml" Target="../ink/ink12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22.xml"/><Relationship Id="rId5" Type="http://schemas.openxmlformats.org/officeDocument/2006/relationships/image" Target="../media/image129.png"/><Relationship Id="rId4" Type="http://schemas.openxmlformats.org/officeDocument/2006/relationships/customXml" Target="../ink/ink121.xml"/><Relationship Id="rId9" Type="http://schemas.openxmlformats.org/officeDocument/2006/relationships/image" Target="../media/image13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7.xml"/><Relationship Id="rId3" Type="http://schemas.openxmlformats.org/officeDocument/2006/relationships/image" Target="../media/image132.png"/><Relationship Id="rId7" Type="http://schemas.openxmlformats.org/officeDocument/2006/relationships/image" Target="../media/image134.png"/><Relationship Id="rId2" Type="http://schemas.openxmlformats.org/officeDocument/2006/relationships/customXml" Target="../ink/ink12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26.xml"/><Relationship Id="rId5" Type="http://schemas.openxmlformats.org/officeDocument/2006/relationships/image" Target="../media/image133.png"/><Relationship Id="rId4" Type="http://schemas.openxmlformats.org/officeDocument/2006/relationships/customXml" Target="../ink/ink125.xml"/><Relationship Id="rId9" Type="http://schemas.openxmlformats.org/officeDocument/2006/relationships/image" Target="../media/image13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1.xml"/><Relationship Id="rId13" Type="http://schemas.openxmlformats.org/officeDocument/2006/relationships/image" Target="../media/image142.png"/><Relationship Id="rId3" Type="http://schemas.openxmlformats.org/officeDocument/2006/relationships/image" Target="../media/image137.png"/><Relationship Id="rId7" Type="http://schemas.openxmlformats.org/officeDocument/2006/relationships/image" Target="../media/image139.png"/><Relationship Id="rId12" Type="http://schemas.openxmlformats.org/officeDocument/2006/relationships/customXml" Target="../ink/ink133.xml"/><Relationship Id="rId17" Type="http://schemas.openxmlformats.org/officeDocument/2006/relationships/image" Target="../media/image144.png"/><Relationship Id="rId2" Type="http://schemas.openxmlformats.org/officeDocument/2006/relationships/customXml" Target="../ink/ink128.xml"/><Relationship Id="rId16" Type="http://schemas.openxmlformats.org/officeDocument/2006/relationships/customXml" Target="../ink/ink13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30.xml"/><Relationship Id="rId11" Type="http://schemas.openxmlformats.org/officeDocument/2006/relationships/image" Target="../media/image141.png"/><Relationship Id="rId5" Type="http://schemas.openxmlformats.org/officeDocument/2006/relationships/image" Target="../media/image138.png"/><Relationship Id="rId15" Type="http://schemas.openxmlformats.org/officeDocument/2006/relationships/image" Target="../media/image143.png"/><Relationship Id="rId10" Type="http://schemas.openxmlformats.org/officeDocument/2006/relationships/customXml" Target="../ink/ink132.xml"/><Relationship Id="rId4" Type="http://schemas.openxmlformats.org/officeDocument/2006/relationships/customXml" Target="../ink/ink129.xml"/><Relationship Id="rId9" Type="http://schemas.openxmlformats.org/officeDocument/2006/relationships/image" Target="../media/image140.png"/><Relationship Id="rId14" Type="http://schemas.openxmlformats.org/officeDocument/2006/relationships/customXml" Target="../ink/ink134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13" Type="http://schemas.openxmlformats.org/officeDocument/2006/relationships/customXml" Target="../ink/ink141.xml"/><Relationship Id="rId3" Type="http://schemas.openxmlformats.org/officeDocument/2006/relationships/customXml" Target="../ink/ink136.xml"/><Relationship Id="rId7" Type="http://schemas.openxmlformats.org/officeDocument/2006/relationships/customXml" Target="../ink/ink138.xml"/><Relationship Id="rId12" Type="http://schemas.openxmlformats.org/officeDocument/2006/relationships/image" Target="../media/image149.png"/><Relationship Id="rId2" Type="http://schemas.openxmlformats.org/officeDocument/2006/relationships/image" Target="../media/image13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6.png"/><Relationship Id="rId11" Type="http://schemas.openxmlformats.org/officeDocument/2006/relationships/customXml" Target="../ink/ink140.xml"/><Relationship Id="rId5" Type="http://schemas.openxmlformats.org/officeDocument/2006/relationships/customXml" Target="../ink/ink137.xml"/><Relationship Id="rId10" Type="http://schemas.openxmlformats.org/officeDocument/2006/relationships/image" Target="../media/image148.png"/><Relationship Id="rId4" Type="http://schemas.openxmlformats.org/officeDocument/2006/relationships/image" Target="../media/image145.png"/><Relationship Id="rId9" Type="http://schemas.openxmlformats.org/officeDocument/2006/relationships/customXml" Target="../ink/ink139.xml"/><Relationship Id="rId14" Type="http://schemas.openxmlformats.org/officeDocument/2006/relationships/image" Target="../media/image150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5.xml"/><Relationship Id="rId3" Type="http://schemas.openxmlformats.org/officeDocument/2006/relationships/image" Target="../media/image151.png"/><Relationship Id="rId7" Type="http://schemas.openxmlformats.org/officeDocument/2006/relationships/image" Target="../media/image153.png"/><Relationship Id="rId2" Type="http://schemas.openxmlformats.org/officeDocument/2006/relationships/customXml" Target="../ink/ink14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44.xml"/><Relationship Id="rId11" Type="http://schemas.openxmlformats.org/officeDocument/2006/relationships/image" Target="../media/image155.png"/><Relationship Id="rId5" Type="http://schemas.openxmlformats.org/officeDocument/2006/relationships/image" Target="../media/image152.png"/><Relationship Id="rId10" Type="http://schemas.openxmlformats.org/officeDocument/2006/relationships/customXml" Target="../ink/ink146.xml"/><Relationship Id="rId4" Type="http://schemas.openxmlformats.org/officeDocument/2006/relationships/customXml" Target="../ink/ink143.xml"/><Relationship Id="rId9" Type="http://schemas.openxmlformats.org/officeDocument/2006/relationships/image" Target="../media/image154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0.xml"/><Relationship Id="rId3" Type="http://schemas.openxmlformats.org/officeDocument/2006/relationships/image" Target="../media/image156.png"/><Relationship Id="rId7" Type="http://schemas.openxmlformats.org/officeDocument/2006/relationships/image" Target="../media/image158.png"/><Relationship Id="rId2" Type="http://schemas.openxmlformats.org/officeDocument/2006/relationships/customXml" Target="../ink/ink14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49.xml"/><Relationship Id="rId11" Type="http://schemas.openxmlformats.org/officeDocument/2006/relationships/image" Target="../media/image160.png"/><Relationship Id="rId5" Type="http://schemas.openxmlformats.org/officeDocument/2006/relationships/image" Target="../media/image157.png"/><Relationship Id="rId10" Type="http://schemas.openxmlformats.org/officeDocument/2006/relationships/customXml" Target="../ink/ink151.xml"/><Relationship Id="rId4" Type="http://schemas.openxmlformats.org/officeDocument/2006/relationships/customXml" Target="../ink/ink148.xml"/><Relationship Id="rId9" Type="http://schemas.openxmlformats.org/officeDocument/2006/relationships/image" Target="../media/image159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5.xml"/><Relationship Id="rId3" Type="http://schemas.openxmlformats.org/officeDocument/2006/relationships/image" Target="../media/image161.png"/><Relationship Id="rId7" Type="http://schemas.openxmlformats.org/officeDocument/2006/relationships/image" Target="../media/image163.png"/><Relationship Id="rId2" Type="http://schemas.openxmlformats.org/officeDocument/2006/relationships/customXml" Target="../ink/ink15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54.xml"/><Relationship Id="rId11" Type="http://schemas.openxmlformats.org/officeDocument/2006/relationships/image" Target="../media/image165.png"/><Relationship Id="rId5" Type="http://schemas.openxmlformats.org/officeDocument/2006/relationships/image" Target="../media/image162.png"/><Relationship Id="rId10" Type="http://schemas.openxmlformats.org/officeDocument/2006/relationships/customXml" Target="../ink/ink156.xml"/><Relationship Id="rId4" Type="http://schemas.openxmlformats.org/officeDocument/2006/relationships/customXml" Target="../ink/ink153.xml"/><Relationship Id="rId9" Type="http://schemas.openxmlformats.org/officeDocument/2006/relationships/image" Target="../media/image164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60.xml"/><Relationship Id="rId3" Type="http://schemas.openxmlformats.org/officeDocument/2006/relationships/image" Target="../media/image166.png"/><Relationship Id="rId7" Type="http://schemas.openxmlformats.org/officeDocument/2006/relationships/image" Target="../media/image168.png"/><Relationship Id="rId2" Type="http://schemas.openxmlformats.org/officeDocument/2006/relationships/customXml" Target="../ink/ink15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59.xml"/><Relationship Id="rId5" Type="http://schemas.openxmlformats.org/officeDocument/2006/relationships/image" Target="../media/image167.png"/><Relationship Id="rId4" Type="http://schemas.openxmlformats.org/officeDocument/2006/relationships/customXml" Target="../ink/ink158.xml"/><Relationship Id="rId9" Type="http://schemas.openxmlformats.org/officeDocument/2006/relationships/image" Target="../media/image169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64.xml"/><Relationship Id="rId3" Type="http://schemas.openxmlformats.org/officeDocument/2006/relationships/image" Target="../media/image170.png"/><Relationship Id="rId7" Type="http://schemas.openxmlformats.org/officeDocument/2006/relationships/image" Target="../media/image172.png"/><Relationship Id="rId2" Type="http://schemas.openxmlformats.org/officeDocument/2006/relationships/customXml" Target="../ink/ink16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63.xml"/><Relationship Id="rId5" Type="http://schemas.openxmlformats.org/officeDocument/2006/relationships/image" Target="../media/image171.png"/><Relationship Id="rId4" Type="http://schemas.openxmlformats.org/officeDocument/2006/relationships/customXml" Target="../ink/ink162.xml"/><Relationship Id="rId9" Type="http://schemas.openxmlformats.org/officeDocument/2006/relationships/image" Target="../media/image173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68.xml"/><Relationship Id="rId3" Type="http://schemas.openxmlformats.org/officeDocument/2006/relationships/image" Target="../media/image174.png"/><Relationship Id="rId7" Type="http://schemas.openxmlformats.org/officeDocument/2006/relationships/image" Target="../media/image176.png"/><Relationship Id="rId2" Type="http://schemas.openxmlformats.org/officeDocument/2006/relationships/customXml" Target="../ink/ink16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67.xml"/><Relationship Id="rId5" Type="http://schemas.openxmlformats.org/officeDocument/2006/relationships/image" Target="../media/image175.png"/><Relationship Id="rId4" Type="http://schemas.openxmlformats.org/officeDocument/2006/relationships/customXml" Target="../ink/ink166.xml"/><Relationship Id="rId9" Type="http://schemas.openxmlformats.org/officeDocument/2006/relationships/image" Target="../media/image177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72.xml"/><Relationship Id="rId3" Type="http://schemas.openxmlformats.org/officeDocument/2006/relationships/image" Target="../media/image178.png"/><Relationship Id="rId7" Type="http://schemas.openxmlformats.org/officeDocument/2006/relationships/image" Target="../media/image180.png"/><Relationship Id="rId2" Type="http://schemas.openxmlformats.org/officeDocument/2006/relationships/customXml" Target="../ink/ink16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71.xml"/><Relationship Id="rId5" Type="http://schemas.openxmlformats.org/officeDocument/2006/relationships/image" Target="../media/image179.png"/><Relationship Id="rId4" Type="http://schemas.openxmlformats.org/officeDocument/2006/relationships/customXml" Target="../ink/ink170.xml"/><Relationship Id="rId9" Type="http://schemas.openxmlformats.org/officeDocument/2006/relationships/image" Target="../media/image181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3.xml"/><Relationship Id="rId2" Type="http://schemas.openxmlformats.org/officeDocument/2006/relationships/image" Target="../media/image11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3.png"/><Relationship Id="rId5" Type="http://schemas.openxmlformats.org/officeDocument/2006/relationships/customXml" Target="../ink/ink174.xml"/><Relationship Id="rId4" Type="http://schemas.openxmlformats.org/officeDocument/2006/relationships/image" Target="../media/image182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png"/><Relationship Id="rId3" Type="http://schemas.openxmlformats.org/officeDocument/2006/relationships/customXml" Target="../ink/ink175.xml"/><Relationship Id="rId7" Type="http://schemas.openxmlformats.org/officeDocument/2006/relationships/customXml" Target="../ink/ink177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6.png"/><Relationship Id="rId5" Type="http://schemas.openxmlformats.org/officeDocument/2006/relationships/customXml" Target="../ink/ink176.xml"/><Relationship Id="rId10" Type="http://schemas.openxmlformats.org/officeDocument/2006/relationships/image" Target="../media/image188.png"/><Relationship Id="rId4" Type="http://schemas.openxmlformats.org/officeDocument/2006/relationships/image" Target="../media/image185.png"/><Relationship Id="rId9" Type="http://schemas.openxmlformats.org/officeDocument/2006/relationships/customXml" Target="../ink/ink178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5D087E4-6954-FD2F-ABCB-633814FDC1C8}"/>
              </a:ext>
            </a:extLst>
          </p:cNvPr>
          <p:cNvSpPr txBox="1"/>
          <p:nvPr/>
        </p:nvSpPr>
        <p:spPr>
          <a:xfrm>
            <a:off x="728131" y="3736776"/>
            <a:ext cx="7687733" cy="61555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Local Search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214D9D-2F9E-D295-0F59-4E5091EF0BAA}"/>
              </a:ext>
            </a:extLst>
          </p:cNvPr>
          <p:cNvSpPr txBox="1"/>
          <p:nvPr/>
        </p:nvSpPr>
        <p:spPr>
          <a:xfrm>
            <a:off x="1231898" y="1138762"/>
            <a:ext cx="6680200" cy="135421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44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CSE 440 </a:t>
            </a:r>
          </a:p>
          <a:p>
            <a:pPr algn="ctr"/>
            <a:r>
              <a:rPr lang="en-US" sz="44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Artificial Intelligence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D60280-9426-4BB9-15A1-74F21142D85D}"/>
              </a:ext>
            </a:extLst>
          </p:cNvPr>
          <p:cNvSpPr txBox="1"/>
          <p:nvPr/>
        </p:nvSpPr>
        <p:spPr>
          <a:xfrm>
            <a:off x="927094" y="4920620"/>
            <a:ext cx="7289805" cy="9233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Dr. Mohammad Mahmudul Alam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Department of Electrical &amp; Computer Engineering (ECE)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North South University (NSU)</a:t>
            </a:r>
          </a:p>
        </p:txBody>
      </p:sp>
    </p:spTree>
    <p:extLst>
      <p:ext uri="{BB962C8B-B14F-4D97-AF65-F5344CB8AC3E}">
        <p14:creationId xmlns:p14="http://schemas.microsoft.com/office/powerpoint/2010/main" val="3098322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F5D54-78D8-C72F-E271-F8DA5BD62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5FA21F-30CA-339F-96B8-078FF18136B2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Last 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773FDD-4CAA-535E-E6C6-665908538E70}"/>
              </a:ext>
            </a:extLst>
          </p:cNvPr>
          <p:cNvSpPr txBox="1"/>
          <p:nvPr/>
        </p:nvSpPr>
        <p:spPr>
          <a:xfrm>
            <a:off x="452966" y="1631810"/>
            <a:ext cx="8238067" cy="464742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Aft>
                <a:spcPts val="1200"/>
              </a:spcAft>
              <a:buClr>
                <a:schemeClr val="accent1"/>
              </a:buClr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Informed Search - one that uses problem specific knowledge … can find solutions more efficiently than an uninformed strategy.</a:t>
            </a:r>
          </a:p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Greedy Best First Search</a:t>
            </a:r>
          </a:p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“Always chooses the successor node with the best </a:t>
            </a:r>
            <a:r>
              <a:rPr lang="en-US" sz="2200" dirty="0">
                <a:solidFill>
                  <a:schemeClr val="accent1"/>
                </a:solidFill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 value” where f(n) = h(n)</a:t>
            </a:r>
          </a:p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We choose the one that is nearest to the final state among all possible choices</a:t>
            </a:r>
            <a:endParaRPr lang="en-US" sz="1200" dirty="0">
              <a:latin typeface="+mj-lt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A* Search</a:t>
            </a:r>
          </a:p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Best first search using an “admissible” heuristic function </a:t>
            </a:r>
            <a:r>
              <a:rPr lang="en-US" sz="2200" dirty="0">
                <a:solidFill>
                  <a:schemeClr val="accent1"/>
                </a:solidFill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 that considers the current cost g(n), f(n) = g(n) + h(n)</a:t>
            </a:r>
          </a:p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Always returns the optimal solution path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74061B2-6C23-4BA8-88AA-30FBC418B9EB}"/>
                  </a:ext>
                </a:extLst>
              </p14:cNvPr>
              <p14:cNvContentPartPr/>
              <p14:nvPr/>
            </p14:nvContentPartPr>
            <p14:xfrm>
              <a:off x="456921" y="1987398"/>
              <a:ext cx="2068200" cy="842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74061B2-6C23-4BA8-88AA-30FBC418B9E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8281" y="1978398"/>
                <a:ext cx="2085840" cy="10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E91FF1C-4DBE-4DC9-AC3B-F3161D15B433}"/>
                  </a:ext>
                </a:extLst>
              </p14:cNvPr>
              <p14:cNvContentPartPr/>
              <p14:nvPr/>
            </p14:nvContentPartPr>
            <p14:xfrm>
              <a:off x="3648321" y="1986318"/>
              <a:ext cx="3501360" cy="489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E91FF1C-4DBE-4DC9-AC3B-F3161D15B43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39321" y="1977318"/>
                <a:ext cx="3519000" cy="66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44707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8192B-01A8-C277-FB72-7FE629161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9E9F78-F128-3774-0307-D1318D7847C5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Local Search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39E7D1-46C1-2DA9-FFE0-01BB1C96B5E4}"/>
              </a:ext>
            </a:extLst>
          </p:cNvPr>
          <p:cNvSpPr txBox="1"/>
          <p:nvPr/>
        </p:nvSpPr>
        <p:spPr>
          <a:xfrm>
            <a:off x="452965" y="1407572"/>
            <a:ext cx="8238067" cy="341632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In the previous search problems, we wanted to find paths through the search space. </a:t>
            </a:r>
          </a:p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But sometimes we care only about the </a:t>
            </a:r>
            <a:r>
              <a:rPr lang="en-US" sz="2400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final state</a:t>
            </a: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, not the path to get there. </a:t>
            </a:r>
          </a:p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For example, in the 4-queens problem, we care only about finding a valid final configuration of the 4-queens. </a:t>
            </a:r>
          </a:p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Because if you know the configuration, it is trivial to reconstruct the steps that created it. </a:t>
            </a:r>
          </a:p>
        </p:txBody>
      </p:sp>
      <p:pic>
        <p:nvPicPr>
          <p:cNvPr id="1026" name="Picture 2" descr="N Queen Problem Using Recursive Backtracking | Code Pumpkin">
            <a:extLst>
              <a:ext uri="{FF2B5EF4-FFF2-40B4-BE49-F238E27FC236}">
                <a16:creationId xmlns:a16="http://schemas.microsoft.com/office/drawing/2014/main" id="{3CE6C428-4B81-0508-B0DA-7F13A217EE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3310" y="5027596"/>
            <a:ext cx="1857375" cy="1628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1246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E6EFE-E215-5160-3D71-CD03406D0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093B37B-7D73-CD56-A641-B99166E4B3EA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Local Search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BF458F-2D23-B90A-6250-7B5DA9DFDA06}"/>
              </a:ext>
            </a:extLst>
          </p:cNvPr>
          <p:cNvSpPr txBox="1"/>
          <p:nvPr/>
        </p:nvSpPr>
        <p:spPr>
          <a:xfrm>
            <a:off x="452966" y="1917677"/>
            <a:ext cx="8238067" cy="403187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Aft>
                <a:spcPts val="1200"/>
              </a:spcAft>
              <a:buClr>
                <a:schemeClr val="accent1"/>
              </a:buClr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This is also true for many important applications such as </a:t>
            </a:r>
          </a:p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Integrated-Circuit Design</a:t>
            </a:r>
          </a:p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Factory Floor Layout</a:t>
            </a:r>
          </a:p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Job-shop Scheduling</a:t>
            </a:r>
          </a:p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Automatic Programming</a:t>
            </a:r>
          </a:p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Telecommunications Network Optimization</a:t>
            </a:r>
          </a:p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Crop Planning</a:t>
            </a:r>
          </a:p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Portfolio Management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2514D04-4EE0-4B28-8FC9-04BDD2467414}"/>
                  </a:ext>
                </a:extLst>
              </p14:cNvPr>
              <p14:cNvContentPartPr/>
              <p14:nvPr/>
            </p14:nvContentPartPr>
            <p14:xfrm>
              <a:off x="289161" y="2556558"/>
              <a:ext cx="9720" cy="223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2514D04-4EE0-4B28-8FC9-04BDD246741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0161" y="2547558"/>
                <a:ext cx="27360" cy="241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C2D0528D-E586-41CE-A270-336750AA099E}"/>
              </a:ext>
            </a:extLst>
          </p:cNvPr>
          <p:cNvGrpSpPr/>
          <p:nvPr/>
        </p:nvGrpSpPr>
        <p:grpSpPr>
          <a:xfrm>
            <a:off x="203841" y="3126798"/>
            <a:ext cx="289440" cy="246240"/>
            <a:chOff x="203841" y="3126798"/>
            <a:chExt cx="289440" cy="24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5DF454D-47F5-4DDD-9685-28528BDBD7E6}"/>
                    </a:ext>
                  </a:extLst>
                </p14:cNvPr>
                <p14:cNvContentPartPr/>
                <p14:nvPr/>
              </p14:nvContentPartPr>
              <p14:xfrm>
                <a:off x="203841" y="3126798"/>
                <a:ext cx="158040" cy="2462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5DF454D-47F5-4DDD-9685-28528BDBD7E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94841" y="3118158"/>
                  <a:ext cx="17568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CECF302-E5C4-4B63-AA95-EC6C4541477D}"/>
                    </a:ext>
                  </a:extLst>
                </p14:cNvPr>
                <p14:cNvContentPartPr/>
                <p14:nvPr/>
              </p14:nvContentPartPr>
              <p14:xfrm>
                <a:off x="335601" y="3272238"/>
                <a:ext cx="157680" cy="964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CECF302-E5C4-4B63-AA95-EC6C4541477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26961" y="3263238"/>
                  <a:ext cx="175320" cy="114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2118780-9A56-473E-8A7A-D5691CD345E6}"/>
                  </a:ext>
                </a:extLst>
              </p14:cNvPr>
              <p14:cNvContentPartPr/>
              <p14:nvPr/>
            </p14:nvContentPartPr>
            <p14:xfrm>
              <a:off x="209601" y="3536478"/>
              <a:ext cx="183600" cy="2646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2118780-9A56-473E-8A7A-D5691CD345E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00961" y="3527838"/>
                <a:ext cx="201240" cy="282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5990BCE4-3068-40BC-9098-50B988FCCDF4}"/>
              </a:ext>
            </a:extLst>
          </p:cNvPr>
          <p:cNvGrpSpPr/>
          <p:nvPr/>
        </p:nvGrpSpPr>
        <p:grpSpPr>
          <a:xfrm>
            <a:off x="156321" y="3993318"/>
            <a:ext cx="179640" cy="874080"/>
            <a:chOff x="156321" y="3993318"/>
            <a:chExt cx="179640" cy="87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B30464A-EB82-4EEB-9344-AC191712D24F}"/>
                    </a:ext>
                  </a:extLst>
                </p14:cNvPr>
                <p14:cNvContentPartPr/>
                <p14:nvPr/>
              </p14:nvContentPartPr>
              <p14:xfrm>
                <a:off x="199881" y="3993318"/>
                <a:ext cx="117360" cy="4298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B30464A-EB82-4EEB-9344-AC191712D24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1241" y="3984318"/>
                  <a:ext cx="135000" cy="4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FF82C17-AA71-41C2-97F3-8CE48859C728}"/>
                    </a:ext>
                  </a:extLst>
                </p14:cNvPr>
                <p14:cNvContentPartPr/>
                <p14:nvPr/>
              </p14:nvContentPartPr>
              <p14:xfrm>
                <a:off x="195921" y="4548798"/>
                <a:ext cx="140040" cy="604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FF82C17-AA71-41C2-97F3-8CE48859C72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86921" y="4540158"/>
                  <a:ext cx="1576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1B198D5-729B-4E2C-9C39-E939C11A133F}"/>
                    </a:ext>
                  </a:extLst>
                </p14:cNvPr>
                <p14:cNvContentPartPr/>
                <p14:nvPr/>
              </p14:nvContentPartPr>
              <p14:xfrm>
                <a:off x="156321" y="4627638"/>
                <a:ext cx="135360" cy="239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1B198D5-729B-4E2C-9C39-E939C11A133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7321" y="4618998"/>
                  <a:ext cx="153000" cy="257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4478A30-E76D-45E1-9908-42F8194E85F2}"/>
                  </a:ext>
                </a:extLst>
              </p14:cNvPr>
              <p14:cNvContentPartPr/>
              <p14:nvPr/>
            </p14:nvContentPartPr>
            <p14:xfrm>
              <a:off x="175401" y="5066478"/>
              <a:ext cx="120960" cy="189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4478A30-E76D-45E1-9908-42F8194E85F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66761" y="5057478"/>
                <a:ext cx="13860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8F8DF11-70B1-4379-8FE0-C6033C1C1D6B}"/>
                  </a:ext>
                </a:extLst>
              </p14:cNvPr>
              <p14:cNvContentPartPr/>
              <p14:nvPr/>
            </p14:nvContentPartPr>
            <p14:xfrm>
              <a:off x="164961" y="5523318"/>
              <a:ext cx="135720" cy="4222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8F8DF11-70B1-4379-8FE0-C6033C1C1D6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56321" y="5514678"/>
                <a:ext cx="153360" cy="439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33934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1" name="Arc 4">
            <a:extLst>
              <a:ext uri="{FF2B5EF4-FFF2-40B4-BE49-F238E27FC236}">
                <a16:creationId xmlns:a16="http://schemas.microsoft.com/office/drawing/2014/main" id="{82B09D76-D832-71FE-D27A-3BC02FFCD292}"/>
              </a:ext>
            </a:extLst>
          </p:cNvPr>
          <p:cNvSpPr>
            <a:spLocks/>
          </p:cNvSpPr>
          <p:nvPr/>
        </p:nvSpPr>
        <p:spPr bwMode="auto">
          <a:xfrm flipH="1" flipV="1">
            <a:off x="252676" y="3541711"/>
            <a:ext cx="495299" cy="1565276"/>
          </a:xfrm>
          <a:custGeom>
            <a:avLst/>
            <a:gdLst>
              <a:gd name="T0" fmla="*/ 2147483646 w 22130"/>
              <a:gd name="T1" fmla="*/ 0 h 43200"/>
              <a:gd name="T2" fmla="*/ 0 w 22130"/>
              <a:gd name="T3" fmla="*/ 2147483646 h 43200"/>
              <a:gd name="T4" fmla="*/ 2147483646 w 22130"/>
              <a:gd name="T5" fmla="*/ 2147483646 h 43200"/>
              <a:gd name="T6" fmla="*/ 0 60000 65536"/>
              <a:gd name="T7" fmla="*/ 0 60000 65536"/>
              <a:gd name="T8" fmla="*/ 0 60000 65536"/>
              <a:gd name="T9" fmla="*/ 0 w 22130"/>
              <a:gd name="T10" fmla="*/ 0 h 43200"/>
              <a:gd name="T11" fmla="*/ 22130 w 22130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130" h="43200" fill="none" extrusionOk="0">
                <a:moveTo>
                  <a:pt x="529" y="0"/>
                </a:moveTo>
                <a:cubicBezTo>
                  <a:pt x="12459" y="0"/>
                  <a:pt x="22130" y="9670"/>
                  <a:pt x="22130" y="21600"/>
                </a:cubicBezTo>
                <a:cubicBezTo>
                  <a:pt x="22130" y="33529"/>
                  <a:pt x="12459" y="43200"/>
                  <a:pt x="530" y="43200"/>
                </a:cubicBezTo>
                <a:cubicBezTo>
                  <a:pt x="353" y="43200"/>
                  <a:pt x="176" y="43197"/>
                  <a:pt x="-1" y="43193"/>
                </a:cubicBezTo>
              </a:path>
              <a:path w="22130" h="43200" stroke="0" extrusionOk="0">
                <a:moveTo>
                  <a:pt x="529" y="0"/>
                </a:moveTo>
                <a:cubicBezTo>
                  <a:pt x="12459" y="0"/>
                  <a:pt x="22130" y="9670"/>
                  <a:pt x="22130" y="21600"/>
                </a:cubicBezTo>
                <a:cubicBezTo>
                  <a:pt x="22130" y="33529"/>
                  <a:pt x="12459" y="43200"/>
                  <a:pt x="530" y="43200"/>
                </a:cubicBezTo>
                <a:cubicBezTo>
                  <a:pt x="353" y="43200"/>
                  <a:pt x="176" y="43197"/>
                  <a:pt x="-1" y="43193"/>
                </a:cubicBezTo>
                <a:lnTo>
                  <a:pt x="530" y="21600"/>
                </a:lnTo>
                <a:lnTo>
                  <a:pt x="529" y="0"/>
                </a:lnTo>
                <a:close/>
              </a:path>
            </a:pathLst>
          </a:custGeom>
          <a:noFill/>
          <a:ln w="28575">
            <a:solidFill>
              <a:schemeClr val="accent1"/>
            </a:solidFill>
            <a:round/>
            <a:headEnd type="oval" w="med" len="med"/>
            <a:tailEnd type="triangle" w="med" len="med"/>
          </a:ln>
        </p:spPr>
        <p:txBody>
          <a:bodyPr rot="10800000" wrap="none" anchor="ctr"/>
          <a:lstStyle/>
          <a:p>
            <a:endParaRPr lang="en-US" dirty="0">
              <a:solidFill>
                <a:schemeClr val="accent1"/>
              </a:solidFill>
            </a:endParaRPr>
          </a:p>
        </p:txBody>
      </p:sp>
      <p:grpSp>
        <p:nvGrpSpPr>
          <p:cNvPr id="14342" name="Group 5">
            <a:extLst>
              <a:ext uri="{FF2B5EF4-FFF2-40B4-BE49-F238E27FC236}">
                <a16:creationId xmlns:a16="http://schemas.microsoft.com/office/drawing/2014/main" id="{201B32C3-71A0-2DC1-57F9-B549A0BCB074}"/>
              </a:ext>
            </a:extLst>
          </p:cNvPr>
          <p:cNvGrpSpPr>
            <a:grpSpLocks/>
          </p:cNvGrpSpPr>
          <p:nvPr/>
        </p:nvGrpSpPr>
        <p:grpSpPr bwMode="auto">
          <a:xfrm>
            <a:off x="6290733" y="2519362"/>
            <a:ext cx="2055813" cy="2587625"/>
            <a:chOff x="1633" y="1872"/>
            <a:chExt cx="1295" cy="1630"/>
          </a:xfrm>
        </p:grpSpPr>
        <p:sp>
          <p:nvSpPr>
            <p:cNvPr id="14343" name="Oval 6">
              <a:extLst>
                <a:ext uri="{FF2B5EF4-FFF2-40B4-BE49-F238E27FC236}">
                  <a16:creationId xmlns:a16="http://schemas.microsoft.com/office/drawing/2014/main" id="{A8A7027F-D514-9552-FAB2-94FCDF9CB3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" y="3024"/>
              <a:ext cx="478" cy="478"/>
            </a:xfrm>
            <a:prstGeom prst="ellipse">
              <a:avLst/>
            </a:prstGeom>
            <a:noFill/>
            <a:ln w="12700">
              <a:solidFill>
                <a:srgbClr val="FF1F1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14344" name="Oval 7">
              <a:extLst>
                <a:ext uri="{FF2B5EF4-FFF2-40B4-BE49-F238E27FC236}">
                  <a16:creationId xmlns:a16="http://schemas.microsoft.com/office/drawing/2014/main" id="{BEABCA98-3508-568B-8DD6-063FC47F36F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837724">
              <a:off x="1872" y="2784"/>
              <a:ext cx="288" cy="432"/>
            </a:xfrm>
            <a:prstGeom prst="ellipse">
              <a:avLst/>
            </a:prstGeom>
            <a:noFill/>
            <a:ln w="12700">
              <a:solidFill>
                <a:srgbClr val="FF1F1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14345" name="Oval 8">
              <a:extLst>
                <a:ext uri="{FF2B5EF4-FFF2-40B4-BE49-F238E27FC236}">
                  <a16:creationId xmlns:a16="http://schemas.microsoft.com/office/drawing/2014/main" id="{9B93C494-BEB5-3A18-1209-8A4E947084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592"/>
              <a:ext cx="576" cy="288"/>
            </a:xfrm>
            <a:prstGeom prst="ellipse">
              <a:avLst/>
            </a:prstGeom>
            <a:noFill/>
            <a:ln w="12700">
              <a:solidFill>
                <a:srgbClr val="FF1F1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14346" name="Oval 9">
              <a:extLst>
                <a:ext uri="{FF2B5EF4-FFF2-40B4-BE49-F238E27FC236}">
                  <a16:creationId xmlns:a16="http://schemas.microsoft.com/office/drawing/2014/main" id="{7B96A68D-116D-9247-B414-227B05F7B0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331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14347" name="Line 10">
              <a:extLst>
                <a:ext uri="{FF2B5EF4-FFF2-40B4-BE49-F238E27FC236}">
                  <a16:creationId xmlns:a16="http://schemas.microsoft.com/office/drawing/2014/main" id="{D653BE80-2C3E-D441-8273-4EACAD1BC7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72" y="3144"/>
              <a:ext cx="120" cy="16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8" name="Oval 11">
              <a:extLst>
                <a:ext uri="{FF2B5EF4-FFF2-40B4-BE49-F238E27FC236}">
                  <a16:creationId xmlns:a16="http://schemas.microsoft.com/office/drawing/2014/main" id="{4C2119EC-0C2D-48C4-3561-B4C9E901B5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3120"/>
              <a:ext cx="48" cy="4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14349" name="Oval 12">
              <a:extLst>
                <a:ext uri="{FF2B5EF4-FFF2-40B4-BE49-F238E27FC236}">
                  <a16:creationId xmlns:a16="http://schemas.microsoft.com/office/drawing/2014/main" id="{107348F5-C3A0-7B34-CBE3-D03FBAE677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832"/>
              <a:ext cx="48" cy="4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14350" name="Oval 13">
              <a:extLst>
                <a:ext uri="{FF2B5EF4-FFF2-40B4-BE49-F238E27FC236}">
                  <a16:creationId xmlns:a16="http://schemas.microsoft.com/office/drawing/2014/main" id="{0E077158-E56D-963D-4C49-93EB32AA43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640"/>
              <a:ext cx="48" cy="4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14351" name="Line 14">
              <a:extLst>
                <a:ext uri="{FF2B5EF4-FFF2-40B4-BE49-F238E27FC236}">
                  <a16:creationId xmlns:a16="http://schemas.microsoft.com/office/drawing/2014/main" id="{565A5CF3-124B-2C33-1E1A-36EED4E72E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92" y="2880"/>
              <a:ext cx="48" cy="24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2" name="Line 15">
              <a:extLst>
                <a:ext uri="{FF2B5EF4-FFF2-40B4-BE49-F238E27FC236}">
                  <a16:creationId xmlns:a16="http://schemas.microsoft.com/office/drawing/2014/main" id="{7D48695C-E95B-7751-9614-0580970CAB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968" y="2688"/>
              <a:ext cx="48" cy="14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3" name="Oval 16">
              <a:extLst>
                <a:ext uri="{FF2B5EF4-FFF2-40B4-BE49-F238E27FC236}">
                  <a16:creationId xmlns:a16="http://schemas.microsoft.com/office/drawing/2014/main" id="{D788857C-B418-5E06-4286-ABAD13D8BD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256"/>
              <a:ext cx="432" cy="480"/>
            </a:xfrm>
            <a:prstGeom prst="ellipse">
              <a:avLst/>
            </a:prstGeom>
            <a:noFill/>
            <a:ln w="12700">
              <a:solidFill>
                <a:srgbClr val="FF1F1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14354" name="Line 17">
              <a:extLst>
                <a:ext uri="{FF2B5EF4-FFF2-40B4-BE49-F238E27FC236}">
                  <a16:creationId xmlns:a16="http://schemas.microsoft.com/office/drawing/2014/main" id="{9C139599-E1C9-7709-94A8-D6CE8941BB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0" y="2448"/>
              <a:ext cx="48" cy="19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5" name="Oval 18">
              <a:extLst>
                <a:ext uri="{FF2B5EF4-FFF2-40B4-BE49-F238E27FC236}">
                  <a16:creationId xmlns:a16="http://schemas.microsoft.com/office/drawing/2014/main" id="{5DB655BC-78CE-FA56-EF92-36C800855D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2400"/>
              <a:ext cx="48" cy="4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14356" name="Oval 19">
              <a:extLst>
                <a:ext uri="{FF2B5EF4-FFF2-40B4-BE49-F238E27FC236}">
                  <a16:creationId xmlns:a16="http://schemas.microsoft.com/office/drawing/2014/main" id="{CECB90F9-7BE1-E98D-728E-8522843BB5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2160"/>
              <a:ext cx="48" cy="4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14357" name="Oval 20">
              <a:extLst>
                <a:ext uri="{FF2B5EF4-FFF2-40B4-BE49-F238E27FC236}">
                  <a16:creationId xmlns:a16="http://schemas.microsoft.com/office/drawing/2014/main" id="{318F41C3-F1D4-BE79-7CAE-A9A5970422D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837724">
              <a:off x="1920" y="2064"/>
              <a:ext cx="288" cy="432"/>
            </a:xfrm>
            <a:prstGeom prst="ellipse">
              <a:avLst/>
            </a:prstGeom>
            <a:noFill/>
            <a:ln w="12700">
              <a:solidFill>
                <a:srgbClr val="FF1F1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14358" name="Line 21">
              <a:extLst>
                <a:ext uri="{FF2B5EF4-FFF2-40B4-BE49-F238E27FC236}">
                  <a16:creationId xmlns:a16="http://schemas.microsoft.com/office/drawing/2014/main" id="{5CDF7C52-D3CC-589F-BD3B-97473AB6AE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6" y="2208"/>
              <a:ext cx="144" cy="19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9" name="Oval 22">
              <a:extLst>
                <a:ext uri="{FF2B5EF4-FFF2-40B4-BE49-F238E27FC236}">
                  <a16:creationId xmlns:a16="http://schemas.microsoft.com/office/drawing/2014/main" id="{B964D5D4-36EC-54BB-C317-D6E995D983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016"/>
              <a:ext cx="576" cy="288"/>
            </a:xfrm>
            <a:prstGeom prst="ellipse">
              <a:avLst/>
            </a:prstGeom>
            <a:noFill/>
            <a:ln w="12700">
              <a:solidFill>
                <a:srgbClr val="FF1F1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14360" name="Line 23">
              <a:extLst>
                <a:ext uri="{FF2B5EF4-FFF2-40B4-BE49-F238E27FC236}">
                  <a16:creationId xmlns:a16="http://schemas.microsoft.com/office/drawing/2014/main" id="{710AB2F8-A209-BC99-9E35-20069F75FE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08" y="2112"/>
              <a:ext cx="336" cy="4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1" name="Oval 24">
              <a:extLst>
                <a:ext uri="{FF2B5EF4-FFF2-40B4-BE49-F238E27FC236}">
                  <a16:creationId xmlns:a16="http://schemas.microsoft.com/office/drawing/2014/main" id="{9A0DC75C-A12E-9548-8248-B6D3F3DC6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112"/>
              <a:ext cx="48" cy="4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14362" name="Oval 25">
              <a:extLst>
                <a:ext uri="{FF2B5EF4-FFF2-40B4-BE49-F238E27FC236}">
                  <a16:creationId xmlns:a16="http://schemas.microsoft.com/office/drawing/2014/main" id="{848E974F-E8A6-3CBD-5472-8EBA4509B1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0" y="1872"/>
              <a:ext cx="478" cy="478"/>
            </a:xfrm>
            <a:prstGeom prst="ellipse">
              <a:avLst/>
            </a:prstGeom>
            <a:noFill/>
            <a:ln w="12700">
              <a:solidFill>
                <a:srgbClr val="FF1F1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14363" name="Line 26">
              <a:extLst>
                <a:ext uri="{FF2B5EF4-FFF2-40B4-BE49-F238E27FC236}">
                  <a16:creationId xmlns:a16="http://schemas.microsoft.com/office/drawing/2014/main" id="{CF91CD3D-9C2B-6CB0-4665-BEFD2578A9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92" y="1968"/>
              <a:ext cx="96" cy="14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4" name="Oval 27">
              <a:extLst>
                <a:ext uri="{FF2B5EF4-FFF2-40B4-BE49-F238E27FC236}">
                  <a16:creationId xmlns:a16="http://schemas.microsoft.com/office/drawing/2014/main" id="{832C3B93-FA46-84F1-5974-CEC64E7B8F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1920"/>
              <a:ext cx="48" cy="4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F8F02CE-B726-0D72-6D0E-4B68D257B4A6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Local Search: Key Idea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3FBAA0-7DEB-176A-CC87-36DF1A6AE173}"/>
              </a:ext>
            </a:extLst>
          </p:cNvPr>
          <p:cNvSpPr txBox="1"/>
          <p:nvPr/>
        </p:nvSpPr>
        <p:spPr>
          <a:xfrm>
            <a:off x="862277" y="1921936"/>
            <a:ext cx="4666456" cy="378565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Aft>
                <a:spcPts val="1200"/>
              </a:spcAft>
              <a:buClr>
                <a:schemeClr val="accent1"/>
              </a:buClr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Key idea (surprisingly simple):</a:t>
            </a:r>
          </a:p>
          <a:p>
            <a:pPr marL="457200" indent="-457200">
              <a:spcAft>
                <a:spcPts val="1200"/>
              </a:spcAft>
              <a:buClr>
                <a:schemeClr val="accent1"/>
              </a:buClr>
              <a:buFont typeface="+mj-lt"/>
              <a:buAutoNum type="arabicParenR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Select (random) initial state (generate an initial guess) </a:t>
            </a:r>
          </a:p>
          <a:p>
            <a:pPr marL="457200" indent="-457200">
              <a:spcAft>
                <a:spcPts val="1200"/>
              </a:spcAft>
              <a:buClr>
                <a:schemeClr val="accent1"/>
              </a:buClr>
              <a:buFont typeface="+mj-lt"/>
              <a:buAutoNum type="arabicParenR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Make local modification to improve current state (evaluate current state and move to other states) </a:t>
            </a:r>
          </a:p>
          <a:p>
            <a:pPr marL="457200" indent="-457200">
              <a:spcAft>
                <a:spcPts val="1200"/>
              </a:spcAft>
              <a:buClr>
                <a:schemeClr val="accent1"/>
              </a:buClr>
              <a:buFont typeface="+mj-lt"/>
              <a:buAutoNum type="arabicParenR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Repeat Step 2 until goal state found (or out of time)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3">
            <a:extLst>
              <a:ext uri="{FF2B5EF4-FFF2-40B4-BE49-F238E27FC236}">
                <a16:creationId xmlns:a16="http://schemas.microsoft.com/office/drawing/2014/main" id="{FE50F7CD-65FE-DF10-64CE-EBD6CB0A8032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1393189" y="1505486"/>
            <a:ext cx="6357620" cy="2108679"/>
          </a:xfrm>
        </p:spPr>
        <p:txBody>
          <a:bodyPr>
            <a:normAutofit/>
          </a:bodyPr>
          <a:lstStyle/>
          <a:p>
            <a:pPr eaLnBrk="1" hangingPunct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States: 4 queens in 4 columns (256 states) </a:t>
            </a:r>
          </a:p>
          <a:p>
            <a:pPr eaLnBrk="1" hangingPunct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Operators: move queen in column </a:t>
            </a:r>
          </a:p>
          <a:p>
            <a:pPr eaLnBrk="1" hangingPunct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Goal test: no attacks </a:t>
            </a:r>
          </a:p>
          <a:p>
            <a:pPr eaLnBrk="1" hangingPunct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Evaluation: h(n) = number of attacks </a:t>
            </a:r>
          </a:p>
        </p:txBody>
      </p:sp>
      <p:graphicFrame>
        <p:nvGraphicFramePr>
          <p:cNvPr id="25605" name="Object 4">
            <a:extLst>
              <a:ext uri="{FF2B5EF4-FFF2-40B4-BE49-F238E27FC236}">
                <a16:creationId xmlns:a16="http://schemas.microsoft.com/office/drawing/2014/main" id="{74225F5E-80D4-D588-72B3-FF326A117F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867908"/>
              </p:ext>
            </p:extLst>
          </p:nvPr>
        </p:nvGraphicFramePr>
        <p:xfrm>
          <a:off x="1333499" y="3749644"/>
          <a:ext cx="6477000" cy="203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3428571" imgH="1076475" progId="Paint.Picture">
                  <p:embed/>
                </p:oleObj>
              </mc:Choice>
              <mc:Fallback>
                <p:oleObj name="Bitmap Image" r:id="rId3" imgW="3428571" imgH="1076475" progId="Paint.Picture">
                  <p:embed/>
                  <p:pic>
                    <p:nvPicPr>
                      <p:cNvPr id="25605" name="Object 4">
                        <a:extLst>
                          <a:ext uri="{FF2B5EF4-FFF2-40B4-BE49-F238E27FC236}">
                            <a16:creationId xmlns:a16="http://schemas.microsoft.com/office/drawing/2014/main" id="{74225F5E-80D4-D588-72B3-FF326A117F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3499" y="3749644"/>
                        <a:ext cx="6477000" cy="203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A027252-2EC6-3604-21BA-9C34C15D41B4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Example: 4-Queen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4207D0-C59C-7E33-72D1-CC837EDC8A4C}"/>
              </a:ext>
            </a:extLst>
          </p:cNvPr>
          <p:cNvSpPr txBox="1"/>
          <p:nvPr/>
        </p:nvSpPr>
        <p:spPr>
          <a:xfrm>
            <a:off x="1164166" y="5918711"/>
            <a:ext cx="2087034" cy="7386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>
              <a:spcAft>
                <a:spcPts val="1200"/>
              </a:spcAft>
              <a:buClr>
                <a:schemeClr val="accent1"/>
              </a:buClr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Initial Random Guess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15BF0F-E5D3-F04C-A899-66AE0845D2F3}"/>
              </a:ext>
            </a:extLst>
          </p:cNvPr>
          <p:cNvSpPr txBox="1"/>
          <p:nvPr/>
        </p:nvSpPr>
        <p:spPr>
          <a:xfrm>
            <a:off x="5909734" y="5977958"/>
            <a:ext cx="2087034" cy="36933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>
              <a:spcAft>
                <a:spcPts val="1200"/>
              </a:spcAft>
              <a:buClr>
                <a:schemeClr val="accent1"/>
              </a:buClr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Goal State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53" name="Object 4">
            <a:extLst>
              <a:ext uri="{FF2B5EF4-FFF2-40B4-BE49-F238E27FC236}">
                <a16:creationId xmlns:a16="http://schemas.microsoft.com/office/drawing/2014/main" id="{5A7C8F8E-8489-3F85-02D1-9F7645C07D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6494312"/>
              </p:ext>
            </p:extLst>
          </p:nvPr>
        </p:nvGraphicFramePr>
        <p:xfrm>
          <a:off x="2003995" y="3007730"/>
          <a:ext cx="5136003" cy="320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3591426" imgH="2343477" progId="Paint.Picture">
                  <p:embed/>
                </p:oleObj>
              </mc:Choice>
              <mc:Fallback>
                <p:oleObj name="Bitmap Image" r:id="rId2" imgW="3591426" imgH="2343477" progId="Paint.Picture">
                  <p:embed/>
                  <p:pic>
                    <p:nvPicPr>
                      <p:cNvPr id="27653" name="Object 4">
                        <a:extLst>
                          <a:ext uri="{FF2B5EF4-FFF2-40B4-BE49-F238E27FC236}">
                            <a16:creationId xmlns:a16="http://schemas.microsoft.com/office/drawing/2014/main" id="{5A7C8F8E-8489-3F85-02D1-9F7645C07D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3995" y="3007730"/>
                        <a:ext cx="5136003" cy="320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1" name="Slide Number Placeholder 5">
            <a:extLst>
              <a:ext uri="{FF2B5EF4-FFF2-40B4-BE49-F238E27FC236}">
                <a16:creationId xmlns:a16="http://schemas.microsoft.com/office/drawing/2014/main" id="{6F773DDB-F0B5-715D-EDBC-3C77DDC186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A34B2B8-A8AC-4DBE-A402-93966B2BE2AD}" type="slidenum">
              <a:rPr lang="en-GB" altLang="en-US" sz="1400">
                <a:solidFill>
                  <a:srgbClr val="FFFFFF"/>
                </a:solidFill>
                <a:latin typeface="Franklin Gothic Book" panose="020B0503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GB" altLang="en-US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762FBB52-3891-3D35-3E72-68891E75A71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371600" y="304800"/>
            <a:ext cx="7772400" cy="808038"/>
          </a:xfrm>
        </p:spPr>
        <p:txBody>
          <a:bodyPr/>
          <a:lstStyle/>
          <a:p>
            <a:pPr eaLnBrk="1" hangingPunct="1"/>
            <a:r>
              <a:rPr lang="en-US" altLang="en-US"/>
              <a:t>Example: Graph Coloring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6BDF7A-628A-A84A-0697-50E73181C746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Example: Graph Coloring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999572-7B47-5CC6-A2DC-B6381030093C}"/>
              </a:ext>
            </a:extLst>
          </p:cNvPr>
          <p:cNvSpPr txBox="1"/>
          <p:nvPr/>
        </p:nvSpPr>
        <p:spPr>
          <a:xfrm>
            <a:off x="452964" y="1548938"/>
            <a:ext cx="8238067" cy="141577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457200" indent="-457200">
              <a:spcAft>
                <a:spcPts val="12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Start with random coloring of nodes </a:t>
            </a:r>
          </a:p>
          <a:p>
            <a:pPr marL="457200" indent="-457200">
              <a:spcAft>
                <a:spcPts val="12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Change color of one node to reduce # of conflicts </a:t>
            </a:r>
          </a:p>
          <a:p>
            <a:pPr marL="457200" indent="-457200">
              <a:spcAft>
                <a:spcPts val="12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Repeat 2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8B394E-E5BC-1D2E-154C-045F9B073272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Local Search: Advantages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9D4940-0643-7BFF-DA2A-61C99951976A}"/>
              </a:ext>
            </a:extLst>
          </p:cNvPr>
          <p:cNvSpPr txBox="1"/>
          <p:nvPr/>
        </p:nvSpPr>
        <p:spPr>
          <a:xfrm>
            <a:off x="452966" y="1779660"/>
            <a:ext cx="8238066" cy="424731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just">
              <a:spcAft>
                <a:spcPts val="1200"/>
              </a:spcAft>
              <a:buClr>
                <a:schemeClr val="accent1"/>
              </a:buClr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Local search algorithms operate on a </a:t>
            </a:r>
            <a:r>
              <a:rPr lang="en-US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single</a:t>
            </a: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state – </a:t>
            </a:r>
            <a:r>
              <a:rPr lang="en-US" sz="24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current state </a:t>
            </a: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– and move to one of its neighboring states.</a:t>
            </a:r>
          </a:p>
          <a:p>
            <a:pPr algn="just">
              <a:spcAft>
                <a:spcPts val="1200"/>
              </a:spcAft>
              <a:buClr>
                <a:schemeClr val="accent1"/>
              </a:buClr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The principle: </a:t>
            </a:r>
            <a:r>
              <a:rPr lang="en-US" sz="24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keep a single "current" state, try to improve it</a:t>
            </a:r>
          </a:p>
          <a:p>
            <a:pPr algn="just">
              <a:spcAft>
                <a:spcPts val="1200"/>
              </a:spcAft>
              <a:buClr>
                <a:schemeClr val="accent1"/>
              </a:buClr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Therefore: Solution path needs not be maintained.</a:t>
            </a:r>
          </a:p>
          <a:p>
            <a:pPr algn="just">
              <a:spcAft>
                <a:spcPts val="1200"/>
              </a:spcAft>
              <a:buClr>
                <a:schemeClr val="accent1"/>
              </a:buClr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                   Hence, the search is “</a:t>
            </a:r>
            <a:r>
              <a:rPr lang="en-US" sz="24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local</a:t>
            </a: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”.</a:t>
            </a:r>
          </a:p>
          <a:p>
            <a:pPr marL="457200" indent="-457200" algn="just"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Two advantages: </a:t>
            </a:r>
          </a:p>
          <a:p>
            <a:pPr marL="457200" indent="-457200" algn="just">
              <a:spcAft>
                <a:spcPts val="12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Use little memory.</a:t>
            </a:r>
          </a:p>
          <a:p>
            <a:pPr marL="457200" indent="-457200" algn="just">
              <a:spcAft>
                <a:spcPts val="12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More applicable in searching large/infinite search space. They find </a:t>
            </a:r>
            <a:r>
              <a:rPr lang="en-US" sz="24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reasonable solutions</a:t>
            </a: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in this case.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DA24F79-E7E8-4235-AC12-93F9314C578F}"/>
                  </a:ext>
                </a:extLst>
              </p14:cNvPr>
              <p14:cNvContentPartPr/>
              <p14:nvPr/>
            </p14:nvContentPartPr>
            <p14:xfrm>
              <a:off x="811521" y="2145798"/>
              <a:ext cx="741240" cy="56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DA24F79-E7E8-4235-AC12-93F9314C578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2521" y="2136798"/>
                <a:ext cx="75888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973A95C-F8E3-439C-814F-A555D12A643A}"/>
                  </a:ext>
                </a:extLst>
              </p14:cNvPr>
              <p14:cNvContentPartPr/>
              <p14:nvPr/>
            </p14:nvContentPartPr>
            <p14:xfrm>
              <a:off x="1399401" y="2491038"/>
              <a:ext cx="1119240" cy="37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973A95C-F8E3-439C-814F-A555D12A643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90401" y="2482038"/>
                <a:ext cx="113688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A7323C9-4D14-42FB-B55E-A99AB7B22034}"/>
                  </a:ext>
                </a:extLst>
              </p14:cNvPr>
              <p14:cNvContentPartPr/>
              <p14:nvPr/>
            </p14:nvContentPartPr>
            <p14:xfrm>
              <a:off x="559521" y="3022398"/>
              <a:ext cx="1514880" cy="770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A7323C9-4D14-42FB-B55E-A99AB7B2203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50881" y="3013398"/>
                <a:ext cx="1532520" cy="94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DB3CC-F9D3-3A36-D5A4-57B843CD3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B63C40-3294-722A-0948-60A46780690B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Local Search: Algorithms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AEE21E-88BD-CB38-7308-704A6D5E0A39}"/>
              </a:ext>
            </a:extLst>
          </p:cNvPr>
          <p:cNvSpPr txBox="1"/>
          <p:nvPr/>
        </p:nvSpPr>
        <p:spPr>
          <a:xfrm>
            <a:off x="452967" y="2459504"/>
            <a:ext cx="8238066" cy="193899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457200" indent="-457200" algn="just">
              <a:spcAft>
                <a:spcPts val="1200"/>
              </a:spcAft>
              <a:buClr>
                <a:schemeClr val="accent1"/>
              </a:buClr>
              <a:buAutoNum type="arabicPeriod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Hill-climbing Search</a:t>
            </a:r>
          </a:p>
          <a:p>
            <a:pPr marL="457200" indent="-457200" algn="just">
              <a:spcAft>
                <a:spcPts val="1200"/>
              </a:spcAft>
              <a:buClr>
                <a:schemeClr val="accent1"/>
              </a:buClr>
              <a:buAutoNum type="arabicPeriod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Simulated Annealing</a:t>
            </a:r>
          </a:p>
          <a:p>
            <a:pPr marL="457200" indent="-457200" algn="just">
              <a:spcAft>
                <a:spcPts val="1200"/>
              </a:spcAft>
              <a:buClr>
                <a:schemeClr val="accent1"/>
              </a:buClr>
              <a:buAutoNum type="arabicPeriod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Local beam search</a:t>
            </a:r>
          </a:p>
          <a:p>
            <a:pPr marL="457200" indent="-457200" algn="just">
              <a:spcAft>
                <a:spcPts val="1200"/>
              </a:spcAft>
              <a:buClr>
                <a:schemeClr val="accent1"/>
              </a:buClr>
              <a:buAutoNum type="arabicPeriod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Gradient Descent/Ascent</a:t>
            </a:r>
          </a:p>
        </p:txBody>
      </p:sp>
    </p:spTree>
    <p:extLst>
      <p:ext uri="{BB962C8B-B14F-4D97-AF65-F5344CB8AC3E}">
        <p14:creationId xmlns:p14="http://schemas.microsoft.com/office/powerpoint/2010/main" val="4115552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12">
            <a:extLst>
              <a:ext uri="{FF2B5EF4-FFF2-40B4-BE49-F238E27FC236}">
                <a16:creationId xmlns:a16="http://schemas.microsoft.com/office/drawing/2014/main" id="{FD7A8C78-EB9F-F304-4239-D1429F94ACEC}"/>
              </a:ext>
            </a:extLst>
          </p:cNvPr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14"/>
          <a:stretch/>
        </p:blipFill>
        <p:spPr>
          <a:xfrm>
            <a:off x="4139671" y="3124200"/>
            <a:ext cx="5004329" cy="3733800"/>
          </a:xfr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964F047-553F-0EEC-ADB5-A43114A8E7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3294" y="1213825"/>
            <a:ext cx="3267739" cy="1359526"/>
          </a:xfrm>
          <a:prstGeom prst="rect">
            <a:avLst/>
          </a:prstGeom>
        </p:spPr>
      </p:pic>
      <p:sp>
        <p:nvSpPr>
          <p:cNvPr id="30726" name="Slide Number Placeholder 7">
            <a:extLst>
              <a:ext uri="{FF2B5EF4-FFF2-40B4-BE49-F238E27FC236}">
                <a16:creationId xmlns:a16="http://schemas.microsoft.com/office/drawing/2014/main" id="{4E5F1A01-C5DE-AE50-30B3-DE2260CD72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4D2F85A-656F-43F3-88A4-B82C66EBF669}" type="slidenum">
              <a:rPr lang="en-GB" altLang="en-US" sz="1400">
                <a:solidFill>
                  <a:srgbClr val="FFFFFF"/>
                </a:solidFill>
                <a:latin typeface="Franklin Gothic Book" panose="020B0503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GB" altLang="en-US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318E6F-F7CA-B5A3-F5B5-F8CDC0EA00AB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Hill-climbing Search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56181A-7BF0-245E-F09B-EA38C2E5E002}"/>
              </a:ext>
            </a:extLst>
          </p:cNvPr>
          <p:cNvSpPr txBox="1"/>
          <p:nvPr/>
        </p:nvSpPr>
        <p:spPr>
          <a:xfrm>
            <a:off x="452966" y="2260713"/>
            <a:ext cx="3686705" cy="387798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457200" indent="-457200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Hill-climbing search algorithm (also known as </a:t>
            </a:r>
            <a:r>
              <a:rPr lang="en-US" sz="22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greedy local search</a:t>
            </a: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) uses a loop that continually moves in the direction of increasing values (that is uphill).</a:t>
            </a:r>
          </a:p>
          <a:p>
            <a:pPr marL="457200" indent="-457200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It terminates when it reaches a peak where no neighbor has a higher value.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28AD44-99D0-25F5-7469-169184E3E5C6}"/>
              </a:ext>
            </a:extLst>
          </p:cNvPr>
          <p:cNvSpPr txBox="1"/>
          <p:nvPr/>
        </p:nvSpPr>
        <p:spPr>
          <a:xfrm>
            <a:off x="452966" y="1459638"/>
            <a:ext cx="8238067" cy="36933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Aft>
                <a:spcPts val="1200"/>
              </a:spcAft>
              <a:buClr>
                <a:schemeClr val="accent1"/>
              </a:buClr>
            </a:pPr>
            <a:r>
              <a:rPr lang="en-US" sz="2400" dirty="0">
                <a:latin typeface="+mj-lt"/>
                <a:cs typeface="Arial" charset="0"/>
              </a:rPr>
              <a:t>"Like climbing Everest in thick fog with amnesia"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9D5B96A-31E9-449E-B69D-3487A14D2A3F}"/>
                  </a:ext>
                </a:extLst>
              </p14:cNvPr>
              <p14:cNvContentPartPr/>
              <p14:nvPr/>
            </p14:nvContentPartPr>
            <p14:xfrm>
              <a:off x="737001" y="1800558"/>
              <a:ext cx="4257360" cy="95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9D5B96A-31E9-449E-B69D-3487A14D2A3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28361" y="1791918"/>
                <a:ext cx="427500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8721BBD-1A1C-4149-A94B-43E53C76A725}"/>
                  </a:ext>
                </a:extLst>
              </p14:cNvPr>
              <p14:cNvContentPartPr/>
              <p14:nvPr/>
            </p14:nvContentPartPr>
            <p14:xfrm>
              <a:off x="4329081" y="1006398"/>
              <a:ext cx="945000" cy="5612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8721BBD-1A1C-4149-A94B-43E53C76A72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320441" y="997758"/>
                <a:ext cx="962640" cy="57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6C601D54-91BE-4DAB-8EA7-4C4FE5C7CB41}"/>
              </a:ext>
            </a:extLst>
          </p:cNvPr>
          <p:cNvGrpSpPr/>
          <p:nvPr/>
        </p:nvGrpSpPr>
        <p:grpSpPr>
          <a:xfrm>
            <a:off x="5355801" y="661518"/>
            <a:ext cx="1628280" cy="617040"/>
            <a:chOff x="5355801" y="661518"/>
            <a:chExt cx="1628280" cy="61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1A1EE97-71B0-458B-8A3F-F0AA8874B30F}"/>
                    </a:ext>
                  </a:extLst>
                </p14:cNvPr>
                <p14:cNvContentPartPr/>
                <p14:nvPr/>
              </p14:nvContentPartPr>
              <p14:xfrm>
                <a:off x="5355801" y="785718"/>
                <a:ext cx="1260720" cy="4928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1A1EE97-71B0-458B-8A3F-F0AA8874B30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346801" y="776718"/>
                  <a:ext cx="127836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BEF005F-0EDD-41EE-AFB1-B5F85CB34DD3}"/>
                    </a:ext>
                  </a:extLst>
                </p14:cNvPr>
                <p14:cNvContentPartPr/>
                <p14:nvPr/>
              </p14:nvContentPartPr>
              <p14:xfrm>
                <a:off x="6086961" y="905238"/>
                <a:ext cx="230040" cy="1116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BEF005F-0EDD-41EE-AFB1-B5F85CB34DD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078321" y="896238"/>
                  <a:ext cx="2476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8FA4DFF-37DD-40B8-970A-DC2EC93FEB66}"/>
                    </a:ext>
                  </a:extLst>
                </p14:cNvPr>
                <p14:cNvContentPartPr/>
                <p14:nvPr/>
              </p14:nvContentPartPr>
              <p14:xfrm>
                <a:off x="6707241" y="697158"/>
                <a:ext cx="190800" cy="3132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8FA4DFF-37DD-40B8-970A-DC2EC93FEB6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698601" y="688518"/>
                  <a:ext cx="20844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6CD6BAC-CBC0-49C9-A33D-0E3693260D46}"/>
                    </a:ext>
                  </a:extLst>
                </p14:cNvPr>
                <p14:cNvContentPartPr/>
                <p14:nvPr/>
              </p14:nvContentPartPr>
              <p14:xfrm>
                <a:off x="6652521" y="661518"/>
                <a:ext cx="331560" cy="1969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6CD6BAC-CBC0-49C9-A33D-0E3693260D4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643521" y="652878"/>
                  <a:ext cx="349200" cy="2145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86143-077E-48D5-9EE4-FC04EDBF2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839AB0-9FDB-FCA7-28FA-1F8308CE4701}"/>
              </a:ext>
            </a:extLst>
          </p:cNvPr>
          <p:cNvSpPr txBox="1"/>
          <p:nvPr/>
        </p:nvSpPr>
        <p:spPr>
          <a:xfrm>
            <a:off x="452966" y="1391070"/>
            <a:ext cx="8238066" cy="507831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457200" indent="-4572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Looks one step ahead to determine if any successor is “better” than current state, then moves to best choice.</a:t>
            </a:r>
          </a:p>
          <a:p>
            <a:pPr marL="457200" indent="-4572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If there exists a successor </a:t>
            </a:r>
            <a:r>
              <a:rPr lang="en-US" sz="2200" b="1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</a:t>
            </a: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for the current state </a:t>
            </a:r>
            <a:r>
              <a:rPr lang="en-US" sz="2200" b="1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n</a:t>
            </a: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such that </a:t>
            </a:r>
          </a:p>
          <a:p>
            <a:pPr marL="914400" lvl="1" indent="-4572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h(s) &gt; h(n)</a:t>
            </a:r>
            <a:r>
              <a:rPr lang="en-US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– it’s better than where we are now</a:t>
            </a:r>
          </a:p>
          <a:p>
            <a:pPr marL="914400" lvl="1" indent="-4572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h(s) &gt;= h(t)</a:t>
            </a:r>
            <a:r>
              <a:rPr lang="en-US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for all the successors </a:t>
            </a:r>
            <a:r>
              <a:rPr lang="en-US" b="1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</a:t>
            </a:r>
            <a:r>
              <a:rPr lang="en-US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of </a:t>
            </a:r>
            <a:r>
              <a:rPr lang="en-US" b="1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n</a:t>
            </a:r>
            <a:r>
              <a:rPr lang="en-US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– and better than other choices then </a:t>
            </a:r>
          </a:p>
          <a:p>
            <a:pPr marL="914400" lvl="1" indent="-4572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Move from </a:t>
            </a:r>
            <a:r>
              <a:rPr lang="en-US" b="1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n</a:t>
            </a:r>
            <a:r>
              <a:rPr lang="en-US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to </a:t>
            </a:r>
            <a:r>
              <a:rPr lang="en-US" b="1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</a:t>
            </a:r>
            <a:r>
              <a:rPr lang="en-US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, Otherwise, halt at </a:t>
            </a:r>
            <a:r>
              <a:rPr lang="en-US" b="1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n</a:t>
            </a:r>
            <a:r>
              <a:rPr lang="en-US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.</a:t>
            </a:r>
          </a:p>
          <a:p>
            <a:pPr marL="457200" indent="-4572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Greedy search that uses objective function h()</a:t>
            </a:r>
          </a:p>
          <a:p>
            <a:pPr marL="914400" lvl="1" indent="-4572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But does not allow backtracking or jumping to an alternative path</a:t>
            </a:r>
          </a:p>
          <a:p>
            <a:pPr marL="914400" lvl="1" indent="-4572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Doesn’t “remember” where it has been</a:t>
            </a:r>
          </a:p>
          <a:p>
            <a:pPr marL="457200" indent="-4572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Not complete or optimal</a:t>
            </a:r>
          </a:p>
          <a:p>
            <a:pPr marL="914400" lvl="1" indent="-4572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Search will terminate at local minima, plateaus, ridges.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245F73-456D-93A3-DCC2-7851E30289F8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Hill-climbing Search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AF5C5AB-8676-4303-AE22-998F355EBE07}"/>
                  </a:ext>
                </a:extLst>
              </p14:cNvPr>
              <p14:cNvContentPartPr/>
              <p14:nvPr/>
            </p14:nvContentPartPr>
            <p14:xfrm>
              <a:off x="970281" y="1855998"/>
              <a:ext cx="6214680" cy="1418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AF5C5AB-8676-4303-AE22-998F355EBE0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1281" y="1847358"/>
                <a:ext cx="6232320" cy="15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E75CA2E-4A5E-4839-AB72-5873A3852369}"/>
                  </a:ext>
                </a:extLst>
              </p14:cNvPr>
              <p14:cNvContentPartPr/>
              <p14:nvPr/>
            </p14:nvContentPartPr>
            <p14:xfrm>
              <a:off x="1334241" y="2322558"/>
              <a:ext cx="2774880" cy="475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E75CA2E-4A5E-4839-AB72-5873A385236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25241" y="2313558"/>
                <a:ext cx="279252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128B915-6E46-4339-BACF-C633DBDC42AC}"/>
                  </a:ext>
                </a:extLst>
              </p14:cNvPr>
              <p14:cNvContentPartPr/>
              <p14:nvPr/>
            </p14:nvContentPartPr>
            <p14:xfrm>
              <a:off x="465921" y="4052718"/>
              <a:ext cx="434160" cy="4111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128B915-6E46-4339-BACF-C633DBDC42A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56921" y="4043718"/>
                <a:ext cx="451800" cy="42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90871DB-6E40-4997-B9DF-CB65BB09FE3A}"/>
                  </a:ext>
                </a:extLst>
              </p14:cNvPr>
              <p14:cNvContentPartPr/>
              <p14:nvPr/>
            </p14:nvContentPartPr>
            <p14:xfrm>
              <a:off x="382401" y="5224518"/>
              <a:ext cx="400320" cy="5832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90871DB-6E40-4997-B9DF-CB65BB09FE3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73401" y="5215878"/>
                <a:ext cx="417960" cy="60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679D1EF-6B12-42D1-ABD3-DB6812971F53}"/>
                  </a:ext>
                </a:extLst>
              </p14:cNvPr>
              <p14:cNvContentPartPr/>
              <p14:nvPr/>
            </p14:nvContentPartPr>
            <p14:xfrm>
              <a:off x="1156761" y="4493718"/>
              <a:ext cx="910440" cy="316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679D1EF-6B12-42D1-ABD3-DB6812971F5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147761" y="4484718"/>
                <a:ext cx="92808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7F53A33-B496-4CF0-A6DE-77A558A06589}"/>
                  </a:ext>
                </a:extLst>
              </p14:cNvPr>
              <p14:cNvContentPartPr/>
              <p14:nvPr/>
            </p14:nvContentPartPr>
            <p14:xfrm>
              <a:off x="4245201" y="847998"/>
              <a:ext cx="220320" cy="2062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7F53A33-B496-4CF0-A6DE-77A558A0658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236561" y="839358"/>
                <a:ext cx="23796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F46EC67-7E52-432A-BB25-E3E59789DAF9}"/>
                  </a:ext>
                </a:extLst>
              </p14:cNvPr>
              <p14:cNvContentPartPr/>
              <p14:nvPr/>
            </p14:nvContentPartPr>
            <p14:xfrm>
              <a:off x="4625001" y="799038"/>
              <a:ext cx="563040" cy="2048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F46EC67-7E52-432A-BB25-E3E59789DAF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616361" y="790398"/>
                <a:ext cx="580680" cy="22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13F13413-0DB3-4D35-AA54-98BC3D1F909B}"/>
              </a:ext>
            </a:extLst>
          </p:cNvPr>
          <p:cNvGrpSpPr/>
          <p:nvPr/>
        </p:nvGrpSpPr>
        <p:grpSpPr>
          <a:xfrm>
            <a:off x="5607441" y="314838"/>
            <a:ext cx="3576960" cy="1243440"/>
            <a:chOff x="5607441" y="314838"/>
            <a:chExt cx="3576960" cy="124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E8B452C-F473-49B7-9DD7-BFDBD9E7BD44}"/>
                    </a:ext>
                  </a:extLst>
                </p14:cNvPr>
                <p14:cNvContentPartPr/>
                <p14:nvPr/>
              </p14:nvContentPartPr>
              <p14:xfrm>
                <a:off x="5607441" y="709038"/>
                <a:ext cx="530280" cy="3657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E8B452C-F473-49B7-9DD7-BFDBD9E7BD4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598801" y="700038"/>
                  <a:ext cx="54792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AB9B743-2D8C-4EC0-9D0E-D402B6DE81BC}"/>
                    </a:ext>
                  </a:extLst>
                </p14:cNvPr>
                <p14:cNvContentPartPr/>
                <p14:nvPr/>
              </p14:nvContentPartPr>
              <p14:xfrm>
                <a:off x="6055281" y="724518"/>
                <a:ext cx="770040" cy="2566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AB9B743-2D8C-4EC0-9D0E-D402B6DE81B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046641" y="715518"/>
                  <a:ext cx="78768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E9383CB-0FEA-4465-9853-E481792206BA}"/>
                    </a:ext>
                  </a:extLst>
                </p14:cNvPr>
                <p14:cNvContentPartPr/>
                <p14:nvPr/>
              </p14:nvContentPartPr>
              <p14:xfrm>
                <a:off x="6959601" y="679158"/>
                <a:ext cx="374400" cy="1879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E9383CB-0FEA-4465-9853-E481792206B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950601" y="670518"/>
                  <a:ext cx="3920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769CACE-87BD-4464-88F4-18B7FC81BC16}"/>
                    </a:ext>
                  </a:extLst>
                </p14:cNvPr>
                <p14:cNvContentPartPr/>
                <p14:nvPr/>
              </p14:nvContentPartPr>
              <p14:xfrm>
                <a:off x="6249681" y="907038"/>
                <a:ext cx="1585800" cy="651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769CACE-87BD-4464-88F4-18B7FC81BC1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241041" y="898398"/>
                  <a:ext cx="1603440" cy="66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9443509-654A-43BF-8049-8A691EF7FDA9}"/>
                    </a:ext>
                  </a:extLst>
                </p14:cNvPr>
                <p14:cNvContentPartPr/>
                <p14:nvPr/>
              </p14:nvContentPartPr>
              <p14:xfrm>
                <a:off x="7787961" y="766278"/>
                <a:ext cx="163440" cy="2678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9443509-654A-43BF-8049-8A691EF7FDA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778961" y="757278"/>
                  <a:ext cx="18108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4445B46-3ADF-49B8-AE04-79A74FB50E9D}"/>
                    </a:ext>
                  </a:extLst>
                </p14:cNvPr>
                <p14:cNvContentPartPr/>
                <p14:nvPr/>
              </p14:nvContentPartPr>
              <p14:xfrm>
                <a:off x="7977321" y="665118"/>
                <a:ext cx="494640" cy="2898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4445B46-3ADF-49B8-AE04-79A74FB50E9D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968681" y="656118"/>
                  <a:ext cx="51228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B776E9A-805D-43D4-9DBA-A06356F146C7}"/>
                    </a:ext>
                  </a:extLst>
                </p14:cNvPr>
                <p14:cNvContentPartPr/>
                <p14:nvPr/>
              </p14:nvContentPartPr>
              <p14:xfrm>
                <a:off x="8460801" y="314838"/>
                <a:ext cx="723600" cy="4086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B776E9A-805D-43D4-9DBA-A06356F146C7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451801" y="305838"/>
                  <a:ext cx="741240" cy="426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6FC85F3E-DC99-4A90-9DD3-AB33E8638128}"/>
                  </a:ext>
                </a:extLst>
              </p14:cNvPr>
              <p14:cNvContentPartPr/>
              <p14:nvPr/>
            </p14:nvContentPartPr>
            <p14:xfrm>
              <a:off x="-979839" y="596718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6FC85F3E-DC99-4A90-9DD3-AB33E8638128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-988839" y="588078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16694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B8E9F-2B88-62CB-8D4D-DE2C9D645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B0E350-CAE3-F5D1-EA34-46AC97525E55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Hill-climbing Search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2DF314-B388-8E44-1204-51D08778F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072" y="2300130"/>
            <a:ext cx="8487960" cy="22577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4C8A9A-9CF3-215A-CF27-45143C7BD225}"/>
              </a:ext>
            </a:extLst>
          </p:cNvPr>
          <p:cNvSpPr txBox="1"/>
          <p:nvPr/>
        </p:nvSpPr>
        <p:spPr>
          <a:xfrm>
            <a:off x="452965" y="1582722"/>
            <a:ext cx="8238067" cy="33855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just">
              <a:spcAft>
                <a:spcPts val="1200"/>
              </a:spcAft>
              <a:buClr>
                <a:schemeClr val="accent1"/>
              </a:buClr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Algorithm</a:t>
            </a:r>
            <a:endParaRPr lang="en-US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1534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61" name="Freeform 5">
            <a:extLst>
              <a:ext uri="{FF2B5EF4-FFF2-40B4-BE49-F238E27FC236}">
                <a16:creationId xmlns:a16="http://schemas.microsoft.com/office/drawing/2014/main" id="{CC53ACEA-C386-DF49-0EF2-49F101BF4691}"/>
              </a:ext>
            </a:extLst>
          </p:cNvPr>
          <p:cNvSpPr>
            <a:spLocks/>
          </p:cNvSpPr>
          <p:nvPr/>
        </p:nvSpPr>
        <p:spPr bwMode="auto">
          <a:xfrm>
            <a:off x="1697289" y="2785533"/>
            <a:ext cx="5548313" cy="2057400"/>
          </a:xfrm>
          <a:custGeom>
            <a:avLst/>
            <a:gdLst>
              <a:gd name="T0" fmla="*/ 0 w 2928"/>
              <a:gd name="T1" fmla="*/ 2147483646 h 1056"/>
              <a:gd name="T2" fmla="*/ 2147483646 w 2928"/>
              <a:gd name="T3" fmla="*/ 2147483646 h 1056"/>
              <a:gd name="T4" fmla="*/ 2147483646 w 2928"/>
              <a:gd name="T5" fmla="*/ 2147483646 h 1056"/>
              <a:gd name="T6" fmla="*/ 2147483646 w 2928"/>
              <a:gd name="T7" fmla="*/ 2147483646 h 1056"/>
              <a:gd name="T8" fmla="*/ 2147483646 w 2928"/>
              <a:gd name="T9" fmla="*/ 2147483646 h 1056"/>
              <a:gd name="T10" fmla="*/ 2147483646 w 2928"/>
              <a:gd name="T11" fmla="*/ 2147483646 h 1056"/>
              <a:gd name="T12" fmla="*/ 2147483646 w 2928"/>
              <a:gd name="T13" fmla="*/ 2147483646 h 1056"/>
              <a:gd name="T14" fmla="*/ 2147483646 w 2928"/>
              <a:gd name="T15" fmla="*/ 2147483646 h 1056"/>
              <a:gd name="T16" fmla="*/ 2147483646 w 2928"/>
              <a:gd name="T17" fmla="*/ 2147483646 h 1056"/>
              <a:gd name="T18" fmla="*/ 2147483646 w 2928"/>
              <a:gd name="T19" fmla="*/ 0 h 1056"/>
              <a:gd name="T20" fmla="*/ 2147483646 w 2928"/>
              <a:gd name="T21" fmla="*/ 2147483646 h 1056"/>
              <a:gd name="T22" fmla="*/ 2147483646 w 2928"/>
              <a:gd name="T23" fmla="*/ 2147483646 h 1056"/>
              <a:gd name="T24" fmla="*/ 2147483646 w 2928"/>
              <a:gd name="T25" fmla="*/ 2147483646 h 105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928"/>
              <a:gd name="T40" fmla="*/ 0 h 1056"/>
              <a:gd name="T41" fmla="*/ 2928 w 2928"/>
              <a:gd name="T42" fmla="*/ 1056 h 105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928" h="1056">
                <a:moveTo>
                  <a:pt x="0" y="1056"/>
                </a:moveTo>
                <a:cubicBezTo>
                  <a:pt x="108" y="1040"/>
                  <a:pt x="216" y="1024"/>
                  <a:pt x="288" y="1008"/>
                </a:cubicBezTo>
                <a:cubicBezTo>
                  <a:pt x="360" y="992"/>
                  <a:pt x="383" y="975"/>
                  <a:pt x="432" y="960"/>
                </a:cubicBezTo>
                <a:cubicBezTo>
                  <a:pt x="481" y="945"/>
                  <a:pt x="503" y="953"/>
                  <a:pt x="584" y="920"/>
                </a:cubicBezTo>
                <a:cubicBezTo>
                  <a:pt x="665" y="887"/>
                  <a:pt x="841" y="833"/>
                  <a:pt x="920" y="760"/>
                </a:cubicBezTo>
                <a:cubicBezTo>
                  <a:pt x="999" y="687"/>
                  <a:pt x="1009" y="575"/>
                  <a:pt x="1056" y="480"/>
                </a:cubicBezTo>
                <a:cubicBezTo>
                  <a:pt x="1103" y="385"/>
                  <a:pt x="1136" y="224"/>
                  <a:pt x="1200" y="192"/>
                </a:cubicBezTo>
                <a:cubicBezTo>
                  <a:pt x="1264" y="160"/>
                  <a:pt x="1376" y="168"/>
                  <a:pt x="1440" y="288"/>
                </a:cubicBezTo>
                <a:cubicBezTo>
                  <a:pt x="1504" y="408"/>
                  <a:pt x="1464" y="960"/>
                  <a:pt x="1584" y="912"/>
                </a:cubicBezTo>
                <a:cubicBezTo>
                  <a:pt x="1704" y="864"/>
                  <a:pt x="2024" y="0"/>
                  <a:pt x="2160" y="0"/>
                </a:cubicBezTo>
                <a:cubicBezTo>
                  <a:pt x="2296" y="0"/>
                  <a:pt x="2320" y="808"/>
                  <a:pt x="2400" y="912"/>
                </a:cubicBezTo>
                <a:cubicBezTo>
                  <a:pt x="2480" y="1016"/>
                  <a:pt x="2552" y="624"/>
                  <a:pt x="2640" y="624"/>
                </a:cubicBezTo>
                <a:cubicBezTo>
                  <a:pt x="2728" y="624"/>
                  <a:pt x="2828" y="768"/>
                  <a:pt x="2928" y="912"/>
                </a:cubicBezTo>
              </a:path>
            </a:pathLst>
          </a:custGeom>
          <a:noFill/>
          <a:ln w="317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0" bIns="0" anchor="ctr">
            <a:spAutoFit/>
          </a:bodyPr>
          <a:lstStyle/>
          <a:p>
            <a:endParaRPr lang="en-US"/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7F529FC7-A82D-89B5-5B18-A602BA656860}"/>
              </a:ext>
            </a:extLst>
          </p:cNvPr>
          <p:cNvGrpSpPr>
            <a:grpSpLocks/>
          </p:cNvGrpSpPr>
          <p:nvPr/>
        </p:nvGrpSpPr>
        <p:grpSpPr bwMode="auto">
          <a:xfrm>
            <a:off x="992465" y="2929998"/>
            <a:ext cx="7159068" cy="2066927"/>
            <a:chOff x="874" y="2078"/>
            <a:chExt cx="4885" cy="1302"/>
          </a:xfrm>
        </p:grpSpPr>
        <p:sp>
          <p:nvSpPr>
            <p:cNvPr id="32786" name="Line 7">
              <a:extLst>
                <a:ext uri="{FF2B5EF4-FFF2-40B4-BE49-F238E27FC236}">
                  <a16:creationId xmlns:a16="http://schemas.microsoft.com/office/drawing/2014/main" id="{7A14C020-E460-55A1-7BD4-D5D2EFA284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2" y="2304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32787" name="Freeform 8">
              <a:extLst>
                <a:ext uri="{FF2B5EF4-FFF2-40B4-BE49-F238E27FC236}">
                  <a16:creationId xmlns:a16="http://schemas.microsoft.com/office/drawing/2014/main" id="{8C5FD1C2-1FD2-3CAE-9265-CDE48D8A1C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1" y="3313"/>
              <a:ext cx="3839" cy="7"/>
            </a:xfrm>
            <a:custGeom>
              <a:avLst/>
              <a:gdLst>
                <a:gd name="T0" fmla="*/ 0 w 3544"/>
                <a:gd name="T1" fmla="*/ 7 h 7"/>
                <a:gd name="T2" fmla="*/ 5286 w 3544"/>
                <a:gd name="T3" fmla="*/ 0 h 7"/>
                <a:gd name="T4" fmla="*/ 0 60000 65536"/>
                <a:gd name="T5" fmla="*/ 0 60000 65536"/>
                <a:gd name="T6" fmla="*/ 0 w 3544"/>
                <a:gd name="T7" fmla="*/ 0 h 7"/>
                <a:gd name="T8" fmla="*/ 3544 w 3544"/>
                <a:gd name="T9" fmla="*/ 7 h 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544" h="7">
                  <a:moveTo>
                    <a:pt x="0" y="7"/>
                  </a:moveTo>
                  <a:lnTo>
                    <a:pt x="3544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t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32788" name="Text Box 9">
              <a:extLst>
                <a:ext uri="{FF2B5EF4-FFF2-40B4-BE49-F238E27FC236}">
                  <a16:creationId xmlns:a16="http://schemas.microsoft.com/office/drawing/2014/main" id="{4CE75C4C-3EB4-5DEE-5A60-7E05591DFF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65" y="3186"/>
              <a:ext cx="594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s-MX" altLang="he-IL" sz="2000" i="1" dirty="0">
                  <a:latin typeface="+mj-lt"/>
                </a:rPr>
                <a:t>States</a:t>
              </a:r>
            </a:p>
          </p:txBody>
        </p:sp>
        <p:sp>
          <p:nvSpPr>
            <p:cNvPr id="32789" name="Text Box 10">
              <a:extLst>
                <a:ext uri="{FF2B5EF4-FFF2-40B4-BE49-F238E27FC236}">
                  <a16:creationId xmlns:a16="http://schemas.microsoft.com/office/drawing/2014/main" id="{25D7020F-411C-B9E6-8EA7-3E597F36ED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4" y="2078"/>
              <a:ext cx="96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 anchor="ctr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s-MX" altLang="he-IL" sz="2000" i="1" dirty="0">
                  <a:latin typeface="+mj-lt"/>
                </a:rPr>
                <a:t>Evaluation</a:t>
              </a:r>
              <a:endParaRPr lang="es-MX" altLang="he-IL" sz="2000" dirty="0">
                <a:latin typeface="+mj-lt"/>
              </a:endParaRPr>
            </a:p>
          </p:txBody>
        </p:sp>
        <p:sp>
          <p:nvSpPr>
            <p:cNvPr id="32790" name="Line 11">
              <a:extLst>
                <a:ext uri="{FF2B5EF4-FFF2-40B4-BE49-F238E27FC236}">
                  <a16:creationId xmlns:a16="http://schemas.microsoft.com/office/drawing/2014/main" id="{947A5818-3F74-AB86-3B70-141DFF1BED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2" y="326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32791" name="Line 12">
              <a:extLst>
                <a:ext uri="{FF2B5EF4-FFF2-40B4-BE49-F238E27FC236}">
                  <a16:creationId xmlns:a16="http://schemas.microsoft.com/office/drawing/2014/main" id="{790B762B-89E5-D913-98EE-6A69233996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0" y="326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32792" name="Line 13">
              <a:extLst>
                <a:ext uri="{FF2B5EF4-FFF2-40B4-BE49-F238E27FC236}">
                  <a16:creationId xmlns:a16="http://schemas.microsoft.com/office/drawing/2014/main" id="{340E9335-3272-6CE5-8D9F-38FD64D2B6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4" y="326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32793" name="Line 14">
              <a:extLst>
                <a:ext uri="{FF2B5EF4-FFF2-40B4-BE49-F238E27FC236}">
                  <a16:creationId xmlns:a16="http://schemas.microsoft.com/office/drawing/2014/main" id="{C60135EB-B55F-1903-D616-CEAA4118DC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2" y="326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32794" name="Line 15">
              <a:extLst>
                <a:ext uri="{FF2B5EF4-FFF2-40B4-BE49-F238E27FC236}">
                  <a16:creationId xmlns:a16="http://schemas.microsoft.com/office/drawing/2014/main" id="{BA1602D5-EE40-82DA-0221-B29FBE47CF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8" y="326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32795" name="Line 16">
              <a:extLst>
                <a:ext uri="{FF2B5EF4-FFF2-40B4-BE49-F238E27FC236}">
                  <a16:creationId xmlns:a16="http://schemas.microsoft.com/office/drawing/2014/main" id="{EE1C135D-B1BF-985D-6121-F6DC769A0D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6" y="326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32796" name="Line 17">
              <a:extLst>
                <a:ext uri="{FF2B5EF4-FFF2-40B4-BE49-F238E27FC236}">
                  <a16:creationId xmlns:a16="http://schemas.microsoft.com/office/drawing/2014/main" id="{BE5DEF1E-DFB0-AEA3-6C21-03F4AC1E6F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4" y="326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0" bIns="0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377875" name="Oval 19">
            <a:extLst>
              <a:ext uri="{FF2B5EF4-FFF2-40B4-BE49-F238E27FC236}">
                <a16:creationId xmlns:a16="http://schemas.microsoft.com/office/drawing/2014/main" id="{D7CE793E-6C4D-9BBA-679E-CBAA2DE18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1689" y="4385733"/>
            <a:ext cx="152400" cy="228600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D01465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377876" name="Oval 20">
            <a:extLst>
              <a:ext uri="{FF2B5EF4-FFF2-40B4-BE49-F238E27FC236}">
                <a16:creationId xmlns:a16="http://schemas.microsoft.com/office/drawing/2014/main" id="{62631638-E6DC-D2A8-1158-DD0CC31B4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8539" y="4385733"/>
            <a:ext cx="69850" cy="76200"/>
          </a:xfrm>
          <a:prstGeom prst="ellipse">
            <a:avLst/>
          </a:prstGeom>
          <a:noFill/>
          <a:ln w="38100">
            <a:solidFill>
              <a:srgbClr val="D0146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377877" name="Oval 21">
            <a:extLst>
              <a:ext uri="{FF2B5EF4-FFF2-40B4-BE49-F238E27FC236}">
                <a16:creationId xmlns:a16="http://schemas.microsoft.com/office/drawing/2014/main" id="{2BE35CFA-1FFA-E3BB-2A5F-FD6CC3BFBC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8239" y="4309533"/>
            <a:ext cx="69850" cy="76200"/>
          </a:xfrm>
          <a:prstGeom prst="ellipse">
            <a:avLst/>
          </a:prstGeom>
          <a:noFill/>
          <a:ln w="38100">
            <a:solidFill>
              <a:srgbClr val="D0146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377878" name="Oval 22">
            <a:extLst>
              <a:ext uri="{FF2B5EF4-FFF2-40B4-BE49-F238E27FC236}">
                <a16:creationId xmlns:a16="http://schemas.microsoft.com/office/drawing/2014/main" id="{E99364E2-C230-3D08-9D1A-98983769C9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9527" y="4233333"/>
            <a:ext cx="69850" cy="76200"/>
          </a:xfrm>
          <a:prstGeom prst="ellipse">
            <a:avLst/>
          </a:prstGeom>
          <a:noFill/>
          <a:ln w="38100">
            <a:solidFill>
              <a:srgbClr val="D0146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377879" name="Oval 23">
            <a:extLst>
              <a:ext uri="{FF2B5EF4-FFF2-40B4-BE49-F238E27FC236}">
                <a16:creationId xmlns:a16="http://schemas.microsoft.com/office/drawing/2014/main" id="{B8B5EC39-97E1-8CB0-1919-C3BC52C1D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7639" y="4123796"/>
            <a:ext cx="69850" cy="76200"/>
          </a:xfrm>
          <a:prstGeom prst="ellipse">
            <a:avLst/>
          </a:prstGeom>
          <a:noFill/>
          <a:ln w="38100">
            <a:solidFill>
              <a:srgbClr val="D0146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377880" name="Oval 24">
            <a:extLst>
              <a:ext uri="{FF2B5EF4-FFF2-40B4-BE49-F238E27FC236}">
                <a16:creationId xmlns:a16="http://schemas.microsoft.com/office/drawing/2014/main" id="{2FF746C1-6F40-3E1A-866C-A8C1F5BA7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0039" y="3985683"/>
            <a:ext cx="69850" cy="76200"/>
          </a:xfrm>
          <a:prstGeom prst="ellipse">
            <a:avLst/>
          </a:prstGeom>
          <a:noFill/>
          <a:ln w="38100">
            <a:solidFill>
              <a:srgbClr val="D0146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377881" name="Oval 25">
            <a:extLst>
              <a:ext uri="{FF2B5EF4-FFF2-40B4-BE49-F238E27FC236}">
                <a16:creationId xmlns:a16="http://schemas.microsoft.com/office/drawing/2014/main" id="{46B51432-966C-F26B-B4EB-9F6123FC3D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6239" y="3852333"/>
            <a:ext cx="69850" cy="76200"/>
          </a:xfrm>
          <a:prstGeom prst="ellipse">
            <a:avLst/>
          </a:prstGeom>
          <a:noFill/>
          <a:ln w="38100">
            <a:solidFill>
              <a:srgbClr val="D0146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377882" name="Oval 26">
            <a:extLst>
              <a:ext uri="{FF2B5EF4-FFF2-40B4-BE49-F238E27FC236}">
                <a16:creationId xmlns:a16="http://schemas.microsoft.com/office/drawing/2014/main" id="{52FF928C-7551-B33C-EA4B-B1FB33109C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6089" y="3699933"/>
            <a:ext cx="71438" cy="76200"/>
          </a:xfrm>
          <a:prstGeom prst="ellipse">
            <a:avLst/>
          </a:prstGeom>
          <a:noFill/>
          <a:ln w="38100">
            <a:solidFill>
              <a:srgbClr val="D0146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377883" name="Oval 27">
            <a:extLst>
              <a:ext uri="{FF2B5EF4-FFF2-40B4-BE49-F238E27FC236}">
                <a16:creationId xmlns:a16="http://schemas.microsoft.com/office/drawing/2014/main" id="{72007F09-3C76-8E28-921B-761410E00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8639" y="3471333"/>
            <a:ext cx="69850" cy="76200"/>
          </a:xfrm>
          <a:prstGeom prst="ellipse">
            <a:avLst/>
          </a:prstGeom>
          <a:noFill/>
          <a:ln w="38100">
            <a:solidFill>
              <a:srgbClr val="D0146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377884" name="Oval 28">
            <a:extLst>
              <a:ext uri="{FF2B5EF4-FFF2-40B4-BE49-F238E27FC236}">
                <a16:creationId xmlns:a16="http://schemas.microsoft.com/office/drawing/2014/main" id="{F0C54F26-13BE-A488-A5CA-ECB02C1719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8489" y="3242733"/>
            <a:ext cx="69850" cy="76200"/>
          </a:xfrm>
          <a:prstGeom prst="ellipse">
            <a:avLst/>
          </a:prstGeom>
          <a:noFill/>
          <a:ln w="38100">
            <a:solidFill>
              <a:srgbClr val="D0146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377885" name="Oval 29">
            <a:extLst>
              <a:ext uri="{FF2B5EF4-FFF2-40B4-BE49-F238E27FC236}">
                <a16:creationId xmlns:a16="http://schemas.microsoft.com/office/drawing/2014/main" id="{A2EC1ADA-2ECC-C024-F8FD-6959214BCA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0889" y="3014133"/>
            <a:ext cx="69850" cy="76200"/>
          </a:xfrm>
          <a:prstGeom prst="ellipse">
            <a:avLst/>
          </a:prstGeom>
          <a:noFill/>
          <a:ln w="38100">
            <a:solidFill>
              <a:srgbClr val="D0146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377886" name="Oval 30">
            <a:extLst>
              <a:ext uri="{FF2B5EF4-FFF2-40B4-BE49-F238E27FC236}">
                <a16:creationId xmlns:a16="http://schemas.microsoft.com/office/drawing/2014/main" id="{C8ECE81C-9AF1-572A-2C2A-5F1B47E603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3289" y="2785533"/>
            <a:ext cx="228600" cy="228600"/>
          </a:xfrm>
          <a:prstGeom prst="ellipse">
            <a:avLst/>
          </a:prstGeom>
          <a:solidFill>
            <a:schemeClr val="hlink"/>
          </a:solidFill>
          <a:ln w="381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EB5483-F8D3-F7A2-E4A4-C1946A6B0DD3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Hill-climbing Search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77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778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778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7787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77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778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778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7787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77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778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778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7787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77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778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778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7787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77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778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778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7787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77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778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778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7788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77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778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778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7788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77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778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778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7788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377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778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778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7788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377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778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778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7788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77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3778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778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7788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377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3778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778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7788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377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7875" grpId="0" animBg="1"/>
      <p:bldP spid="377876" grpId="0" animBg="1"/>
      <p:bldP spid="377877" grpId="0" animBg="1"/>
      <p:bldP spid="377878" grpId="0" animBg="1"/>
      <p:bldP spid="377879" grpId="0" animBg="1"/>
      <p:bldP spid="377880" grpId="0" animBg="1"/>
      <p:bldP spid="377881" grpId="0" animBg="1"/>
      <p:bldP spid="377882" grpId="0" animBg="1"/>
      <p:bldP spid="377883" grpId="0" animBg="1"/>
      <p:bldP spid="377884" grpId="0" animBg="1"/>
      <p:bldP spid="377885" grpId="0" animBg="1"/>
      <p:bldP spid="37788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Line 4">
            <a:extLst>
              <a:ext uri="{FF2B5EF4-FFF2-40B4-BE49-F238E27FC236}">
                <a16:creationId xmlns:a16="http://schemas.microsoft.com/office/drawing/2014/main" id="{2456B990-2EC1-5A9F-8C48-279EC505F6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schemeClr val="accent1"/>
              </a:solidFill>
            </a:endParaRPr>
          </a:p>
        </p:txBody>
      </p:sp>
      <p:grpSp>
        <p:nvGrpSpPr>
          <p:cNvPr id="38917" name="Group 9">
            <a:extLst>
              <a:ext uri="{FF2B5EF4-FFF2-40B4-BE49-F238E27FC236}">
                <a16:creationId xmlns:a16="http://schemas.microsoft.com/office/drawing/2014/main" id="{AC4D3908-DC0C-8DAF-5278-1DCDBAACA620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2057400"/>
            <a:ext cx="7315200" cy="4176713"/>
            <a:chOff x="1447800" y="2057400"/>
            <a:chExt cx="7315200" cy="4176713"/>
          </a:xfrm>
        </p:grpSpPr>
        <p:sp>
          <p:nvSpPr>
            <p:cNvPr id="38918" name="Line 3">
              <a:extLst>
                <a:ext uri="{FF2B5EF4-FFF2-40B4-BE49-F238E27FC236}">
                  <a16:creationId xmlns:a16="http://schemas.microsoft.com/office/drawing/2014/main" id="{4BEF7BF4-8F47-2C78-7123-6E131BF99A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3600" y="2133600"/>
              <a:ext cx="0" cy="3733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chemeClr val="accent1"/>
                </a:solidFill>
              </a:endParaRPr>
            </a:p>
          </p:txBody>
        </p:sp>
        <p:sp>
          <p:nvSpPr>
            <p:cNvPr id="38919" name="Freeform 5">
              <a:extLst>
                <a:ext uri="{FF2B5EF4-FFF2-40B4-BE49-F238E27FC236}">
                  <a16:creationId xmlns:a16="http://schemas.microsoft.com/office/drawing/2014/main" id="{EADB7540-9D87-7AC5-48D6-EA86DEBCDE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0800" y="2057400"/>
              <a:ext cx="4191000" cy="3416300"/>
            </a:xfrm>
            <a:custGeom>
              <a:avLst/>
              <a:gdLst>
                <a:gd name="T0" fmla="*/ 0 w 2640"/>
                <a:gd name="T1" fmla="*/ 2147483646 h 2152"/>
                <a:gd name="T2" fmla="*/ 2147483646 w 2640"/>
                <a:gd name="T3" fmla="*/ 2147483646 h 2152"/>
                <a:gd name="T4" fmla="*/ 2147483646 w 2640"/>
                <a:gd name="T5" fmla="*/ 2147483646 h 2152"/>
                <a:gd name="T6" fmla="*/ 2147483646 w 2640"/>
                <a:gd name="T7" fmla="*/ 2147483646 h 2152"/>
                <a:gd name="T8" fmla="*/ 2147483646 w 2640"/>
                <a:gd name="T9" fmla="*/ 2147483646 h 2152"/>
                <a:gd name="T10" fmla="*/ 2147483646 w 2640"/>
                <a:gd name="T11" fmla="*/ 2147483646 h 2152"/>
                <a:gd name="T12" fmla="*/ 2147483646 w 2640"/>
                <a:gd name="T13" fmla="*/ 0 h 21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640"/>
                <a:gd name="T22" fmla="*/ 0 h 2152"/>
                <a:gd name="T23" fmla="*/ 2640 w 2640"/>
                <a:gd name="T24" fmla="*/ 2152 h 21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640" h="2152">
                  <a:moveTo>
                    <a:pt x="0" y="384"/>
                  </a:moveTo>
                  <a:cubicBezTo>
                    <a:pt x="112" y="912"/>
                    <a:pt x="224" y="1440"/>
                    <a:pt x="384" y="1536"/>
                  </a:cubicBezTo>
                  <a:cubicBezTo>
                    <a:pt x="544" y="1632"/>
                    <a:pt x="800" y="872"/>
                    <a:pt x="960" y="960"/>
                  </a:cubicBezTo>
                  <a:cubicBezTo>
                    <a:pt x="1120" y="1048"/>
                    <a:pt x="1208" y="2152"/>
                    <a:pt x="1344" y="2064"/>
                  </a:cubicBezTo>
                  <a:cubicBezTo>
                    <a:pt x="1480" y="1976"/>
                    <a:pt x="1640" y="608"/>
                    <a:pt x="1776" y="432"/>
                  </a:cubicBezTo>
                  <a:cubicBezTo>
                    <a:pt x="1912" y="256"/>
                    <a:pt x="2016" y="1080"/>
                    <a:pt x="2160" y="1008"/>
                  </a:cubicBezTo>
                  <a:cubicBezTo>
                    <a:pt x="2304" y="936"/>
                    <a:pt x="2560" y="168"/>
                    <a:pt x="2640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chemeClr val="accent1"/>
                </a:solidFill>
              </a:endParaRPr>
            </a:p>
          </p:txBody>
        </p:sp>
        <p:sp>
          <p:nvSpPr>
            <p:cNvPr id="38920" name="Oval 6">
              <a:extLst>
                <a:ext uri="{FF2B5EF4-FFF2-40B4-BE49-F238E27FC236}">
                  <a16:creationId xmlns:a16="http://schemas.microsoft.com/office/drawing/2014/main" id="{5615BB2C-6471-0295-03D4-7BFC1FF54D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7000" y="2971800"/>
              <a:ext cx="152400" cy="228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accent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8921" name="Text Box 7">
              <a:extLst>
                <a:ext uri="{FF2B5EF4-FFF2-40B4-BE49-F238E27FC236}">
                  <a16:creationId xmlns:a16="http://schemas.microsoft.com/office/drawing/2014/main" id="{BFB50547-DEF9-EE67-3F2D-D2EF1D48B1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7800" y="2057400"/>
              <a:ext cx="9906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chemeClr val="accent1"/>
                  </a:solidFill>
                  <a:latin typeface="Tahoma" panose="020B0604030504040204" pitchFamily="34" charset="0"/>
                </a:rPr>
                <a:t>Cost</a:t>
              </a:r>
              <a:endParaRPr lang="en-GB" altLang="en-US" sz="1800">
                <a:solidFill>
                  <a:schemeClr val="accent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8922" name="Text Box 8">
              <a:extLst>
                <a:ext uri="{FF2B5EF4-FFF2-40B4-BE49-F238E27FC236}">
                  <a16:creationId xmlns:a16="http://schemas.microsoft.com/office/drawing/2014/main" id="{97F5AED7-D981-DFA1-BEC4-FD40A916C9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96200" y="5867400"/>
              <a:ext cx="10668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chemeClr val="accent1"/>
                  </a:solidFill>
                  <a:latin typeface="Tahoma" panose="020B0604030504040204" pitchFamily="34" charset="0"/>
                </a:rPr>
                <a:t>States</a:t>
              </a:r>
              <a:endParaRPr lang="en-GB" altLang="en-US" sz="1800">
                <a:solidFill>
                  <a:schemeClr val="accent1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D7A1402-0264-34FB-97D5-8127B46F6808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Hill-climbing Search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Line 3">
            <a:extLst>
              <a:ext uri="{FF2B5EF4-FFF2-40B4-BE49-F238E27FC236}">
                <a16:creationId xmlns:a16="http://schemas.microsoft.com/office/drawing/2014/main" id="{AEF7984A-2C0D-273E-63E6-F5B357F28507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41" name="Line 4">
            <a:extLst>
              <a:ext uri="{FF2B5EF4-FFF2-40B4-BE49-F238E27FC236}">
                <a16:creationId xmlns:a16="http://schemas.microsoft.com/office/drawing/2014/main" id="{9A66D256-F09F-8D1C-3B97-8E10F1F9CC6B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42" name="Freeform 5">
            <a:extLst>
              <a:ext uri="{FF2B5EF4-FFF2-40B4-BE49-F238E27FC236}">
                <a16:creationId xmlns:a16="http://schemas.microsoft.com/office/drawing/2014/main" id="{49F5185E-8442-CC4E-A53B-B2D3710BB3A3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2147483646 h 2152"/>
              <a:gd name="T2" fmla="*/ 2147483646 w 2640"/>
              <a:gd name="T3" fmla="*/ 2147483646 h 2152"/>
              <a:gd name="T4" fmla="*/ 2147483646 w 2640"/>
              <a:gd name="T5" fmla="*/ 2147483646 h 2152"/>
              <a:gd name="T6" fmla="*/ 2147483646 w 2640"/>
              <a:gd name="T7" fmla="*/ 2147483646 h 2152"/>
              <a:gd name="T8" fmla="*/ 2147483646 w 2640"/>
              <a:gd name="T9" fmla="*/ 2147483646 h 2152"/>
              <a:gd name="T10" fmla="*/ 2147483646 w 2640"/>
              <a:gd name="T11" fmla="*/ 2147483646 h 2152"/>
              <a:gd name="T12" fmla="*/ 2147483646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43" name="Oval 6">
            <a:extLst>
              <a:ext uri="{FF2B5EF4-FFF2-40B4-BE49-F238E27FC236}">
                <a16:creationId xmlns:a16="http://schemas.microsoft.com/office/drawing/2014/main" id="{662E05BD-3782-91AB-B59C-773E71C90D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2971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39944" name="Text Box 7">
            <a:extLst>
              <a:ext uri="{FF2B5EF4-FFF2-40B4-BE49-F238E27FC236}">
                <a16:creationId xmlns:a16="http://schemas.microsoft.com/office/drawing/2014/main" id="{A2AFECB4-70C8-2113-0237-3CA618A337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1828800"/>
            <a:ext cx="10668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Current Solution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39945" name="Line 8">
            <a:extLst>
              <a:ext uri="{FF2B5EF4-FFF2-40B4-BE49-F238E27FC236}">
                <a16:creationId xmlns:a16="http://schemas.microsoft.com/office/drawing/2014/main" id="{CBC562B3-FD5E-74B3-E46E-DE1BA759B8F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19400" y="2133600"/>
            <a:ext cx="990600" cy="9144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46" name="Oval 9">
            <a:extLst>
              <a:ext uri="{FF2B5EF4-FFF2-40B4-BE49-F238E27FC236}">
                <a16:creationId xmlns:a16="http://schemas.microsoft.com/office/drawing/2014/main" id="{42A9ECBA-3352-23B4-FF6D-32B2DDC871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3528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47F226-5D25-4AF1-A9C4-BA8F6E7910A5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Hill-climbing Search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Line 3">
            <a:extLst>
              <a:ext uri="{FF2B5EF4-FFF2-40B4-BE49-F238E27FC236}">
                <a16:creationId xmlns:a16="http://schemas.microsoft.com/office/drawing/2014/main" id="{09FECE3E-B3E8-4BBD-1EEF-B52116C8DC55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65" name="Line 4">
            <a:extLst>
              <a:ext uri="{FF2B5EF4-FFF2-40B4-BE49-F238E27FC236}">
                <a16:creationId xmlns:a16="http://schemas.microsoft.com/office/drawing/2014/main" id="{898BA9A2-2693-75E2-6E1F-8DC52A2E0A1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66" name="Freeform 5">
            <a:extLst>
              <a:ext uri="{FF2B5EF4-FFF2-40B4-BE49-F238E27FC236}">
                <a16:creationId xmlns:a16="http://schemas.microsoft.com/office/drawing/2014/main" id="{AC1626E8-4C73-A27D-BF4E-09CBC4896B6C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2147483646 h 2152"/>
              <a:gd name="T2" fmla="*/ 2147483646 w 2640"/>
              <a:gd name="T3" fmla="*/ 2147483646 h 2152"/>
              <a:gd name="T4" fmla="*/ 2147483646 w 2640"/>
              <a:gd name="T5" fmla="*/ 2147483646 h 2152"/>
              <a:gd name="T6" fmla="*/ 2147483646 w 2640"/>
              <a:gd name="T7" fmla="*/ 2147483646 h 2152"/>
              <a:gd name="T8" fmla="*/ 2147483646 w 2640"/>
              <a:gd name="T9" fmla="*/ 2147483646 h 2152"/>
              <a:gd name="T10" fmla="*/ 2147483646 w 2640"/>
              <a:gd name="T11" fmla="*/ 2147483646 h 2152"/>
              <a:gd name="T12" fmla="*/ 2147483646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67" name="Oval 6">
            <a:extLst>
              <a:ext uri="{FF2B5EF4-FFF2-40B4-BE49-F238E27FC236}">
                <a16:creationId xmlns:a16="http://schemas.microsoft.com/office/drawing/2014/main" id="{9CC1720B-6B98-6E11-CD14-0A9EE764A9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7338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40968" name="Line 8">
            <a:extLst>
              <a:ext uri="{FF2B5EF4-FFF2-40B4-BE49-F238E27FC236}">
                <a16:creationId xmlns:a16="http://schemas.microsoft.com/office/drawing/2014/main" id="{6EAED545-DE9A-BE2E-C094-39E1FCAF734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95600" y="2133600"/>
            <a:ext cx="914400" cy="12192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69" name="Oval 9">
            <a:extLst>
              <a:ext uri="{FF2B5EF4-FFF2-40B4-BE49-F238E27FC236}">
                <a16:creationId xmlns:a16="http://schemas.microsoft.com/office/drawing/2014/main" id="{C5CA825B-F2F2-27C3-0B18-79CD5ED19A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352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40970" name="Text Box 10">
            <a:extLst>
              <a:ext uri="{FF2B5EF4-FFF2-40B4-BE49-F238E27FC236}">
                <a16:creationId xmlns:a16="http://schemas.microsoft.com/office/drawing/2014/main" id="{7BDB2912-3226-8F21-AF20-8CCB30D8FC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1828800"/>
            <a:ext cx="10668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Current Solution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E7AD66-A91B-28F6-C1F1-2133212D5000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Hill-climbing Search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Line 3">
            <a:extLst>
              <a:ext uri="{FF2B5EF4-FFF2-40B4-BE49-F238E27FC236}">
                <a16:creationId xmlns:a16="http://schemas.microsoft.com/office/drawing/2014/main" id="{A975F26A-C31A-0094-08B2-9A8831EF31A5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89" name="Line 4">
            <a:extLst>
              <a:ext uri="{FF2B5EF4-FFF2-40B4-BE49-F238E27FC236}">
                <a16:creationId xmlns:a16="http://schemas.microsoft.com/office/drawing/2014/main" id="{403EFC96-E490-6B2A-95A0-9BC31E87B225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90" name="Freeform 5">
            <a:extLst>
              <a:ext uri="{FF2B5EF4-FFF2-40B4-BE49-F238E27FC236}">
                <a16:creationId xmlns:a16="http://schemas.microsoft.com/office/drawing/2014/main" id="{F94BB158-93D6-9A7D-189D-F35AA8210474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2147483646 h 2152"/>
              <a:gd name="T2" fmla="*/ 2147483646 w 2640"/>
              <a:gd name="T3" fmla="*/ 2147483646 h 2152"/>
              <a:gd name="T4" fmla="*/ 2147483646 w 2640"/>
              <a:gd name="T5" fmla="*/ 2147483646 h 2152"/>
              <a:gd name="T6" fmla="*/ 2147483646 w 2640"/>
              <a:gd name="T7" fmla="*/ 2147483646 h 2152"/>
              <a:gd name="T8" fmla="*/ 2147483646 w 2640"/>
              <a:gd name="T9" fmla="*/ 2147483646 h 2152"/>
              <a:gd name="T10" fmla="*/ 2147483646 w 2640"/>
              <a:gd name="T11" fmla="*/ 2147483646 h 2152"/>
              <a:gd name="T12" fmla="*/ 2147483646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91" name="Oval 6">
            <a:extLst>
              <a:ext uri="{FF2B5EF4-FFF2-40B4-BE49-F238E27FC236}">
                <a16:creationId xmlns:a16="http://schemas.microsoft.com/office/drawing/2014/main" id="{F3A1384F-679C-B5BE-E0E4-EA1774A4B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733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41992" name="Line 8">
            <a:extLst>
              <a:ext uri="{FF2B5EF4-FFF2-40B4-BE49-F238E27FC236}">
                <a16:creationId xmlns:a16="http://schemas.microsoft.com/office/drawing/2014/main" id="{971A63D9-BED6-368B-0845-261D5ED6AE2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48000" y="2133600"/>
            <a:ext cx="762000" cy="16002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93" name="Oval 9">
            <a:extLst>
              <a:ext uri="{FF2B5EF4-FFF2-40B4-BE49-F238E27FC236}">
                <a16:creationId xmlns:a16="http://schemas.microsoft.com/office/drawing/2014/main" id="{3E56FEC3-1EE3-CBD0-17F7-E4AC34F1B2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41148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41994" name="Text Box 10">
            <a:extLst>
              <a:ext uri="{FF2B5EF4-FFF2-40B4-BE49-F238E27FC236}">
                <a16:creationId xmlns:a16="http://schemas.microsoft.com/office/drawing/2014/main" id="{E698CC32-33A1-B025-8C61-2C4A3725F6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1828800"/>
            <a:ext cx="10668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Current Solution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DF98C7-3175-DEBC-E4EB-42A481CB8E38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Hill-climbing Search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Line 3">
            <a:extLst>
              <a:ext uri="{FF2B5EF4-FFF2-40B4-BE49-F238E27FC236}">
                <a16:creationId xmlns:a16="http://schemas.microsoft.com/office/drawing/2014/main" id="{0F95D769-0E6E-65DA-F8E7-A97EB7B010E7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13" name="Line 4">
            <a:extLst>
              <a:ext uri="{FF2B5EF4-FFF2-40B4-BE49-F238E27FC236}">
                <a16:creationId xmlns:a16="http://schemas.microsoft.com/office/drawing/2014/main" id="{82C0764F-4389-6FF5-3F00-32361A2C5F0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14" name="Freeform 5">
            <a:extLst>
              <a:ext uri="{FF2B5EF4-FFF2-40B4-BE49-F238E27FC236}">
                <a16:creationId xmlns:a16="http://schemas.microsoft.com/office/drawing/2014/main" id="{927C0AC4-BBE5-A53B-DA7D-8C25A338D6F8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2147483646 h 2152"/>
              <a:gd name="T2" fmla="*/ 2147483646 w 2640"/>
              <a:gd name="T3" fmla="*/ 2147483646 h 2152"/>
              <a:gd name="T4" fmla="*/ 2147483646 w 2640"/>
              <a:gd name="T5" fmla="*/ 2147483646 h 2152"/>
              <a:gd name="T6" fmla="*/ 2147483646 w 2640"/>
              <a:gd name="T7" fmla="*/ 2147483646 h 2152"/>
              <a:gd name="T8" fmla="*/ 2147483646 w 2640"/>
              <a:gd name="T9" fmla="*/ 2147483646 h 2152"/>
              <a:gd name="T10" fmla="*/ 2147483646 w 2640"/>
              <a:gd name="T11" fmla="*/ 2147483646 h 2152"/>
              <a:gd name="T12" fmla="*/ 2147483646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15" name="Oval 6">
            <a:extLst>
              <a:ext uri="{FF2B5EF4-FFF2-40B4-BE49-F238E27FC236}">
                <a16:creationId xmlns:a16="http://schemas.microsoft.com/office/drawing/2014/main" id="{B8791B55-CBA4-9A6C-271C-3CEB0BAA35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42672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43016" name="Line 8">
            <a:extLst>
              <a:ext uri="{FF2B5EF4-FFF2-40B4-BE49-F238E27FC236}">
                <a16:creationId xmlns:a16="http://schemas.microsoft.com/office/drawing/2014/main" id="{4B9CD1C8-516B-B39E-7544-340C3D628B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24200" y="2133600"/>
            <a:ext cx="685800" cy="19812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17" name="Oval 9">
            <a:extLst>
              <a:ext uri="{FF2B5EF4-FFF2-40B4-BE49-F238E27FC236}">
                <a16:creationId xmlns:a16="http://schemas.microsoft.com/office/drawing/2014/main" id="{C87E631B-7978-C2C6-6A83-E9E868C5D3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4114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43018" name="Text Box 10">
            <a:extLst>
              <a:ext uri="{FF2B5EF4-FFF2-40B4-BE49-F238E27FC236}">
                <a16:creationId xmlns:a16="http://schemas.microsoft.com/office/drawing/2014/main" id="{F43A9854-0438-EE2C-3D66-91EEC63ED8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1828800"/>
            <a:ext cx="10668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Current Solution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0FC004-B4BF-D6D9-D69A-22CEF58F7E9B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Hill-climbing Search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Line 3">
            <a:extLst>
              <a:ext uri="{FF2B5EF4-FFF2-40B4-BE49-F238E27FC236}">
                <a16:creationId xmlns:a16="http://schemas.microsoft.com/office/drawing/2014/main" id="{5EC934FA-26D5-CE7B-98EF-820451F8A961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37" name="Line 4">
            <a:extLst>
              <a:ext uri="{FF2B5EF4-FFF2-40B4-BE49-F238E27FC236}">
                <a16:creationId xmlns:a16="http://schemas.microsoft.com/office/drawing/2014/main" id="{977095F4-3963-092A-DFFC-9CC1236DCE85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38" name="Freeform 5">
            <a:extLst>
              <a:ext uri="{FF2B5EF4-FFF2-40B4-BE49-F238E27FC236}">
                <a16:creationId xmlns:a16="http://schemas.microsoft.com/office/drawing/2014/main" id="{D53F665C-26E1-AE7B-E87E-D46BB109EAC2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2147483646 h 2152"/>
              <a:gd name="T2" fmla="*/ 2147483646 w 2640"/>
              <a:gd name="T3" fmla="*/ 2147483646 h 2152"/>
              <a:gd name="T4" fmla="*/ 2147483646 w 2640"/>
              <a:gd name="T5" fmla="*/ 2147483646 h 2152"/>
              <a:gd name="T6" fmla="*/ 2147483646 w 2640"/>
              <a:gd name="T7" fmla="*/ 2147483646 h 2152"/>
              <a:gd name="T8" fmla="*/ 2147483646 w 2640"/>
              <a:gd name="T9" fmla="*/ 2147483646 h 2152"/>
              <a:gd name="T10" fmla="*/ 2147483646 w 2640"/>
              <a:gd name="T11" fmla="*/ 2147483646 h 2152"/>
              <a:gd name="T12" fmla="*/ 2147483646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39" name="Oval 6">
            <a:extLst>
              <a:ext uri="{FF2B5EF4-FFF2-40B4-BE49-F238E27FC236}">
                <a16:creationId xmlns:a16="http://schemas.microsoft.com/office/drawing/2014/main" id="{BF948278-40A3-92D8-E958-8303DE7D30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4267200"/>
            <a:ext cx="152400" cy="2286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44040" name="Line 8">
            <a:extLst>
              <a:ext uri="{FF2B5EF4-FFF2-40B4-BE49-F238E27FC236}">
                <a16:creationId xmlns:a16="http://schemas.microsoft.com/office/drawing/2014/main" id="{D94F3B10-CFF4-829D-279D-72C59EFF2C9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6600" y="2362200"/>
            <a:ext cx="609600" cy="19812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41" name="Text Box 11">
            <a:extLst>
              <a:ext uri="{FF2B5EF4-FFF2-40B4-BE49-F238E27FC236}">
                <a16:creationId xmlns:a16="http://schemas.microsoft.com/office/drawing/2014/main" id="{B7428E9C-7313-EF11-972A-9463706F3D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18288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Tahoma" panose="020B0604030504040204" pitchFamily="34" charset="0"/>
              </a:rPr>
              <a:t>Best</a:t>
            </a:r>
            <a:endParaRPr lang="en-GB" altLang="en-US" sz="1800" dirty="0">
              <a:latin typeface="Tahoma" panose="020B0604030504040204" pitchFamily="34" charset="0"/>
            </a:endParaRPr>
          </a:p>
        </p:txBody>
      </p:sp>
      <p:sp>
        <p:nvSpPr>
          <p:cNvPr id="44042" name="Text Box 12">
            <a:extLst>
              <a:ext uri="{FF2B5EF4-FFF2-40B4-BE49-F238E27FC236}">
                <a16:creationId xmlns:a16="http://schemas.microsoft.com/office/drawing/2014/main" id="{8340ED37-B6C9-9A0C-BBF7-E18CD3FEBB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572000"/>
            <a:ext cx="1752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Local Minimum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44043" name="Text Box 13">
            <a:extLst>
              <a:ext uri="{FF2B5EF4-FFF2-40B4-BE49-F238E27FC236}">
                <a16:creationId xmlns:a16="http://schemas.microsoft.com/office/drawing/2014/main" id="{A499F77C-8A3A-ABD6-9E63-A3CCDD6B71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5348288"/>
            <a:ext cx="1981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Global Minimum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FC0A0F-5B75-95AA-FB39-54102E7B5392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Hill-climbing Search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8EC580B-B4C4-4C9C-B303-3ADE9EB9FB24}"/>
              </a:ext>
            </a:extLst>
          </p:cNvPr>
          <p:cNvGrpSpPr/>
          <p:nvPr/>
        </p:nvGrpSpPr>
        <p:grpSpPr>
          <a:xfrm>
            <a:off x="4054761" y="2479878"/>
            <a:ext cx="674640" cy="1063440"/>
            <a:chOff x="4054761" y="2479878"/>
            <a:chExt cx="674640" cy="106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8B35E6B-69B0-4838-AD85-63AC8E5F17F5}"/>
                    </a:ext>
                  </a:extLst>
                </p14:cNvPr>
                <p14:cNvContentPartPr/>
                <p14:nvPr/>
              </p14:nvContentPartPr>
              <p14:xfrm>
                <a:off x="4114881" y="2479878"/>
                <a:ext cx="614520" cy="10004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8B35E6B-69B0-4838-AD85-63AC8E5F17F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105881" y="2471238"/>
                  <a:ext cx="632160" cy="10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3055F34-961D-4C34-BB9D-7130F3BD2849}"/>
                    </a:ext>
                  </a:extLst>
                </p14:cNvPr>
                <p14:cNvContentPartPr/>
                <p14:nvPr/>
              </p14:nvContentPartPr>
              <p14:xfrm>
                <a:off x="4054761" y="3459798"/>
                <a:ext cx="68400" cy="835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3055F34-961D-4C34-BB9D-7130F3BD284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045761" y="3450798"/>
                  <a:ext cx="86040" cy="10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9541282-30D5-4B1E-80C0-7F259CB4A001}"/>
              </a:ext>
            </a:extLst>
          </p:cNvPr>
          <p:cNvGrpSpPr/>
          <p:nvPr/>
        </p:nvGrpSpPr>
        <p:grpSpPr>
          <a:xfrm>
            <a:off x="4805001" y="1328598"/>
            <a:ext cx="4026240" cy="1774440"/>
            <a:chOff x="4805001" y="1328598"/>
            <a:chExt cx="4026240" cy="177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680A9F0-C2D8-4F1C-888E-0767CDE09D63}"/>
                    </a:ext>
                  </a:extLst>
                </p14:cNvPr>
                <p14:cNvContentPartPr/>
                <p14:nvPr/>
              </p14:nvContentPartPr>
              <p14:xfrm>
                <a:off x="4805001" y="2185758"/>
                <a:ext cx="349560" cy="255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680A9F0-C2D8-4F1C-888E-0767CDE09D6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796001" y="2177118"/>
                  <a:ext cx="36720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10AC0D9-619D-4DE9-A780-4BF763036939}"/>
                    </a:ext>
                  </a:extLst>
                </p14:cNvPr>
                <p14:cNvContentPartPr/>
                <p14:nvPr/>
              </p14:nvContentPartPr>
              <p14:xfrm>
                <a:off x="5111721" y="2172438"/>
                <a:ext cx="189360" cy="144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10AC0D9-619D-4DE9-A780-4BF76303693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102721" y="2163798"/>
                  <a:ext cx="2070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2E7EC97-EC19-4967-A77B-B3560C92D543}"/>
                    </a:ext>
                  </a:extLst>
                </p14:cNvPr>
                <p14:cNvContentPartPr/>
                <p14:nvPr/>
              </p14:nvContentPartPr>
              <p14:xfrm>
                <a:off x="5362281" y="1803798"/>
                <a:ext cx="461160" cy="3816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2E7EC97-EC19-4967-A77B-B3560C92D54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353281" y="1795158"/>
                  <a:ext cx="47880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5FAF27C-B45B-4BBE-B972-7366DA791A43}"/>
                    </a:ext>
                  </a:extLst>
                </p14:cNvPr>
                <p14:cNvContentPartPr/>
                <p14:nvPr/>
              </p14:nvContentPartPr>
              <p14:xfrm>
                <a:off x="5792841" y="1791198"/>
                <a:ext cx="63360" cy="3121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5FAF27C-B45B-4BBE-B972-7366DA791A4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784201" y="1782558"/>
                  <a:ext cx="8100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700E5D5-8575-4E44-897A-EDBFE4C1FCCC}"/>
                    </a:ext>
                  </a:extLst>
                </p14:cNvPr>
                <p14:cNvContentPartPr/>
                <p14:nvPr/>
              </p14:nvContentPartPr>
              <p14:xfrm>
                <a:off x="5999481" y="1783638"/>
                <a:ext cx="270000" cy="2487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700E5D5-8575-4E44-897A-EDBFE4C1FCC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990481" y="1774638"/>
                  <a:ext cx="28764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240FA42-79F4-48CE-AF27-21A9856A7F03}"/>
                    </a:ext>
                  </a:extLst>
                </p14:cNvPr>
                <p14:cNvContentPartPr/>
                <p14:nvPr/>
              </p14:nvContentPartPr>
              <p14:xfrm>
                <a:off x="6344721" y="1628118"/>
                <a:ext cx="282240" cy="2772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240FA42-79F4-48CE-AF27-21A9856A7F0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336081" y="1619118"/>
                  <a:ext cx="29988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00F3DCB-1EEA-4671-8CC2-370A65D6291A}"/>
                    </a:ext>
                  </a:extLst>
                </p14:cNvPr>
                <p14:cNvContentPartPr/>
                <p14:nvPr/>
              </p14:nvContentPartPr>
              <p14:xfrm>
                <a:off x="6503481" y="1716678"/>
                <a:ext cx="226800" cy="1400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00F3DCB-1EEA-4671-8CC2-370A65D6291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494481" y="1707678"/>
                  <a:ext cx="2444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BA869F3-8CA6-4F65-A719-E0D4863AE0CC}"/>
                    </a:ext>
                  </a:extLst>
                </p14:cNvPr>
                <p14:cNvContentPartPr/>
                <p14:nvPr/>
              </p14:nvContentPartPr>
              <p14:xfrm>
                <a:off x="6755121" y="1669878"/>
                <a:ext cx="38880" cy="1231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BA869F3-8CA6-4F65-A719-E0D4863AE0C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46121" y="1661238"/>
                  <a:ext cx="565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4ED4F15-09B7-4E2F-A6FA-CE4ECC64913C}"/>
                    </a:ext>
                  </a:extLst>
                </p14:cNvPr>
                <p14:cNvContentPartPr/>
                <p14:nvPr/>
              </p14:nvContentPartPr>
              <p14:xfrm>
                <a:off x="6708681" y="1487718"/>
                <a:ext cx="9720" cy="327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4ED4F15-09B7-4E2F-A6FA-CE4ECC64913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699681" y="1479078"/>
                  <a:ext cx="273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0210EB2-18BF-45C1-B4C3-EA29367E5D21}"/>
                    </a:ext>
                  </a:extLst>
                </p14:cNvPr>
                <p14:cNvContentPartPr/>
                <p14:nvPr/>
              </p14:nvContentPartPr>
              <p14:xfrm>
                <a:off x="6839001" y="1471518"/>
                <a:ext cx="327600" cy="2095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0210EB2-18BF-45C1-B4C3-EA29367E5D2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830361" y="1462518"/>
                  <a:ext cx="3452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5CC4FC6-C695-40AB-AD4C-75359F59845C}"/>
                    </a:ext>
                  </a:extLst>
                </p14:cNvPr>
                <p14:cNvContentPartPr/>
                <p14:nvPr/>
              </p14:nvContentPartPr>
              <p14:xfrm>
                <a:off x="7240401" y="1328598"/>
                <a:ext cx="725760" cy="2350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5CC4FC6-C695-40AB-AD4C-75359F59845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231401" y="1319598"/>
                  <a:ext cx="74340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C658CC7-12F5-4AFA-9F11-7CD878D7432B}"/>
                    </a:ext>
                  </a:extLst>
                </p14:cNvPr>
                <p14:cNvContentPartPr/>
                <p14:nvPr/>
              </p14:nvContentPartPr>
              <p14:xfrm>
                <a:off x="5503041" y="2671038"/>
                <a:ext cx="58320" cy="432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C658CC7-12F5-4AFA-9F11-7CD878D7432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494401" y="2662038"/>
                  <a:ext cx="759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2B83813-FC76-4372-A34B-5E5013C8A234}"/>
                    </a:ext>
                  </a:extLst>
                </p14:cNvPr>
                <p14:cNvContentPartPr/>
                <p14:nvPr/>
              </p14:nvContentPartPr>
              <p14:xfrm>
                <a:off x="5598081" y="2630358"/>
                <a:ext cx="2007360" cy="470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2B83813-FC76-4372-A34B-5E5013C8A23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589081" y="2621358"/>
                  <a:ext cx="2025000" cy="48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F0F96B7-2031-46A4-9AA0-0E2FF6822364}"/>
                    </a:ext>
                  </a:extLst>
                </p14:cNvPr>
                <p14:cNvContentPartPr/>
                <p14:nvPr/>
              </p14:nvContentPartPr>
              <p14:xfrm>
                <a:off x="7397001" y="2528478"/>
                <a:ext cx="365760" cy="2606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F0F96B7-2031-46A4-9AA0-0E2FF682236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388001" y="2519478"/>
                  <a:ext cx="38340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15A9266-1A64-4617-AFBB-61AE6C6B79CE}"/>
                    </a:ext>
                  </a:extLst>
                </p14:cNvPr>
                <p14:cNvContentPartPr/>
                <p14:nvPr/>
              </p14:nvContentPartPr>
              <p14:xfrm>
                <a:off x="7753401" y="1971558"/>
                <a:ext cx="596160" cy="5529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15A9266-1A64-4617-AFBB-61AE6C6B79C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744761" y="1962558"/>
                  <a:ext cx="613800" cy="57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3B843AA-D046-4264-B1CB-AE8364940B99}"/>
                    </a:ext>
                  </a:extLst>
                </p14:cNvPr>
                <p14:cNvContentPartPr/>
                <p14:nvPr/>
              </p14:nvContentPartPr>
              <p14:xfrm>
                <a:off x="8395641" y="1787598"/>
                <a:ext cx="361080" cy="4842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3B843AA-D046-4264-B1CB-AE8364940B9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386641" y="1778958"/>
                  <a:ext cx="378720" cy="50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138FF17-8F46-45C6-8E08-0432D3985D5C}"/>
                    </a:ext>
                  </a:extLst>
                </p14:cNvPr>
                <p14:cNvContentPartPr/>
                <p14:nvPr/>
              </p14:nvContentPartPr>
              <p14:xfrm>
                <a:off x="7734681" y="2651958"/>
                <a:ext cx="861120" cy="451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138FF17-8F46-45C6-8E08-0432D3985D5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726041" y="2643318"/>
                  <a:ext cx="878760" cy="46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E5ED20E-AC88-4942-B783-C876936F01CE}"/>
                    </a:ext>
                  </a:extLst>
                </p14:cNvPr>
                <p14:cNvContentPartPr/>
                <p14:nvPr/>
              </p14:nvContentPartPr>
              <p14:xfrm>
                <a:off x="8425161" y="2752398"/>
                <a:ext cx="406080" cy="2811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E5ED20E-AC88-4942-B783-C876936F01C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416521" y="2743398"/>
                  <a:ext cx="423720" cy="2988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A2D33-3A54-4E9B-0C52-04FDC261C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9BE50BC-4816-24C7-47BB-E90575BE5215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Hill-climbing: 8-puzzle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5732EC-242D-14ED-3300-5DAEB020E1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361" y="1370834"/>
            <a:ext cx="8059275" cy="548716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0C78DE2-C4C1-4A07-AEE1-43F5D86A41CC}"/>
                  </a:ext>
                </a:extLst>
              </p14:cNvPr>
              <p14:cNvContentPartPr/>
              <p14:nvPr/>
            </p14:nvContentPartPr>
            <p14:xfrm>
              <a:off x="-653319" y="2061918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0C78DE2-C4C1-4A07-AEE1-43F5D86A41C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662319" y="2052918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D0648664-8788-4583-98C6-A1587FF956D1}"/>
                  </a:ext>
                </a:extLst>
              </p14:cNvPr>
              <p14:cNvContentPartPr/>
              <p14:nvPr/>
            </p14:nvContentPartPr>
            <p14:xfrm>
              <a:off x="699561" y="3554838"/>
              <a:ext cx="360" cy="36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D0648664-8788-4583-98C6-A1587FF956D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90921" y="3546198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61D61A95-4883-4DA7-BD7D-B4D4C9D69E01}"/>
                  </a:ext>
                </a:extLst>
              </p14:cNvPr>
              <p14:cNvContentPartPr/>
              <p14:nvPr/>
            </p14:nvContentPartPr>
            <p14:xfrm>
              <a:off x="130401" y="3562038"/>
              <a:ext cx="104040" cy="2059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61D61A95-4883-4DA7-BD7D-B4D4C9D69E0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1761" y="3553038"/>
                <a:ext cx="12168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7608D8DD-003F-43EC-BC29-2D8B98422588}"/>
                  </a:ext>
                </a:extLst>
              </p14:cNvPr>
              <p14:cNvContentPartPr/>
              <p14:nvPr/>
            </p14:nvContentPartPr>
            <p14:xfrm>
              <a:off x="539361" y="3553038"/>
              <a:ext cx="132840" cy="21672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7608D8DD-003F-43EC-BC29-2D8B9842258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30721" y="3544038"/>
                <a:ext cx="15048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B6C55208-2938-4907-AD3D-A61943719E16}"/>
                  </a:ext>
                </a:extLst>
              </p14:cNvPr>
              <p14:cNvContentPartPr/>
              <p14:nvPr/>
            </p14:nvContentPartPr>
            <p14:xfrm>
              <a:off x="830241" y="3534678"/>
              <a:ext cx="142560" cy="22788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B6C55208-2938-4907-AD3D-A61943719E1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21241" y="3525678"/>
                <a:ext cx="16020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8F68DDAF-53BB-4AAB-AB46-E7BB2B0363EE}"/>
                  </a:ext>
                </a:extLst>
              </p14:cNvPr>
              <p14:cNvContentPartPr/>
              <p14:nvPr/>
            </p14:nvContentPartPr>
            <p14:xfrm>
              <a:off x="174321" y="3928158"/>
              <a:ext cx="12600" cy="14544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8F68DDAF-53BB-4AAB-AB46-E7BB2B0363E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65321" y="3919158"/>
                <a:ext cx="3024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7026CA09-6CAD-437D-94DC-774865CA33AF}"/>
                  </a:ext>
                </a:extLst>
              </p14:cNvPr>
              <p14:cNvContentPartPr/>
              <p14:nvPr/>
            </p14:nvContentPartPr>
            <p14:xfrm>
              <a:off x="549081" y="3871998"/>
              <a:ext cx="92880" cy="20952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7026CA09-6CAD-437D-94DC-774865CA33A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40441" y="3862998"/>
                <a:ext cx="11052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AC8B75B2-6DAC-4FDC-AC05-25EAA5B621EA}"/>
                  </a:ext>
                </a:extLst>
              </p14:cNvPr>
              <p14:cNvContentPartPr/>
              <p14:nvPr/>
            </p14:nvContentPartPr>
            <p14:xfrm>
              <a:off x="913761" y="3918798"/>
              <a:ext cx="95760" cy="25308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AC8B75B2-6DAC-4FDC-AC05-25EAA5B621E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05121" y="3910158"/>
                <a:ext cx="11340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6503F4A2-6868-4462-8C52-5B8CD12030B7}"/>
                  </a:ext>
                </a:extLst>
              </p14:cNvPr>
              <p14:cNvContentPartPr/>
              <p14:nvPr/>
            </p14:nvContentPartPr>
            <p14:xfrm>
              <a:off x="119601" y="4323798"/>
              <a:ext cx="115200" cy="25092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6503F4A2-6868-4462-8C52-5B8CD12030B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10601" y="4314798"/>
                <a:ext cx="132840" cy="2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3F101AF9-08FC-42A2-B55A-27F2E368A955}"/>
                  </a:ext>
                </a:extLst>
              </p14:cNvPr>
              <p14:cNvContentPartPr/>
              <p14:nvPr/>
            </p14:nvContentPartPr>
            <p14:xfrm>
              <a:off x="92961" y="4338198"/>
              <a:ext cx="150840" cy="31068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3F101AF9-08FC-42A2-B55A-27F2E368A95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4321" y="4329558"/>
                <a:ext cx="168480" cy="328320"/>
              </a:xfrm>
              <a:prstGeom prst="rect">
                <a:avLst/>
              </a:prstGeom>
            </p:spPr>
          </p:pic>
        </mc:Fallback>
      </mc:AlternateContent>
      <p:grpSp>
        <p:nvGrpSpPr>
          <p:cNvPr id="75" name="Group 74">
            <a:extLst>
              <a:ext uri="{FF2B5EF4-FFF2-40B4-BE49-F238E27FC236}">
                <a16:creationId xmlns:a16="http://schemas.microsoft.com/office/drawing/2014/main" id="{39163547-2064-4EB8-ADD2-9F810BE5F778}"/>
              </a:ext>
            </a:extLst>
          </p:cNvPr>
          <p:cNvGrpSpPr/>
          <p:nvPr/>
        </p:nvGrpSpPr>
        <p:grpSpPr>
          <a:xfrm>
            <a:off x="503721" y="4274838"/>
            <a:ext cx="124200" cy="214920"/>
            <a:chOff x="503721" y="4274838"/>
            <a:chExt cx="124200" cy="21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D50B72B-6C79-4A8A-AC03-892C9A0FCBCE}"/>
                    </a:ext>
                  </a:extLst>
                </p14:cNvPr>
                <p14:cNvContentPartPr/>
                <p14:nvPr/>
              </p14:nvContentPartPr>
              <p14:xfrm>
                <a:off x="531801" y="4274838"/>
                <a:ext cx="63720" cy="172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D50B72B-6C79-4A8A-AC03-892C9A0FCBC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23161" y="4266198"/>
                  <a:ext cx="813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CBC40F1-DADA-4EAB-AF61-BA90125FD18A}"/>
                    </a:ext>
                  </a:extLst>
                </p14:cNvPr>
                <p14:cNvContentPartPr/>
                <p14:nvPr/>
              </p14:nvContentPartPr>
              <p14:xfrm>
                <a:off x="503721" y="4310478"/>
                <a:ext cx="124200" cy="1792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CBC40F1-DADA-4EAB-AF61-BA90125FD18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94721" y="4301838"/>
                  <a:ext cx="141840" cy="19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BCB181D-A078-4C92-B690-1DBD8A8DEE63}"/>
              </a:ext>
            </a:extLst>
          </p:cNvPr>
          <p:cNvGrpSpPr/>
          <p:nvPr/>
        </p:nvGrpSpPr>
        <p:grpSpPr>
          <a:xfrm>
            <a:off x="3664161" y="3357558"/>
            <a:ext cx="460080" cy="246960"/>
            <a:chOff x="3664161" y="3357558"/>
            <a:chExt cx="460080" cy="24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0356F35-F052-4AAE-A181-277AB34C7183}"/>
                    </a:ext>
                  </a:extLst>
                </p14:cNvPr>
                <p14:cNvContentPartPr/>
                <p14:nvPr/>
              </p14:nvContentPartPr>
              <p14:xfrm>
                <a:off x="3664161" y="3424878"/>
                <a:ext cx="172080" cy="1656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0356F35-F052-4AAE-A181-277AB34C718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655161" y="3415878"/>
                  <a:ext cx="1897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7CB29B6-49E3-4BAB-A466-6A09687F0203}"/>
                    </a:ext>
                  </a:extLst>
                </p14:cNvPr>
                <p14:cNvContentPartPr/>
                <p14:nvPr/>
              </p14:nvContentPartPr>
              <p14:xfrm>
                <a:off x="3952521" y="3357558"/>
                <a:ext cx="171720" cy="2469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7CB29B6-49E3-4BAB-A466-6A09687F020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943521" y="3348558"/>
                  <a:ext cx="189360" cy="264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94FE5528-A398-4824-BC5B-0EAD5E6821F6}"/>
                  </a:ext>
                </a:extLst>
              </p14:cNvPr>
              <p14:cNvContentPartPr/>
              <p14:nvPr/>
            </p14:nvContentPartPr>
            <p14:xfrm>
              <a:off x="3843801" y="3825558"/>
              <a:ext cx="54000" cy="15444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94FE5528-A398-4824-BC5B-0EAD5E6821F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835161" y="3816558"/>
                <a:ext cx="71640" cy="1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227BA092-A86D-4232-A360-D2E2793D5273}"/>
                  </a:ext>
                </a:extLst>
              </p14:cNvPr>
              <p14:cNvContentPartPr/>
              <p14:nvPr/>
            </p14:nvContentPartPr>
            <p14:xfrm>
              <a:off x="4081401" y="3769398"/>
              <a:ext cx="61920" cy="16812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227BA092-A86D-4232-A360-D2E2793D527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072401" y="3760398"/>
                <a:ext cx="79560" cy="185760"/>
              </a:xfrm>
              <a:prstGeom prst="rect">
                <a:avLst/>
              </a:prstGeom>
            </p:spPr>
          </p:pic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A1495535-3195-471C-BC94-2419BD7A6C15}"/>
              </a:ext>
            </a:extLst>
          </p:cNvPr>
          <p:cNvGrpSpPr/>
          <p:nvPr/>
        </p:nvGrpSpPr>
        <p:grpSpPr>
          <a:xfrm>
            <a:off x="4364361" y="3301758"/>
            <a:ext cx="245520" cy="720000"/>
            <a:chOff x="4364361" y="3301758"/>
            <a:chExt cx="245520" cy="72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D9E38A8-9CBE-4352-9DBD-5825ED21D402}"/>
                    </a:ext>
                  </a:extLst>
                </p14:cNvPr>
                <p14:cNvContentPartPr/>
                <p14:nvPr/>
              </p14:nvContentPartPr>
              <p14:xfrm>
                <a:off x="4364361" y="3301758"/>
                <a:ext cx="133200" cy="3175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D9E38A8-9CBE-4352-9DBD-5825ED21D40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355361" y="3293118"/>
                  <a:ext cx="15084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8041265-BB9F-498F-91F4-3BABD0A2DF0A}"/>
                    </a:ext>
                  </a:extLst>
                </p14:cNvPr>
                <p14:cNvContentPartPr/>
                <p14:nvPr/>
              </p14:nvContentPartPr>
              <p14:xfrm>
                <a:off x="4440681" y="3713238"/>
                <a:ext cx="169200" cy="3085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8041265-BB9F-498F-91F4-3BABD0A2DF0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432041" y="3704598"/>
                  <a:ext cx="186840" cy="326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D87C18F2-E28A-4755-8B4D-8AB9D96A98A0}"/>
                  </a:ext>
                </a:extLst>
              </p14:cNvPr>
              <p14:cNvContentPartPr/>
              <p14:nvPr/>
            </p14:nvContentPartPr>
            <p14:xfrm>
              <a:off x="4105161" y="4189158"/>
              <a:ext cx="169920" cy="24876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D87C18F2-E28A-4755-8B4D-8AB9D96A98A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096521" y="4180158"/>
                <a:ext cx="187560" cy="266400"/>
              </a:xfrm>
              <a:prstGeom prst="rect">
                <a:avLst/>
              </a:prstGeom>
            </p:spPr>
          </p:pic>
        </mc:Fallback>
      </mc:AlternateContent>
      <p:grpSp>
        <p:nvGrpSpPr>
          <p:cNvPr id="88" name="Group 87">
            <a:extLst>
              <a:ext uri="{FF2B5EF4-FFF2-40B4-BE49-F238E27FC236}">
                <a16:creationId xmlns:a16="http://schemas.microsoft.com/office/drawing/2014/main" id="{CAB0A02D-ED0B-4B2C-B444-DD9961FEA4A8}"/>
              </a:ext>
            </a:extLst>
          </p:cNvPr>
          <p:cNvGrpSpPr/>
          <p:nvPr/>
        </p:nvGrpSpPr>
        <p:grpSpPr>
          <a:xfrm>
            <a:off x="4562721" y="4148838"/>
            <a:ext cx="244440" cy="321840"/>
            <a:chOff x="4562721" y="4148838"/>
            <a:chExt cx="244440" cy="32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252E891-F94C-4D92-876A-C81975B4827F}"/>
                    </a:ext>
                  </a:extLst>
                </p14:cNvPr>
                <p14:cNvContentPartPr/>
                <p14:nvPr/>
              </p14:nvContentPartPr>
              <p14:xfrm>
                <a:off x="4562721" y="4148838"/>
                <a:ext cx="165960" cy="410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252E891-F94C-4D92-876A-C81975B4827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553721" y="4139838"/>
                  <a:ext cx="1836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550B622-8BFF-4B59-8FAC-60A34F5B57E3}"/>
                    </a:ext>
                  </a:extLst>
                </p14:cNvPr>
                <p14:cNvContentPartPr/>
                <p14:nvPr/>
              </p14:nvContentPartPr>
              <p14:xfrm>
                <a:off x="4599441" y="4179798"/>
                <a:ext cx="207720" cy="2908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550B622-8BFF-4B59-8FAC-60A34F5B57E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590441" y="4171158"/>
                  <a:ext cx="225360" cy="30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A71414AD-9E56-40D2-BD85-C8439EC98F20}"/>
              </a:ext>
            </a:extLst>
          </p:cNvPr>
          <p:cNvGrpSpPr/>
          <p:nvPr/>
        </p:nvGrpSpPr>
        <p:grpSpPr>
          <a:xfrm>
            <a:off x="35721" y="3430638"/>
            <a:ext cx="711720" cy="649440"/>
            <a:chOff x="35721" y="3430638"/>
            <a:chExt cx="711720" cy="64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45DEA55-84F7-4FA4-BEB4-9A72812A10CD}"/>
                    </a:ext>
                  </a:extLst>
                </p14:cNvPr>
                <p14:cNvContentPartPr/>
                <p14:nvPr/>
              </p14:nvContentPartPr>
              <p14:xfrm>
                <a:off x="35721" y="3430638"/>
                <a:ext cx="309600" cy="4071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45DEA55-84F7-4FA4-BEB4-9A72812A10C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7081" y="3421998"/>
                  <a:ext cx="327240" cy="42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EC4F30E-BC99-43AA-8199-E6DBAFBA0BDB}"/>
                    </a:ext>
                  </a:extLst>
                </p14:cNvPr>
                <p14:cNvContentPartPr/>
                <p14:nvPr/>
              </p14:nvContentPartPr>
              <p14:xfrm>
                <a:off x="428121" y="3487878"/>
                <a:ext cx="319320" cy="3290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EC4F30E-BC99-43AA-8199-E6DBAFBA0BD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19481" y="3479238"/>
                  <a:ext cx="33696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518B9F9-1F7E-485D-B0AD-33FD9D203B42}"/>
                    </a:ext>
                  </a:extLst>
                </p14:cNvPr>
                <p14:cNvContentPartPr/>
                <p14:nvPr/>
              </p14:nvContentPartPr>
              <p14:xfrm>
                <a:off x="100881" y="3871638"/>
                <a:ext cx="244800" cy="2084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518B9F9-1F7E-485D-B0AD-33FD9D203B4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1881" y="3862638"/>
                  <a:ext cx="262440" cy="22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8A3AD71D-7685-4750-9974-1A43343B81C2}"/>
                  </a:ext>
                </a:extLst>
              </p14:cNvPr>
              <p14:cNvContentPartPr/>
              <p14:nvPr/>
            </p14:nvContentPartPr>
            <p14:xfrm>
              <a:off x="279801" y="4347918"/>
              <a:ext cx="360" cy="36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8A3AD71D-7685-4750-9974-1A43343B81C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0801" y="4339278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C32F0211-3791-4CB6-86A4-3224BEEEBB46}"/>
                  </a:ext>
                </a:extLst>
              </p14:cNvPr>
              <p14:cNvContentPartPr/>
              <p14:nvPr/>
            </p14:nvContentPartPr>
            <p14:xfrm>
              <a:off x="464121" y="4224438"/>
              <a:ext cx="247320" cy="31356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C32F0211-3791-4CB6-86A4-3224BEEEBB46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455481" y="4215438"/>
                <a:ext cx="264960" cy="33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BCA7D7A4-7BDE-48FF-88D0-72DFCE3B6C87}"/>
                  </a:ext>
                </a:extLst>
              </p14:cNvPr>
              <p14:cNvContentPartPr/>
              <p14:nvPr/>
            </p14:nvContentPartPr>
            <p14:xfrm>
              <a:off x="922401" y="4198518"/>
              <a:ext cx="170280" cy="23616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BCA7D7A4-7BDE-48FF-88D0-72DFCE3B6C87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913401" y="4189518"/>
                <a:ext cx="187920" cy="25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98" name="Group 97">
            <a:extLst>
              <a:ext uri="{FF2B5EF4-FFF2-40B4-BE49-F238E27FC236}">
                <a16:creationId xmlns:a16="http://schemas.microsoft.com/office/drawing/2014/main" id="{FD113E7D-154F-42EC-BFD1-F8B42771AC04}"/>
              </a:ext>
            </a:extLst>
          </p:cNvPr>
          <p:cNvGrpSpPr/>
          <p:nvPr/>
        </p:nvGrpSpPr>
        <p:grpSpPr>
          <a:xfrm>
            <a:off x="3571281" y="3280878"/>
            <a:ext cx="734760" cy="367920"/>
            <a:chOff x="3571281" y="3280878"/>
            <a:chExt cx="734760" cy="36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151C15A-B162-4D0F-9A4C-A3596F1A9EAB}"/>
                    </a:ext>
                  </a:extLst>
                </p14:cNvPr>
                <p14:cNvContentPartPr/>
                <p14:nvPr/>
              </p14:nvContentPartPr>
              <p14:xfrm>
                <a:off x="3571281" y="3280878"/>
                <a:ext cx="255240" cy="3679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151C15A-B162-4D0F-9A4C-A3596F1A9EAB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562641" y="3271878"/>
                  <a:ext cx="27288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9B32B34-4133-4E79-8C1F-8C2446B590AD}"/>
                    </a:ext>
                  </a:extLst>
                </p14:cNvPr>
                <p14:cNvContentPartPr/>
                <p14:nvPr/>
              </p14:nvContentPartPr>
              <p14:xfrm>
                <a:off x="3935601" y="3321558"/>
                <a:ext cx="370440" cy="2732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9B32B34-4133-4E79-8C1F-8C2446B590AD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926601" y="3312558"/>
                  <a:ext cx="388080" cy="290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6ECF1FBE-5085-4E2A-8BEF-4EABA7CC099F}"/>
                  </a:ext>
                </a:extLst>
              </p14:cNvPr>
              <p14:cNvContentPartPr/>
              <p14:nvPr/>
            </p14:nvContentPartPr>
            <p14:xfrm>
              <a:off x="3786921" y="3806478"/>
              <a:ext cx="162720" cy="20880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6ECF1FBE-5085-4E2A-8BEF-4EABA7CC099F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3777921" y="3797838"/>
                <a:ext cx="180360" cy="22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3" name="Group 102">
            <a:extLst>
              <a:ext uri="{FF2B5EF4-FFF2-40B4-BE49-F238E27FC236}">
                <a16:creationId xmlns:a16="http://schemas.microsoft.com/office/drawing/2014/main" id="{3EB2E626-B34F-4162-8AEB-3093419C244E}"/>
              </a:ext>
            </a:extLst>
          </p:cNvPr>
          <p:cNvGrpSpPr/>
          <p:nvPr/>
        </p:nvGrpSpPr>
        <p:grpSpPr>
          <a:xfrm>
            <a:off x="3843801" y="4104558"/>
            <a:ext cx="1125720" cy="394200"/>
            <a:chOff x="3843801" y="4104558"/>
            <a:chExt cx="1125720" cy="39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BB8DFBA-B2F8-438C-B50F-5358F8AFA7E6}"/>
                    </a:ext>
                  </a:extLst>
                </p14:cNvPr>
                <p14:cNvContentPartPr/>
                <p14:nvPr/>
              </p14:nvContentPartPr>
              <p14:xfrm>
                <a:off x="3843801" y="4216878"/>
                <a:ext cx="105120" cy="2433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BB8DFBA-B2F8-438C-B50F-5358F8AFA7E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835161" y="4207878"/>
                  <a:ext cx="12276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1CFA13F-D7F5-444F-B321-ED619104529F}"/>
                    </a:ext>
                  </a:extLst>
                </p14:cNvPr>
                <p14:cNvContentPartPr/>
                <p14:nvPr/>
              </p14:nvContentPartPr>
              <p14:xfrm>
                <a:off x="4038921" y="4105278"/>
                <a:ext cx="338760" cy="3934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1CFA13F-D7F5-444F-B321-ED619104529F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029921" y="4096278"/>
                  <a:ext cx="35640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56BD5D3-6DCB-468F-8430-50F05FC6C3D5}"/>
                    </a:ext>
                  </a:extLst>
                </p14:cNvPr>
                <p14:cNvContentPartPr/>
                <p14:nvPr/>
              </p14:nvContentPartPr>
              <p14:xfrm>
                <a:off x="4403241" y="4104558"/>
                <a:ext cx="566280" cy="3862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56BD5D3-6DCB-468F-8430-50F05FC6C3D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394601" y="4095918"/>
                  <a:ext cx="583920" cy="40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3DD2E87C-4096-4B8E-90B8-9197618B73B8}"/>
              </a:ext>
            </a:extLst>
          </p:cNvPr>
          <p:cNvGrpSpPr/>
          <p:nvPr/>
        </p:nvGrpSpPr>
        <p:grpSpPr>
          <a:xfrm>
            <a:off x="1705041" y="3488958"/>
            <a:ext cx="657360" cy="703440"/>
            <a:chOff x="1705041" y="3488958"/>
            <a:chExt cx="657360" cy="70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47219D4-C043-45F7-AB2D-357822FBEE55}"/>
                    </a:ext>
                  </a:extLst>
                </p14:cNvPr>
                <p14:cNvContentPartPr/>
                <p14:nvPr/>
              </p14:nvContentPartPr>
              <p14:xfrm>
                <a:off x="1760841" y="3488958"/>
                <a:ext cx="237240" cy="2743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47219D4-C043-45F7-AB2D-357822FBEE55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751841" y="3480318"/>
                  <a:ext cx="25488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3017834-FDC4-493A-B5DB-48B464AB2436}"/>
                    </a:ext>
                  </a:extLst>
                </p14:cNvPr>
                <p14:cNvContentPartPr/>
                <p14:nvPr/>
              </p14:nvContentPartPr>
              <p14:xfrm>
                <a:off x="2041641" y="3507318"/>
                <a:ext cx="320760" cy="2919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3017834-FDC4-493A-B5DB-48B464AB243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033001" y="3498678"/>
                  <a:ext cx="33840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3CAF2CC-8F93-4EFD-BE39-BE50674A34D3}"/>
                    </a:ext>
                  </a:extLst>
                </p14:cNvPr>
                <p14:cNvContentPartPr/>
                <p14:nvPr/>
              </p14:nvContentPartPr>
              <p14:xfrm>
                <a:off x="1705041" y="3861918"/>
                <a:ext cx="321480" cy="3304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3CAF2CC-8F93-4EFD-BE39-BE50674A34D3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696041" y="3853278"/>
                  <a:ext cx="339120" cy="34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64E87557-20C8-4171-B49D-04ADEC7916BC}"/>
              </a:ext>
            </a:extLst>
          </p:cNvPr>
          <p:cNvGrpSpPr/>
          <p:nvPr/>
        </p:nvGrpSpPr>
        <p:grpSpPr>
          <a:xfrm>
            <a:off x="1725201" y="5232798"/>
            <a:ext cx="619200" cy="665640"/>
            <a:chOff x="1725201" y="5232798"/>
            <a:chExt cx="619200" cy="66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148AD544-BF19-43BD-BF06-BBDA2D1CE5A7}"/>
                    </a:ext>
                  </a:extLst>
                </p14:cNvPr>
                <p14:cNvContentPartPr/>
                <p14:nvPr/>
              </p14:nvContentPartPr>
              <p14:xfrm>
                <a:off x="1725201" y="5232798"/>
                <a:ext cx="271800" cy="2840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148AD544-BF19-43BD-BF06-BBDA2D1CE5A7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716561" y="5224158"/>
                  <a:ext cx="28944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37FF596-F680-43AC-9501-B0E580A0650C}"/>
                    </a:ext>
                  </a:extLst>
                </p14:cNvPr>
                <p14:cNvContentPartPr/>
                <p14:nvPr/>
              </p14:nvContentPartPr>
              <p14:xfrm>
                <a:off x="1762281" y="5588478"/>
                <a:ext cx="235080" cy="2732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37FF596-F680-43AC-9501-B0E580A0650C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753281" y="5579478"/>
                  <a:ext cx="25272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8D77ECF-33C3-4889-8162-236E3231504C}"/>
                    </a:ext>
                  </a:extLst>
                </p14:cNvPr>
                <p14:cNvContentPartPr/>
                <p14:nvPr/>
              </p14:nvContentPartPr>
              <p14:xfrm>
                <a:off x="2078721" y="5642478"/>
                <a:ext cx="265680" cy="2559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8D77ECF-33C3-4889-8162-236E3231504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070081" y="5633478"/>
                  <a:ext cx="283320" cy="27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DBB8A145-A5E1-47E1-89E3-3E1AB355EE5F}"/>
              </a:ext>
            </a:extLst>
          </p:cNvPr>
          <p:cNvGrpSpPr/>
          <p:nvPr/>
        </p:nvGrpSpPr>
        <p:grpSpPr>
          <a:xfrm>
            <a:off x="7240401" y="4790718"/>
            <a:ext cx="1616400" cy="434880"/>
            <a:chOff x="7240401" y="4790718"/>
            <a:chExt cx="1616400" cy="43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8C85023C-7310-42CC-8F76-93AC000C6FAA}"/>
                    </a:ext>
                  </a:extLst>
                </p14:cNvPr>
                <p14:cNvContentPartPr/>
                <p14:nvPr/>
              </p14:nvContentPartPr>
              <p14:xfrm>
                <a:off x="7240401" y="5109678"/>
                <a:ext cx="759240" cy="1159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8C85023C-7310-42CC-8F76-93AC000C6FAA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231401" y="5100678"/>
                  <a:ext cx="77688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11D9CA7-D5E0-4F17-B7B4-CFB90F3DD380}"/>
                    </a:ext>
                  </a:extLst>
                </p14:cNvPr>
                <p14:cNvContentPartPr/>
                <p14:nvPr/>
              </p14:nvContentPartPr>
              <p14:xfrm>
                <a:off x="8117001" y="4945158"/>
                <a:ext cx="151200" cy="1987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11D9CA7-D5E0-4F17-B7B4-CFB90F3DD380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108361" y="4936158"/>
                  <a:ext cx="16884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EB9DAAF-64C9-4D53-8F99-70D5205C036A}"/>
                    </a:ext>
                  </a:extLst>
                </p14:cNvPr>
                <p14:cNvContentPartPr/>
                <p14:nvPr/>
              </p14:nvContentPartPr>
              <p14:xfrm>
                <a:off x="8245161" y="4790718"/>
                <a:ext cx="437040" cy="3636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1EB9DAAF-64C9-4D53-8F99-70D5205C036A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236521" y="4782078"/>
                  <a:ext cx="45468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B289B35-E69C-48B2-9650-395816BC7A21}"/>
                    </a:ext>
                  </a:extLst>
                </p14:cNvPr>
                <p14:cNvContentPartPr/>
                <p14:nvPr/>
              </p14:nvContentPartPr>
              <p14:xfrm>
                <a:off x="8611641" y="4802238"/>
                <a:ext cx="245160" cy="2271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B289B35-E69C-48B2-9650-395816BC7A21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603001" y="4793238"/>
                  <a:ext cx="262800" cy="24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ECEECE4B-14AB-461A-A01D-E0CE7AE56A13}"/>
                  </a:ext>
                </a:extLst>
              </p14:cNvPr>
              <p14:cNvContentPartPr/>
              <p14:nvPr/>
            </p14:nvContentPartPr>
            <p14:xfrm>
              <a:off x="6251481" y="5624118"/>
              <a:ext cx="234000" cy="41220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ECEECE4B-14AB-461A-A01D-E0CE7AE56A13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6242841" y="5615478"/>
                <a:ext cx="251640" cy="42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2" name="Group 121">
            <a:extLst>
              <a:ext uri="{FF2B5EF4-FFF2-40B4-BE49-F238E27FC236}">
                <a16:creationId xmlns:a16="http://schemas.microsoft.com/office/drawing/2014/main" id="{C8A29E7F-4335-446C-8F79-68C32200D9C5}"/>
              </a:ext>
            </a:extLst>
          </p:cNvPr>
          <p:cNvGrpSpPr/>
          <p:nvPr/>
        </p:nvGrpSpPr>
        <p:grpSpPr>
          <a:xfrm>
            <a:off x="7202961" y="2833758"/>
            <a:ext cx="1327320" cy="628920"/>
            <a:chOff x="7202961" y="2833758"/>
            <a:chExt cx="1327320" cy="62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1D3DC630-483A-47C5-B955-EB3029C0B7CF}"/>
                    </a:ext>
                  </a:extLst>
                </p14:cNvPr>
                <p14:cNvContentPartPr/>
                <p14:nvPr/>
              </p14:nvContentPartPr>
              <p14:xfrm>
                <a:off x="7202961" y="3176838"/>
                <a:ext cx="455400" cy="2851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1D3DC630-483A-47C5-B955-EB3029C0B7CF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194321" y="3167838"/>
                  <a:ext cx="47304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D00CEB1F-D384-43BA-9A34-05FD04F1C061}"/>
                    </a:ext>
                  </a:extLst>
                </p14:cNvPr>
                <p14:cNvContentPartPr/>
                <p14:nvPr/>
              </p14:nvContentPartPr>
              <p14:xfrm>
                <a:off x="7975881" y="2833758"/>
                <a:ext cx="554400" cy="6289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D00CEB1F-D384-43BA-9A34-05FD04F1C06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967241" y="2824758"/>
                  <a:ext cx="572040" cy="646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B694E7BE-812B-4C4D-8050-4452D6C69BDE}"/>
                  </a:ext>
                </a:extLst>
              </p14:cNvPr>
              <p14:cNvContentPartPr/>
              <p14:nvPr/>
            </p14:nvContentPartPr>
            <p14:xfrm>
              <a:off x="6557481" y="3852558"/>
              <a:ext cx="330120" cy="42300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B694E7BE-812B-4C4D-8050-4452D6C69BDE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6548481" y="3843558"/>
                <a:ext cx="347760" cy="44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EBFC4DA1-F32A-4AD4-B08B-BB9856134A28}"/>
                  </a:ext>
                </a:extLst>
              </p14:cNvPr>
              <p14:cNvContentPartPr/>
              <p14:nvPr/>
            </p14:nvContentPartPr>
            <p14:xfrm>
              <a:off x="6232401" y="5289678"/>
              <a:ext cx="161280" cy="24372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EBFC4DA1-F32A-4AD4-B08B-BB9856134A28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6223401" y="5281038"/>
                <a:ext cx="178920" cy="261360"/>
              </a:xfrm>
              <a:prstGeom prst="rect">
                <a:avLst/>
              </a:prstGeom>
            </p:spPr>
          </p:pic>
        </mc:Fallback>
      </mc:AlternateContent>
      <p:sp>
        <p:nvSpPr>
          <p:cNvPr id="125" name="TextBox 124">
            <a:extLst>
              <a:ext uri="{FF2B5EF4-FFF2-40B4-BE49-F238E27FC236}">
                <a16:creationId xmlns:a16="http://schemas.microsoft.com/office/drawing/2014/main" id="{A3851814-DBB4-4B53-B5F5-C4BD2C0B2C22}"/>
              </a:ext>
            </a:extLst>
          </p:cNvPr>
          <p:cNvSpPr txBox="1"/>
          <p:nvPr/>
        </p:nvSpPr>
        <p:spPr>
          <a:xfrm>
            <a:off x="3664161" y="1370834"/>
            <a:ext cx="54342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Here, it makes the best choice and the next work based </a:t>
            </a:r>
          </a:p>
          <a:p>
            <a:r>
              <a:rPr lang="en-GB" dirty="0"/>
              <a:t>On current state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9971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C2BCC21-CD16-F423-5EBF-5CB4101CD4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56" r="9452"/>
          <a:stretch/>
        </p:blipFill>
        <p:spPr>
          <a:xfrm>
            <a:off x="5863164" y="3747997"/>
            <a:ext cx="2827868" cy="2743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08A19B-8475-670F-A731-E65FC102C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965" y="3747997"/>
            <a:ext cx="5539267" cy="2743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0B8DAA7-03CD-EA09-832E-25F04CCEFFE8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Hill-climbing: Drawbacks</a:t>
            </a:r>
          </a:p>
        </p:txBody>
      </p:sp>
      <p:sp>
        <p:nvSpPr>
          <p:cNvPr id="11" name="Text Box 11">
            <a:extLst>
              <a:ext uri="{FF2B5EF4-FFF2-40B4-BE49-F238E27FC236}">
                <a16:creationId xmlns:a16="http://schemas.microsoft.com/office/drawing/2014/main" id="{0824637A-620A-C440-7B17-161FAC29F7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1" y="4473266"/>
            <a:ext cx="10668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chemeClr val="accent1"/>
                </a:solidFill>
                <a:latin typeface="+mj-lt"/>
              </a:rPr>
              <a:t>Local Maxima</a:t>
            </a:r>
            <a:endParaRPr lang="en-GB" altLang="en-US" sz="18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2" name="Text Box 11">
            <a:extLst>
              <a:ext uri="{FF2B5EF4-FFF2-40B4-BE49-F238E27FC236}">
                <a16:creationId xmlns:a16="http://schemas.microsoft.com/office/drawing/2014/main" id="{1C0E10B6-FB73-2BA2-6009-0C4ECE5443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0298" y="4103934"/>
            <a:ext cx="10668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chemeClr val="accent1"/>
                </a:solidFill>
                <a:latin typeface="+mj-lt"/>
              </a:rPr>
              <a:t>Ridges</a:t>
            </a:r>
            <a:endParaRPr lang="en-GB" altLang="en-US" sz="18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3" name="Text Box 11">
            <a:extLst>
              <a:ext uri="{FF2B5EF4-FFF2-40B4-BE49-F238E27FC236}">
                <a16:creationId xmlns:a16="http://schemas.microsoft.com/office/drawing/2014/main" id="{31752443-EF89-D80D-2358-642D898FE8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7114" y="5479883"/>
            <a:ext cx="22154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chemeClr val="accent1"/>
                </a:solidFill>
                <a:latin typeface="+mj-lt"/>
              </a:rPr>
              <a:t>Plateau /pla-tow/</a:t>
            </a:r>
            <a:endParaRPr lang="en-GB" altLang="en-US" sz="18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A6864F-73AA-4B0F-B53B-268D70E51F8D}"/>
              </a:ext>
            </a:extLst>
          </p:cNvPr>
          <p:cNvSpPr txBox="1"/>
          <p:nvPr/>
        </p:nvSpPr>
        <p:spPr>
          <a:xfrm>
            <a:off x="452965" y="1378117"/>
            <a:ext cx="8238067" cy="215443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  <a:cs typeface="Arial" charset="0"/>
              </a:rPr>
              <a:t>Local maxima/minima: Local search can </a:t>
            </a:r>
            <a:r>
              <a:rPr lang="en-US" sz="2000" dirty="0">
                <a:solidFill>
                  <a:schemeClr val="accent1"/>
                </a:solidFill>
                <a:latin typeface="+mj-lt"/>
                <a:cs typeface="Arial" charset="0"/>
              </a:rPr>
              <a:t>get stuck </a:t>
            </a:r>
            <a:r>
              <a:rPr lang="en-US" sz="2000" dirty="0">
                <a:latin typeface="+mj-lt"/>
                <a:cs typeface="Arial" charset="0"/>
              </a:rPr>
              <a:t>on a local maximum/minimum and not find the optimal solution. </a:t>
            </a:r>
          </a:p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  <a:cs typeface="Arial" charset="0"/>
              </a:rPr>
              <a:t>Ridges: Ridges result in a </a:t>
            </a:r>
            <a:r>
              <a:rPr lang="en-US" sz="2000" dirty="0">
                <a:solidFill>
                  <a:schemeClr val="accent1"/>
                </a:solidFill>
                <a:latin typeface="+mj-lt"/>
                <a:cs typeface="Arial" charset="0"/>
              </a:rPr>
              <a:t>sequence of local maxima </a:t>
            </a:r>
            <a:r>
              <a:rPr lang="en-US" sz="2000" dirty="0">
                <a:latin typeface="+mj-lt"/>
                <a:cs typeface="Arial" charset="0"/>
              </a:rPr>
              <a:t>that is very difficult for greedy algorithms to navigate.</a:t>
            </a:r>
          </a:p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  <a:cs typeface="Arial" charset="0"/>
              </a:rPr>
              <a:t>Plateaus: A plateau is a </a:t>
            </a:r>
            <a:r>
              <a:rPr lang="en-US" sz="2000" dirty="0">
                <a:solidFill>
                  <a:schemeClr val="accent1"/>
                </a:solidFill>
                <a:latin typeface="+mj-lt"/>
                <a:cs typeface="Arial" charset="0"/>
              </a:rPr>
              <a:t>flat area of the state-space</a:t>
            </a:r>
            <a:r>
              <a:rPr lang="en-US" sz="2000" dirty="0">
                <a:latin typeface="+mj-lt"/>
                <a:cs typeface="Arial" charset="0"/>
              </a:rPr>
              <a:t> landscape. Hill-climbing search can get lost wandering on the plateau.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0B9C852-8F9B-431C-B18E-AC65AE6BE49E}"/>
                  </a:ext>
                </a:extLst>
              </p14:cNvPr>
              <p14:cNvContentPartPr/>
              <p14:nvPr/>
            </p14:nvContentPartPr>
            <p14:xfrm>
              <a:off x="886401" y="1667718"/>
              <a:ext cx="1800720" cy="22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0B9C852-8F9B-431C-B18E-AC65AE6BE4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7401" y="1658718"/>
                <a:ext cx="1818360" cy="3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E7B2F385-67AD-443F-930C-5E5C67DE0F00}"/>
              </a:ext>
            </a:extLst>
          </p:cNvPr>
          <p:cNvGrpSpPr/>
          <p:nvPr/>
        </p:nvGrpSpPr>
        <p:grpSpPr>
          <a:xfrm>
            <a:off x="239841" y="1332918"/>
            <a:ext cx="277560" cy="375480"/>
            <a:chOff x="239841" y="1332918"/>
            <a:chExt cx="277560" cy="37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7418286-4C14-4696-BFC1-865DA9439A99}"/>
                    </a:ext>
                  </a:extLst>
                </p14:cNvPr>
                <p14:cNvContentPartPr/>
                <p14:nvPr/>
              </p14:nvContentPartPr>
              <p14:xfrm>
                <a:off x="326241" y="1492758"/>
                <a:ext cx="360" cy="1202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7418286-4C14-4696-BFC1-865DA9439A9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17241" y="1483758"/>
                  <a:ext cx="1800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5001889-9266-47BD-82F9-19E3F7067A8A}"/>
                    </a:ext>
                  </a:extLst>
                </p14:cNvPr>
                <p14:cNvContentPartPr/>
                <p14:nvPr/>
              </p14:nvContentPartPr>
              <p14:xfrm>
                <a:off x="239841" y="1332918"/>
                <a:ext cx="277560" cy="3754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5001889-9266-47BD-82F9-19E3F7067A8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30841" y="1323918"/>
                  <a:ext cx="295200" cy="39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B4A4145-C5E1-4947-BE3B-7FCC46DA78C7}"/>
              </a:ext>
            </a:extLst>
          </p:cNvPr>
          <p:cNvGrpSpPr/>
          <p:nvPr/>
        </p:nvGrpSpPr>
        <p:grpSpPr>
          <a:xfrm>
            <a:off x="26361" y="2019438"/>
            <a:ext cx="430200" cy="540720"/>
            <a:chOff x="26361" y="2019438"/>
            <a:chExt cx="430200" cy="54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2931F0B-6785-4F3F-AB10-6306C85FCC43}"/>
                    </a:ext>
                  </a:extLst>
                </p14:cNvPr>
                <p14:cNvContentPartPr/>
                <p14:nvPr/>
              </p14:nvContentPartPr>
              <p14:xfrm>
                <a:off x="111681" y="2302758"/>
                <a:ext cx="207720" cy="139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2931F0B-6785-4F3F-AB10-6306C85FCC4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3041" y="2293758"/>
                  <a:ext cx="2253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7428B78-65D7-498A-B47E-4CB19E63C04A}"/>
                    </a:ext>
                  </a:extLst>
                </p14:cNvPr>
                <p14:cNvContentPartPr/>
                <p14:nvPr/>
              </p14:nvContentPartPr>
              <p14:xfrm>
                <a:off x="26361" y="2019438"/>
                <a:ext cx="430200" cy="5407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7428B78-65D7-498A-B47E-4CB19E63C04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721" y="2010798"/>
                  <a:ext cx="447840" cy="558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6CE9CD96-0A5F-4771-9484-D8860122496B}"/>
                  </a:ext>
                </a:extLst>
              </p14:cNvPr>
              <p14:cNvContentPartPr/>
              <p14:nvPr/>
            </p14:nvContentPartPr>
            <p14:xfrm>
              <a:off x="858321" y="2397438"/>
              <a:ext cx="531000" cy="201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6CE9CD96-0A5F-4771-9484-D8860122496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49681" y="2388798"/>
                <a:ext cx="548640" cy="3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1D9328F5-A455-4799-AEF4-7BDA70D6558A}"/>
              </a:ext>
            </a:extLst>
          </p:cNvPr>
          <p:cNvGrpSpPr/>
          <p:nvPr/>
        </p:nvGrpSpPr>
        <p:grpSpPr>
          <a:xfrm>
            <a:off x="118521" y="2827638"/>
            <a:ext cx="1438560" cy="430200"/>
            <a:chOff x="118521" y="2827638"/>
            <a:chExt cx="1438560" cy="43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09E56F7-A242-47E1-85F2-4334AA570502}"/>
                    </a:ext>
                  </a:extLst>
                </p14:cNvPr>
                <p14:cNvContentPartPr/>
                <p14:nvPr/>
              </p14:nvContentPartPr>
              <p14:xfrm>
                <a:off x="214281" y="2964438"/>
                <a:ext cx="150840" cy="2192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09E56F7-A242-47E1-85F2-4334AA57050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05281" y="2955798"/>
                  <a:ext cx="1684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0D200EB-505A-453B-AC3D-9993AD55E86B}"/>
                    </a:ext>
                  </a:extLst>
                </p14:cNvPr>
                <p14:cNvContentPartPr/>
                <p14:nvPr/>
              </p14:nvContentPartPr>
              <p14:xfrm>
                <a:off x="118521" y="2827638"/>
                <a:ext cx="368640" cy="4302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0D200EB-505A-453B-AC3D-9993AD55E86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9521" y="2818998"/>
                  <a:ext cx="386280" cy="44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ACD2D68-1B41-489E-820E-BDD7C2C010A0}"/>
                    </a:ext>
                  </a:extLst>
                </p14:cNvPr>
                <p14:cNvContentPartPr/>
                <p14:nvPr/>
              </p14:nvContentPartPr>
              <p14:xfrm>
                <a:off x="839601" y="3218958"/>
                <a:ext cx="717480" cy="13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ACD2D68-1B41-489E-820E-BDD7C2C010A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30961" y="3209958"/>
                  <a:ext cx="735120" cy="313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9704F-74B9-C6C2-3E42-955740CF7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85DE7-C500-7115-07D0-AF881A6D9DB2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Hill-climbing: Example of Local Minima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BB9F79-2F6B-AC93-8505-C2B0310D9E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11" t="2826" r="1777" b="4252"/>
          <a:stretch/>
        </p:blipFill>
        <p:spPr>
          <a:xfrm>
            <a:off x="269239" y="1544690"/>
            <a:ext cx="8605521" cy="466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5177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7BF7D1-2653-D1A0-5184-AD0B59567791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Hill-climbing: Remedies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35D637-D163-7AAD-16BE-8F1FAC71DAC4}"/>
              </a:ext>
            </a:extLst>
          </p:cNvPr>
          <p:cNvSpPr txBox="1"/>
          <p:nvPr/>
        </p:nvSpPr>
        <p:spPr>
          <a:xfrm>
            <a:off x="452966" y="2124802"/>
            <a:ext cx="8238066" cy="357020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457200" indent="-4572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Problems: local optima, plateaus, ridges</a:t>
            </a:r>
          </a:p>
          <a:p>
            <a:pPr marL="457200" indent="-4572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Remedies:</a:t>
            </a:r>
          </a:p>
          <a:p>
            <a:pPr marL="914400" lvl="1" indent="-4572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Random restart: keep restarting the search from random locations until a goal is found.</a:t>
            </a:r>
          </a:p>
          <a:p>
            <a:pPr marL="914400" lvl="1" indent="-4572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Problem reformulation: reformulate the search space to eliminate these problematic features.</a:t>
            </a:r>
          </a:p>
          <a:p>
            <a:pPr marL="457200" indent="-4572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Some problem spaces are great for hill climbing; others are terrible. </a:t>
            </a:r>
            <a:endParaRPr lang="en-US" sz="2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DA9441E-A28D-4D6B-85F8-113F0534F395}"/>
                  </a:ext>
                </a:extLst>
              </p14:cNvPr>
              <p14:cNvContentPartPr/>
              <p14:nvPr/>
            </p14:nvContentPartPr>
            <p14:xfrm>
              <a:off x="2581641" y="361638"/>
              <a:ext cx="2664000" cy="1265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DA9441E-A28D-4D6B-85F8-113F0534F39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73001" y="352638"/>
                <a:ext cx="2681640" cy="128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E726AFF-7841-4F8E-B086-91246DF39AFD}"/>
                  </a:ext>
                </a:extLst>
              </p14:cNvPr>
              <p14:cNvContentPartPr/>
              <p14:nvPr/>
            </p14:nvContentPartPr>
            <p14:xfrm>
              <a:off x="886401" y="2452158"/>
              <a:ext cx="1142640" cy="48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E726AFF-7841-4F8E-B086-91246DF39AF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7401" y="2443518"/>
                <a:ext cx="116028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58B9717-B646-4139-A9AF-6ECC17BE961B}"/>
                  </a:ext>
                </a:extLst>
              </p14:cNvPr>
              <p14:cNvContentPartPr/>
              <p14:nvPr/>
            </p14:nvContentPartPr>
            <p14:xfrm>
              <a:off x="1623321" y="3497958"/>
              <a:ext cx="1110600" cy="658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58B9717-B646-4139-A9AF-6ECC17BE961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14321" y="3489318"/>
                <a:ext cx="112824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0EF9873-237E-49B6-83CE-808DCD1571F1}"/>
                  </a:ext>
                </a:extLst>
              </p14:cNvPr>
              <p14:cNvContentPartPr/>
              <p14:nvPr/>
            </p14:nvContentPartPr>
            <p14:xfrm>
              <a:off x="1847241" y="4384998"/>
              <a:ext cx="1040400" cy="212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0EF9873-237E-49B6-83CE-808DCD1571F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38241" y="4376358"/>
                <a:ext cx="1058040" cy="38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hill-climbing-picture">
            <a:extLst>
              <a:ext uri="{FF2B5EF4-FFF2-40B4-BE49-F238E27FC236}">
                <a16:creationId xmlns:a16="http://schemas.microsoft.com/office/drawing/2014/main" id="{7844D8C2-D560-9962-0031-6E3D5B6BE2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71600" y="3702050"/>
            <a:ext cx="5638800" cy="3155950"/>
          </a:xfrm>
          <a:prstGeom prst="rect">
            <a:avLst/>
          </a:prstGeom>
          <a:noFill/>
        </p:spPr>
      </p:pic>
      <p:sp>
        <p:nvSpPr>
          <p:cNvPr id="51203" name="Slide Number Placeholder 5">
            <a:extLst>
              <a:ext uri="{FF2B5EF4-FFF2-40B4-BE49-F238E27FC236}">
                <a16:creationId xmlns:a16="http://schemas.microsoft.com/office/drawing/2014/main" id="{3619A34A-56DA-8D46-A403-A019FD9210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C5E8A2A-33FE-4428-9823-E352521AD747}" type="slidenum">
              <a:rPr lang="en-GB" altLang="en-US" sz="1400">
                <a:solidFill>
                  <a:srgbClr val="FFFFFF"/>
                </a:solidFill>
                <a:latin typeface="Franklin Gothic Book" panose="020B0503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GB" altLang="en-US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B2D147-46B6-A0F0-50B6-6CEA607C1BEB}"/>
              </a:ext>
            </a:extLst>
          </p:cNvPr>
          <p:cNvSpPr txBox="1"/>
          <p:nvPr/>
        </p:nvSpPr>
        <p:spPr>
          <a:xfrm>
            <a:off x="452965" y="1452685"/>
            <a:ext cx="8238067" cy="200054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Randomly generate an initial state until a goal is found. </a:t>
            </a:r>
          </a:p>
          <a:p>
            <a:pPr marL="342900" indent="-3429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It is trivially complete with probability approaching to 1. </a:t>
            </a:r>
          </a:p>
          <a:p>
            <a:pPr marL="342900" indent="-3429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Example:</a:t>
            </a:r>
          </a:p>
          <a:p>
            <a:pPr marL="800100" lvl="1" indent="-342900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For 8-queens problem, very effective. </a:t>
            </a:r>
          </a:p>
          <a:p>
            <a:pPr marL="800100" lvl="1" indent="-342900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For three million queens, solve the problem within minute.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58E5C9-DA07-AA09-B5C0-EB597B410928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Hill-climbing: Random Restart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8A5FE70-ADBE-3FC6-25AA-587CB2A0AD7C}"/>
              </a:ext>
            </a:extLst>
          </p:cNvPr>
          <p:cNvSpPr/>
          <p:nvPr/>
        </p:nvSpPr>
        <p:spPr>
          <a:xfrm>
            <a:off x="4160520" y="5854536"/>
            <a:ext cx="182880" cy="1828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D4F1642-29E0-41D2-A12D-08BC8782E077}"/>
                  </a:ext>
                </a:extLst>
              </p14:cNvPr>
              <p14:cNvContentPartPr/>
              <p14:nvPr/>
            </p14:nvContentPartPr>
            <p14:xfrm>
              <a:off x="1007721" y="2155158"/>
              <a:ext cx="6216480" cy="103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D4F1642-29E0-41D2-A12D-08BC8782E07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98721" y="2146518"/>
                <a:ext cx="6234120" cy="121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1.85185E-6 L -0.0849 -0.1328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253" y="-66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4" descr="hill-climbing-picture">
            <a:extLst>
              <a:ext uri="{FF2B5EF4-FFF2-40B4-BE49-F238E27FC236}">
                <a16:creationId xmlns:a16="http://schemas.microsoft.com/office/drawing/2014/main" id="{53AE8878-8E71-7474-4737-B8DBD97ED1F6}"/>
              </a:ext>
            </a:extLst>
          </p:cNvPr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52599" y="3702050"/>
            <a:ext cx="5638800" cy="3155950"/>
          </a:xfr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076518-0A89-FF2D-7EB7-D669AF04F5FD}"/>
              </a:ext>
            </a:extLst>
          </p:cNvPr>
          <p:cNvSpPr txBox="1"/>
          <p:nvPr/>
        </p:nvSpPr>
        <p:spPr>
          <a:xfrm>
            <a:off x="452966" y="1286004"/>
            <a:ext cx="8238067" cy="241604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Hoping that plateau is really a shoulder.</a:t>
            </a:r>
          </a:p>
          <a:p>
            <a:pPr marL="342900" indent="-3429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Limit the number of sideway moves, otherwise infinite loop.</a:t>
            </a:r>
          </a:p>
          <a:p>
            <a:pPr marL="342900" indent="-3429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Example:</a:t>
            </a:r>
          </a:p>
          <a:p>
            <a:pPr marL="800100" lvl="1" indent="-342900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100 consecutive sideways moves for 8-queen problem</a:t>
            </a:r>
          </a:p>
          <a:p>
            <a:pPr marL="800100" lvl="1" indent="-342900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Chances of solving problem increase from 14% to 94%</a:t>
            </a:r>
          </a:p>
          <a:p>
            <a:pPr marL="800100" lvl="1" indent="-342900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It is incomplete, because stuck at local maxima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4819D6-48D9-520D-638A-7DAE4E127F1C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Hill-climbing: Limit Sideways Move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4D42FAA-A37A-4FD0-8D81-8854FE975DAF}"/>
                  </a:ext>
                </a:extLst>
              </p14:cNvPr>
              <p14:cNvContentPartPr/>
              <p14:nvPr/>
            </p14:nvContentPartPr>
            <p14:xfrm>
              <a:off x="877041" y="1659798"/>
              <a:ext cx="4505760" cy="302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4D42FAA-A37A-4FD0-8D81-8854FE975DA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8401" y="1651158"/>
                <a:ext cx="4523400" cy="47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1E275-0F75-B4E4-D93D-A27C7571B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E5E2B4-7718-3A49-AEE9-A9AC722D8122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Extensions of Hill Climbing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33E96A-32CA-DDE0-F8C6-A72CCFAC7F21}"/>
              </a:ext>
            </a:extLst>
          </p:cNvPr>
          <p:cNvSpPr txBox="1"/>
          <p:nvPr/>
        </p:nvSpPr>
        <p:spPr>
          <a:xfrm>
            <a:off x="452966" y="1976202"/>
            <a:ext cx="8238067" cy="423192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Simulated Annealing: </a:t>
            </a:r>
          </a:p>
          <a:p>
            <a:pPr marL="800100" lvl="1" indent="-342900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Escape local maxima by allowing some </a:t>
            </a:r>
            <a:r>
              <a:rPr lang="en-US" sz="2400" dirty="0">
                <a:solidFill>
                  <a:schemeClr val="accent1"/>
                </a:solidFill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“bad” </a:t>
            </a: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moves but gradually decreasing their frequency</a:t>
            </a:r>
          </a:p>
          <a:p>
            <a:pPr lvl="1">
              <a:spcAft>
                <a:spcPts val="600"/>
              </a:spcAft>
              <a:buClr>
                <a:schemeClr val="accent1"/>
              </a:buClr>
            </a:pPr>
            <a:endParaRPr lang="en-US" sz="2400" dirty="0">
              <a:latin typeface="+mj-lt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marL="342900" indent="-3429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Local Beam Search</a:t>
            </a:r>
          </a:p>
          <a:p>
            <a:pPr marL="800100" lvl="1" indent="-342900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Keep track of k states rather than just one</a:t>
            </a:r>
          </a:p>
          <a:p>
            <a:pPr marL="800100" lvl="1" indent="-342900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At each iteration:</a:t>
            </a:r>
          </a:p>
          <a:p>
            <a:pPr marL="1257300" lvl="2" indent="-342900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All successors of the k states are generated and evaluated</a:t>
            </a:r>
          </a:p>
          <a:p>
            <a:pPr marL="1257300" lvl="2" indent="-342900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Best k are chosen for the next iteration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AEA783F-A01F-4FC4-AE32-BF86B34901B3}"/>
                  </a:ext>
                </a:extLst>
              </p14:cNvPr>
              <p14:cNvContentPartPr/>
              <p14:nvPr/>
            </p14:nvContentPartPr>
            <p14:xfrm>
              <a:off x="765081" y="2369358"/>
              <a:ext cx="2216160" cy="576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AEA783F-A01F-4FC4-AE32-BF86B34901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6081" y="2360358"/>
                <a:ext cx="2233800" cy="75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864689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695725-9661-452A-50F7-B42805899A9D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Simulated Annealing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A3276B-41C1-596F-7E5D-FD5ECE50B944}"/>
              </a:ext>
            </a:extLst>
          </p:cNvPr>
          <p:cNvSpPr txBox="1"/>
          <p:nvPr/>
        </p:nvSpPr>
        <p:spPr>
          <a:xfrm>
            <a:off x="452966" y="1717061"/>
            <a:ext cx="8238067" cy="423192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Key Idea: Escape local maxima by allowing some </a:t>
            </a:r>
            <a:r>
              <a:rPr lang="en-US" sz="2400" dirty="0">
                <a:solidFill>
                  <a:schemeClr val="accent1"/>
                </a:solidFill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"bad" </a:t>
            </a: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moves but gradually decrease their frequency</a:t>
            </a:r>
          </a:p>
          <a:p>
            <a:pPr marL="342900" indent="-3429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Take some uphill steps to escape the local minimum</a:t>
            </a:r>
          </a:p>
          <a:p>
            <a:pPr marL="342900" indent="-3429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Instead of picking the best move, it picks a random move</a:t>
            </a:r>
          </a:p>
          <a:p>
            <a:pPr marL="342900" indent="-3429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If the move improves the situation, it is executed Otherwise, move with some probability less than 1</a:t>
            </a:r>
          </a:p>
          <a:p>
            <a:pPr marL="342900" indent="-3429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Physical analogy with the annealing process:</a:t>
            </a:r>
          </a:p>
          <a:p>
            <a:pPr marL="800100" lvl="1" indent="-342900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Allowing liquid to gradually cool until it freezes</a:t>
            </a:r>
          </a:p>
          <a:p>
            <a:pPr marL="342900" indent="-3429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The heuristic value is the energy, E</a:t>
            </a:r>
          </a:p>
          <a:p>
            <a:pPr marL="342900" indent="-3429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Temperature parameter T, controls speed of convergence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95280BC-B835-4904-840D-2F279682DF63}"/>
                  </a:ext>
                </a:extLst>
              </p14:cNvPr>
              <p14:cNvContentPartPr/>
              <p14:nvPr/>
            </p14:nvContentPartPr>
            <p14:xfrm>
              <a:off x="960921" y="4532958"/>
              <a:ext cx="5104800" cy="76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95280BC-B835-4904-840D-2F279682DF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281" y="4524318"/>
                <a:ext cx="512244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D177330-D84F-4061-9633-3B41E5FBE7AD}"/>
                  </a:ext>
                </a:extLst>
              </p14:cNvPr>
              <p14:cNvContentPartPr/>
              <p14:nvPr/>
            </p14:nvContentPartPr>
            <p14:xfrm>
              <a:off x="653121" y="2080278"/>
              <a:ext cx="858960" cy="28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D177330-D84F-4061-9633-3B41E5FBE7A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4481" y="2071638"/>
                <a:ext cx="87660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F059002-7D95-4402-BBC6-570A29522267}"/>
                  </a:ext>
                </a:extLst>
              </p14:cNvPr>
              <p14:cNvContentPartPr/>
              <p14:nvPr/>
            </p14:nvContentPartPr>
            <p14:xfrm>
              <a:off x="970281" y="5438718"/>
              <a:ext cx="3836160" cy="856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F059002-7D95-4402-BBC6-570A2952226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61281" y="5430078"/>
                <a:ext cx="385380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EB7C39F-A869-4B8C-8ECC-BF6B7E962E57}"/>
                  </a:ext>
                </a:extLst>
              </p14:cNvPr>
              <p14:cNvContentPartPr/>
              <p14:nvPr/>
            </p14:nvContentPartPr>
            <p14:xfrm>
              <a:off x="1893681" y="5858478"/>
              <a:ext cx="5622480" cy="1620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EB7C39F-A869-4B8C-8ECC-BF6B7E962E5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85041" y="5849838"/>
                <a:ext cx="5640120" cy="179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68AD2-11DF-78CC-3B66-34E9025689AB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Simulated Annealing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667407-F74E-ADFD-02F3-AF260B48779C}"/>
              </a:ext>
            </a:extLst>
          </p:cNvPr>
          <p:cNvSpPr txBox="1"/>
          <p:nvPr/>
        </p:nvSpPr>
        <p:spPr>
          <a:xfrm>
            <a:off x="452965" y="1797784"/>
            <a:ext cx="8238067" cy="326243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Basic inspiration: What is annealing?</a:t>
            </a:r>
          </a:p>
          <a:p>
            <a:pPr algn="ctr">
              <a:spcAft>
                <a:spcPts val="600"/>
              </a:spcAft>
              <a:buClr>
                <a:schemeClr val="accent1"/>
              </a:buClr>
            </a:pPr>
            <a:r>
              <a:rPr lang="en-US" dirty="0">
                <a:latin typeface="+mj-lt"/>
                <a:ea typeface="Cambria" panose="02040503050406030204" pitchFamily="18" charset="0"/>
                <a:cs typeface="CMU Serif" panose="02000603000000000000" pitchFamily="2" charset="0"/>
              </a:rPr>
              <a:t>In metallurgy, annealing is the physical process used to temper or harden metals or glass by heating them to a high temperature and then gradually cooling them, thus allowing the material to coalesce into a low energy crystalline state.</a:t>
            </a:r>
          </a:p>
          <a:p>
            <a:pPr algn="ctr">
              <a:spcAft>
                <a:spcPts val="600"/>
              </a:spcAft>
              <a:buClr>
                <a:schemeClr val="accent1"/>
              </a:buClr>
            </a:pPr>
            <a:endParaRPr lang="en-US" dirty="0">
              <a:latin typeface="+mj-lt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marL="342900" indent="-3429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Simulated Annealing combines Hill Climbing with a random walk in some way that yields both efficiency and completeness.</a:t>
            </a:r>
          </a:p>
          <a:p>
            <a:pPr marL="342900" indent="-3429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Used to solve VLSI layout problems in the early 1980.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C936BEA-EDBF-42A7-A37F-6B55A5846C96}"/>
                  </a:ext>
                </a:extLst>
              </p14:cNvPr>
              <p14:cNvContentPartPr/>
              <p14:nvPr/>
            </p14:nvContentPartPr>
            <p14:xfrm>
              <a:off x="1007721" y="3964518"/>
              <a:ext cx="6778080" cy="759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C936BEA-EDBF-42A7-A37F-6B55A5846C9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8721" y="3955878"/>
                <a:ext cx="6795720" cy="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8A25A4D-5D8A-4014-9858-65DB0D475E1C}"/>
                  </a:ext>
                </a:extLst>
              </p14:cNvPr>
              <p14:cNvContentPartPr/>
              <p14:nvPr/>
            </p14:nvContentPartPr>
            <p14:xfrm>
              <a:off x="1445841" y="4264038"/>
              <a:ext cx="6859800" cy="149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8A25A4D-5D8A-4014-9858-65DB0D475E1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37201" y="4255038"/>
                <a:ext cx="6877440" cy="16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ED3A8E2-68B1-47BA-A89F-C5F958503BB9}"/>
                  </a:ext>
                </a:extLst>
              </p14:cNvPr>
              <p14:cNvContentPartPr/>
              <p14:nvPr/>
            </p14:nvContentPartPr>
            <p14:xfrm>
              <a:off x="376641" y="4401558"/>
              <a:ext cx="471600" cy="5623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ED3A8E2-68B1-47BA-A89F-C5F958503BB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7641" y="4392918"/>
                <a:ext cx="489240" cy="57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ABF2167-6D8D-4C30-94F9-2DC6F4443E29}"/>
                  </a:ext>
                </a:extLst>
              </p14:cNvPr>
              <p14:cNvContentPartPr/>
              <p14:nvPr/>
            </p14:nvContentPartPr>
            <p14:xfrm>
              <a:off x="111681" y="3414438"/>
              <a:ext cx="581760" cy="4978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ABF2167-6D8D-4C30-94F9-2DC6F4443E2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3041" y="3405798"/>
                <a:ext cx="599400" cy="515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4EC20-6B51-AE2D-813E-8B678152E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B34046-9384-5A41-CF3A-600E49FB2D7B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Simulated Annealing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26256D-ECE1-6181-C321-1EF155D45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720" y="2130796"/>
            <a:ext cx="8480556" cy="30175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103D08-02A1-6BF0-0FA4-266E3A7389C2}"/>
              </a:ext>
            </a:extLst>
          </p:cNvPr>
          <p:cNvSpPr txBox="1"/>
          <p:nvPr/>
        </p:nvSpPr>
        <p:spPr>
          <a:xfrm>
            <a:off x="452965" y="1582722"/>
            <a:ext cx="8238067" cy="33855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just">
              <a:spcAft>
                <a:spcPts val="1200"/>
              </a:spcAft>
              <a:buClr>
                <a:schemeClr val="accent1"/>
              </a:buClr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Algorithm</a:t>
            </a:r>
            <a:endParaRPr lang="en-US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08153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4" name="Line 3">
            <a:extLst>
              <a:ext uri="{FF2B5EF4-FFF2-40B4-BE49-F238E27FC236}">
                <a16:creationId xmlns:a16="http://schemas.microsoft.com/office/drawing/2014/main" id="{FCD2C205-15FF-1977-071D-823B03C5A9A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325" name="Line 4">
            <a:extLst>
              <a:ext uri="{FF2B5EF4-FFF2-40B4-BE49-F238E27FC236}">
                <a16:creationId xmlns:a16="http://schemas.microsoft.com/office/drawing/2014/main" id="{1645436B-F951-BF28-CED1-4D5B59EA0BA9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326" name="Freeform 5">
            <a:extLst>
              <a:ext uri="{FF2B5EF4-FFF2-40B4-BE49-F238E27FC236}">
                <a16:creationId xmlns:a16="http://schemas.microsoft.com/office/drawing/2014/main" id="{E7E3EDC4-2554-A90C-7AE9-722B3FC4B29A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2147483646 h 2152"/>
              <a:gd name="T2" fmla="*/ 2147483646 w 2640"/>
              <a:gd name="T3" fmla="*/ 2147483646 h 2152"/>
              <a:gd name="T4" fmla="*/ 2147483646 w 2640"/>
              <a:gd name="T5" fmla="*/ 2147483646 h 2152"/>
              <a:gd name="T6" fmla="*/ 2147483646 w 2640"/>
              <a:gd name="T7" fmla="*/ 2147483646 h 2152"/>
              <a:gd name="T8" fmla="*/ 2147483646 w 2640"/>
              <a:gd name="T9" fmla="*/ 2147483646 h 2152"/>
              <a:gd name="T10" fmla="*/ 2147483646 w 2640"/>
              <a:gd name="T11" fmla="*/ 2147483646 h 2152"/>
              <a:gd name="T12" fmla="*/ 2147483646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327" name="Oval 6">
            <a:extLst>
              <a:ext uri="{FF2B5EF4-FFF2-40B4-BE49-F238E27FC236}">
                <a16:creationId xmlns:a16="http://schemas.microsoft.com/office/drawing/2014/main" id="{3BC30A79-4878-2F2A-8BBB-C5DB5FA721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2971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56328" name="Text Box 7">
            <a:extLst>
              <a:ext uri="{FF2B5EF4-FFF2-40B4-BE49-F238E27FC236}">
                <a16:creationId xmlns:a16="http://schemas.microsoft.com/office/drawing/2014/main" id="{91788E6E-FF99-9AF0-95D6-34B3985614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0574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Cost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56329" name="Text Box 8">
            <a:extLst>
              <a:ext uri="{FF2B5EF4-FFF2-40B4-BE49-F238E27FC236}">
                <a16:creationId xmlns:a16="http://schemas.microsoft.com/office/drawing/2014/main" id="{2114F8BF-F23C-41EB-110B-2D4A4EDFF2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674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Tahoma" panose="020B0604030504040204" pitchFamily="34" charset="0"/>
              </a:rPr>
              <a:t>States</a:t>
            </a:r>
            <a:endParaRPr lang="en-GB" altLang="en-US" sz="1800" dirty="0">
              <a:latin typeface="Tahoma" panose="020B0604030504040204" pitchFamily="34" charset="0"/>
            </a:endParaRPr>
          </a:p>
        </p:txBody>
      </p:sp>
      <p:sp>
        <p:nvSpPr>
          <p:cNvPr id="56330" name="Line 9">
            <a:extLst>
              <a:ext uri="{FF2B5EF4-FFF2-40B4-BE49-F238E27FC236}">
                <a16:creationId xmlns:a16="http://schemas.microsoft.com/office/drawing/2014/main" id="{31F588F2-28F3-632D-C453-92DAFAB7B5E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19400" y="2590800"/>
            <a:ext cx="1066800" cy="4572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331" name="Text Box 10">
            <a:extLst>
              <a:ext uri="{FF2B5EF4-FFF2-40B4-BE49-F238E27FC236}">
                <a16:creationId xmlns:a16="http://schemas.microsoft.com/office/drawing/2014/main" id="{4EC30EBA-02EB-8C22-C506-C515E9AD07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1336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Best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05DB41-4F1B-1418-1CFC-99C6C679898C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Simulated Annealing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8" name="Line 3">
            <a:extLst>
              <a:ext uri="{FF2B5EF4-FFF2-40B4-BE49-F238E27FC236}">
                <a16:creationId xmlns:a16="http://schemas.microsoft.com/office/drawing/2014/main" id="{1FCBE8C3-72E2-5C0A-8F90-67816F8C28F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49" name="Line 4">
            <a:extLst>
              <a:ext uri="{FF2B5EF4-FFF2-40B4-BE49-F238E27FC236}">
                <a16:creationId xmlns:a16="http://schemas.microsoft.com/office/drawing/2014/main" id="{FC6A30C6-79A9-12B0-B50B-FB1D51CB9E29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50" name="Freeform 5">
            <a:extLst>
              <a:ext uri="{FF2B5EF4-FFF2-40B4-BE49-F238E27FC236}">
                <a16:creationId xmlns:a16="http://schemas.microsoft.com/office/drawing/2014/main" id="{CAA2A47E-D7B6-48DE-09B5-BF0FCA1C63CE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2147483646 h 2152"/>
              <a:gd name="T2" fmla="*/ 2147483646 w 2640"/>
              <a:gd name="T3" fmla="*/ 2147483646 h 2152"/>
              <a:gd name="T4" fmla="*/ 2147483646 w 2640"/>
              <a:gd name="T5" fmla="*/ 2147483646 h 2152"/>
              <a:gd name="T6" fmla="*/ 2147483646 w 2640"/>
              <a:gd name="T7" fmla="*/ 2147483646 h 2152"/>
              <a:gd name="T8" fmla="*/ 2147483646 w 2640"/>
              <a:gd name="T9" fmla="*/ 2147483646 h 2152"/>
              <a:gd name="T10" fmla="*/ 2147483646 w 2640"/>
              <a:gd name="T11" fmla="*/ 2147483646 h 2152"/>
              <a:gd name="T12" fmla="*/ 2147483646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51" name="Oval 6">
            <a:extLst>
              <a:ext uri="{FF2B5EF4-FFF2-40B4-BE49-F238E27FC236}">
                <a16:creationId xmlns:a16="http://schemas.microsoft.com/office/drawing/2014/main" id="{90F8F3F1-85CF-0EFB-F0AA-108C81532D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4290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57352" name="Text Box 7">
            <a:extLst>
              <a:ext uri="{FF2B5EF4-FFF2-40B4-BE49-F238E27FC236}">
                <a16:creationId xmlns:a16="http://schemas.microsoft.com/office/drawing/2014/main" id="{95410F05-5AE2-60CD-2CC4-51EABD19EA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0574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Cost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57353" name="Text Box 8">
            <a:extLst>
              <a:ext uri="{FF2B5EF4-FFF2-40B4-BE49-F238E27FC236}">
                <a16:creationId xmlns:a16="http://schemas.microsoft.com/office/drawing/2014/main" id="{39434E16-87D2-CB45-FA7B-2035C5A5EA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674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States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57354" name="Line 9">
            <a:extLst>
              <a:ext uri="{FF2B5EF4-FFF2-40B4-BE49-F238E27FC236}">
                <a16:creationId xmlns:a16="http://schemas.microsoft.com/office/drawing/2014/main" id="{6BF555B3-80F0-E063-1292-3591BD19DD4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71800" y="2590800"/>
            <a:ext cx="914400" cy="8382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55" name="Text Box 10">
            <a:extLst>
              <a:ext uri="{FF2B5EF4-FFF2-40B4-BE49-F238E27FC236}">
                <a16:creationId xmlns:a16="http://schemas.microsoft.com/office/drawing/2014/main" id="{F2F6342B-5C04-B3D5-3720-0CC4C2A0FA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1336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Best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1B9D3A-AF8E-B73B-D8BE-D9E130318EDF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Simulated Annealing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2" name="Line 3">
            <a:extLst>
              <a:ext uri="{FF2B5EF4-FFF2-40B4-BE49-F238E27FC236}">
                <a16:creationId xmlns:a16="http://schemas.microsoft.com/office/drawing/2014/main" id="{B3B201B9-D927-5875-E4F5-C20CCBF59AE4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73" name="Line 4">
            <a:extLst>
              <a:ext uri="{FF2B5EF4-FFF2-40B4-BE49-F238E27FC236}">
                <a16:creationId xmlns:a16="http://schemas.microsoft.com/office/drawing/2014/main" id="{25ECBAA9-1F9B-6178-9BBA-17D9BC3B9F0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74" name="Freeform 5">
            <a:extLst>
              <a:ext uri="{FF2B5EF4-FFF2-40B4-BE49-F238E27FC236}">
                <a16:creationId xmlns:a16="http://schemas.microsoft.com/office/drawing/2014/main" id="{E001F706-F486-7F47-9FE2-260F16B44A37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2147483646 h 2152"/>
              <a:gd name="T2" fmla="*/ 2147483646 w 2640"/>
              <a:gd name="T3" fmla="*/ 2147483646 h 2152"/>
              <a:gd name="T4" fmla="*/ 2147483646 w 2640"/>
              <a:gd name="T5" fmla="*/ 2147483646 h 2152"/>
              <a:gd name="T6" fmla="*/ 2147483646 w 2640"/>
              <a:gd name="T7" fmla="*/ 2147483646 h 2152"/>
              <a:gd name="T8" fmla="*/ 2147483646 w 2640"/>
              <a:gd name="T9" fmla="*/ 2147483646 h 2152"/>
              <a:gd name="T10" fmla="*/ 2147483646 w 2640"/>
              <a:gd name="T11" fmla="*/ 2147483646 h 2152"/>
              <a:gd name="T12" fmla="*/ 2147483646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75" name="Oval 6">
            <a:extLst>
              <a:ext uri="{FF2B5EF4-FFF2-40B4-BE49-F238E27FC236}">
                <a16:creationId xmlns:a16="http://schemas.microsoft.com/office/drawing/2014/main" id="{E563D025-8A4E-B80A-49A2-16C23CD8E1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1242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58376" name="Text Box 7">
            <a:extLst>
              <a:ext uri="{FF2B5EF4-FFF2-40B4-BE49-F238E27FC236}">
                <a16:creationId xmlns:a16="http://schemas.microsoft.com/office/drawing/2014/main" id="{1537B623-0D30-53DD-3610-799369B26B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0574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Cost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58377" name="Text Box 8">
            <a:extLst>
              <a:ext uri="{FF2B5EF4-FFF2-40B4-BE49-F238E27FC236}">
                <a16:creationId xmlns:a16="http://schemas.microsoft.com/office/drawing/2014/main" id="{E733B971-2043-6115-8D95-582885BE82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674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States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58378" name="Line 9">
            <a:extLst>
              <a:ext uri="{FF2B5EF4-FFF2-40B4-BE49-F238E27FC236}">
                <a16:creationId xmlns:a16="http://schemas.microsoft.com/office/drawing/2014/main" id="{FACB1CC2-002C-03F5-1ADA-EA2D2A4995D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71800" y="2590800"/>
            <a:ext cx="914400" cy="8382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79" name="Text Box 10">
            <a:extLst>
              <a:ext uri="{FF2B5EF4-FFF2-40B4-BE49-F238E27FC236}">
                <a16:creationId xmlns:a16="http://schemas.microsoft.com/office/drawing/2014/main" id="{10568497-E03B-3DDF-34B7-A266C45B76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1336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Best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F58E62-E574-62DE-B926-86DDE76E6B6E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Simulated Annealing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6" name="Line 3">
            <a:extLst>
              <a:ext uri="{FF2B5EF4-FFF2-40B4-BE49-F238E27FC236}">
                <a16:creationId xmlns:a16="http://schemas.microsoft.com/office/drawing/2014/main" id="{DEFB1E74-0E0B-AE02-4130-49C484619386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397" name="Line 4">
            <a:extLst>
              <a:ext uri="{FF2B5EF4-FFF2-40B4-BE49-F238E27FC236}">
                <a16:creationId xmlns:a16="http://schemas.microsoft.com/office/drawing/2014/main" id="{5BB948C9-394C-CFF6-9991-CBE31B503BE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398" name="Freeform 5">
            <a:extLst>
              <a:ext uri="{FF2B5EF4-FFF2-40B4-BE49-F238E27FC236}">
                <a16:creationId xmlns:a16="http://schemas.microsoft.com/office/drawing/2014/main" id="{D5202239-7FC3-3113-42DA-2871B2127A24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2147483646 h 2152"/>
              <a:gd name="T2" fmla="*/ 2147483646 w 2640"/>
              <a:gd name="T3" fmla="*/ 2147483646 h 2152"/>
              <a:gd name="T4" fmla="*/ 2147483646 w 2640"/>
              <a:gd name="T5" fmla="*/ 2147483646 h 2152"/>
              <a:gd name="T6" fmla="*/ 2147483646 w 2640"/>
              <a:gd name="T7" fmla="*/ 2147483646 h 2152"/>
              <a:gd name="T8" fmla="*/ 2147483646 w 2640"/>
              <a:gd name="T9" fmla="*/ 2147483646 h 2152"/>
              <a:gd name="T10" fmla="*/ 2147483646 w 2640"/>
              <a:gd name="T11" fmla="*/ 2147483646 h 2152"/>
              <a:gd name="T12" fmla="*/ 2147483646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399" name="Oval 6">
            <a:extLst>
              <a:ext uri="{FF2B5EF4-FFF2-40B4-BE49-F238E27FC236}">
                <a16:creationId xmlns:a16="http://schemas.microsoft.com/office/drawing/2014/main" id="{AE8006D2-249B-16A7-0785-10177599FD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8100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59400" name="Text Box 7">
            <a:extLst>
              <a:ext uri="{FF2B5EF4-FFF2-40B4-BE49-F238E27FC236}">
                <a16:creationId xmlns:a16="http://schemas.microsoft.com/office/drawing/2014/main" id="{C6718D9A-89FE-72F8-F8C8-2E4B7F986B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0574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Cost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59401" name="Text Box 8">
            <a:extLst>
              <a:ext uri="{FF2B5EF4-FFF2-40B4-BE49-F238E27FC236}">
                <a16:creationId xmlns:a16="http://schemas.microsoft.com/office/drawing/2014/main" id="{E99A644E-D013-2CF8-01C8-08CE104A36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674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States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59402" name="Line 9">
            <a:extLst>
              <a:ext uri="{FF2B5EF4-FFF2-40B4-BE49-F238E27FC236}">
                <a16:creationId xmlns:a16="http://schemas.microsoft.com/office/drawing/2014/main" id="{69F9AADE-8A75-D469-AAA3-D7D56A560C4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48000" y="2590800"/>
            <a:ext cx="838200" cy="12192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03" name="Text Box 10">
            <a:extLst>
              <a:ext uri="{FF2B5EF4-FFF2-40B4-BE49-F238E27FC236}">
                <a16:creationId xmlns:a16="http://schemas.microsoft.com/office/drawing/2014/main" id="{7656FF1F-575A-1FD7-D922-9DDAA4C698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1336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Best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65B755-7C0A-992B-05BB-69C756393501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Simulated Annealing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0" name="Line 3">
            <a:extLst>
              <a:ext uri="{FF2B5EF4-FFF2-40B4-BE49-F238E27FC236}">
                <a16:creationId xmlns:a16="http://schemas.microsoft.com/office/drawing/2014/main" id="{37A94AAD-12B1-728E-271C-59FD44457C65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21" name="Line 4">
            <a:extLst>
              <a:ext uri="{FF2B5EF4-FFF2-40B4-BE49-F238E27FC236}">
                <a16:creationId xmlns:a16="http://schemas.microsoft.com/office/drawing/2014/main" id="{BD0DEDD0-814D-B5AA-3A93-76E36B0DA79A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22" name="Freeform 5">
            <a:extLst>
              <a:ext uri="{FF2B5EF4-FFF2-40B4-BE49-F238E27FC236}">
                <a16:creationId xmlns:a16="http://schemas.microsoft.com/office/drawing/2014/main" id="{E6D7D542-96CF-EDE5-011D-BA12DA1CC6AC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2147483646 h 2152"/>
              <a:gd name="T2" fmla="*/ 2147483646 w 2640"/>
              <a:gd name="T3" fmla="*/ 2147483646 h 2152"/>
              <a:gd name="T4" fmla="*/ 2147483646 w 2640"/>
              <a:gd name="T5" fmla="*/ 2147483646 h 2152"/>
              <a:gd name="T6" fmla="*/ 2147483646 w 2640"/>
              <a:gd name="T7" fmla="*/ 2147483646 h 2152"/>
              <a:gd name="T8" fmla="*/ 2147483646 w 2640"/>
              <a:gd name="T9" fmla="*/ 2147483646 h 2152"/>
              <a:gd name="T10" fmla="*/ 2147483646 w 2640"/>
              <a:gd name="T11" fmla="*/ 2147483646 h 2152"/>
              <a:gd name="T12" fmla="*/ 2147483646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23" name="Oval 6">
            <a:extLst>
              <a:ext uri="{FF2B5EF4-FFF2-40B4-BE49-F238E27FC236}">
                <a16:creationId xmlns:a16="http://schemas.microsoft.com/office/drawing/2014/main" id="{46EE3115-607D-1563-7005-9DAAE7228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114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60424" name="Text Box 7">
            <a:extLst>
              <a:ext uri="{FF2B5EF4-FFF2-40B4-BE49-F238E27FC236}">
                <a16:creationId xmlns:a16="http://schemas.microsoft.com/office/drawing/2014/main" id="{521DA6F9-3678-4153-6D3B-B329A9ED6B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0574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Cost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60425" name="Text Box 8">
            <a:extLst>
              <a:ext uri="{FF2B5EF4-FFF2-40B4-BE49-F238E27FC236}">
                <a16:creationId xmlns:a16="http://schemas.microsoft.com/office/drawing/2014/main" id="{AC9434FC-84FB-A14E-B64D-6514AAD4A1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674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States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60426" name="Line 9">
            <a:extLst>
              <a:ext uri="{FF2B5EF4-FFF2-40B4-BE49-F238E27FC236}">
                <a16:creationId xmlns:a16="http://schemas.microsoft.com/office/drawing/2014/main" id="{7DCF1515-009C-38A3-F42D-9098EF9D670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24200" y="2590800"/>
            <a:ext cx="762000" cy="15240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27" name="Text Box 10">
            <a:extLst>
              <a:ext uri="{FF2B5EF4-FFF2-40B4-BE49-F238E27FC236}">
                <a16:creationId xmlns:a16="http://schemas.microsoft.com/office/drawing/2014/main" id="{65667691-3A2E-DDA9-29DA-469D7975BF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1336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Best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8EFF84-8A02-C231-0DFB-7BF0BE197559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Simulated Annealing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4" name="Line 3">
            <a:extLst>
              <a:ext uri="{FF2B5EF4-FFF2-40B4-BE49-F238E27FC236}">
                <a16:creationId xmlns:a16="http://schemas.microsoft.com/office/drawing/2014/main" id="{7320A012-FD8D-21EB-454A-D1EB9CACCB2A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45" name="Line 4">
            <a:extLst>
              <a:ext uri="{FF2B5EF4-FFF2-40B4-BE49-F238E27FC236}">
                <a16:creationId xmlns:a16="http://schemas.microsoft.com/office/drawing/2014/main" id="{360D9DB0-B14E-1097-93E6-AF821442B4C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46" name="Freeform 5">
            <a:extLst>
              <a:ext uri="{FF2B5EF4-FFF2-40B4-BE49-F238E27FC236}">
                <a16:creationId xmlns:a16="http://schemas.microsoft.com/office/drawing/2014/main" id="{46C386B7-D056-A6AF-351B-E0D4ECBCBFEB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2147483646 h 2152"/>
              <a:gd name="T2" fmla="*/ 2147483646 w 2640"/>
              <a:gd name="T3" fmla="*/ 2147483646 h 2152"/>
              <a:gd name="T4" fmla="*/ 2147483646 w 2640"/>
              <a:gd name="T5" fmla="*/ 2147483646 h 2152"/>
              <a:gd name="T6" fmla="*/ 2147483646 w 2640"/>
              <a:gd name="T7" fmla="*/ 2147483646 h 2152"/>
              <a:gd name="T8" fmla="*/ 2147483646 w 2640"/>
              <a:gd name="T9" fmla="*/ 2147483646 h 2152"/>
              <a:gd name="T10" fmla="*/ 2147483646 w 2640"/>
              <a:gd name="T11" fmla="*/ 2147483646 h 2152"/>
              <a:gd name="T12" fmla="*/ 2147483646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47" name="Oval 6">
            <a:extLst>
              <a:ext uri="{FF2B5EF4-FFF2-40B4-BE49-F238E27FC236}">
                <a16:creationId xmlns:a16="http://schemas.microsoft.com/office/drawing/2014/main" id="{A8A407D3-76ED-CF03-C94E-ABD377355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39624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61448" name="Text Box 7">
            <a:extLst>
              <a:ext uri="{FF2B5EF4-FFF2-40B4-BE49-F238E27FC236}">
                <a16:creationId xmlns:a16="http://schemas.microsoft.com/office/drawing/2014/main" id="{00E19BEC-22FA-E96C-98FF-2A656FD8BB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0574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Cost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61449" name="Text Box 8">
            <a:extLst>
              <a:ext uri="{FF2B5EF4-FFF2-40B4-BE49-F238E27FC236}">
                <a16:creationId xmlns:a16="http://schemas.microsoft.com/office/drawing/2014/main" id="{F72FFD45-36FC-D85C-5288-410A43C2F4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674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States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61450" name="Line 9">
            <a:extLst>
              <a:ext uri="{FF2B5EF4-FFF2-40B4-BE49-F238E27FC236}">
                <a16:creationId xmlns:a16="http://schemas.microsoft.com/office/drawing/2014/main" id="{4061154F-0A1C-030D-7C14-49C8A81BA43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24200" y="2590800"/>
            <a:ext cx="762000" cy="15240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51" name="Text Box 10">
            <a:extLst>
              <a:ext uri="{FF2B5EF4-FFF2-40B4-BE49-F238E27FC236}">
                <a16:creationId xmlns:a16="http://schemas.microsoft.com/office/drawing/2014/main" id="{BF07CC24-5074-2B3B-3702-4B6E6BC6E9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1336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Best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4E9800-86DD-D155-7BF2-BED4026CC803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Simulated Annealing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8" name="Line 3">
            <a:extLst>
              <a:ext uri="{FF2B5EF4-FFF2-40B4-BE49-F238E27FC236}">
                <a16:creationId xmlns:a16="http://schemas.microsoft.com/office/drawing/2014/main" id="{0CA93A8D-65BE-D53B-56CF-3DF342E05CA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69" name="Line 4">
            <a:extLst>
              <a:ext uri="{FF2B5EF4-FFF2-40B4-BE49-F238E27FC236}">
                <a16:creationId xmlns:a16="http://schemas.microsoft.com/office/drawing/2014/main" id="{A18DA464-3947-C298-1B97-8895DEC696AB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70" name="Freeform 5">
            <a:extLst>
              <a:ext uri="{FF2B5EF4-FFF2-40B4-BE49-F238E27FC236}">
                <a16:creationId xmlns:a16="http://schemas.microsoft.com/office/drawing/2014/main" id="{27B76A79-3ED3-3CDE-1F7B-1A736ECA6BE1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2147483646 h 2152"/>
              <a:gd name="T2" fmla="*/ 2147483646 w 2640"/>
              <a:gd name="T3" fmla="*/ 2147483646 h 2152"/>
              <a:gd name="T4" fmla="*/ 2147483646 w 2640"/>
              <a:gd name="T5" fmla="*/ 2147483646 h 2152"/>
              <a:gd name="T6" fmla="*/ 2147483646 w 2640"/>
              <a:gd name="T7" fmla="*/ 2147483646 h 2152"/>
              <a:gd name="T8" fmla="*/ 2147483646 w 2640"/>
              <a:gd name="T9" fmla="*/ 2147483646 h 2152"/>
              <a:gd name="T10" fmla="*/ 2147483646 w 2640"/>
              <a:gd name="T11" fmla="*/ 2147483646 h 2152"/>
              <a:gd name="T12" fmla="*/ 2147483646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71" name="Oval 6">
            <a:extLst>
              <a:ext uri="{FF2B5EF4-FFF2-40B4-BE49-F238E27FC236}">
                <a16:creationId xmlns:a16="http://schemas.microsoft.com/office/drawing/2014/main" id="{D0B86A15-AEED-9DCC-8536-ED90484EE1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42672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62472" name="Text Box 7">
            <a:extLst>
              <a:ext uri="{FF2B5EF4-FFF2-40B4-BE49-F238E27FC236}">
                <a16:creationId xmlns:a16="http://schemas.microsoft.com/office/drawing/2014/main" id="{136419E9-74B9-685A-0B18-44EF34A5A4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0574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Cost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62473" name="Text Box 8">
            <a:extLst>
              <a:ext uri="{FF2B5EF4-FFF2-40B4-BE49-F238E27FC236}">
                <a16:creationId xmlns:a16="http://schemas.microsoft.com/office/drawing/2014/main" id="{19CACCAF-A0B2-CCB0-BDE2-4C342C6B5C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674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States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62474" name="Line 9">
            <a:extLst>
              <a:ext uri="{FF2B5EF4-FFF2-40B4-BE49-F238E27FC236}">
                <a16:creationId xmlns:a16="http://schemas.microsoft.com/office/drawing/2014/main" id="{DE8B3D63-3A6A-FDB6-AC47-190D690AB37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6600" y="2590800"/>
            <a:ext cx="609600" cy="17526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75" name="Text Box 10">
            <a:extLst>
              <a:ext uri="{FF2B5EF4-FFF2-40B4-BE49-F238E27FC236}">
                <a16:creationId xmlns:a16="http://schemas.microsoft.com/office/drawing/2014/main" id="{CEEE6978-57FA-3ADD-B2B2-384676CF33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1336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Best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4C9848-E72E-9965-B565-94F1E4D8E164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Simulated Annealing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2" name="Line 3">
            <a:extLst>
              <a:ext uri="{FF2B5EF4-FFF2-40B4-BE49-F238E27FC236}">
                <a16:creationId xmlns:a16="http://schemas.microsoft.com/office/drawing/2014/main" id="{3A149B7A-4621-D176-C488-AC74BB3B23F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93" name="Line 4">
            <a:extLst>
              <a:ext uri="{FF2B5EF4-FFF2-40B4-BE49-F238E27FC236}">
                <a16:creationId xmlns:a16="http://schemas.microsoft.com/office/drawing/2014/main" id="{61FAE504-A186-4A77-1864-48D78D3D3CB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94" name="Freeform 5">
            <a:extLst>
              <a:ext uri="{FF2B5EF4-FFF2-40B4-BE49-F238E27FC236}">
                <a16:creationId xmlns:a16="http://schemas.microsoft.com/office/drawing/2014/main" id="{15E42D88-B9D1-5282-E92A-10C1C8A143EF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2147483646 h 2152"/>
              <a:gd name="T2" fmla="*/ 2147483646 w 2640"/>
              <a:gd name="T3" fmla="*/ 2147483646 h 2152"/>
              <a:gd name="T4" fmla="*/ 2147483646 w 2640"/>
              <a:gd name="T5" fmla="*/ 2147483646 h 2152"/>
              <a:gd name="T6" fmla="*/ 2147483646 w 2640"/>
              <a:gd name="T7" fmla="*/ 2147483646 h 2152"/>
              <a:gd name="T8" fmla="*/ 2147483646 w 2640"/>
              <a:gd name="T9" fmla="*/ 2147483646 h 2152"/>
              <a:gd name="T10" fmla="*/ 2147483646 w 2640"/>
              <a:gd name="T11" fmla="*/ 2147483646 h 2152"/>
              <a:gd name="T12" fmla="*/ 2147483646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95" name="Oval 6">
            <a:extLst>
              <a:ext uri="{FF2B5EF4-FFF2-40B4-BE49-F238E27FC236}">
                <a16:creationId xmlns:a16="http://schemas.microsoft.com/office/drawing/2014/main" id="{EE1D1E79-49D6-FC28-2A26-09E5D2173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38862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63496" name="Text Box 7">
            <a:extLst>
              <a:ext uri="{FF2B5EF4-FFF2-40B4-BE49-F238E27FC236}">
                <a16:creationId xmlns:a16="http://schemas.microsoft.com/office/drawing/2014/main" id="{BEB8E3D3-2114-8C57-B763-C78C9F0254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0574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Cost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63497" name="Text Box 8">
            <a:extLst>
              <a:ext uri="{FF2B5EF4-FFF2-40B4-BE49-F238E27FC236}">
                <a16:creationId xmlns:a16="http://schemas.microsoft.com/office/drawing/2014/main" id="{B52A685C-47ED-5B73-E6B5-C321B63D1D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674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States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63498" name="Line 9">
            <a:extLst>
              <a:ext uri="{FF2B5EF4-FFF2-40B4-BE49-F238E27FC236}">
                <a16:creationId xmlns:a16="http://schemas.microsoft.com/office/drawing/2014/main" id="{475FE029-CC8A-562A-0B85-EBA57A40BD2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6600" y="2590800"/>
            <a:ext cx="609600" cy="17526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99" name="Text Box 10">
            <a:extLst>
              <a:ext uri="{FF2B5EF4-FFF2-40B4-BE49-F238E27FC236}">
                <a16:creationId xmlns:a16="http://schemas.microsoft.com/office/drawing/2014/main" id="{7602A274-8D96-8E0D-BAC2-101E1E6AE6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1336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Best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8F0022-2A67-4076-E164-991B8CA4D3F7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Simulated Annealing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6" name="Line 3">
            <a:extLst>
              <a:ext uri="{FF2B5EF4-FFF2-40B4-BE49-F238E27FC236}">
                <a16:creationId xmlns:a16="http://schemas.microsoft.com/office/drawing/2014/main" id="{A52AAE8F-48F4-E5B0-1926-05BA894F9762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517" name="Line 4">
            <a:extLst>
              <a:ext uri="{FF2B5EF4-FFF2-40B4-BE49-F238E27FC236}">
                <a16:creationId xmlns:a16="http://schemas.microsoft.com/office/drawing/2014/main" id="{B531DC33-2DCB-998A-FDA2-A78B7C403C9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518" name="Freeform 5">
            <a:extLst>
              <a:ext uri="{FF2B5EF4-FFF2-40B4-BE49-F238E27FC236}">
                <a16:creationId xmlns:a16="http://schemas.microsoft.com/office/drawing/2014/main" id="{8FB3C336-C281-5B5E-3C04-4D2C7C8571AD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2147483646 h 2152"/>
              <a:gd name="T2" fmla="*/ 2147483646 w 2640"/>
              <a:gd name="T3" fmla="*/ 2147483646 h 2152"/>
              <a:gd name="T4" fmla="*/ 2147483646 w 2640"/>
              <a:gd name="T5" fmla="*/ 2147483646 h 2152"/>
              <a:gd name="T6" fmla="*/ 2147483646 w 2640"/>
              <a:gd name="T7" fmla="*/ 2147483646 h 2152"/>
              <a:gd name="T8" fmla="*/ 2147483646 w 2640"/>
              <a:gd name="T9" fmla="*/ 2147483646 h 2152"/>
              <a:gd name="T10" fmla="*/ 2147483646 w 2640"/>
              <a:gd name="T11" fmla="*/ 2147483646 h 2152"/>
              <a:gd name="T12" fmla="*/ 2147483646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519" name="Oval 6">
            <a:extLst>
              <a:ext uri="{FF2B5EF4-FFF2-40B4-BE49-F238E27FC236}">
                <a16:creationId xmlns:a16="http://schemas.microsoft.com/office/drawing/2014/main" id="{00A92BD5-5CD0-5F63-84B7-B98A30AE4A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34290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64520" name="Text Box 7">
            <a:extLst>
              <a:ext uri="{FF2B5EF4-FFF2-40B4-BE49-F238E27FC236}">
                <a16:creationId xmlns:a16="http://schemas.microsoft.com/office/drawing/2014/main" id="{DB794247-1A27-7DBC-58A8-B7218D2BF1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0574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Cost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64521" name="Text Box 8">
            <a:extLst>
              <a:ext uri="{FF2B5EF4-FFF2-40B4-BE49-F238E27FC236}">
                <a16:creationId xmlns:a16="http://schemas.microsoft.com/office/drawing/2014/main" id="{2CCC93EF-00D3-F3DF-5D7C-8E699D6946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674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States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64522" name="Line 9">
            <a:extLst>
              <a:ext uri="{FF2B5EF4-FFF2-40B4-BE49-F238E27FC236}">
                <a16:creationId xmlns:a16="http://schemas.microsoft.com/office/drawing/2014/main" id="{0736AE5B-D594-F838-1D95-31E440729BD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6600" y="2590800"/>
            <a:ext cx="609600" cy="17526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523" name="Text Box 10">
            <a:extLst>
              <a:ext uri="{FF2B5EF4-FFF2-40B4-BE49-F238E27FC236}">
                <a16:creationId xmlns:a16="http://schemas.microsoft.com/office/drawing/2014/main" id="{851FC64A-BCEB-41BB-0E7C-22532A3928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1336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Best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9D3A97-37EA-9A16-0F45-49A85FC8360C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Simulated Annealing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40" name="Line 3">
            <a:extLst>
              <a:ext uri="{FF2B5EF4-FFF2-40B4-BE49-F238E27FC236}">
                <a16:creationId xmlns:a16="http://schemas.microsoft.com/office/drawing/2014/main" id="{56BC6FA7-6CA0-7E0B-4E38-739CFAFE1B5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541" name="Line 4">
            <a:extLst>
              <a:ext uri="{FF2B5EF4-FFF2-40B4-BE49-F238E27FC236}">
                <a16:creationId xmlns:a16="http://schemas.microsoft.com/office/drawing/2014/main" id="{EFC97CE3-AECE-EC0C-5014-3889E0C598AB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542" name="Freeform 5">
            <a:extLst>
              <a:ext uri="{FF2B5EF4-FFF2-40B4-BE49-F238E27FC236}">
                <a16:creationId xmlns:a16="http://schemas.microsoft.com/office/drawing/2014/main" id="{EA37B8EB-45DF-B0AD-EDCE-C43744A2FA69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2147483646 h 2152"/>
              <a:gd name="T2" fmla="*/ 2147483646 w 2640"/>
              <a:gd name="T3" fmla="*/ 2147483646 h 2152"/>
              <a:gd name="T4" fmla="*/ 2147483646 w 2640"/>
              <a:gd name="T5" fmla="*/ 2147483646 h 2152"/>
              <a:gd name="T6" fmla="*/ 2147483646 w 2640"/>
              <a:gd name="T7" fmla="*/ 2147483646 h 2152"/>
              <a:gd name="T8" fmla="*/ 2147483646 w 2640"/>
              <a:gd name="T9" fmla="*/ 2147483646 h 2152"/>
              <a:gd name="T10" fmla="*/ 2147483646 w 2640"/>
              <a:gd name="T11" fmla="*/ 2147483646 h 2152"/>
              <a:gd name="T12" fmla="*/ 2147483646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543" name="Oval 6">
            <a:extLst>
              <a:ext uri="{FF2B5EF4-FFF2-40B4-BE49-F238E27FC236}">
                <a16:creationId xmlns:a16="http://schemas.microsoft.com/office/drawing/2014/main" id="{D85A7031-A95D-ABC8-272C-73FBDE592B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38100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65544" name="Text Box 7">
            <a:extLst>
              <a:ext uri="{FF2B5EF4-FFF2-40B4-BE49-F238E27FC236}">
                <a16:creationId xmlns:a16="http://schemas.microsoft.com/office/drawing/2014/main" id="{344A2307-8902-5EF4-BEFD-5E11A953AA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0574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Cost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65545" name="Text Box 8">
            <a:extLst>
              <a:ext uri="{FF2B5EF4-FFF2-40B4-BE49-F238E27FC236}">
                <a16:creationId xmlns:a16="http://schemas.microsoft.com/office/drawing/2014/main" id="{187822AB-A994-902C-D4A0-CA6C10B444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674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States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65546" name="Line 9">
            <a:extLst>
              <a:ext uri="{FF2B5EF4-FFF2-40B4-BE49-F238E27FC236}">
                <a16:creationId xmlns:a16="http://schemas.microsoft.com/office/drawing/2014/main" id="{992E5833-08B0-F332-7639-8DFE752ED66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6600" y="2590800"/>
            <a:ext cx="609600" cy="17526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547" name="Text Box 10">
            <a:extLst>
              <a:ext uri="{FF2B5EF4-FFF2-40B4-BE49-F238E27FC236}">
                <a16:creationId xmlns:a16="http://schemas.microsoft.com/office/drawing/2014/main" id="{86FE1103-BD40-2DC5-5E7F-D4CFA78A24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1336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Best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CE1C67-8BA9-1D5F-8A91-360E301BCD48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Simulated Annealing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4" name="Line 3">
            <a:extLst>
              <a:ext uri="{FF2B5EF4-FFF2-40B4-BE49-F238E27FC236}">
                <a16:creationId xmlns:a16="http://schemas.microsoft.com/office/drawing/2014/main" id="{2974D74E-0532-1B43-D31D-C0CC209C77A2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565" name="Line 4">
            <a:extLst>
              <a:ext uri="{FF2B5EF4-FFF2-40B4-BE49-F238E27FC236}">
                <a16:creationId xmlns:a16="http://schemas.microsoft.com/office/drawing/2014/main" id="{E11D1A7C-2D02-3471-4A89-106F3C3E5FF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566" name="Freeform 5">
            <a:extLst>
              <a:ext uri="{FF2B5EF4-FFF2-40B4-BE49-F238E27FC236}">
                <a16:creationId xmlns:a16="http://schemas.microsoft.com/office/drawing/2014/main" id="{D93919CB-1A1E-2B3D-E3A4-BF79BC09604E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2147483646 h 2152"/>
              <a:gd name="T2" fmla="*/ 2147483646 w 2640"/>
              <a:gd name="T3" fmla="*/ 2147483646 h 2152"/>
              <a:gd name="T4" fmla="*/ 2147483646 w 2640"/>
              <a:gd name="T5" fmla="*/ 2147483646 h 2152"/>
              <a:gd name="T6" fmla="*/ 2147483646 w 2640"/>
              <a:gd name="T7" fmla="*/ 2147483646 h 2152"/>
              <a:gd name="T8" fmla="*/ 2147483646 w 2640"/>
              <a:gd name="T9" fmla="*/ 2147483646 h 2152"/>
              <a:gd name="T10" fmla="*/ 2147483646 w 2640"/>
              <a:gd name="T11" fmla="*/ 2147483646 h 2152"/>
              <a:gd name="T12" fmla="*/ 2147483646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567" name="Oval 6">
            <a:extLst>
              <a:ext uri="{FF2B5EF4-FFF2-40B4-BE49-F238E27FC236}">
                <a16:creationId xmlns:a16="http://schemas.microsoft.com/office/drawing/2014/main" id="{20DFD3EB-7270-85F1-6C47-FDFA65ED5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3352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66568" name="Text Box 7">
            <a:extLst>
              <a:ext uri="{FF2B5EF4-FFF2-40B4-BE49-F238E27FC236}">
                <a16:creationId xmlns:a16="http://schemas.microsoft.com/office/drawing/2014/main" id="{3C8B6AEB-279B-DD76-83A8-5C1D7D8BDE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0574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Cost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66569" name="Text Box 8">
            <a:extLst>
              <a:ext uri="{FF2B5EF4-FFF2-40B4-BE49-F238E27FC236}">
                <a16:creationId xmlns:a16="http://schemas.microsoft.com/office/drawing/2014/main" id="{2A76FE08-3C55-8CD6-D7FE-0E6088DDBE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674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States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66570" name="Line 9">
            <a:extLst>
              <a:ext uri="{FF2B5EF4-FFF2-40B4-BE49-F238E27FC236}">
                <a16:creationId xmlns:a16="http://schemas.microsoft.com/office/drawing/2014/main" id="{63E8ED11-30D6-28DA-A7C8-02713792614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6600" y="2590800"/>
            <a:ext cx="609600" cy="17526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571" name="Text Box 10">
            <a:extLst>
              <a:ext uri="{FF2B5EF4-FFF2-40B4-BE49-F238E27FC236}">
                <a16:creationId xmlns:a16="http://schemas.microsoft.com/office/drawing/2014/main" id="{6A99EC9A-944C-5633-4FF6-072A5E7E06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1336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Best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4B1066-8744-5DBA-8FFC-A3A973E663DB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Simulated Annealing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8" name="Line 3">
            <a:extLst>
              <a:ext uri="{FF2B5EF4-FFF2-40B4-BE49-F238E27FC236}">
                <a16:creationId xmlns:a16="http://schemas.microsoft.com/office/drawing/2014/main" id="{05A2DE70-71D9-871B-1409-1A8FEFF109C2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589" name="Line 4">
            <a:extLst>
              <a:ext uri="{FF2B5EF4-FFF2-40B4-BE49-F238E27FC236}">
                <a16:creationId xmlns:a16="http://schemas.microsoft.com/office/drawing/2014/main" id="{56CDE753-8CEF-1AFE-6186-74A2D5E28EB6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590" name="Freeform 5">
            <a:extLst>
              <a:ext uri="{FF2B5EF4-FFF2-40B4-BE49-F238E27FC236}">
                <a16:creationId xmlns:a16="http://schemas.microsoft.com/office/drawing/2014/main" id="{2D5997D5-8A84-EDF8-1A28-85E5DE57118D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2147483646 h 2152"/>
              <a:gd name="T2" fmla="*/ 2147483646 w 2640"/>
              <a:gd name="T3" fmla="*/ 2147483646 h 2152"/>
              <a:gd name="T4" fmla="*/ 2147483646 w 2640"/>
              <a:gd name="T5" fmla="*/ 2147483646 h 2152"/>
              <a:gd name="T6" fmla="*/ 2147483646 w 2640"/>
              <a:gd name="T7" fmla="*/ 2147483646 h 2152"/>
              <a:gd name="T8" fmla="*/ 2147483646 w 2640"/>
              <a:gd name="T9" fmla="*/ 2147483646 h 2152"/>
              <a:gd name="T10" fmla="*/ 2147483646 w 2640"/>
              <a:gd name="T11" fmla="*/ 2147483646 h 2152"/>
              <a:gd name="T12" fmla="*/ 2147483646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591" name="Oval 6">
            <a:extLst>
              <a:ext uri="{FF2B5EF4-FFF2-40B4-BE49-F238E27FC236}">
                <a16:creationId xmlns:a16="http://schemas.microsoft.com/office/drawing/2014/main" id="{DB6D34DA-5824-F5A2-2A84-FDF0EB63B5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733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67592" name="Text Box 7">
            <a:extLst>
              <a:ext uri="{FF2B5EF4-FFF2-40B4-BE49-F238E27FC236}">
                <a16:creationId xmlns:a16="http://schemas.microsoft.com/office/drawing/2014/main" id="{ABB03476-E266-F29A-7928-07A53FAA10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0574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Cost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67593" name="Text Box 8">
            <a:extLst>
              <a:ext uri="{FF2B5EF4-FFF2-40B4-BE49-F238E27FC236}">
                <a16:creationId xmlns:a16="http://schemas.microsoft.com/office/drawing/2014/main" id="{E7564158-05C0-93D3-A17C-12BA863123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674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States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67594" name="Line 9">
            <a:extLst>
              <a:ext uri="{FF2B5EF4-FFF2-40B4-BE49-F238E27FC236}">
                <a16:creationId xmlns:a16="http://schemas.microsoft.com/office/drawing/2014/main" id="{BE4C8517-34A4-5E7B-F061-2E61428391A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6600" y="2590800"/>
            <a:ext cx="609600" cy="17526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595" name="Text Box 10">
            <a:extLst>
              <a:ext uri="{FF2B5EF4-FFF2-40B4-BE49-F238E27FC236}">
                <a16:creationId xmlns:a16="http://schemas.microsoft.com/office/drawing/2014/main" id="{A2AB4345-4B63-E5A1-C6B0-0CD074C529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1336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Best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FAA9EE-77DC-68DB-686E-DB3AC2DCBDCA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Simulated Annealing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2" name="Line 3">
            <a:extLst>
              <a:ext uri="{FF2B5EF4-FFF2-40B4-BE49-F238E27FC236}">
                <a16:creationId xmlns:a16="http://schemas.microsoft.com/office/drawing/2014/main" id="{90ADFA69-C9A3-B3A9-4412-D0BCC04739E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613" name="Line 4">
            <a:extLst>
              <a:ext uri="{FF2B5EF4-FFF2-40B4-BE49-F238E27FC236}">
                <a16:creationId xmlns:a16="http://schemas.microsoft.com/office/drawing/2014/main" id="{62D09472-F85D-C4D2-8D7D-425D4327AACB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614" name="Freeform 5">
            <a:extLst>
              <a:ext uri="{FF2B5EF4-FFF2-40B4-BE49-F238E27FC236}">
                <a16:creationId xmlns:a16="http://schemas.microsoft.com/office/drawing/2014/main" id="{798A554F-F344-09EE-028F-218F595E1A14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2147483646 h 2152"/>
              <a:gd name="T2" fmla="*/ 2147483646 w 2640"/>
              <a:gd name="T3" fmla="*/ 2147483646 h 2152"/>
              <a:gd name="T4" fmla="*/ 2147483646 w 2640"/>
              <a:gd name="T5" fmla="*/ 2147483646 h 2152"/>
              <a:gd name="T6" fmla="*/ 2147483646 w 2640"/>
              <a:gd name="T7" fmla="*/ 2147483646 h 2152"/>
              <a:gd name="T8" fmla="*/ 2147483646 w 2640"/>
              <a:gd name="T9" fmla="*/ 2147483646 h 2152"/>
              <a:gd name="T10" fmla="*/ 2147483646 w 2640"/>
              <a:gd name="T11" fmla="*/ 2147483646 h 2152"/>
              <a:gd name="T12" fmla="*/ 2147483646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615" name="Oval 6">
            <a:extLst>
              <a:ext uri="{FF2B5EF4-FFF2-40B4-BE49-F238E27FC236}">
                <a16:creationId xmlns:a16="http://schemas.microsoft.com/office/drawing/2014/main" id="{BC19B92C-E010-2802-9A20-0EAADAC21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35814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68616" name="Text Box 7">
            <a:extLst>
              <a:ext uri="{FF2B5EF4-FFF2-40B4-BE49-F238E27FC236}">
                <a16:creationId xmlns:a16="http://schemas.microsoft.com/office/drawing/2014/main" id="{E4B8C01F-4ED6-D312-30D2-04194AD420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0574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Cost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68617" name="Text Box 8">
            <a:extLst>
              <a:ext uri="{FF2B5EF4-FFF2-40B4-BE49-F238E27FC236}">
                <a16:creationId xmlns:a16="http://schemas.microsoft.com/office/drawing/2014/main" id="{640D5C7C-C460-A86B-2FB0-CEE0CEC754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674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States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68618" name="Line 9">
            <a:extLst>
              <a:ext uri="{FF2B5EF4-FFF2-40B4-BE49-F238E27FC236}">
                <a16:creationId xmlns:a16="http://schemas.microsoft.com/office/drawing/2014/main" id="{746C7C1C-A26A-56D7-A2AA-1EB764C90AB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6600" y="2590800"/>
            <a:ext cx="609600" cy="17526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619" name="Text Box 10">
            <a:extLst>
              <a:ext uri="{FF2B5EF4-FFF2-40B4-BE49-F238E27FC236}">
                <a16:creationId xmlns:a16="http://schemas.microsoft.com/office/drawing/2014/main" id="{B167D1D6-6E93-8152-FE66-9567068411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1336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Best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EF05B7-E2C8-FA46-5810-D7EE31F56EE9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Simulated Annealing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6" name="Line 3">
            <a:extLst>
              <a:ext uri="{FF2B5EF4-FFF2-40B4-BE49-F238E27FC236}">
                <a16:creationId xmlns:a16="http://schemas.microsoft.com/office/drawing/2014/main" id="{CFCD2CB3-8B80-61BE-5539-639E57190AC2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37" name="Line 4">
            <a:extLst>
              <a:ext uri="{FF2B5EF4-FFF2-40B4-BE49-F238E27FC236}">
                <a16:creationId xmlns:a16="http://schemas.microsoft.com/office/drawing/2014/main" id="{61DA984C-B4F9-F091-B501-A8B986115C41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38" name="Freeform 5">
            <a:extLst>
              <a:ext uri="{FF2B5EF4-FFF2-40B4-BE49-F238E27FC236}">
                <a16:creationId xmlns:a16="http://schemas.microsoft.com/office/drawing/2014/main" id="{1A1C32FF-A589-7AF7-36C5-4EFC7379884E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2147483646 h 2152"/>
              <a:gd name="T2" fmla="*/ 2147483646 w 2640"/>
              <a:gd name="T3" fmla="*/ 2147483646 h 2152"/>
              <a:gd name="T4" fmla="*/ 2147483646 w 2640"/>
              <a:gd name="T5" fmla="*/ 2147483646 h 2152"/>
              <a:gd name="T6" fmla="*/ 2147483646 w 2640"/>
              <a:gd name="T7" fmla="*/ 2147483646 h 2152"/>
              <a:gd name="T8" fmla="*/ 2147483646 w 2640"/>
              <a:gd name="T9" fmla="*/ 2147483646 h 2152"/>
              <a:gd name="T10" fmla="*/ 2147483646 w 2640"/>
              <a:gd name="T11" fmla="*/ 2147483646 h 2152"/>
              <a:gd name="T12" fmla="*/ 2147483646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39" name="Oval 6">
            <a:extLst>
              <a:ext uri="{FF2B5EF4-FFF2-40B4-BE49-F238E27FC236}">
                <a16:creationId xmlns:a16="http://schemas.microsoft.com/office/drawing/2014/main" id="{CF5A5118-9B31-7D18-7CDA-55F12B3177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114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69640" name="Text Box 7">
            <a:extLst>
              <a:ext uri="{FF2B5EF4-FFF2-40B4-BE49-F238E27FC236}">
                <a16:creationId xmlns:a16="http://schemas.microsoft.com/office/drawing/2014/main" id="{C22DE1A2-9C4B-566E-3224-A783D07A7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0574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Cost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69641" name="Text Box 8">
            <a:extLst>
              <a:ext uri="{FF2B5EF4-FFF2-40B4-BE49-F238E27FC236}">
                <a16:creationId xmlns:a16="http://schemas.microsoft.com/office/drawing/2014/main" id="{DF6B30AD-EB91-30A9-2C86-9B759C515A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674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States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69642" name="Line 9">
            <a:extLst>
              <a:ext uri="{FF2B5EF4-FFF2-40B4-BE49-F238E27FC236}">
                <a16:creationId xmlns:a16="http://schemas.microsoft.com/office/drawing/2014/main" id="{096424F4-19EA-8E35-24F9-1E81D1244DB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6600" y="2590800"/>
            <a:ext cx="609600" cy="17526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43" name="Text Box 10">
            <a:extLst>
              <a:ext uri="{FF2B5EF4-FFF2-40B4-BE49-F238E27FC236}">
                <a16:creationId xmlns:a16="http://schemas.microsoft.com/office/drawing/2014/main" id="{795EC70F-BF34-E804-BD7D-E8B8B885AC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1336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Best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65F989-9BEB-D51F-5A9B-C342157A73BF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Simulated Annealing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Slide Number Placeholder 5">
            <a:extLst>
              <a:ext uri="{FF2B5EF4-FFF2-40B4-BE49-F238E27FC236}">
                <a16:creationId xmlns:a16="http://schemas.microsoft.com/office/drawing/2014/main" id="{23C50655-14AA-6ECB-A80F-6F64514B62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83937D7-5BCB-4644-957F-0BD5F4D8063F}" type="slidenum">
              <a:rPr lang="en-GB" altLang="en-US" sz="1400">
                <a:solidFill>
                  <a:srgbClr val="FFFFFF"/>
                </a:solidFill>
                <a:latin typeface="Franklin Gothic Book" panose="020B0503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44</a:t>
            </a:fld>
            <a:endParaRPr lang="en-GB" altLang="en-US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70660" name="Line 3">
            <a:extLst>
              <a:ext uri="{FF2B5EF4-FFF2-40B4-BE49-F238E27FC236}">
                <a16:creationId xmlns:a16="http://schemas.microsoft.com/office/drawing/2014/main" id="{E21A7720-051C-A4DD-7188-002909D7B332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61" name="Line 4">
            <a:extLst>
              <a:ext uri="{FF2B5EF4-FFF2-40B4-BE49-F238E27FC236}">
                <a16:creationId xmlns:a16="http://schemas.microsoft.com/office/drawing/2014/main" id="{733A834B-48F3-00CE-510A-76D3D73676C8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62" name="Freeform 5">
            <a:extLst>
              <a:ext uri="{FF2B5EF4-FFF2-40B4-BE49-F238E27FC236}">
                <a16:creationId xmlns:a16="http://schemas.microsoft.com/office/drawing/2014/main" id="{FDAEFFD7-E9CF-DDF5-B8DA-1FB3BCC80237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2147483646 h 2152"/>
              <a:gd name="T2" fmla="*/ 2147483646 w 2640"/>
              <a:gd name="T3" fmla="*/ 2147483646 h 2152"/>
              <a:gd name="T4" fmla="*/ 2147483646 w 2640"/>
              <a:gd name="T5" fmla="*/ 2147483646 h 2152"/>
              <a:gd name="T6" fmla="*/ 2147483646 w 2640"/>
              <a:gd name="T7" fmla="*/ 2147483646 h 2152"/>
              <a:gd name="T8" fmla="*/ 2147483646 w 2640"/>
              <a:gd name="T9" fmla="*/ 2147483646 h 2152"/>
              <a:gd name="T10" fmla="*/ 2147483646 w 2640"/>
              <a:gd name="T11" fmla="*/ 2147483646 h 2152"/>
              <a:gd name="T12" fmla="*/ 2147483646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63" name="Oval 6">
            <a:extLst>
              <a:ext uri="{FF2B5EF4-FFF2-40B4-BE49-F238E27FC236}">
                <a16:creationId xmlns:a16="http://schemas.microsoft.com/office/drawing/2014/main" id="{8619BE98-05A0-AD3A-A0FE-5090A1D228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5720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70664" name="Text Box 7">
            <a:extLst>
              <a:ext uri="{FF2B5EF4-FFF2-40B4-BE49-F238E27FC236}">
                <a16:creationId xmlns:a16="http://schemas.microsoft.com/office/drawing/2014/main" id="{47364E8E-89DC-955F-49FD-5E46994772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0574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Cost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70665" name="Text Box 8">
            <a:extLst>
              <a:ext uri="{FF2B5EF4-FFF2-40B4-BE49-F238E27FC236}">
                <a16:creationId xmlns:a16="http://schemas.microsoft.com/office/drawing/2014/main" id="{C3C951D5-B85D-F6AA-8662-3DA3E5256F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674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States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70666" name="Line 9">
            <a:extLst>
              <a:ext uri="{FF2B5EF4-FFF2-40B4-BE49-F238E27FC236}">
                <a16:creationId xmlns:a16="http://schemas.microsoft.com/office/drawing/2014/main" id="{557A2EE0-752F-3D4C-8CDB-98FA16F7961F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457200" cy="21336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67" name="Text Box 10">
            <a:extLst>
              <a:ext uri="{FF2B5EF4-FFF2-40B4-BE49-F238E27FC236}">
                <a16:creationId xmlns:a16="http://schemas.microsoft.com/office/drawing/2014/main" id="{8BBC865E-77EA-587C-2827-FDD82FC378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1336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Best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D163EE-E2E3-FC07-FA4C-F4248F7FC075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Simulated Annealing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4" name="Line 3">
            <a:extLst>
              <a:ext uri="{FF2B5EF4-FFF2-40B4-BE49-F238E27FC236}">
                <a16:creationId xmlns:a16="http://schemas.microsoft.com/office/drawing/2014/main" id="{7D956BAB-A160-26F9-70F3-06583D25D96C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685" name="Line 4">
            <a:extLst>
              <a:ext uri="{FF2B5EF4-FFF2-40B4-BE49-F238E27FC236}">
                <a16:creationId xmlns:a16="http://schemas.microsoft.com/office/drawing/2014/main" id="{645B0E79-84BF-917F-A2CB-38DFE18EA5BB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686" name="Freeform 5">
            <a:extLst>
              <a:ext uri="{FF2B5EF4-FFF2-40B4-BE49-F238E27FC236}">
                <a16:creationId xmlns:a16="http://schemas.microsoft.com/office/drawing/2014/main" id="{A4DA83DD-53AB-63FC-9392-63827C99B830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2147483646 h 2152"/>
              <a:gd name="T2" fmla="*/ 2147483646 w 2640"/>
              <a:gd name="T3" fmla="*/ 2147483646 h 2152"/>
              <a:gd name="T4" fmla="*/ 2147483646 w 2640"/>
              <a:gd name="T5" fmla="*/ 2147483646 h 2152"/>
              <a:gd name="T6" fmla="*/ 2147483646 w 2640"/>
              <a:gd name="T7" fmla="*/ 2147483646 h 2152"/>
              <a:gd name="T8" fmla="*/ 2147483646 w 2640"/>
              <a:gd name="T9" fmla="*/ 2147483646 h 2152"/>
              <a:gd name="T10" fmla="*/ 2147483646 w 2640"/>
              <a:gd name="T11" fmla="*/ 2147483646 h 2152"/>
              <a:gd name="T12" fmla="*/ 2147483646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687" name="Oval 6">
            <a:extLst>
              <a:ext uri="{FF2B5EF4-FFF2-40B4-BE49-F238E27FC236}">
                <a16:creationId xmlns:a16="http://schemas.microsoft.com/office/drawing/2014/main" id="{D0E30B88-000E-F6DB-5800-2552342B31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4196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71688" name="Text Box 7">
            <a:extLst>
              <a:ext uri="{FF2B5EF4-FFF2-40B4-BE49-F238E27FC236}">
                <a16:creationId xmlns:a16="http://schemas.microsoft.com/office/drawing/2014/main" id="{2671995F-1E46-38AA-6C3A-E57EABF859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0574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Cost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71689" name="Text Box 8">
            <a:extLst>
              <a:ext uri="{FF2B5EF4-FFF2-40B4-BE49-F238E27FC236}">
                <a16:creationId xmlns:a16="http://schemas.microsoft.com/office/drawing/2014/main" id="{401F7A6C-9742-953D-A1A3-9911416762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674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States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71690" name="Line 9">
            <a:extLst>
              <a:ext uri="{FF2B5EF4-FFF2-40B4-BE49-F238E27FC236}">
                <a16:creationId xmlns:a16="http://schemas.microsoft.com/office/drawing/2014/main" id="{A56BC59C-8B69-9DB9-3798-9127663095B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457200" cy="21336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691" name="Text Box 10">
            <a:extLst>
              <a:ext uri="{FF2B5EF4-FFF2-40B4-BE49-F238E27FC236}">
                <a16:creationId xmlns:a16="http://schemas.microsoft.com/office/drawing/2014/main" id="{5AB84BBD-2C71-D7EC-E13E-B874D11B3B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1336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Best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595781-E354-9A1A-ABA7-F1A182BFC4FC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Simulated Annealing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8" name="Line 3">
            <a:extLst>
              <a:ext uri="{FF2B5EF4-FFF2-40B4-BE49-F238E27FC236}">
                <a16:creationId xmlns:a16="http://schemas.microsoft.com/office/drawing/2014/main" id="{C0DD2CBC-5824-7D79-ABC3-3122F81CDD5C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709" name="Line 4">
            <a:extLst>
              <a:ext uri="{FF2B5EF4-FFF2-40B4-BE49-F238E27FC236}">
                <a16:creationId xmlns:a16="http://schemas.microsoft.com/office/drawing/2014/main" id="{094DC6BF-1FA6-DD61-49A7-789A2B596817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710" name="Freeform 5">
            <a:extLst>
              <a:ext uri="{FF2B5EF4-FFF2-40B4-BE49-F238E27FC236}">
                <a16:creationId xmlns:a16="http://schemas.microsoft.com/office/drawing/2014/main" id="{B668FF24-47CA-CEA8-7EDB-9C5CEE5D9EDF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2147483646 h 2152"/>
              <a:gd name="T2" fmla="*/ 2147483646 w 2640"/>
              <a:gd name="T3" fmla="*/ 2147483646 h 2152"/>
              <a:gd name="T4" fmla="*/ 2147483646 w 2640"/>
              <a:gd name="T5" fmla="*/ 2147483646 h 2152"/>
              <a:gd name="T6" fmla="*/ 2147483646 w 2640"/>
              <a:gd name="T7" fmla="*/ 2147483646 h 2152"/>
              <a:gd name="T8" fmla="*/ 2147483646 w 2640"/>
              <a:gd name="T9" fmla="*/ 2147483646 h 2152"/>
              <a:gd name="T10" fmla="*/ 2147483646 w 2640"/>
              <a:gd name="T11" fmla="*/ 2147483646 h 2152"/>
              <a:gd name="T12" fmla="*/ 2147483646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711" name="Oval 6">
            <a:extLst>
              <a:ext uri="{FF2B5EF4-FFF2-40B4-BE49-F238E27FC236}">
                <a16:creationId xmlns:a16="http://schemas.microsoft.com/office/drawing/2014/main" id="{8839449D-7580-9FBA-2E43-3EC71CE38C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7244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72712" name="Text Box 7">
            <a:extLst>
              <a:ext uri="{FF2B5EF4-FFF2-40B4-BE49-F238E27FC236}">
                <a16:creationId xmlns:a16="http://schemas.microsoft.com/office/drawing/2014/main" id="{B30D820C-7649-2D2C-BFFB-F1F237DCE5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0574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Cost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72713" name="Text Box 8">
            <a:extLst>
              <a:ext uri="{FF2B5EF4-FFF2-40B4-BE49-F238E27FC236}">
                <a16:creationId xmlns:a16="http://schemas.microsoft.com/office/drawing/2014/main" id="{9AD46767-00C1-E727-0AE7-0FCB0B5F89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674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States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72714" name="Line 9">
            <a:extLst>
              <a:ext uri="{FF2B5EF4-FFF2-40B4-BE49-F238E27FC236}">
                <a16:creationId xmlns:a16="http://schemas.microsoft.com/office/drawing/2014/main" id="{C4A78B74-99DB-2999-7BEE-908864B1CF3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533400" cy="23622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715" name="Text Box 10">
            <a:extLst>
              <a:ext uri="{FF2B5EF4-FFF2-40B4-BE49-F238E27FC236}">
                <a16:creationId xmlns:a16="http://schemas.microsoft.com/office/drawing/2014/main" id="{6E1BDA46-7D39-E30A-E845-14F69EA616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1336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Best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A295D4-36B5-73DB-BE30-BC1E4121D004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Simulated Annealing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2" name="Line 3">
            <a:extLst>
              <a:ext uri="{FF2B5EF4-FFF2-40B4-BE49-F238E27FC236}">
                <a16:creationId xmlns:a16="http://schemas.microsoft.com/office/drawing/2014/main" id="{2769BA12-6EAA-4C62-F544-802EC2E48E66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733" name="Line 4">
            <a:extLst>
              <a:ext uri="{FF2B5EF4-FFF2-40B4-BE49-F238E27FC236}">
                <a16:creationId xmlns:a16="http://schemas.microsoft.com/office/drawing/2014/main" id="{0807926D-0BBD-487A-1AF7-B89195F75052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734" name="Freeform 5">
            <a:extLst>
              <a:ext uri="{FF2B5EF4-FFF2-40B4-BE49-F238E27FC236}">
                <a16:creationId xmlns:a16="http://schemas.microsoft.com/office/drawing/2014/main" id="{3C566A05-3357-BF03-7D09-CED192722F80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2147483646 h 2152"/>
              <a:gd name="T2" fmla="*/ 2147483646 w 2640"/>
              <a:gd name="T3" fmla="*/ 2147483646 h 2152"/>
              <a:gd name="T4" fmla="*/ 2147483646 w 2640"/>
              <a:gd name="T5" fmla="*/ 2147483646 h 2152"/>
              <a:gd name="T6" fmla="*/ 2147483646 w 2640"/>
              <a:gd name="T7" fmla="*/ 2147483646 h 2152"/>
              <a:gd name="T8" fmla="*/ 2147483646 w 2640"/>
              <a:gd name="T9" fmla="*/ 2147483646 h 2152"/>
              <a:gd name="T10" fmla="*/ 2147483646 w 2640"/>
              <a:gd name="T11" fmla="*/ 2147483646 h 2152"/>
              <a:gd name="T12" fmla="*/ 2147483646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735" name="Oval 6">
            <a:extLst>
              <a:ext uri="{FF2B5EF4-FFF2-40B4-BE49-F238E27FC236}">
                <a16:creationId xmlns:a16="http://schemas.microsoft.com/office/drawing/2014/main" id="{8F0B6FD8-5611-F16C-E5F2-A2B4C0D14D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50292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73736" name="Text Box 7">
            <a:extLst>
              <a:ext uri="{FF2B5EF4-FFF2-40B4-BE49-F238E27FC236}">
                <a16:creationId xmlns:a16="http://schemas.microsoft.com/office/drawing/2014/main" id="{8D89717A-6EC0-3FF4-B969-E8CD01B7E7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0574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Cost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73737" name="Text Box 8">
            <a:extLst>
              <a:ext uri="{FF2B5EF4-FFF2-40B4-BE49-F238E27FC236}">
                <a16:creationId xmlns:a16="http://schemas.microsoft.com/office/drawing/2014/main" id="{E83D8F0B-6C37-C713-BCC2-D5E43864F5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674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States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73738" name="Line 9">
            <a:extLst>
              <a:ext uri="{FF2B5EF4-FFF2-40B4-BE49-F238E27FC236}">
                <a16:creationId xmlns:a16="http://schemas.microsoft.com/office/drawing/2014/main" id="{651146F5-94E6-7996-1BFF-392AFE74D3F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609600" cy="26670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739" name="Text Box 10">
            <a:extLst>
              <a:ext uri="{FF2B5EF4-FFF2-40B4-BE49-F238E27FC236}">
                <a16:creationId xmlns:a16="http://schemas.microsoft.com/office/drawing/2014/main" id="{7A988230-13B9-20EB-970F-B2F3ABFE34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1336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Best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3B47E3-DC60-AC8A-A617-488FD5E545C0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Simulated Annealing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6" name="Line 3">
            <a:extLst>
              <a:ext uri="{FF2B5EF4-FFF2-40B4-BE49-F238E27FC236}">
                <a16:creationId xmlns:a16="http://schemas.microsoft.com/office/drawing/2014/main" id="{3BC181B4-E04C-02DE-3835-B7B00D4D8F05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757" name="Line 4">
            <a:extLst>
              <a:ext uri="{FF2B5EF4-FFF2-40B4-BE49-F238E27FC236}">
                <a16:creationId xmlns:a16="http://schemas.microsoft.com/office/drawing/2014/main" id="{C847CB43-0D5A-0C4C-6707-BF8994D7FB51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758" name="Freeform 5">
            <a:extLst>
              <a:ext uri="{FF2B5EF4-FFF2-40B4-BE49-F238E27FC236}">
                <a16:creationId xmlns:a16="http://schemas.microsoft.com/office/drawing/2014/main" id="{C086F41D-86EC-D10B-39C0-4A229F10692C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2147483646 h 2152"/>
              <a:gd name="T2" fmla="*/ 2147483646 w 2640"/>
              <a:gd name="T3" fmla="*/ 2147483646 h 2152"/>
              <a:gd name="T4" fmla="*/ 2147483646 w 2640"/>
              <a:gd name="T5" fmla="*/ 2147483646 h 2152"/>
              <a:gd name="T6" fmla="*/ 2147483646 w 2640"/>
              <a:gd name="T7" fmla="*/ 2147483646 h 2152"/>
              <a:gd name="T8" fmla="*/ 2147483646 w 2640"/>
              <a:gd name="T9" fmla="*/ 2147483646 h 2152"/>
              <a:gd name="T10" fmla="*/ 2147483646 w 2640"/>
              <a:gd name="T11" fmla="*/ 2147483646 h 2152"/>
              <a:gd name="T12" fmla="*/ 2147483646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759" name="Oval 6">
            <a:extLst>
              <a:ext uri="{FF2B5EF4-FFF2-40B4-BE49-F238E27FC236}">
                <a16:creationId xmlns:a16="http://schemas.microsoft.com/office/drawing/2014/main" id="{F18BF2B4-527E-BC86-AAB1-ADF72EE72D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9530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74760" name="Text Box 7">
            <a:extLst>
              <a:ext uri="{FF2B5EF4-FFF2-40B4-BE49-F238E27FC236}">
                <a16:creationId xmlns:a16="http://schemas.microsoft.com/office/drawing/2014/main" id="{B1269F77-B410-9384-F367-99AF3499C2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0574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Cost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74761" name="Text Box 8">
            <a:extLst>
              <a:ext uri="{FF2B5EF4-FFF2-40B4-BE49-F238E27FC236}">
                <a16:creationId xmlns:a16="http://schemas.microsoft.com/office/drawing/2014/main" id="{93228DC4-E10C-0BD8-E28D-56F40EC181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674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States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74762" name="Line 9">
            <a:extLst>
              <a:ext uri="{FF2B5EF4-FFF2-40B4-BE49-F238E27FC236}">
                <a16:creationId xmlns:a16="http://schemas.microsoft.com/office/drawing/2014/main" id="{76F9CDA7-0CBB-011F-C9A6-5888D202E48B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609600" cy="26670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763" name="Text Box 10">
            <a:extLst>
              <a:ext uri="{FF2B5EF4-FFF2-40B4-BE49-F238E27FC236}">
                <a16:creationId xmlns:a16="http://schemas.microsoft.com/office/drawing/2014/main" id="{108CC1E2-F527-4B99-06AA-448C70FD2A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1336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Best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36EF14-D99B-C5E2-A532-C40CDC3DF998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Simulated Annealing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0" name="Line 3">
            <a:extLst>
              <a:ext uri="{FF2B5EF4-FFF2-40B4-BE49-F238E27FC236}">
                <a16:creationId xmlns:a16="http://schemas.microsoft.com/office/drawing/2014/main" id="{BDF5D36D-686A-6FB3-57DE-0EB8178DA29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81" name="Line 4">
            <a:extLst>
              <a:ext uri="{FF2B5EF4-FFF2-40B4-BE49-F238E27FC236}">
                <a16:creationId xmlns:a16="http://schemas.microsoft.com/office/drawing/2014/main" id="{E0D9E4C0-09AD-8176-BF37-C8A7D4BC1C6C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82" name="Freeform 5">
            <a:extLst>
              <a:ext uri="{FF2B5EF4-FFF2-40B4-BE49-F238E27FC236}">
                <a16:creationId xmlns:a16="http://schemas.microsoft.com/office/drawing/2014/main" id="{E0816450-8A22-8A47-EE9C-D6880B3FECEE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2147483646 h 2152"/>
              <a:gd name="T2" fmla="*/ 2147483646 w 2640"/>
              <a:gd name="T3" fmla="*/ 2147483646 h 2152"/>
              <a:gd name="T4" fmla="*/ 2147483646 w 2640"/>
              <a:gd name="T5" fmla="*/ 2147483646 h 2152"/>
              <a:gd name="T6" fmla="*/ 2147483646 w 2640"/>
              <a:gd name="T7" fmla="*/ 2147483646 h 2152"/>
              <a:gd name="T8" fmla="*/ 2147483646 w 2640"/>
              <a:gd name="T9" fmla="*/ 2147483646 h 2152"/>
              <a:gd name="T10" fmla="*/ 2147483646 w 2640"/>
              <a:gd name="T11" fmla="*/ 2147483646 h 2152"/>
              <a:gd name="T12" fmla="*/ 2147483646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83" name="Oval 6">
            <a:extLst>
              <a:ext uri="{FF2B5EF4-FFF2-40B4-BE49-F238E27FC236}">
                <a16:creationId xmlns:a16="http://schemas.microsoft.com/office/drawing/2014/main" id="{DC594E1F-01E0-F589-CFDF-7B4D34B4A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51054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75784" name="Text Box 7">
            <a:extLst>
              <a:ext uri="{FF2B5EF4-FFF2-40B4-BE49-F238E27FC236}">
                <a16:creationId xmlns:a16="http://schemas.microsoft.com/office/drawing/2014/main" id="{73A5A594-F2C0-217C-C4F4-D3E8F7C84A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0574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Cost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75785" name="Text Box 8">
            <a:extLst>
              <a:ext uri="{FF2B5EF4-FFF2-40B4-BE49-F238E27FC236}">
                <a16:creationId xmlns:a16="http://schemas.microsoft.com/office/drawing/2014/main" id="{396749DD-4B88-4FE7-BCBF-1CF40D3D90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674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States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75786" name="Line 9">
            <a:extLst>
              <a:ext uri="{FF2B5EF4-FFF2-40B4-BE49-F238E27FC236}">
                <a16:creationId xmlns:a16="http://schemas.microsoft.com/office/drawing/2014/main" id="{5612435C-C2AA-D458-A55D-7344F471644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609600" cy="27432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87" name="Text Box 10">
            <a:extLst>
              <a:ext uri="{FF2B5EF4-FFF2-40B4-BE49-F238E27FC236}">
                <a16:creationId xmlns:a16="http://schemas.microsoft.com/office/drawing/2014/main" id="{7F669B69-CB9A-8D34-8B07-BA6331C65C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1336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Best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205053-ED73-98CA-1F74-7E41AA4BAD63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Simulated Annealing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4" name="Line 3">
            <a:extLst>
              <a:ext uri="{FF2B5EF4-FFF2-40B4-BE49-F238E27FC236}">
                <a16:creationId xmlns:a16="http://schemas.microsoft.com/office/drawing/2014/main" id="{30D2E2F0-8D66-3E68-AB2C-FD80CBBECE11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05" name="Line 4">
            <a:extLst>
              <a:ext uri="{FF2B5EF4-FFF2-40B4-BE49-F238E27FC236}">
                <a16:creationId xmlns:a16="http://schemas.microsoft.com/office/drawing/2014/main" id="{33C95B39-E22B-9383-8ADE-F31B5007E998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06" name="Freeform 5">
            <a:extLst>
              <a:ext uri="{FF2B5EF4-FFF2-40B4-BE49-F238E27FC236}">
                <a16:creationId xmlns:a16="http://schemas.microsoft.com/office/drawing/2014/main" id="{9D78F504-41FB-6368-94CB-7E10B25E3157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2147483646 h 2152"/>
              <a:gd name="T2" fmla="*/ 2147483646 w 2640"/>
              <a:gd name="T3" fmla="*/ 2147483646 h 2152"/>
              <a:gd name="T4" fmla="*/ 2147483646 w 2640"/>
              <a:gd name="T5" fmla="*/ 2147483646 h 2152"/>
              <a:gd name="T6" fmla="*/ 2147483646 w 2640"/>
              <a:gd name="T7" fmla="*/ 2147483646 h 2152"/>
              <a:gd name="T8" fmla="*/ 2147483646 w 2640"/>
              <a:gd name="T9" fmla="*/ 2147483646 h 2152"/>
              <a:gd name="T10" fmla="*/ 2147483646 w 2640"/>
              <a:gd name="T11" fmla="*/ 2147483646 h 2152"/>
              <a:gd name="T12" fmla="*/ 2147483646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07" name="Oval 6">
            <a:extLst>
              <a:ext uri="{FF2B5EF4-FFF2-40B4-BE49-F238E27FC236}">
                <a16:creationId xmlns:a16="http://schemas.microsoft.com/office/drawing/2014/main" id="{54DF45C4-8535-732B-403A-4AEDC5BE0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0292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76808" name="Text Box 7">
            <a:extLst>
              <a:ext uri="{FF2B5EF4-FFF2-40B4-BE49-F238E27FC236}">
                <a16:creationId xmlns:a16="http://schemas.microsoft.com/office/drawing/2014/main" id="{0BDD9793-07B1-F40F-D9F7-72683EF5B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0574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Cost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76809" name="Text Box 8">
            <a:extLst>
              <a:ext uri="{FF2B5EF4-FFF2-40B4-BE49-F238E27FC236}">
                <a16:creationId xmlns:a16="http://schemas.microsoft.com/office/drawing/2014/main" id="{224788E0-BF40-C6B9-3C4C-CE43C3E332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674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States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76810" name="Line 9">
            <a:extLst>
              <a:ext uri="{FF2B5EF4-FFF2-40B4-BE49-F238E27FC236}">
                <a16:creationId xmlns:a16="http://schemas.microsoft.com/office/drawing/2014/main" id="{95A2B394-B285-C7FF-4439-D7F59E6CE358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609600" cy="27432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11" name="Text Box 10">
            <a:extLst>
              <a:ext uri="{FF2B5EF4-FFF2-40B4-BE49-F238E27FC236}">
                <a16:creationId xmlns:a16="http://schemas.microsoft.com/office/drawing/2014/main" id="{0EB450D0-31CF-D3BC-460B-BF5AD45F3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1336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Best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061221-9474-1535-7BB7-7B178577FF1B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Simulated Annealing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8" name="Line 3">
            <a:extLst>
              <a:ext uri="{FF2B5EF4-FFF2-40B4-BE49-F238E27FC236}">
                <a16:creationId xmlns:a16="http://schemas.microsoft.com/office/drawing/2014/main" id="{CF51FC2C-885B-0FC3-55AE-8FF3E06BA79A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29" name="Line 4">
            <a:extLst>
              <a:ext uri="{FF2B5EF4-FFF2-40B4-BE49-F238E27FC236}">
                <a16:creationId xmlns:a16="http://schemas.microsoft.com/office/drawing/2014/main" id="{3EA489C3-3439-CC3A-8E1D-0D19C7926851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30" name="Freeform 5">
            <a:extLst>
              <a:ext uri="{FF2B5EF4-FFF2-40B4-BE49-F238E27FC236}">
                <a16:creationId xmlns:a16="http://schemas.microsoft.com/office/drawing/2014/main" id="{DDC19029-CF93-130C-47B6-05835A3FC152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2147483646 h 2152"/>
              <a:gd name="T2" fmla="*/ 2147483646 w 2640"/>
              <a:gd name="T3" fmla="*/ 2147483646 h 2152"/>
              <a:gd name="T4" fmla="*/ 2147483646 w 2640"/>
              <a:gd name="T5" fmla="*/ 2147483646 h 2152"/>
              <a:gd name="T6" fmla="*/ 2147483646 w 2640"/>
              <a:gd name="T7" fmla="*/ 2147483646 h 2152"/>
              <a:gd name="T8" fmla="*/ 2147483646 w 2640"/>
              <a:gd name="T9" fmla="*/ 2147483646 h 2152"/>
              <a:gd name="T10" fmla="*/ 2147483646 w 2640"/>
              <a:gd name="T11" fmla="*/ 2147483646 h 2152"/>
              <a:gd name="T12" fmla="*/ 2147483646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31" name="Oval 6">
            <a:extLst>
              <a:ext uri="{FF2B5EF4-FFF2-40B4-BE49-F238E27FC236}">
                <a16:creationId xmlns:a16="http://schemas.microsoft.com/office/drawing/2014/main" id="{C326A9AF-5727-30B3-3E2E-B79ADEAC7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51054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77832" name="Text Box 7">
            <a:extLst>
              <a:ext uri="{FF2B5EF4-FFF2-40B4-BE49-F238E27FC236}">
                <a16:creationId xmlns:a16="http://schemas.microsoft.com/office/drawing/2014/main" id="{CDA25068-0339-6D1C-E5B2-F1D8FE7E99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0574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Cost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77833" name="Text Box 8">
            <a:extLst>
              <a:ext uri="{FF2B5EF4-FFF2-40B4-BE49-F238E27FC236}">
                <a16:creationId xmlns:a16="http://schemas.microsoft.com/office/drawing/2014/main" id="{0C862217-A955-70F7-3C86-E32B5E3E19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674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States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77834" name="Line 9">
            <a:extLst>
              <a:ext uri="{FF2B5EF4-FFF2-40B4-BE49-F238E27FC236}">
                <a16:creationId xmlns:a16="http://schemas.microsoft.com/office/drawing/2014/main" id="{42C95C13-C8CD-EF29-A5D4-A5FA851058E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609600" cy="27432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35" name="Text Box 10">
            <a:extLst>
              <a:ext uri="{FF2B5EF4-FFF2-40B4-BE49-F238E27FC236}">
                <a16:creationId xmlns:a16="http://schemas.microsoft.com/office/drawing/2014/main" id="{096DC89E-5375-765A-B589-59C5B9E603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1336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Best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2FD123-764D-08C3-CA47-F39CE7C5FF38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Simulated Annealing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2" name="Line 3">
            <a:extLst>
              <a:ext uri="{FF2B5EF4-FFF2-40B4-BE49-F238E27FC236}">
                <a16:creationId xmlns:a16="http://schemas.microsoft.com/office/drawing/2014/main" id="{EB265E45-0D94-4D42-888B-F6E5AA2114C2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53" name="Line 4">
            <a:extLst>
              <a:ext uri="{FF2B5EF4-FFF2-40B4-BE49-F238E27FC236}">
                <a16:creationId xmlns:a16="http://schemas.microsoft.com/office/drawing/2014/main" id="{45CCF820-F55E-B2BA-9297-57B69B662A0B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54" name="Freeform 5">
            <a:extLst>
              <a:ext uri="{FF2B5EF4-FFF2-40B4-BE49-F238E27FC236}">
                <a16:creationId xmlns:a16="http://schemas.microsoft.com/office/drawing/2014/main" id="{3EA028EF-D406-CD3E-E42A-CE20A712D01B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2147483646 h 2152"/>
              <a:gd name="T2" fmla="*/ 2147483646 w 2640"/>
              <a:gd name="T3" fmla="*/ 2147483646 h 2152"/>
              <a:gd name="T4" fmla="*/ 2147483646 w 2640"/>
              <a:gd name="T5" fmla="*/ 2147483646 h 2152"/>
              <a:gd name="T6" fmla="*/ 2147483646 w 2640"/>
              <a:gd name="T7" fmla="*/ 2147483646 h 2152"/>
              <a:gd name="T8" fmla="*/ 2147483646 w 2640"/>
              <a:gd name="T9" fmla="*/ 2147483646 h 2152"/>
              <a:gd name="T10" fmla="*/ 2147483646 w 2640"/>
              <a:gd name="T11" fmla="*/ 2147483646 h 2152"/>
              <a:gd name="T12" fmla="*/ 2147483646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55" name="Oval 6">
            <a:extLst>
              <a:ext uri="{FF2B5EF4-FFF2-40B4-BE49-F238E27FC236}">
                <a16:creationId xmlns:a16="http://schemas.microsoft.com/office/drawing/2014/main" id="{4113F00F-5FD1-27D2-75FE-607C551AC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5105400"/>
            <a:ext cx="152400" cy="2286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78856" name="Text Box 7">
            <a:extLst>
              <a:ext uri="{FF2B5EF4-FFF2-40B4-BE49-F238E27FC236}">
                <a16:creationId xmlns:a16="http://schemas.microsoft.com/office/drawing/2014/main" id="{C4C5A26C-4D10-9EFE-BC3D-5C60B3DAE9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0574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Cost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78857" name="Text Box 8">
            <a:extLst>
              <a:ext uri="{FF2B5EF4-FFF2-40B4-BE49-F238E27FC236}">
                <a16:creationId xmlns:a16="http://schemas.microsoft.com/office/drawing/2014/main" id="{483AF56D-A1D2-F4EE-0354-E0EF15EA5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674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States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78858" name="Line 9">
            <a:extLst>
              <a:ext uri="{FF2B5EF4-FFF2-40B4-BE49-F238E27FC236}">
                <a16:creationId xmlns:a16="http://schemas.microsoft.com/office/drawing/2014/main" id="{28DB2A7A-8E22-0432-00A3-D704A121115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609600" cy="27432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59" name="Text Box 10">
            <a:extLst>
              <a:ext uri="{FF2B5EF4-FFF2-40B4-BE49-F238E27FC236}">
                <a16:creationId xmlns:a16="http://schemas.microsoft.com/office/drawing/2014/main" id="{BF0CF69B-51FB-3031-03ED-52DE942F47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1336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Best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78860" name="Line 11">
            <a:extLst>
              <a:ext uri="{FF2B5EF4-FFF2-40B4-BE49-F238E27FC236}">
                <a16:creationId xmlns:a16="http://schemas.microsoft.com/office/drawing/2014/main" id="{400AB003-E930-4308-D8E9-E66029A5F43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5334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61" name="Line 12">
            <a:extLst>
              <a:ext uri="{FF2B5EF4-FFF2-40B4-BE49-F238E27FC236}">
                <a16:creationId xmlns:a16="http://schemas.microsoft.com/office/drawing/2014/main" id="{FC78E9F1-79B8-7CE5-2922-5963E0D7431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3600" y="5334000"/>
            <a:ext cx="2590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BD59CB-721D-6C4F-CE93-745EE1056A06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Simulated Annealing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F0FE95-C9B5-BCE1-031C-28B6ECDAC37A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Simulated Annealing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4F417E-13FA-2BC2-A2EB-9A822C6BF3EE}"/>
              </a:ext>
            </a:extLst>
          </p:cNvPr>
          <p:cNvSpPr txBox="1"/>
          <p:nvPr/>
        </p:nvSpPr>
        <p:spPr>
          <a:xfrm>
            <a:off x="452966" y="1575498"/>
            <a:ext cx="8238067" cy="493981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Temperature T</a:t>
            </a:r>
          </a:p>
          <a:p>
            <a:pPr marL="342900" indent="-3429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Used to determine the probability</a:t>
            </a:r>
          </a:p>
          <a:p>
            <a:pPr marL="800100" lvl="1" indent="-342900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High T : large changes </a:t>
            </a:r>
          </a:p>
          <a:p>
            <a:pPr marL="800100" lvl="1" indent="-342900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Low T : small changes</a:t>
            </a:r>
          </a:p>
          <a:p>
            <a:pPr>
              <a:spcAft>
                <a:spcPts val="600"/>
              </a:spcAft>
              <a:buClr>
                <a:schemeClr val="accent1"/>
              </a:buClr>
            </a:pPr>
            <a:endParaRPr lang="en-US" sz="2400" dirty="0">
              <a:latin typeface="+mj-lt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marL="342900" indent="-342900"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Cooling Schedule </a:t>
            </a:r>
          </a:p>
          <a:p>
            <a:pPr marL="342900" indent="-3429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Determines rate at which the temperature T is lowered. </a:t>
            </a:r>
          </a:p>
          <a:p>
            <a:pPr marL="342900" indent="-3429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Lowers T slowly enough, the algorithm will find a global optimum. </a:t>
            </a:r>
          </a:p>
          <a:p>
            <a:pPr>
              <a:spcAft>
                <a:spcPts val="600"/>
              </a:spcAft>
              <a:buClr>
                <a:schemeClr val="accent1"/>
              </a:buClr>
            </a:pPr>
            <a:endParaRPr lang="en-US" sz="2400" dirty="0">
              <a:latin typeface="+mj-lt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marL="342900" indent="-3429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In the beginning, aggressive for searching alternatives, become conservative when time goes by.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6249DBC-80F3-4B41-97F6-799ED0CBFAC0}"/>
              </a:ext>
            </a:extLst>
          </p:cNvPr>
          <p:cNvGrpSpPr/>
          <p:nvPr/>
        </p:nvGrpSpPr>
        <p:grpSpPr>
          <a:xfrm>
            <a:off x="458361" y="1539198"/>
            <a:ext cx="1494000" cy="977040"/>
            <a:chOff x="458361" y="1539198"/>
            <a:chExt cx="1494000" cy="97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C9553C4-EDAF-4ED0-ABD3-40D951139FF9}"/>
                    </a:ext>
                  </a:extLst>
                </p14:cNvPr>
                <p14:cNvContentPartPr/>
                <p14:nvPr/>
              </p14:nvContentPartPr>
              <p14:xfrm>
                <a:off x="458361" y="1936998"/>
                <a:ext cx="722520" cy="5792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C9553C4-EDAF-4ED0-ABD3-40D951139FF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49721" y="1928358"/>
                  <a:ext cx="740160" cy="59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034EBD4-72F2-4C33-B440-1F725ACEACA0}"/>
                    </a:ext>
                  </a:extLst>
                </p14:cNvPr>
                <p14:cNvContentPartPr/>
                <p14:nvPr/>
              </p14:nvContentPartPr>
              <p14:xfrm>
                <a:off x="1007721" y="1539198"/>
                <a:ext cx="944640" cy="7603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034EBD4-72F2-4C33-B440-1F725ACEACA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98721" y="1530198"/>
                  <a:ext cx="962280" cy="777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843EC6D-B629-452D-886A-CE01E2E29DC6}"/>
                  </a:ext>
                </a:extLst>
              </p14:cNvPr>
              <p14:cNvContentPartPr/>
              <p14:nvPr/>
            </p14:nvContentPartPr>
            <p14:xfrm>
              <a:off x="1240641" y="2914398"/>
              <a:ext cx="393480" cy="370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843EC6D-B629-452D-886A-CE01E2E29DC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32001" y="2905398"/>
                <a:ext cx="41112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73A34B2-E689-47BA-8255-73B010FB9B63}"/>
                  </a:ext>
                </a:extLst>
              </p14:cNvPr>
              <p14:cNvContentPartPr/>
              <p14:nvPr/>
            </p14:nvContentPartPr>
            <p14:xfrm>
              <a:off x="1324881" y="3442878"/>
              <a:ext cx="300240" cy="414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73A34B2-E689-47BA-8255-73B010FB9B6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16241" y="3433878"/>
                <a:ext cx="317880" cy="59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28323E28-E5A5-4533-AAD4-9CA55E66E4D0}"/>
              </a:ext>
            </a:extLst>
          </p:cNvPr>
          <p:cNvGrpSpPr/>
          <p:nvPr/>
        </p:nvGrpSpPr>
        <p:grpSpPr>
          <a:xfrm>
            <a:off x="587601" y="3945078"/>
            <a:ext cx="702000" cy="340920"/>
            <a:chOff x="587601" y="3945078"/>
            <a:chExt cx="702000" cy="34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DD023D6-70B7-4857-AF86-6C3E0A98EA39}"/>
                    </a:ext>
                  </a:extLst>
                </p14:cNvPr>
                <p14:cNvContentPartPr/>
                <p14:nvPr/>
              </p14:nvContentPartPr>
              <p14:xfrm>
                <a:off x="587601" y="4013118"/>
                <a:ext cx="348840" cy="272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DD023D6-70B7-4857-AF86-6C3E0A98EA3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78601" y="4004478"/>
                  <a:ext cx="36648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E634AAA-13F9-4038-ACBC-397E98380F91}"/>
                    </a:ext>
                  </a:extLst>
                </p14:cNvPr>
                <p14:cNvContentPartPr/>
                <p14:nvPr/>
              </p14:nvContentPartPr>
              <p14:xfrm>
                <a:off x="848961" y="3945078"/>
                <a:ext cx="440640" cy="3034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E634AAA-13F9-4038-ACBC-397E98380F9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39961" y="3936438"/>
                  <a:ext cx="458280" cy="32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A514365-4AF5-4D84-BBE7-B038EE80568A}"/>
                  </a:ext>
                </a:extLst>
              </p14:cNvPr>
              <p14:cNvContentPartPr/>
              <p14:nvPr/>
            </p14:nvContentPartPr>
            <p14:xfrm>
              <a:off x="858321" y="4618278"/>
              <a:ext cx="6057000" cy="1314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A514365-4AF5-4D84-BBE7-B038EE80568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49681" y="4609278"/>
                <a:ext cx="607464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0197F37-09F7-405F-ABD5-0E2CBD976573}"/>
                  </a:ext>
                </a:extLst>
              </p14:cNvPr>
              <p14:cNvContentPartPr/>
              <p14:nvPr/>
            </p14:nvContentPartPr>
            <p14:xfrm>
              <a:off x="2015001" y="5065398"/>
              <a:ext cx="5031000" cy="572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0197F37-09F7-405F-ABD5-0E2CBD97657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006361" y="5056758"/>
                <a:ext cx="5048640" cy="74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5EB9B-B6A1-341F-207C-F1F8DA3D8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B66D5A-8AB3-41BE-3C9D-D2CE7600E7D9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Simulated Annealing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E1FCE8A-CAB2-779A-B732-5E945D623055}"/>
                  </a:ext>
                </a:extLst>
              </p:cNvPr>
              <p:cNvSpPr txBox="1"/>
              <p:nvPr/>
            </p:nvSpPr>
            <p:spPr>
              <a:xfrm>
                <a:off x="452965" y="1468613"/>
                <a:ext cx="8238067" cy="513326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marL="342900" indent="-342900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 represents the quality of state n (high is good)</a:t>
                </a:r>
              </a:p>
              <a:p>
                <a:pPr marL="342900" indent="-342900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A “bad” move from A to B is accepted with probability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𝑝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𝑚𝑜𝑣𝑒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𝐴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 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𝐵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MU Serif" panose="02000603000000000000" pitchFamily="2" charset="0"/>
                                <a:cs typeface="CMU Serif" panose="02000603000000000000" pitchFamily="2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MU Serif" panose="02000603000000000000" pitchFamily="2" charset="0"/>
                                <a:cs typeface="CMU Serif" panose="02000603000000000000" pitchFamily="2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MU Serif" panose="02000603000000000000" pitchFamily="2" charset="0"/>
                                    <a:cs typeface="CMU Serif" panose="02000603000000000000" pitchFamily="2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MU Serif" panose="02000603000000000000" pitchFamily="2" charset="0"/>
                                    <a:cs typeface="CMU Serif" panose="02000603000000000000" pitchFamily="2" charset="0"/>
                                  </a:rPr>
                                  <m:t>𝐵</m:t>
                                </m:r>
                              </m:e>
                            </m:d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MU Serif" panose="02000603000000000000" pitchFamily="2" charset="0"/>
                                <a:cs typeface="CMU Serif" panose="02000603000000000000" pitchFamily="2" charset="0"/>
                              </a:rPr>
                              <m:t> −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MU Serif" panose="02000603000000000000" pitchFamily="2" charset="0"/>
                                <a:cs typeface="CMU Serif" panose="02000603000000000000" pitchFamily="2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MU Serif" panose="02000603000000000000" pitchFamily="2" charset="0"/>
                                    <a:cs typeface="CMU Serif" panose="02000603000000000000" pitchFamily="2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MU Serif" panose="02000603000000000000" pitchFamily="2" charset="0"/>
                                    <a:cs typeface="CMU Serif" panose="02000603000000000000" pitchFamily="2" charset="0"/>
                                  </a:rPr>
                                  <m:t>𝐴</m:t>
                                </m:r>
                              </m:e>
                            </m:d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MU Serif" panose="02000603000000000000" pitchFamily="2" charset="0"/>
                                <a:cs typeface="CMU Serif" panose="02000603000000000000" pitchFamily="2" charset="0"/>
                              </a:rPr>
                              <m:t>𝑇</m:t>
                            </m:r>
                          </m:den>
                        </m:f>
                      </m:sup>
                    </m:sSup>
                  </m:oMath>
                </a14:m>
                <a:endParaRPr lang="en-US" sz="2400" dirty="0">
                  <a:latin typeface="+mj-lt"/>
                  <a:ea typeface="CMU Serif" panose="02000603000000000000" pitchFamily="2" charset="0"/>
                  <a:cs typeface="CMU Serif" panose="02000603000000000000" pitchFamily="2" charset="0"/>
                </a:endParaRPr>
              </a:p>
              <a:p>
                <a:pPr marL="800100" lvl="1" indent="-342900">
                  <a:spcAft>
                    <a:spcPts val="600"/>
                  </a:spcAft>
                  <a:buClr>
                    <a:schemeClr val="accent1"/>
                  </a:buClr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𝐵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sz="24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 is negative – ‘bad’ moves have low probability</a:t>
                </a:r>
              </a:p>
              <a:p>
                <a:pPr marL="800100" lvl="1" indent="-342900">
                  <a:spcAft>
                    <a:spcPts val="600"/>
                  </a:spcAft>
                  <a:buClr>
                    <a:schemeClr val="accent1"/>
                  </a:buClr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𝐵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sz="24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 is positive – ‘good’ moves have higher probability</a:t>
                </a:r>
              </a:p>
              <a:p>
                <a:pPr marL="342900" indent="-342900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Higher temperature = more likely to make a </a:t>
                </a:r>
                <a:r>
                  <a:rPr lang="en-US" sz="2400" dirty="0">
                    <a:solidFill>
                      <a:schemeClr val="accent1"/>
                    </a:solidFill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“bad” </a:t>
                </a:r>
                <a:r>
                  <a:rPr lang="en-US" sz="24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move.</a:t>
                </a:r>
              </a:p>
              <a:p>
                <a:pPr marL="342900" indent="-342900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As T tends to zero, this probability tends to zero. </a:t>
                </a:r>
              </a:p>
              <a:p>
                <a:pPr marL="342900" indent="-342900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Simulated Annealing becomes more like hill climbing.</a:t>
                </a:r>
              </a:p>
              <a:p>
                <a:pPr marL="342900" indent="-342900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If T is lowered slowly enough, simulated annealing is complete and admissible.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E1FCE8A-CAB2-779A-B732-5E945D6230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965" y="1468613"/>
                <a:ext cx="8238067" cy="5133265"/>
              </a:xfrm>
              <a:prstGeom prst="rect">
                <a:avLst/>
              </a:prstGeom>
              <a:blipFill>
                <a:blip r:embed="rId2"/>
                <a:stretch>
                  <a:fillRect l="-2071" t="-1425" b="-30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28CCE01-5C13-4FA8-BC20-13F3F4F82A48}"/>
                  </a:ext>
                </a:extLst>
              </p14:cNvPr>
              <p14:cNvContentPartPr/>
              <p14:nvPr/>
            </p14:nvContentPartPr>
            <p14:xfrm>
              <a:off x="1082241" y="4645998"/>
              <a:ext cx="5903280" cy="141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28CCE01-5C13-4FA8-BC20-13F3F4F82A4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73601" y="4636998"/>
                <a:ext cx="5920920" cy="15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A5AC027-9FB3-44A7-8232-133EE6DC5741}"/>
                  </a:ext>
                </a:extLst>
              </p14:cNvPr>
              <p14:cNvContentPartPr/>
              <p14:nvPr/>
            </p14:nvContentPartPr>
            <p14:xfrm>
              <a:off x="2117601" y="5998878"/>
              <a:ext cx="1539000" cy="943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A5AC027-9FB3-44A7-8232-133EE6DC574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08961" y="5990238"/>
                <a:ext cx="1556640" cy="11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199FA916-6305-4514-B025-3F28221D41C8}"/>
              </a:ext>
            </a:extLst>
          </p:cNvPr>
          <p:cNvGrpSpPr/>
          <p:nvPr/>
        </p:nvGrpSpPr>
        <p:grpSpPr>
          <a:xfrm>
            <a:off x="437121" y="5715918"/>
            <a:ext cx="386280" cy="339480"/>
            <a:chOff x="437121" y="5715918"/>
            <a:chExt cx="386280" cy="33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03BD6B4-3796-4F87-8261-8059886B30D2}"/>
                    </a:ext>
                  </a:extLst>
                </p14:cNvPr>
                <p14:cNvContentPartPr/>
                <p14:nvPr/>
              </p14:nvContentPartPr>
              <p14:xfrm>
                <a:off x="437121" y="5715918"/>
                <a:ext cx="264600" cy="3394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03BD6B4-3796-4F87-8261-8059886B30D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28481" y="5706918"/>
                  <a:ext cx="28224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6A34548-5D18-4C62-A881-CC68978A499C}"/>
                    </a:ext>
                  </a:extLst>
                </p14:cNvPr>
                <p14:cNvContentPartPr/>
                <p14:nvPr/>
              </p14:nvContentPartPr>
              <p14:xfrm>
                <a:off x="531801" y="5793678"/>
                <a:ext cx="291600" cy="2584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6A34548-5D18-4C62-A881-CC68978A499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22801" y="5785038"/>
                  <a:ext cx="309240" cy="27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1D1A1AB-D310-448E-A7ED-0C3D8B61AA18}"/>
              </a:ext>
            </a:extLst>
          </p:cNvPr>
          <p:cNvGrpSpPr/>
          <p:nvPr/>
        </p:nvGrpSpPr>
        <p:grpSpPr>
          <a:xfrm>
            <a:off x="279801" y="2111958"/>
            <a:ext cx="462960" cy="294480"/>
            <a:chOff x="279801" y="2111958"/>
            <a:chExt cx="462960" cy="29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6330AE0-F2BB-4127-97ED-5779FED0D03D}"/>
                    </a:ext>
                  </a:extLst>
                </p14:cNvPr>
                <p14:cNvContentPartPr/>
                <p14:nvPr/>
              </p14:nvContentPartPr>
              <p14:xfrm>
                <a:off x="279801" y="2151918"/>
                <a:ext cx="255240" cy="2545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6330AE0-F2BB-4127-97ED-5779FED0D03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70801" y="2143278"/>
                  <a:ext cx="27288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B536242-DF2D-47DE-838E-02945BE8DE0E}"/>
                    </a:ext>
                  </a:extLst>
                </p14:cNvPr>
                <p14:cNvContentPartPr/>
                <p14:nvPr/>
              </p14:nvContentPartPr>
              <p14:xfrm>
                <a:off x="399321" y="2111958"/>
                <a:ext cx="343440" cy="2829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B536242-DF2D-47DE-838E-02945BE8DE0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90321" y="2102958"/>
                  <a:ext cx="361080" cy="300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9436036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1E82A6-CCFD-E0C9-0ABC-2E2223AC9897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Local Beam Search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5F865E-958E-5F9C-69DF-1CDC36979D48}"/>
              </a:ext>
            </a:extLst>
          </p:cNvPr>
          <p:cNvSpPr txBox="1"/>
          <p:nvPr/>
        </p:nvSpPr>
        <p:spPr>
          <a:xfrm>
            <a:off x="452965" y="2162800"/>
            <a:ext cx="8238067" cy="341632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Key Idea: Unlike Hill Climbing, Local Beam Search keeps track of k states rather than just one.</a:t>
            </a:r>
          </a:p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It starts with k randomly generated states. At each step, all the successors of all the states are generated.</a:t>
            </a:r>
          </a:p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Keep the k best states across all successors. </a:t>
            </a:r>
          </a:p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If any one is a goal, the algorithm halts, otherwise it selects the k best successors from the complete list and repeats.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5F1A985-03EB-4A39-994C-7535F218ADBD}"/>
                  </a:ext>
                </a:extLst>
              </p14:cNvPr>
              <p14:cNvContentPartPr/>
              <p14:nvPr/>
            </p14:nvContentPartPr>
            <p14:xfrm>
              <a:off x="428121" y="917478"/>
              <a:ext cx="762120" cy="480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5F1A985-03EB-4A39-994C-7535F218ADB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9481" y="908478"/>
                <a:ext cx="779760" cy="49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ECF7F25-C78A-4743-970A-048705F5799A}"/>
                  </a:ext>
                </a:extLst>
              </p14:cNvPr>
              <p14:cNvContentPartPr/>
              <p14:nvPr/>
            </p14:nvContentPartPr>
            <p14:xfrm>
              <a:off x="848961" y="2705598"/>
              <a:ext cx="845280" cy="475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ECF7F25-C78A-4743-970A-048705F5799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39961" y="2696958"/>
                <a:ext cx="86292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9C4AFDD-72A2-4BD2-9C49-A6426DAAAAF2}"/>
                  </a:ext>
                </a:extLst>
              </p14:cNvPr>
              <p14:cNvContentPartPr/>
              <p14:nvPr/>
            </p14:nvContentPartPr>
            <p14:xfrm>
              <a:off x="7025841" y="2733318"/>
              <a:ext cx="1469520" cy="1134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9C4AFDD-72A2-4BD2-9C49-A6426DAAAAF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17201" y="2724318"/>
                <a:ext cx="1487160" cy="13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6AFDABC-4A6C-4664-BD0D-E95497B4F5BD}"/>
                  </a:ext>
                </a:extLst>
              </p14:cNvPr>
              <p14:cNvContentPartPr/>
              <p14:nvPr/>
            </p14:nvContentPartPr>
            <p14:xfrm>
              <a:off x="867681" y="3133998"/>
              <a:ext cx="897840" cy="201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6AFDABC-4A6C-4664-BD0D-E95497B4F5B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58681" y="3125358"/>
                <a:ext cx="91548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0DB45D5-787C-4DD3-A9CF-45D9B894F320}"/>
                  </a:ext>
                </a:extLst>
              </p14:cNvPr>
              <p14:cNvContentPartPr/>
              <p14:nvPr/>
            </p14:nvContentPartPr>
            <p14:xfrm>
              <a:off x="1987281" y="3087198"/>
              <a:ext cx="2541240" cy="673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0DB45D5-787C-4DD3-A9CF-45D9B894F32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978281" y="3078558"/>
                <a:ext cx="2558880" cy="84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031536-4A34-374A-9CCB-D88F171A0640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Local Beam Search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E06C45-379C-78E8-C614-2155C1D05806}"/>
              </a:ext>
            </a:extLst>
          </p:cNvPr>
          <p:cNvSpPr txBox="1"/>
          <p:nvPr/>
        </p:nvSpPr>
        <p:spPr>
          <a:xfrm>
            <a:off x="452966" y="2100302"/>
            <a:ext cx="8238067" cy="357020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In random-restart, each search process runs independently and sequential. </a:t>
            </a:r>
          </a:p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Local beam search, on the other hand, runs k random restarts in parallel.</a:t>
            </a:r>
          </a:p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Drawback: less diversity → Stochastic Beam Search (SBS)</a:t>
            </a:r>
          </a:p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Instead of choosing the top k successors, choose successors with probability proportional to successor’s value. </a:t>
            </a:r>
          </a:p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Thus, SBS increases diversity.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AF25969-BA47-4B58-BF15-A50BAA086270}"/>
                  </a:ext>
                </a:extLst>
              </p14:cNvPr>
              <p14:cNvContentPartPr/>
              <p14:nvPr/>
            </p14:nvContentPartPr>
            <p14:xfrm>
              <a:off x="1250001" y="2470518"/>
              <a:ext cx="1531800" cy="86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AF25969-BA47-4B58-BF15-A50BAA08627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41361" y="2461878"/>
                <a:ext cx="154944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0135A93-684B-4204-88C0-456B1F8CF4B5}"/>
                  </a:ext>
                </a:extLst>
              </p14:cNvPr>
              <p14:cNvContentPartPr/>
              <p14:nvPr/>
            </p14:nvContentPartPr>
            <p14:xfrm>
              <a:off x="3293361" y="2444238"/>
              <a:ext cx="1891440" cy="19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0135A93-684B-4204-88C0-456B1F8CF4B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84721" y="2435598"/>
                <a:ext cx="190908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15A1934-4A7A-4240-80CC-F38A481156DF}"/>
                  </a:ext>
                </a:extLst>
              </p14:cNvPr>
              <p14:cNvContentPartPr/>
              <p14:nvPr/>
            </p14:nvContentPartPr>
            <p14:xfrm>
              <a:off x="5794281" y="3340278"/>
              <a:ext cx="1710360" cy="291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15A1934-4A7A-4240-80CC-F38A481156D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85281" y="3331278"/>
                <a:ext cx="172800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89D2FD2-DE35-44F0-9172-A5F62A50D000}"/>
                  </a:ext>
                </a:extLst>
              </p14:cNvPr>
              <p14:cNvContentPartPr/>
              <p14:nvPr/>
            </p14:nvContentPartPr>
            <p14:xfrm>
              <a:off x="1054161" y="3733038"/>
              <a:ext cx="565920" cy="36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89D2FD2-DE35-44F0-9172-A5F62A50D00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45161" y="3724398"/>
                <a:ext cx="58356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EC70E41-F5DB-4996-B8C5-21C617420A61}"/>
                  </a:ext>
                </a:extLst>
              </p14:cNvPr>
              <p14:cNvContentPartPr/>
              <p14:nvPr/>
            </p14:nvContentPartPr>
            <p14:xfrm>
              <a:off x="1100961" y="4189158"/>
              <a:ext cx="1677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EC70E41-F5DB-4996-B8C5-21C617420A6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92321" y="4180518"/>
                <a:ext cx="185400" cy="18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6" name="Line 5">
            <a:extLst>
              <a:ext uri="{FF2B5EF4-FFF2-40B4-BE49-F238E27FC236}">
                <a16:creationId xmlns:a16="http://schemas.microsoft.com/office/drawing/2014/main" id="{C9A357DF-1BA1-277A-F3B0-D8830ECBE7D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717" name="Line 6">
            <a:extLst>
              <a:ext uri="{FF2B5EF4-FFF2-40B4-BE49-F238E27FC236}">
                <a16:creationId xmlns:a16="http://schemas.microsoft.com/office/drawing/2014/main" id="{5A35153C-D7F8-06CE-AE27-4F40E4CC28EA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718" name="Freeform 7">
            <a:extLst>
              <a:ext uri="{FF2B5EF4-FFF2-40B4-BE49-F238E27FC236}">
                <a16:creationId xmlns:a16="http://schemas.microsoft.com/office/drawing/2014/main" id="{B07E151C-8EC4-8A21-7F93-78ED8D2C138A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2147483646 h 2152"/>
              <a:gd name="T2" fmla="*/ 2147483646 w 2640"/>
              <a:gd name="T3" fmla="*/ 2147483646 h 2152"/>
              <a:gd name="T4" fmla="*/ 2147483646 w 2640"/>
              <a:gd name="T5" fmla="*/ 2147483646 h 2152"/>
              <a:gd name="T6" fmla="*/ 2147483646 w 2640"/>
              <a:gd name="T7" fmla="*/ 2147483646 h 2152"/>
              <a:gd name="T8" fmla="*/ 2147483646 w 2640"/>
              <a:gd name="T9" fmla="*/ 2147483646 h 2152"/>
              <a:gd name="T10" fmla="*/ 2147483646 w 2640"/>
              <a:gd name="T11" fmla="*/ 2147483646 h 2152"/>
              <a:gd name="T12" fmla="*/ 2147483646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719" name="Oval 8">
            <a:extLst>
              <a:ext uri="{FF2B5EF4-FFF2-40B4-BE49-F238E27FC236}">
                <a16:creationId xmlns:a16="http://schemas.microsoft.com/office/drawing/2014/main" id="{5C2B23C1-5E61-3CBE-0761-5DDD646322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2971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15720" name="Oval 9">
            <a:extLst>
              <a:ext uri="{FF2B5EF4-FFF2-40B4-BE49-F238E27FC236}">
                <a16:creationId xmlns:a16="http://schemas.microsoft.com/office/drawing/2014/main" id="{F66DBDA0-E6DF-D914-5B38-9AD1F7DB11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733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15721" name="Oval 10">
            <a:extLst>
              <a:ext uri="{FF2B5EF4-FFF2-40B4-BE49-F238E27FC236}">
                <a16:creationId xmlns:a16="http://schemas.microsoft.com/office/drawing/2014/main" id="{9598653E-46AA-004F-CC1B-FC5DAC58B4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2971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15722" name="Oval 11">
            <a:extLst>
              <a:ext uri="{FF2B5EF4-FFF2-40B4-BE49-F238E27FC236}">
                <a16:creationId xmlns:a16="http://schemas.microsoft.com/office/drawing/2014/main" id="{ED84C3A9-5BC6-CB16-EF50-F230424031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2004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15723" name="Text Box 12">
            <a:extLst>
              <a:ext uri="{FF2B5EF4-FFF2-40B4-BE49-F238E27FC236}">
                <a16:creationId xmlns:a16="http://schemas.microsoft.com/office/drawing/2014/main" id="{73CCEACD-71C5-39BA-3F48-2FDFC661E0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0574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Cost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115724" name="Text Box 13">
            <a:extLst>
              <a:ext uri="{FF2B5EF4-FFF2-40B4-BE49-F238E27FC236}">
                <a16:creationId xmlns:a16="http://schemas.microsoft.com/office/drawing/2014/main" id="{142B4958-D925-EC81-3CA1-C8ACF8FC4C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674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States</a:t>
            </a:r>
            <a:endParaRPr lang="en-GB" altLang="en-US" sz="1800"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205ED3-8274-7FC4-B750-6D2D11914223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Local Beam Search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40" name="Line 3">
            <a:extLst>
              <a:ext uri="{FF2B5EF4-FFF2-40B4-BE49-F238E27FC236}">
                <a16:creationId xmlns:a16="http://schemas.microsoft.com/office/drawing/2014/main" id="{5E76C402-9539-304F-B22D-8BA3B7027189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741" name="Line 4">
            <a:extLst>
              <a:ext uri="{FF2B5EF4-FFF2-40B4-BE49-F238E27FC236}">
                <a16:creationId xmlns:a16="http://schemas.microsoft.com/office/drawing/2014/main" id="{9FDD986A-7CBD-B697-B239-9F13F9F75375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742" name="Freeform 5">
            <a:extLst>
              <a:ext uri="{FF2B5EF4-FFF2-40B4-BE49-F238E27FC236}">
                <a16:creationId xmlns:a16="http://schemas.microsoft.com/office/drawing/2014/main" id="{1907CD14-CFEA-BAC5-69A7-14D024393724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2147483646 h 2152"/>
              <a:gd name="T2" fmla="*/ 2147483646 w 2640"/>
              <a:gd name="T3" fmla="*/ 2147483646 h 2152"/>
              <a:gd name="T4" fmla="*/ 2147483646 w 2640"/>
              <a:gd name="T5" fmla="*/ 2147483646 h 2152"/>
              <a:gd name="T6" fmla="*/ 2147483646 w 2640"/>
              <a:gd name="T7" fmla="*/ 2147483646 h 2152"/>
              <a:gd name="T8" fmla="*/ 2147483646 w 2640"/>
              <a:gd name="T9" fmla="*/ 2147483646 h 2152"/>
              <a:gd name="T10" fmla="*/ 2147483646 w 2640"/>
              <a:gd name="T11" fmla="*/ 2147483646 h 2152"/>
              <a:gd name="T12" fmla="*/ 2147483646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743" name="Oval 6">
            <a:extLst>
              <a:ext uri="{FF2B5EF4-FFF2-40B4-BE49-F238E27FC236}">
                <a16:creationId xmlns:a16="http://schemas.microsoft.com/office/drawing/2014/main" id="{58BEEAC4-28D1-057F-363E-E5B0D2F01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2971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16744" name="Oval 7">
            <a:extLst>
              <a:ext uri="{FF2B5EF4-FFF2-40B4-BE49-F238E27FC236}">
                <a16:creationId xmlns:a16="http://schemas.microsoft.com/office/drawing/2014/main" id="{DBD08B73-F533-5D7B-5A0C-39FB1501EA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733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16745" name="Oval 8">
            <a:extLst>
              <a:ext uri="{FF2B5EF4-FFF2-40B4-BE49-F238E27FC236}">
                <a16:creationId xmlns:a16="http://schemas.microsoft.com/office/drawing/2014/main" id="{539702E8-5BFC-F47A-5BD7-C1FAD04EC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2971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16746" name="Oval 9">
            <a:extLst>
              <a:ext uri="{FF2B5EF4-FFF2-40B4-BE49-F238E27FC236}">
                <a16:creationId xmlns:a16="http://schemas.microsoft.com/office/drawing/2014/main" id="{2C9F49EF-8D0E-83CC-74F8-90BA070D46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2004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16747" name="Oval 10">
            <a:extLst>
              <a:ext uri="{FF2B5EF4-FFF2-40B4-BE49-F238E27FC236}">
                <a16:creationId xmlns:a16="http://schemas.microsoft.com/office/drawing/2014/main" id="{8643F709-45AE-9776-8412-FF42F8A7D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3528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16748" name="Oval 11">
            <a:extLst>
              <a:ext uri="{FF2B5EF4-FFF2-40B4-BE49-F238E27FC236}">
                <a16:creationId xmlns:a16="http://schemas.microsoft.com/office/drawing/2014/main" id="{F9840189-B5F6-2A2F-86C9-93A765CE5B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1148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16749" name="Oval 12">
            <a:extLst>
              <a:ext uri="{FF2B5EF4-FFF2-40B4-BE49-F238E27FC236}">
                <a16:creationId xmlns:a16="http://schemas.microsoft.com/office/drawing/2014/main" id="{BC5793BC-1D7B-2391-F542-761D6A4C0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34290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16750" name="Oval 13">
            <a:extLst>
              <a:ext uri="{FF2B5EF4-FFF2-40B4-BE49-F238E27FC236}">
                <a16:creationId xmlns:a16="http://schemas.microsoft.com/office/drawing/2014/main" id="{F7C3D09A-9E8D-F585-E7AE-25C98B93F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32766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16751" name="Line 14">
            <a:extLst>
              <a:ext uri="{FF2B5EF4-FFF2-40B4-BE49-F238E27FC236}">
                <a16:creationId xmlns:a16="http://schemas.microsoft.com/office/drawing/2014/main" id="{5DBE5B23-6888-BB10-5D0F-27BE23946DE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3200400"/>
            <a:ext cx="76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752" name="Line 15">
            <a:extLst>
              <a:ext uri="{FF2B5EF4-FFF2-40B4-BE49-F238E27FC236}">
                <a16:creationId xmlns:a16="http://schemas.microsoft.com/office/drawing/2014/main" id="{B9DCE603-EC78-D181-A950-387092B16AD8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3733800"/>
            <a:ext cx="76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753" name="Line 16">
            <a:extLst>
              <a:ext uri="{FF2B5EF4-FFF2-40B4-BE49-F238E27FC236}">
                <a16:creationId xmlns:a16="http://schemas.microsoft.com/office/drawing/2014/main" id="{CBED8FFA-93D9-A34B-707A-64EE9522C0C3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2971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754" name="Line 17">
            <a:extLst>
              <a:ext uri="{FF2B5EF4-FFF2-40B4-BE49-F238E27FC236}">
                <a16:creationId xmlns:a16="http://schemas.microsoft.com/office/drawing/2014/main" id="{AE69BFCB-24B1-E018-85DE-13E9C0615A3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72200" y="34290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6E6B4A-DB04-A3BE-CF4D-16E26D84FBDC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Local Beam Search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F76CBB6-23DC-44CE-81D4-95F3F9CE2785}"/>
                  </a:ext>
                </a:extLst>
              </p14:cNvPr>
              <p14:cNvContentPartPr/>
              <p14:nvPr/>
            </p14:nvContentPartPr>
            <p14:xfrm>
              <a:off x="4627881" y="4142718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F76CBB6-23DC-44CE-81D4-95F3F9CE278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19241" y="4134078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B83260D-7966-4CD3-9A8B-D4AC671C248E}"/>
                  </a:ext>
                </a:extLst>
              </p14:cNvPr>
              <p14:cNvContentPartPr/>
              <p14:nvPr/>
            </p14:nvContentPartPr>
            <p14:xfrm>
              <a:off x="4202001" y="4207878"/>
              <a:ext cx="230400" cy="1342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B83260D-7966-4CD3-9A8B-D4AC671C248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93001" y="4199238"/>
                <a:ext cx="24804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521B249-17A8-4191-8B93-E7E6B8F77DFE}"/>
                  </a:ext>
                </a:extLst>
              </p14:cNvPr>
              <p14:cNvContentPartPr/>
              <p14:nvPr/>
            </p14:nvContentPartPr>
            <p14:xfrm>
              <a:off x="5159601" y="3396078"/>
              <a:ext cx="196200" cy="162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521B249-17A8-4191-8B93-E7E6B8F77DF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150961" y="3387438"/>
                <a:ext cx="21384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36EA3FC-E7D9-4FD2-8455-7979CD927F00}"/>
                  </a:ext>
                </a:extLst>
              </p14:cNvPr>
              <p14:cNvContentPartPr/>
              <p14:nvPr/>
            </p14:nvContentPartPr>
            <p14:xfrm>
              <a:off x="2568321" y="3536118"/>
              <a:ext cx="203400" cy="777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36EA3FC-E7D9-4FD2-8455-7979CD927F0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559321" y="3527118"/>
                <a:ext cx="22104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72FDAC4-B575-4490-A483-31E1877A09C4}"/>
                  </a:ext>
                </a:extLst>
              </p14:cNvPr>
              <p14:cNvContentPartPr/>
              <p14:nvPr/>
            </p14:nvContentPartPr>
            <p14:xfrm>
              <a:off x="4034601" y="3862638"/>
              <a:ext cx="378720" cy="1519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72FDAC4-B575-4490-A483-31E1877A09C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025961" y="3853998"/>
                <a:ext cx="396360" cy="169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4" name="Line 3">
            <a:extLst>
              <a:ext uri="{FF2B5EF4-FFF2-40B4-BE49-F238E27FC236}">
                <a16:creationId xmlns:a16="http://schemas.microsoft.com/office/drawing/2014/main" id="{0C05D454-F06F-8140-0C1B-2DD0DCD7A662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7765" name="Line 4">
            <a:extLst>
              <a:ext uri="{FF2B5EF4-FFF2-40B4-BE49-F238E27FC236}">
                <a16:creationId xmlns:a16="http://schemas.microsoft.com/office/drawing/2014/main" id="{681242BF-ACC4-7A3D-FC53-08E0EF2C3821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7766" name="Freeform 5">
            <a:extLst>
              <a:ext uri="{FF2B5EF4-FFF2-40B4-BE49-F238E27FC236}">
                <a16:creationId xmlns:a16="http://schemas.microsoft.com/office/drawing/2014/main" id="{098402E0-9BB5-93C8-138B-2CF6ECA8DA1B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2147483646 h 2152"/>
              <a:gd name="T2" fmla="*/ 2147483646 w 2640"/>
              <a:gd name="T3" fmla="*/ 2147483646 h 2152"/>
              <a:gd name="T4" fmla="*/ 2147483646 w 2640"/>
              <a:gd name="T5" fmla="*/ 2147483646 h 2152"/>
              <a:gd name="T6" fmla="*/ 2147483646 w 2640"/>
              <a:gd name="T7" fmla="*/ 2147483646 h 2152"/>
              <a:gd name="T8" fmla="*/ 2147483646 w 2640"/>
              <a:gd name="T9" fmla="*/ 2147483646 h 2152"/>
              <a:gd name="T10" fmla="*/ 2147483646 w 2640"/>
              <a:gd name="T11" fmla="*/ 2147483646 h 2152"/>
              <a:gd name="T12" fmla="*/ 2147483646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7767" name="Oval 7">
            <a:extLst>
              <a:ext uri="{FF2B5EF4-FFF2-40B4-BE49-F238E27FC236}">
                <a16:creationId xmlns:a16="http://schemas.microsoft.com/office/drawing/2014/main" id="{538668DB-A861-AEFA-FFB3-E2572AAA02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7338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17768" name="Oval 10">
            <a:extLst>
              <a:ext uri="{FF2B5EF4-FFF2-40B4-BE49-F238E27FC236}">
                <a16:creationId xmlns:a16="http://schemas.microsoft.com/office/drawing/2014/main" id="{37833CF7-CDCB-7048-A869-07F1D05769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3528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17769" name="Oval 11">
            <a:extLst>
              <a:ext uri="{FF2B5EF4-FFF2-40B4-BE49-F238E27FC236}">
                <a16:creationId xmlns:a16="http://schemas.microsoft.com/office/drawing/2014/main" id="{C3AA5634-843C-89DC-A11E-472E332EE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1148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17770" name="Oval 12">
            <a:extLst>
              <a:ext uri="{FF2B5EF4-FFF2-40B4-BE49-F238E27FC236}">
                <a16:creationId xmlns:a16="http://schemas.microsoft.com/office/drawing/2014/main" id="{0D6DD8E8-58F7-C15F-36A1-00C440572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34290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50FA41-52F6-F3F2-8C48-9E19B7DD937E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Local Beam Search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8" name="Line 3">
            <a:extLst>
              <a:ext uri="{FF2B5EF4-FFF2-40B4-BE49-F238E27FC236}">
                <a16:creationId xmlns:a16="http://schemas.microsoft.com/office/drawing/2014/main" id="{18A1CADB-5D91-FD67-5DBA-839EBF18FB23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789" name="Line 4">
            <a:extLst>
              <a:ext uri="{FF2B5EF4-FFF2-40B4-BE49-F238E27FC236}">
                <a16:creationId xmlns:a16="http://schemas.microsoft.com/office/drawing/2014/main" id="{A401CCE0-B94E-6022-0E3D-62CD2D9134B3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790" name="Freeform 5">
            <a:extLst>
              <a:ext uri="{FF2B5EF4-FFF2-40B4-BE49-F238E27FC236}">
                <a16:creationId xmlns:a16="http://schemas.microsoft.com/office/drawing/2014/main" id="{5A435180-6A0D-1571-0428-89D405184666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2147483646 h 2152"/>
              <a:gd name="T2" fmla="*/ 2147483646 w 2640"/>
              <a:gd name="T3" fmla="*/ 2147483646 h 2152"/>
              <a:gd name="T4" fmla="*/ 2147483646 w 2640"/>
              <a:gd name="T5" fmla="*/ 2147483646 h 2152"/>
              <a:gd name="T6" fmla="*/ 2147483646 w 2640"/>
              <a:gd name="T7" fmla="*/ 2147483646 h 2152"/>
              <a:gd name="T8" fmla="*/ 2147483646 w 2640"/>
              <a:gd name="T9" fmla="*/ 2147483646 h 2152"/>
              <a:gd name="T10" fmla="*/ 2147483646 w 2640"/>
              <a:gd name="T11" fmla="*/ 2147483646 h 2152"/>
              <a:gd name="T12" fmla="*/ 2147483646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791" name="Oval 6">
            <a:extLst>
              <a:ext uri="{FF2B5EF4-FFF2-40B4-BE49-F238E27FC236}">
                <a16:creationId xmlns:a16="http://schemas.microsoft.com/office/drawing/2014/main" id="{9A9208AA-A01E-43DA-1B67-5476D3D45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733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18792" name="Oval 7">
            <a:extLst>
              <a:ext uri="{FF2B5EF4-FFF2-40B4-BE49-F238E27FC236}">
                <a16:creationId xmlns:a16="http://schemas.microsoft.com/office/drawing/2014/main" id="{EE3E3A56-2E7F-2246-A6C8-B95B82CFEF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352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18793" name="Oval 8">
            <a:extLst>
              <a:ext uri="{FF2B5EF4-FFF2-40B4-BE49-F238E27FC236}">
                <a16:creationId xmlns:a16="http://schemas.microsoft.com/office/drawing/2014/main" id="{6891954B-4DC6-04FE-AE53-66DCB043D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114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18794" name="Oval 9">
            <a:extLst>
              <a:ext uri="{FF2B5EF4-FFF2-40B4-BE49-F238E27FC236}">
                <a16:creationId xmlns:a16="http://schemas.microsoft.com/office/drawing/2014/main" id="{199C7D83-A087-37F4-F74F-5EB860B2C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34290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430216-8281-9E24-9FD9-10212A64A7C9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Local Beam Search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2" name="Line 3">
            <a:extLst>
              <a:ext uri="{FF2B5EF4-FFF2-40B4-BE49-F238E27FC236}">
                <a16:creationId xmlns:a16="http://schemas.microsoft.com/office/drawing/2014/main" id="{E0D651D1-9B53-9A49-A4FD-0B8A5CB9045B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813" name="Line 4">
            <a:extLst>
              <a:ext uri="{FF2B5EF4-FFF2-40B4-BE49-F238E27FC236}">
                <a16:creationId xmlns:a16="http://schemas.microsoft.com/office/drawing/2014/main" id="{18F01E16-CB76-3AEA-9FA3-14D0970B6E2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814" name="Freeform 5">
            <a:extLst>
              <a:ext uri="{FF2B5EF4-FFF2-40B4-BE49-F238E27FC236}">
                <a16:creationId xmlns:a16="http://schemas.microsoft.com/office/drawing/2014/main" id="{3F2F10A3-5D42-6327-EA97-682EF043DBB2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2147483646 h 2152"/>
              <a:gd name="T2" fmla="*/ 2147483646 w 2640"/>
              <a:gd name="T3" fmla="*/ 2147483646 h 2152"/>
              <a:gd name="T4" fmla="*/ 2147483646 w 2640"/>
              <a:gd name="T5" fmla="*/ 2147483646 h 2152"/>
              <a:gd name="T6" fmla="*/ 2147483646 w 2640"/>
              <a:gd name="T7" fmla="*/ 2147483646 h 2152"/>
              <a:gd name="T8" fmla="*/ 2147483646 w 2640"/>
              <a:gd name="T9" fmla="*/ 2147483646 h 2152"/>
              <a:gd name="T10" fmla="*/ 2147483646 w 2640"/>
              <a:gd name="T11" fmla="*/ 2147483646 h 2152"/>
              <a:gd name="T12" fmla="*/ 2147483646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815" name="Oval 7">
            <a:extLst>
              <a:ext uri="{FF2B5EF4-FFF2-40B4-BE49-F238E27FC236}">
                <a16:creationId xmlns:a16="http://schemas.microsoft.com/office/drawing/2014/main" id="{09D2253F-1D87-9132-F42D-08F7201020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733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19816" name="Oval 10">
            <a:extLst>
              <a:ext uri="{FF2B5EF4-FFF2-40B4-BE49-F238E27FC236}">
                <a16:creationId xmlns:a16="http://schemas.microsoft.com/office/drawing/2014/main" id="{8D837BB5-D8FB-EA7B-EF75-4A3103BAEB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352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19817" name="Oval 11">
            <a:extLst>
              <a:ext uri="{FF2B5EF4-FFF2-40B4-BE49-F238E27FC236}">
                <a16:creationId xmlns:a16="http://schemas.microsoft.com/office/drawing/2014/main" id="{0650979C-5A3B-DB8D-D9C6-683B517FF5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114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19818" name="Oval 12">
            <a:extLst>
              <a:ext uri="{FF2B5EF4-FFF2-40B4-BE49-F238E27FC236}">
                <a16:creationId xmlns:a16="http://schemas.microsoft.com/office/drawing/2014/main" id="{7F8E3796-DEAC-EC70-EBAD-E8D543428D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34290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19819" name="Oval 14">
            <a:extLst>
              <a:ext uri="{FF2B5EF4-FFF2-40B4-BE49-F238E27FC236}">
                <a16:creationId xmlns:a16="http://schemas.microsoft.com/office/drawing/2014/main" id="{C2B51F46-EB06-2B19-D2CB-5218D5DD6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4958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19820" name="Oval 15">
            <a:extLst>
              <a:ext uri="{FF2B5EF4-FFF2-40B4-BE49-F238E27FC236}">
                <a16:creationId xmlns:a16="http://schemas.microsoft.com/office/drawing/2014/main" id="{9E93286A-919B-49ED-E5DB-C8D0816B9B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1148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19821" name="Oval 16">
            <a:extLst>
              <a:ext uri="{FF2B5EF4-FFF2-40B4-BE49-F238E27FC236}">
                <a16:creationId xmlns:a16="http://schemas.microsoft.com/office/drawing/2014/main" id="{19451A75-9AC5-306F-8E0C-2FCC66AD1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6576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19822" name="Oval 17">
            <a:extLst>
              <a:ext uri="{FF2B5EF4-FFF2-40B4-BE49-F238E27FC236}">
                <a16:creationId xmlns:a16="http://schemas.microsoft.com/office/drawing/2014/main" id="{EE3AE4A3-BBFF-D93D-8BC5-B3ABA2EF3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34290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DA98F7-ACCE-876F-0449-DC51D0C76565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Local Beam Search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6F32323-8B6E-45D4-87CF-F057ADA42165}"/>
                  </a:ext>
                </a:extLst>
              </p14:cNvPr>
              <p14:cNvContentPartPr/>
              <p14:nvPr/>
            </p14:nvContentPartPr>
            <p14:xfrm>
              <a:off x="4375881" y="4599198"/>
              <a:ext cx="233640" cy="406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6F32323-8B6E-45D4-87CF-F057ADA4216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67241" y="4590558"/>
                <a:ext cx="251280" cy="5832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37F9FC5E-9552-44D8-8B65-FBBDA7BCDC25}"/>
              </a:ext>
            </a:extLst>
          </p:cNvPr>
          <p:cNvGrpSpPr/>
          <p:nvPr/>
        </p:nvGrpSpPr>
        <p:grpSpPr>
          <a:xfrm>
            <a:off x="4259601" y="4198518"/>
            <a:ext cx="340560" cy="198360"/>
            <a:chOff x="4259601" y="4198518"/>
            <a:chExt cx="340560" cy="19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2A8BC48-89A9-4BC7-B50B-C685A4F18C5B}"/>
                    </a:ext>
                  </a:extLst>
                </p14:cNvPr>
                <p14:cNvContentPartPr/>
                <p14:nvPr/>
              </p14:nvContentPartPr>
              <p14:xfrm>
                <a:off x="4448961" y="4226598"/>
                <a:ext cx="151200" cy="1702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2A8BC48-89A9-4BC7-B50B-C685A4F18C5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440321" y="4217958"/>
                  <a:ext cx="1688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5C661F0-A7A8-4D2B-A7CB-405AAD268C92}"/>
                    </a:ext>
                  </a:extLst>
                </p14:cNvPr>
                <p14:cNvContentPartPr/>
                <p14:nvPr/>
              </p14:nvContentPartPr>
              <p14:xfrm>
                <a:off x="4259601" y="4198518"/>
                <a:ext cx="181800" cy="1202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5C661F0-A7A8-4D2B-A7CB-405AAD268C9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250961" y="4189518"/>
                  <a:ext cx="199440" cy="13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E52F40D-C22D-459E-8553-D2ACFC959A1F}"/>
                  </a:ext>
                </a:extLst>
              </p14:cNvPr>
              <p14:cNvContentPartPr/>
              <p14:nvPr/>
            </p14:nvContentPartPr>
            <p14:xfrm>
              <a:off x="4212081" y="3750678"/>
              <a:ext cx="276480" cy="795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E52F40D-C22D-459E-8553-D2ACFC959A1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03081" y="3741678"/>
                <a:ext cx="294120" cy="97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6" name="Line 3">
            <a:extLst>
              <a:ext uri="{FF2B5EF4-FFF2-40B4-BE49-F238E27FC236}">
                <a16:creationId xmlns:a16="http://schemas.microsoft.com/office/drawing/2014/main" id="{C7EA1217-FFE8-B900-D127-C29D375F2475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837" name="Line 4">
            <a:extLst>
              <a:ext uri="{FF2B5EF4-FFF2-40B4-BE49-F238E27FC236}">
                <a16:creationId xmlns:a16="http://schemas.microsoft.com/office/drawing/2014/main" id="{E09B6DF2-C58C-477F-5519-FCBE681C4791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838" name="Freeform 5">
            <a:extLst>
              <a:ext uri="{FF2B5EF4-FFF2-40B4-BE49-F238E27FC236}">
                <a16:creationId xmlns:a16="http://schemas.microsoft.com/office/drawing/2014/main" id="{2F243789-9937-9CA1-D4DE-CA95DC980086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2147483646 h 2152"/>
              <a:gd name="T2" fmla="*/ 2147483646 w 2640"/>
              <a:gd name="T3" fmla="*/ 2147483646 h 2152"/>
              <a:gd name="T4" fmla="*/ 2147483646 w 2640"/>
              <a:gd name="T5" fmla="*/ 2147483646 h 2152"/>
              <a:gd name="T6" fmla="*/ 2147483646 w 2640"/>
              <a:gd name="T7" fmla="*/ 2147483646 h 2152"/>
              <a:gd name="T8" fmla="*/ 2147483646 w 2640"/>
              <a:gd name="T9" fmla="*/ 2147483646 h 2152"/>
              <a:gd name="T10" fmla="*/ 2147483646 w 2640"/>
              <a:gd name="T11" fmla="*/ 2147483646 h 2152"/>
              <a:gd name="T12" fmla="*/ 2147483646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839" name="Oval 6">
            <a:extLst>
              <a:ext uri="{FF2B5EF4-FFF2-40B4-BE49-F238E27FC236}">
                <a16:creationId xmlns:a16="http://schemas.microsoft.com/office/drawing/2014/main" id="{02483CB2-A4C7-9B22-499D-0EA0CF1666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7338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0840" name="Oval 7">
            <a:extLst>
              <a:ext uri="{FF2B5EF4-FFF2-40B4-BE49-F238E27FC236}">
                <a16:creationId xmlns:a16="http://schemas.microsoft.com/office/drawing/2014/main" id="{201B9C45-0550-7890-5420-8113039FA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352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0841" name="Oval 8">
            <a:extLst>
              <a:ext uri="{FF2B5EF4-FFF2-40B4-BE49-F238E27FC236}">
                <a16:creationId xmlns:a16="http://schemas.microsoft.com/office/drawing/2014/main" id="{9CEFA909-7270-7511-AA9C-BB036D667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1148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0842" name="Oval 9">
            <a:extLst>
              <a:ext uri="{FF2B5EF4-FFF2-40B4-BE49-F238E27FC236}">
                <a16:creationId xmlns:a16="http://schemas.microsoft.com/office/drawing/2014/main" id="{69B16F55-39B3-18A2-5DCB-590BBD164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34290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0843" name="Oval 10">
            <a:extLst>
              <a:ext uri="{FF2B5EF4-FFF2-40B4-BE49-F238E27FC236}">
                <a16:creationId xmlns:a16="http://schemas.microsoft.com/office/drawing/2014/main" id="{C1C81E84-F2FF-F2F1-737E-F9CB342DF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4958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0844" name="Oval 11">
            <a:extLst>
              <a:ext uri="{FF2B5EF4-FFF2-40B4-BE49-F238E27FC236}">
                <a16:creationId xmlns:a16="http://schemas.microsoft.com/office/drawing/2014/main" id="{C47D2636-E8AC-C3E6-8348-712B1CE97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1148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0845" name="Oval 12">
            <a:extLst>
              <a:ext uri="{FF2B5EF4-FFF2-40B4-BE49-F238E27FC236}">
                <a16:creationId xmlns:a16="http://schemas.microsoft.com/office/drawing/2014/main" id="{B8F2EC4B-9E44-17D6-3ED9-9BA81408A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6576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0846" name="Oval 13">
            <a:extLst>
              <a:ext uri="{FF2B5EF4-FFF2-40B4-BE49-F238E27FC236}">
                <a16:creationId xmlns:a16="http://schemas.microsoft.com/office/drawing/2014/main" id="{089081E1-4BCF-3499-E565-53790AFB6C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34290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D579B2-656B-409E-46F7-6D5F24DE08CC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Local Beam Search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60" name="Line 3">
            <a:extLst>
              <a:ext uri="{FF2B5EF4-FFF2-40B4-BE49-F238E27FC236}">
                <a16:creationId xmlns:a16="http://schemas.microsoft.com/office/drawing/2014/main" id="{B769D4D1-6D3C-1FFE-3A89-2AF496E9BED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1861" name="Line 4">
            <a:extLst>
              <a:ext uri="{FF2B5EF4-FFF2-40B4-BE49-F238E27FC236}">
                <a16:creationId xmlns:a16="http://schemas.microsoft.com/office/drawing/2014/main" id="{EEFB68A0-AE39-0953-1279-06F7FD0551AC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1862" name="Freeform 5">
            <a:extLst>
              <a:ext uri="{FF2B5EF4-FFF2-40B4-BE49-F238E27FC236}">
                <a16:creationId xmlns:a16="http://schemas.microsoft.com/office/drawing/2014/main" id="{199D5069-25CA-D90C-B4CC-BB3250756A11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2147483646 h 2152"/>
              <a:gd name="T2" fmla="*/ 2147483646 w 2640"/>
              <a:gd name="T3" fmla="*/ 2147483646 h 2152"/>
              <a:gd name="T4" fmla="*/ 2147483646 w 2640"/>
              <a:gd name="T5" fmla="*/ 2147483646 h 2152"/>
              <a:gd name="T6" fmla="*/ 2147483646 w 2640"/>
              <a:gd name="T7" fmla="*/ 2147483646 h 2152"/>
              <a:gd name="T8" fmla="*/ 2147483646 w 2640"/>
              <a:gd name="T9" fmla="*/ 2147483646 h 2152"/>
              <a:gd name="T10" fmla="*/ 2147483646 w 2640"/>
              <a:gd name="T11" fmla="*/ 2147483646 h 2152"/>
              <a:gd name="T12" fmla="*/ 2147483646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1863" name="Oval 6">
            <a:extLst>
              <a:ext uri="{FF2B5EF4-FFF2-40B4-BE49-F238E27FC236}">
                <a16:creationId xmlns:a16="http://schemas.microsoft.com/office/drawing/2014/main" id="{062D3A60-C412-5151-18C7-75DB07D044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733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1864" name="Oval 8">
            <a:extLst>
              <a:ext uri="{FF2B5EF4-FFF2-40B4-BE49-F238E27FC236}">
                <a16:creationId xmlns:a16="http://schemas.microsoft.com/office/drawing/2014/main" id="{69AA783C-664A-BA1D-0BDA-13D30DB08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114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1865" name="Oval 10">
            <a:extLst>
              <a:ext uri="{FF2B5EF4-FFF2-40B4-BE49-F238E27FC236}">
                <a16:creationId xmlns:a16="http://schemas.microsoft.com/office/drawing/2014/main" id="{6EF0CEA8-35B7-57B8-1DBD-B2F30281B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495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1866" name="Oval 11">
            <a:extLst>
              <a:ext uri="{FF2B5EF4-FFF2-40B4-BE49-F238E27FC236}">
                <a16:creationId xmlns:a16="http://schemas.microsoft.com/office/drawing/2014/main" id="{4F70E836-9C74-C7E7-9001-6932558160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114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995E6A-1C33-053E-14E2-EDA4C4F65279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Local Beam Search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4" name="Line 3">
            <a:extLst>
              <a:ext uri="{FF2B5EF4-FFF2-40B4-BE49-F238E27FC236}">
                <a16:creationId xmlns:a16="http://schemas.microsoft.com/office/drawing/2014/main" id="{5370B26D-7D38-691E-88EF-808D6CF082AB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885" name="Line 4">
            <a:extLst>
              <a:ext uri="{FF2B5EF4-FFF2-40B4-BE49-F238E27FC236}">
                <a16:creationId xmlns:a16="http://schemas.microsoft.com/office/drawing/2014/main" id="{5C78623A-11CD-A695-1E89-3D590F8C2374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886" name="Freeform 5">
            <a:extLst>
              <a:ext uri="{FF2B5EF4-FFF2-40B4-BE49-F238E27FC236}">
                <a16:creationId xmlns:a16="http://schemas.microsoft.com/office/drawing/2014/main" id="{D6E40DCF-766D-B006-AF33-46B4E0F0E355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2147483646 h 2152"/>
              <a:gd name="T2" fmla="*/ 2147483646 w 2640"/>
              <a:gd name="T3" fmla="*/ 2147483646 h 2152"/>
              <a:gd name="T4" fmla="*/ 2147483646 w 2640"/>
              <a:gd name="T5" fmla="*/ 2147483646 h 2152"/>
              <a:gd name="T6" fmla="*/ 2147483646 w 2640"/>
              <a:gd name="T7" fmla="*/ 2147483646 h 2152"/>
              <a:gd name="T8" fmla="*/ 2147483646 w 2640"/>
              <a:gd name="T9" fmla="*/ 2147483646 h 2152"/>
              <a:gd name="T10" fmla="*/ 2147483646 w 2640"/>
              <a:gd name="T11" fmla="*/ 2147483646 h 2152"/>
              <a:gd name="T12" fmla="*/ 2147483646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887" name="Oval 6">
            <a:extLst>
              <a:ext uri="{FF2B5EF4-FFF2-40B4-BE49-F238E27FC236}">
                <a16:creationId xmlns:a16="http://schemas.microsoft.com/office/drawing/2014/main" id="{5DAE0E3C-0E02-6128-940B-5A6DC06A8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733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2888" name="Oval 7">
            <a:extLst>
              <a:ext uri="{FF2B5EF4-FFF2-40B4-BE49-F238E27FC236}">
                <a16:creationId xmlns:a16="http://schemas.microsoft.com/office/drawing/2014/main" id="{026B641D-F886-3B55-C57B-FD0FE2231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114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2889" name="Oval 8">
            <a:extLst>
              <a:ext uri="{FF2B5EF4-FFF2-40B4-BE49-F238E27FC236}">
                <a16:creationId xmlns:a16="http://schemas.microsoft.com/office/drawing/2014/main" id="{B2C6ACFB-4C35-F5A4-5786-D0D78936A6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495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2890" name="Oval 9">
            <a:extLst>
              <a:ext uri="{FF2B5EF4-FFF2-40B4-BE49-F238E27FC236}">
                <a16:creationId xmlns:a16="http://schemas.microsoft.com/office/drawing/2014/main" id="{B98917A3-D466-83DE-9056-B625332F30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114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2891" name="Oval 10">
            <a:extLst>
              <a:ext uri="{FF2B5EF4-FFF2-40B4-BE49-F238E27FC236}">
                <a16:creationId xmlns:a16="http://schemas.microsoft.com/office/drawing/2014/main" id="{81E6228B-394E-3CF2-8812-904CFD6C81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4958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2892" name="Oval 11">
            <a:extLst>
              <a:ext uri="{FF2B5EF4-FFF2-40B4-BE49-F238E27FC236}">
                <a16:creationId xmlns:a16="http://schemas.microsoft.com/office/drawing/2014/main" id="{08D03BC1-3AF8-2E40-03F2-C4BC874D9C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41148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2893" name="Oval 12">
            <a:extLst>
              <a:ext uri="{FF2B5EF4-FFF2-40B4-BE49-F238E27FC236}">
                <a16:creationId xmlns:a16="http://schemas.microsoft.com/office/drawing/2014/main" id="{D15FA2A6-572E-E119-5847-EDF32AA1E2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44958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2894" name="Oval 13">
            <a:extLst>
              <a:ext uri="{FF2B5EF4-FFF2-40B4-BE49-F238E27FC236}">
                <a16:creationId xmlns:a16="http://schemas.microsoft.com/office/drawing/2014/main" id="{36909677-82BA-4490-E2A0-D730F8AD06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8768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07989F-FC29-3B94-5013-BC3FC9BB329B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Local Beam Search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498468D-AADD-4988-A6F2-FB2181025AC6}"/>
                  </a:ext>
                </a:extLst>
              </p14:cNvPr>
              <p14:cNvContentPartPr/>
              <p14:nvPr/>
            </p14:nvContentPartPr>
            <p14:xfrm>
              <a:off x="4491801" y="4954158"/>
              <a:ext cx="192600" cy="1411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498468D-AADD-4988-A6F2-FB2181025AC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82801" y="4945518"/>
                <a:ext cx="210240" cy="15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FC11B98C-D674-414E-953F-003B80498DED}"/>
              </a:ext>
            </a:extLst>
          </p:cNvPr>
          <p:cNvGrpSpPr/>
          <p:nvPr/>
        </p:nvGrpSpPr>
        <p:grpSpPr>
          <a:xfrm>
            <a:off x="4284801" y="4516038"/>
            <a:ext cx="558000" cy="322200"/>
            <a:chOff x="4284801" y="4516038"/>
            <a:chExt cx="558000" cy="32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115FB55-FEA4-42B1-8420-3830743EEB31}"/>
                    </a:ext>
                  </a:extLst>
                </p14:cNvPr>
                <p14:cNvContentPartPr/>
                <p14:nvPr/>
              </p14:nvContentPartPr>
              <p14:xfrm>
                <a:off x="4838841" y="4644918"/>
                <a:ext cx="3960" cy="1933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115FB55-FEA4-42B1-8420-3830743EEB3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829841" y="4635918"/>
                  <a:ext cx="2160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2A9C8CF-E978-4CF2-8949-1DF8FBEABC40}"/>
                    </a:ext>
                  </a:extLst>
                </p14:cNvPr>
                <p14:cNvContentPartPr/>
                <p14:nvPr/>
              </p14:nvContentPartPr>
              <p14:xfrm>
                <a:off x="4626441" y="4516038"/>
                <a:ext cx="85680" cy="1764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2A9C8CF-E978-4CF2-8949-1DF8FBEABC4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617441" y="4507038"/>
                  <a:ext cx="1033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84DA904-2A0B-46A5-8E3A-FC329571327F}"/>
                    </a:ext>
                  </a:extLst>
                </p14:cNvPr>
                <p14:cNvContentPartPr/>
                <p14:nvPr/>
              </p14:nvContentPartPr>
              <p14:xfrm>
                <a:off x="4284801" y="4562478"/>
                <a:ext cx="259560" cy="2088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84DA904-2A0B-46A5-8E3A-FC329571327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276161" y="4553478"/>
                  <a:ext cx="277200" cy="2264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8" name="Line 3">
            <a:extLst>
              <a:ext uri="{FF2B5EF4-FFF2-40B4-BE49-F238E27FC236}">
                <a16:creationId xmlns:a16="http://schemas.microsoft.com/office/drawing/2014/main" id="{FCB1EBAE-41F3-CE92-7EA8-E0B59A42FCA8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909" name="Line 4">
            <a:extLst>
              <a:ext uri="{FF2B5EF4-FFF2-40B4-BE49-F238E27FC236}">
                <a16:creationId xmlns:a16="http://schemas.microsoft.com/office/drawing/2014/main" id="{8DA2EA29-D225-A142-F652-4D487AD964D8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910" name="Freeform 5">
            <a:extLst>
              <a:ext uri="{FF2B5EF4-FFF2-40B4-BE49-F238E27FC236}">
                <a16:creationId xmlns:a16="http://schemas.microsoft.com/office/drawing/2014/main" id="{887B86F1-39B9-7058-1A02-0512758399ED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2147483646 h 2152"/>
              <a:gd name="T2" fmla="*/ 2147483646 w 2640"/>
              <a:gd name="T3" fmla="*/ 2147483646 h 2152"/>
              <a:gd name="T4" fmla="*/ 2147483646 w 2640"/>
              <a:gd name="T5" fmla="*/ 2147483646 h 2152"/>
              <a:gd name="T6" fmla="*/ 2147483646 w 2640"/>
              <a:gd name="T7" fmla="*/ 2147483646 h 2152"/>
              <a:gd name="T8" fmla="*/ 2147483646 w 2640"/>
              <a:gd name="T9" fmla="*/ 2147483646 h 2152"/>
              <a:gd name="T10" fmla="*/ 2147483646 w 2640"/>
              <a:gd name="T11" fmla="*/ 2147483646 h 2152"/>
              <a:gd name="T12" fmla="*/ 2147483646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911" name="Oval 6">
            <a:extLst>
              <a:ext uri="{FF2B5EF4-FFF2-40B4-BE49-F238E27FC236}">
                <a16:creationId xmlns:a16="http://schemas.microsoft.com/office/drawing/2014/main" id="{EAD5388B-9420-DCFB-726D-223FA12ED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733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3912" name="Oval 7">
            <a:extLst>
              <a:ext uri="{FF2B5EF4-FFF2-40B4-BE49-F238E27FC236}">
                <a16:creationId xmlns:a16="http://schemas.microsoft.com/office/drawing/2014/main" id="{3A232F03-F6B1-E0CB-D272-55B5C148C5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114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3913" name="Oval 8">
            <a:extLst>
              <a:ext uri="{FF2B5EF4-FFF2-40B4-BE49-F238E27FC236}">
                <a16:creationId xmlns:a16="http://schemas.microsoft.com/office/drawing/2014/main" id="{8485BD7B-FEF2-79D5-4B95-E47806CE91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4958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3914" name="Oval 9">
            <a:extLst>
              <a:ext uri="{FF2B5EF4-FFF2-40B4-BE49-F238E27FC236}">
                <a16:creationId xmlns:a16="http://schemas.microsoft.com/office/drawing/2014/main" id="{DE32654E-5636-279B-168F-B4C8D3D50B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114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3915" name="Oval 10">
            <a:extLst>
              <a:ext uri="{FF2B5EF4-FFF2-40B4-BE49-F238E27FC236}">
                <a16:creationId xmlns:a16="http://schemas.microsoft.com/office/drawing/2014/main" id="{6C506B54-A9DB-A584-F6BE-2EE559DF76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4958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3916" name="Oval 11">
            <a:extLst>
              <a:ext uri="{FF2B5EF4-FFF2-40B4-BE49-F238E27FC236}">
                <a16:creationId xmlns:a16="http://schemas.microsoft.com/office/drawing/2014/main" id="{25D2A8A6-A72E-8B35-C975-10C9125C42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41148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3917" name="Oval 12">
            <a:extLst>
              <a:ext uri="{FF2B5EF4-FFF2-40B4-BE49-F238E27FC236}">
                <a16:creationId xmlns:a16="http://schemas.microsoft.com/office/drawing/2014/main" id="{BFE67EAC-F493-AC86-13B2-B137F32F0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44958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3918" name="Oval 13">
            <a:extLst>
              <a:ext uri="{FF2B5EF4-FFF2-40B4-BE49-F238E27FC236}">
                <a16:creationId xmlns:a16="http://schemas.microsoft.com/office/drawing/2014/main" id="{5350A9BF-8BFC-A915-1BBD-540A94AFD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8768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C2A984-DCDF-8D1A-BE63-D3BBD9DADDE6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Local Beam Search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Line 3">
            <a:extLst>
              <a:ext uri="{FF2B5EF4-FFF2-40B4-BE49-F238E27FC236}">
                <a16:creationId xmlns:a16="http://schemas.microsoft.com/office/drawing/2014/main" id="{0CA6691E-8678-2D98-5F00-29492401976C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4933" name="Line 4">
            <a:extLst>
              <a:ext uri="{FF2B5EF4-FFF2-40B4-BE49-F238E27FC236}">
                <a16:creationId xmlns:a16="http://schemas.microsoft.com/office/drawing/2014/main" id="{AD82D952-8D11-AF6A-DD1D-A7365BD090D7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4934" name="Freeform 5">
            <a:extLst>
              <a:ext uri="{FF2B5EF4-FFF2-40B4-BE49-F238E27FC236}">
                <a16:creationId xmlns:a16="http://schemas.microsoft.com/office/drawing/2014/main" id="{B948DCEF-42C8-50A7-A4BB-A42EB3313703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2147483646 h 2152"/>
              <a:gd name="T2" fmla="*/ 2147483646 w 2640"/>
              <a:gd name="T3" fmla="*/ 2147483646 h 2152"/>
              <a:gd name="T4" fmla="*/ 2147483646 w 2640"/>
              <a:gd name="T5" fmla="*/ 2147483646 h 2152"/>
              <a:gd name="T6" fmla="*/ 2147483646 w 2640"/>
              <a:gd name="T7" fmla="*/ 2147483646 h 2152"/>
              <a:gd name="T8" fmla="*/ 2147483646 w 2640"/>
              <a:gd name="T9" fmla="*/ 2147483646 h 2152"/>
              <a:gd name="T10" fmla="*/ 2147483646 w 2640"/>
              <a:gd name="T11" fmla="*/ 2147483646 h 2152"/>
              <a:gd name="T12" fmla="*/ 2147483646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4935" name="Oval 8">
            <a:extLst>
              <a:ext uri="{FF2B5EF4-FFF2-40B4-BE49-F238E27FC236}">
                <a16:creationId xmlns:a16="http://schemas.microsoft.com/office/drawing/2014/main" id="{9E50E2E9-A69C-640E-9845-3267BCEEF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495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4936" name="Oval 10">
            <a:extLst>
              <a:ext uri="{FF2B5EF4-FFF2-40B4-BE49-F238E27FC236}">
                <a16:creationId xmlns:a16="http://schemas.microsoft.com/office/drawing/2014/main" id="{D4FC9A43-DF7E-BC67-E453-66247A903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495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4937" name="Oval 12">
            <a:extLst>
              <a:ext uri="{FF2B5EF4-FFF2-40B4-BE49-F238E27FC236}">
                <a16:creationId xmlns:a16="http://schemas.microsoft.com/office/drawing/2014/main" id="{42B7A6DD-FC7A-B888-CEF6-5543DAAD03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4495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4938" name="Oval 13">
            <a:extLst>
              <a:ext uri="{FF2B5EF4-FFF2-40B4-BE49-F238E27FC236}">
                <a16:creationId xmlns:a16="http://schemas.microsoft.com/office/drawing/2014/main" id="{C3F1EC13-7941-9593-B0D5-A378E8D28E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876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0DD42E-E54A-BB01-BA7B-FE9CC3A70EB9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Local Beam Search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6" name="Line 3">
            <a:extLst>
              <a:ext uri="{FF2B5EF4-FFF2-40B4-BE49-F238E27FC236}">
                <a16:creationId xmlns:a16="http://schemas.microsoft.com/office/drawing/2014/main" id="{C4B35A2A-A9DF-DDBB-FF70-AD88C2BDD0F9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5957" name="Line 4">
            <a:extLst>
              <a:ext uri="{FF2B5EF4-FFF2-40B4-BE49-F238E27FC236}">
                <a16:creationId xmlns:a16="http://schemas.microsoft.com/office/drawing/2014/main" id="{4AE23112-9956-CB71-3B20-CDB927C700F2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5958" name="Freeform 5">
            <a:extLst>
              <a:ext uri="{FF2B5EF4-FFF2-40B4-BE49-F238E27FC236}">
                <a16:creationId xmlns:a16="http://schemas.microsoft.com/office/drawing/2014/main" id="{0BA4E495-E281-B8FF-9C02-2CA7282D8416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2147483646 h 2152"/>
              <a:gd name="T2" fmla="*/ 2147483646 w 2640"/>
              <a:gd name="T3" fmla="*/ 2147483646 h 2152"/>
              <a:gd name="T4" fmla="*/ 2147483646 w 2640"/>
              <a:gd name="T5" fmla="*/ 2147483646 h 2152"/>
              <a:gd name="T6" fmla="*/ 2147483646 w 2640"/>
              <a:gd name="T7" fmla="*/ 2147483646 h 2152"/>
              <a:gd name="T8" fmla="*/ 2147483646 w 2640"/>
              <a:gd name="T9" fmla="*/ 2147483646 h 2152"/>
              <a:gd name="T10" fmla="*/ 2147483646 w 2640"/>
              <a:gd name="T11" fmla="*/ 2147483646 h 2152"/>
              <a:gd name="T12" fmla="*/ 2147483646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5959" name="Oval 8">
            <a:extLst>
              <a:ext uri="{FF2B5EF4-FFF2-40B4-BE49-F238E27FC236}">
                <a16:creationId xmlns:a16="http://schemas.microsoft.com/office/drawing/2014/main" id="{36F92280-B75C-B8AF-025D-8BC1CF2E2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495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5960" name="Oval 10">
            <a:extLst>
              <a:ext uri="{FF2B5EF4-FFF2-40B4-BE49-F238E27FC236}">
                <a16:creationId xmlns:a16="http://schemas.microsoft.com/office/drawing/2014/main" id="{78C789E0-784F-BC72-8747-B9546325F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495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5961" name="Oval 12">
            <a:extLst>
              <a:ext uri="{FF2B5EF4-FFF2-40B4-BE49-F238E27FC236}">
                <a16:creationId xmlns:a16="http://schemas.microsoft.com/office/drawing/2014/main" id="{6E478476-A468-BD1B-6F0B-70261449F6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4495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5962" name="Oval 13">
            <a:extLst>
              <a:ext uri="{FF2B5EF4-FFF2-40B4-BE49-F238E27FC236}">
                <a16:creationId xmlns:a16="http://schemas.microsoft.com/office/drawing/2014/main" id="{BEDB55F5-4CB4-D6B1-F5E7-C02EA9F276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876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5963" name="Oval 14">
            <a:extLst>
              <a:ext uri="{FF2B5EF4-FFF2-40B4-BE49-F238E27FC236}">
                <a16:creationId xmlns:a16="http://schemas.microsoft.com/office/drawing/2014/main" id="{E90B33EA-391D-FD1B-1EA8-C2CEEB114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51054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5964" name="Oval 15">
            <a:extLst>
              <a:ext uri="{FF2B5EF4-FFF2-40B4-BE49-F238E27FC236}">
                <a16:creationId xmlns:a16="http://schemas.microsoft.com/office/drawing/2014/main" id="{5AEADED2-066F-F506-F3CA-82A7F0685B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48768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5965" name="Oval 16">
            <a:extLst>
              <a:ext uri="{FF2B5EF4-FFF2-40B4-BE49-F238E27FC236}">
                <a16:creationId xmlns:a16="http://schemas.microsoft.com/office/drawing/2014/main" id="{D0A611B5-4D94-17FB-CBFE-4DB045BF8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8768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5966" name="Oval 17">
            <a:extLst>
              <a:ext uri="{FF2B5EF4-FFF2-40B4-BE49-F238E27FC236}">
                <a16:creationId xmlns:a16="http://schemas.microsoft.com/office/drawing/2014/main" id="{DEEE3355-8EB0-1F72-1F0A-AC388DFA1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48768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A2314B-178E-9157-DD48-BED40EAA5879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Local Beam Search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18E1344-74EC-4E76-80D2-E4BB364202B2}"/>
                  </a:ext>
                </a:extLst>
              </p14:cNvPr>
              <p14:cNvContentPartPr/>
              <p14:nvPr/>
            </p14:nvContentPartPr>
            <p14:xfrm>
              <a:off x="4586121" y="5243958"/>
              <a:ext cx="200880" cy="532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18E1344-74EC-4E76-80D2-E4BB364202B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77121" y="5234958"/>
                <a:ext cx="218520" cy="7092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0224EADF-3646-48B4-AD4C-9EF62365E7CF}"/>
              </a:ext>
            </a:extLst>
          </p:cNvPr>
          <p:cNvGrpSpPr/>
          <p:nvPr/>
        </p:nvGrpSpPr>
        <p:grpSpPr>
          <a:xfrm>
            <a:off x="4428441" y="4917078"/>
            <a:ext cx="498600" cy="229680"/>
            <a:chOff x="4428441" y="4917078"/>
            <a:chExt cx="498600" cy="22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314E802-CBE4-4B3B-BE44-60568A416D78}"/>
                    </a:ext>
                  </a:extLst>
                </p14:cNvPr>
                <p14:cNvContentPartPr/>
                <p14:nvPr/>
              </p14:nvContentPartPr>
              <p14:xfrm>
                <a:off x="4655961" y="4917078"/>
                <a:ext cx="112320" cy="2113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314E802-CBE4-4B3B-BE44-60568A416D7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646961" y="4908438"/>
                  <a:ext cx="12996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7A8BB5F-FCE6-4133-9BD7-741ECCDC4F0A}"/>
                    </a:ext>
                  </a:extLst>
                </p14:cNvPr>
                <p14:cNvContentPartPr/>
                <p14:nvPr/>
              </p14:nvContentPartPr>
              <p14:xfrm>
                <a:off x="4916961" y="4935798"/>
                <a:ext cx="10080" cy="2059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7A8BB5F-FCE6-4133-9BD7-741ECCDC4F0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908321" y="4927158"/>
                  <a:ext cx="277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705A995-0171-41C3-B7E4-144EC3E86BB0}"/>
                    </a:ext>
                  </a:extLst>
                </p14:cNvPr>
                <p14:cNvContentPartPr/>
                <p14:nvPr/>
              </p14:nvContentPartPr>
              <p14:xfrm>
                <a:off x="4428441" y="4963878"/>
                <a:ext cx="152640" cy="1828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705A995-0171-41C3-B7E4-144EC3E86BB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419801" y="4954878"/>
                  <a:ext cx="170280" cy="2005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80" name="Line 3">
            <a:extLst>
              <a:ext uri="{FF2B5EF4-FFF2-40B4-BE49-F238E27FC236}">
                <a16:creationId xmlns:a16="http://schemas.microsoft.com/office/drawing/2014/main" id="{FADA1488-62A6-F60A-F5A5-3AFEFCF57588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6981" name="Line 4">
            <a:extLst>
              <a:ext uri="{FF2B5EF4-FFF2-40B4-BE49-F238E27FC236}">
                <a16:creationId xmlns:a16="http://schemas.microsoft.com/office/drawing/2014/main" id="{6AC31A15-B107-FD38-7801-E576A952CC5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6982" name="Freeform 5">
            <a:extLst>
              <a:ext uri="{FF2B5EF4-FFF2-40B4-BE49-F238E27FC236}">
                <a16:creationId xmlns:a16="http://schemas.microsoft.com/office/drawing/2014/main" id="{400DAA79-8341-01FF-FDA0-80DEC2D53DA5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2147483646 h 2152"/>
              <a:gd name="T2" fmla="*/ 2147483646 w 2640"/>
              <a:gd name="T3" fmla="*/ 2147483646 h 2152"/>
              <a:gd name="T4" fmla="*/ 2147483646 w 2640"/>
              <a:gd name="T5" fmla="*/ 2147483646 h 2152"/>
              <a:gd name="T6" fmla="*/ 2147483646 w 2640"/>
              <a:gd name="T7" fmla="*/ 2147483646 h 2152"/>
              <a:gd name="T8" fmla="*/ 2147483646 w 2640"/>
              <a:gd name="T9" fmla="*/ 2147483646 h 2152"/>
              <a:gd name="T10" fmla="*/ 2147483646 w 2640"/>
              <a:gd name="T11" fmla="*/ 2147483646 h 2152"/>
              <a:gd name="T12" fmla="*/ 2147483646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6983" name="Oval 6">
            <a:extLst>
              <a:ext uri="{FF2B5EF4-FFF2-40B4-BE49-F238E27FC236}">
                <a16:creationId xmlns:a16="http://schemas.microsoft.com/office/drawing/2014/main" id="{DD9C8A8D-B9EA-DAE7-908D-7927B58CF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495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6984" name="Oval 7">
            <a:extLst>
              <a:ext uri="{FF2B5EF4-FFF2-40B4-BE49-F238E27FC236}">
                <a16:creationId xmlns:a16="http://schemas.microsoft.com/office/drawing/2014/main" id="{53481CF1-A05B-2906-6F63-3C412C14FD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495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6985" name="Oval 8">
            <a:extLst>
              <a:ext uri="{FF2B5EF4-FFF2-40B4-BE49-F238E27FC236}">
                <a16:creationId xmlns:a16="http://schemas.microsoft.com/office/drawing/2014/main" id="{A2B5C5F4-B682-A0B7-CDA1-AA651DF4D9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4495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6986" name="Oval 9">
            <a:extLst>
              <a:ext uri="{FF2B5EF4-FFF2-40B4-BE49-F238E27FC236}">
                <a16:creationId xmlns:a16="http://schemas.microsoft.com/office/drawing/2014/main" id="{D4153193-4DF5-15E0-21DD-63B260FE26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8768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6987" name="Oval 10">
            <a:extLst>
              <a:ext uri="{FF2B5EF4-FFF2-40B4-BE49-F238E27FC236}">
                <a16:creationId xmlns:a16="http://schemas.microsoft.com/office/drawing/2014/main" id="{9A865D55-6309-8F1C-D234-74131A573F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51054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6988" name="Oval 11">
            <a:extLst>
              <a:ext uri="{FF2B5EF4-FFF2-40B4-BE49-F238E27FC236}">
                <a16:creationId xmlns:a16="http://schemas.microsoft.com/office/drawing/2014/main" id="{9F527B1F-CB4D-E2E6-E621-89E306A14F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48768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6989" name="Oval 12">
            <a:extLst>
              <a:ext uri="{FF2B5EF4-FFF2-40B4-BE49-F238E27FC236}">
                <a16:creationId xmlns:a16="http://schemas.microsoft.com/office/drawing/2014/main" id="{8818C50B-9CC5-8836-3CCE-A0A339EB46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8768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6990" name="Oval 13">
            <a:extLst>
              <a:ext uri="{FF2B5EF4-FFF2-40B4-BE49-F238E27FC236}">
                <a16:creationId xmlns:a16="http://schemas.microsoft.com/office/drawing/2014/main" id="{F855E296-811D-1957-B93F-52E46373F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48768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33BAE1-088D-6E21-1A5C-5B81A9A86F23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Local Beam Search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4" name="Line 3">
            <a:extLst>
              <a:ext uri="{FF2B5EF4-FFF2-40B4-BE49-F238E27FC236}">
                <a16:creationId xmlns:a16="http://schemas.microsoft.com/office/drawing/2014/main" id="{0BA62206-36BB-856E-2449-8C7DEA0140FE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5" name="Line 4">
            <a:extLst>
              <a:ext uri="{FF2B5EF4-FFF2-40B4-BE49-F238E27FC236}">
                <a16:creationId xmlns:a16="http://schemas.microsoft.com/office/drawing/2014/main" id="{627699BF-92E1-7E2A-D640-5D637D6E6FB9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6" name="Freeform 5">
            <a:extLst>
              <a:ext uri="{FF2B5EF4-FFF2-40B4-BE49-F238E27FC236}">
                <a16:creationId xmlns:a16="http://schemas.microsoft.com/office/drawing/2014/main" id="{12606E62-FA44-62C4-C97E-F3AF4ADF8B5E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2147483646 h 2152"/>
              <a:gd name="T2" fmla="*/ 2147483646 w 2640"/>
              <a:gd name="T3" fmla="*/ 2147483646 h 2152"/>
              <a:gd name="T4" fmla="*/ 2147483646 w 2640"/>
              <a:gd name="T5" fmla="*/ 2147483646 h 2152"/>
              <a:gd name="T6" fmla="*/ 2147483646 w 2640"/>
              <a:gd name="T7" fmla="*/ 2147483646 h 2152"/>
              <a:gd name="T8" fmla="*/ 2147483646 w 2640"/>
              <a:gd name="T9" fmla="*/ 2147483646 h 2152"/>
              <a:gd name="T10" fmla="*/ 2147483646 w 2640"/>
              <a:gd name="T11" fmla="*/ 2147483646 h 2152"/>
              <a:gd name="T12" fmla="*/ 2147483646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7" name="Oval 9">
            <a:extLst>
              <a:ext uri="{FF2B5EF4-FFF2-40B4-BE49-F238E27FC236}">
                <a16:creationId xmlns:a16="http://schemas.microsoft.com/office/drawing/2014/main" id="{48A58319-0B8C-4CE1-0C8C-6A2E22C362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876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8008" name="Oval 10">
            <a:extLst>
              <a:ext uri="{FF2B5EF4-FFF2-40B4-BE49-F238E27FC236}">
                <a16:creationId xmlns:a16="http://schemas.microsoft.com/office/drawing/2014/main" id="{07DCBF47-32F9-6FA1-7CA8-AC6FBCC85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51054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8009" name="Oval 11">
            <a:extLst>
              <a:ext uri="{FF2B5EF4-FFF2-40B4-BE49-F238E27FC236}">
                <a16:creationId xmlns:a16="http://schemas.microsoft.com/office/drawing/2014/main" id="{36484277-D783-53A9-9040-ED0E760F7A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4876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8010" name="Oval 12">
            <a:extLst>
              <a:ext uri="{FF2B5EF4-FFF2-40B4-BE49-F238E27FC236}">
                <a16:creationId xmlns:a16="http://schemas.microsoft.com/office/drawing/2014/main" id="{D7647424-5917-FCDB-1608-CAA2E9754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876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0CC1E2-9CEC-CBD9-7966-15E9782E5990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Local Beam Search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8" name="Line 3">
            <a:extLst>
              <a:ext uri="{FF2B5EF4-FFF2-40B4-BE49-F238E27FC236}">
                <a16:creationId xmlns:a16="http://schemas.microsoft.com/office/drawing/2014/main" id="{D9A0BA30-118E-F20C-0D8D-8491DF268B6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9029" name="Line 4">
            <a:extLst>
              <a:ext uri="{FF2B5EF4-FFF2-40B4-BE49-F238E27FC236}">
                <a16:creationId xmlns:a16="http://schemas.microsoft.com/office/drawing/2014/main" id="{6910B5B7-2BF8-DF03-4C0B-3EEC919F5B9A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9030" name="Freeform 5">
            <a:extLst>
              <a:ext uri="{FF2B5EF4-FFF2-40B4-BE49-F238E27FC236}">
                <a16:creationId xmlns:a16="http://schemas.microsoft.com/office/drawing/2014/main" id="{52B9ED75-6232-8C88-293B-9307D5D8083D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2147483646 h 2152"/>
              <a:gd name="T2" fmla="*/ 2147483646 w 2640"/>
              <a:gd name="T3" fmla="*/ 2147483646 h 2152"/>
              <a:gd name="T4" fmla="*/ 2147483646 w 2640"/>
              <a:gd name="T5" fmla="*/ 2147483646 h 2152"/>
              <a:gd name="T6" fmla="*/ 2147483646 w 2640"/>
              <a:gd name="T7" fmla="*/ 2147483646 h 2152"/>
              <a:gd name="T8" fmla="*/ 2147483646 w 2640"/>
              <a:gd name="T9" fmla="*/ 2147483646 h 2152"/>
              <a:gd name="T10" fmla="*/ 2147483646 w 2640"/>
              <a:gd name="T11" fmla="*/ 2147483646 h 2152"/>
              <a:gd name="T12" fmla="*/ 2147483646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9031" name="Oval 9">
            <a:extLst>
              <a:ext uri="{FF2B5EF4-FFF2-40B4-BE49-F238E27FC236}">
                <a16:creationId xmlns:a16="http://schemas.microsoft.com/office/drawing/2014/main" id="{E94BA9A8-A9A1-F26B-C60A-BDBD436BD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876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9032" name="Oval 10">
            <a:extLst>
              <a:ext uri="{FF2B5EF4-FFF2-40B4-BE49-F238E27FC236}">
                <a16:creationId xmlns:a16="http://schemas.microsoft.com/office/drawing/2014/main" id="{3BB0E9FD-00FC-4530-79AE-5BAF978369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51054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9033" name="Oval 11">
            <a:extLst>
              <a:ext uri="{FF2B5EF4-FFF2-40B4-BE49-F238E27FC236}">
                <a16:creationId xmlns:a16="http://schemas.microsoft.com/office/drawing/2014/main" id="{D8515A64-A8F3-32F9-5732-1C14160F3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4876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9034" name="Oval 12">
            <a:extLst>
              <a:ext uri="{FF2B5EF4-FFF2-40B4-BE49-F238E27FC236}">
                <a16:creationId xmlns:a16="http://schemas.microsoft.com/office/drawing/2014/main" id="{A054AE34-8BCF-735A-3666-02C347796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876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9035" name="Oval 14">
            <a:extLst>
              <a:ext uri="{FF2B5EF4-FFF2-40B4-BE49-F238E27FC236}">
                <a16:creationId xmlns:a16="http://schemas.microsoft.com/office/drawing/2014/main" id="{F2A569CB-3D64-EF81-6463-4B1C581F47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51054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9036" name="Oval 15">
            <a:extLst>
              <a:ext uri="{FF2B5EF4-FFF2-40B4-BE49-F238E27FC236}">
                <a16:creationId xmlns:a16="http://schemas.microsoft.com/office/drawing/2014/main" id="{D6A2A119-348B-7E0D-4529-138534BEA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51054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9037" name="Oval 16">
            <a:extLst>
              <a:ext uri="{FF2B5EF4-FFF2-40B4-BE49-F238E27FC236}">
                <a16:creationId xmlns:a16="http://schemas.microsoft.com/office/drawing/2014/main" id="{BF4F177F-7E66-A6C0-0EAA-BE4D0B92A0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51054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29038" name="Oval 17">
            <a:extLst>
              <a:ext uri="{FF2B5EF4-FFF2-40B4-BE49-F238E27FC236}">
                <a16:creationId xmlns:a16="http://schemas.microsoft.com/office/drawing/2014/main" id="{167D28EF-CC7E-9DC1-6898-0DC341D927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51054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127ABA-E414-B0C6-94DF-67F8F354C8DD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Local Beam Search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2" name="Line 3">
            <a:extLst>
              <a:ext uri="{FF2B5EF4-FFF2-40B4-BE49-F238E27FC236}">
                <a16:creationId xmlns:a16="http://schemas.microsoft.com/office/drawing/2014/main" id="{6A7E7526-A231-0FDF-F108-DA648AF73369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53" name="Line 4">
            <a:extLst>
              <a:ext uri="{FF2B5EF4-FFF2-40B4-BE49-F238E27FC236}">
                <a16:creationId xmlns:a16="http://schemas.microsoft.com/office/drawing/2014/main" id="{D05B568D-1571-A702-90F2-7E666B0A2142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54" name="Freeform 5">
            <a:extLst>
              <a:ext uri="{FF2B5EF4-FFF2-40B4-BE49-F238E27FC236}">
                <a16:creationId xmlns:a16="http://schemas.microsoft.com/office/drawing/2014/main" id="{6409B358-2D0C-851F-AACD-6B3AA0383E36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2147483646 h 2152"/>
              <a:gd name="T2" fmla="*/ 2147483646 w 2640"/>
              <a:gd name="T3" fmla="*/ 2147483646 h 2152"/>
              <a:gd name="T4" fmla="*/ 2147483646 w 2640"/>
              <a:gd name="T5" fmla="*/ 2147483646 h 2152"/>
              <a:gd name="T6" fmla="*/ 2147483646 w 2640"/>
              <a:gd name="T7" fmla="*/ 2147483646 h 2152"/>
              <a:gd name="T8" fmla="*/ 2147483646 w 2640"/>
              <a:gd name="T9" fmla="*/ 2147483646 h 2152"/>
              <a:gd name="T10" fmla="*/ 2147483646 w 2640"/>
              <a:gd name="T11" fmla="*/ 2147483646 h 2152"/>
              <a:gd name="T12" fmla="*/ 2147483646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55" name="Oval 6">
            <a:extLst>
              <a:ext uri="{FF2B5EF4-FFF2-40B4-BE49-F238E27FC236}">
                <a16:creationId xmlns:a16="http://schemas.microsoft.com/office/drawing/2014/main" id="{E9383AC0-8A6C-8F3D-AC5E-97893C244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876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30056" name="Oval 7">
            <a:extLst>
              <a:ext uri="{FF2B5EF4-FFF2-40B4-BE49-F238E27FC236}">
                <a16:creationId xmlns:a16="http://schemas.microsoft.com/office/drawing/2014/main" id="{B42B5FFE-84D5-D688-30E7-AA9472F8A9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51054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30057" name="Oval 8">
            <a:extLst>
              <a:ext uri="{FF2B5EF4-FFF2-40B4-BE49-F238E27FC236}">
                <a16:creationId xmlns:a16="http://schemas.microsoft.com/office/drawing/2014/main" id="{093E1F5C-2014-4C1F-CE58-5664434140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4876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30058" name="Oval 9">
            <a:extLst>
              <a:ext uri="{FF2B5EF4-FFF2-40B4-BE49-F238E27FC236}">
                <a16:creationId xmlns:a16="http://schemas.microsoft.com/office/drawing/2014/main" id="{9B567715-BF57-D28A-0A73-DA0ED0B7CB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876800"/>
            <a:ext cx="1524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30059" name="Oval 10">
            <a:extLst>
              <a:ext uri="{FF2B5EF4-FFF2-40B4-BE49-F238E27FC236}">
                <a16:creationId xmlns:a16="http://schemas.microsoft.com/office/drawing/2014/main" id="{5AFDB576-CA4D-E50B-4739-594660F70E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51054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30060" name="Oval 11">
            <a:extLst>
              <a:ext uri="{FF2B5EF4-FFF2-40B4-BE49-F238E27FC236}">
                <a16:creationId xmlns:a16="http://schemas.microsoft.com/office/drawing/2014/main" id="{58BF7FC2-496A-00E0-8B75-B2D7279EB2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5105400"/>
            <a:ext cx="1524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30061" name="Oval 12">
            <a:extLst>
              <a:ext uri="{FF2B5EF4-FFF2-40B4-BE49-F238E27FC236}">
                <a16:creationId xmlns:a16="http://schemas.microsoft.com/office/drawing/2014/main" id="{D00F8300-6E65-1B68-5474-27A078A54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51054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30062" name="Oval 13">
            <a:extLst>
              <a:ext uri="{FF2B5EF4-FFF2-40B4-BE49-F238E27FC236}">
                <a16:creationId xmlns:a16="http://schemas.microsoft.com/office/drawing/2014/main" id="{DCF5C166-3263-6FD3-0347-A596342B8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5105400"/>
            <a:ext cx="1524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021AEF-84A8-CDF1-86A1-F15E7ADE4D73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Local Beam Search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6" name="Line 3">
            <a:extLst>
              <a:ext uri="{FF2B5EF4-FFF2-40B4-BE49-F238E27FC236}">
                <a16:creationId xmlns:a16="http://schemas.microsoft.com/office/drawing/2014/main" id="{8162F82E-29E1-B115-3476-3B515CC6E42C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0" cy="373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077" name="Line 4">
            <a:extLst>
              <a:ext uri="{FF2B5EF4-FFF2-40B4-BE49-F238E27FC236}">
                <a16:creationId xmlns:a16="http://schemas.microsoft.com/office/drawing/2014/main" id="{B861A602-8D4F-53D7-5FAB-6DEFC5EE8366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078" name="Freeform 5">
            <a:extLst>
              <a:ext uri="{FF2B5EF4-FFF2-40B4-BE49-F238E27FC236}">
                <a16:creationId xmlns:a16="http://schemas.microsoft.com/office/drawing/2014/main" id="{FF3D4B1C-ECA5-ED87-36E9-167986072CDD}"/>
              </a:ext>
            </a:extLst>
          </p:cNvPr>
          <p:cNvSpPr>
            <a:spLocks/>
          </p:cNvSpPr>
          <p:nvPr/>
        </p:nvSpPr>
        <p:spPr bwMode="auto">
          <a:xfrm>
            <a:off x="2590800" y="2057400"/>
            <a:ext cx="4191000" cy="3416300"/>
          </a:xfrm>
          <a:custGeom>
            <a:avLst/>
            <a:gdLst>
              <a:gd name="T0" fmla="*/ 0 w 2640"/>
              <a:gd name="T1" fmla="*/ 2147483646 h 2152"/>
              <a:gd name="T2" fmla="*/ 2147483646 w 2640"/>
              <a:gd name="T3" fmla="*/ 2147483646 h 2152"/>
              <a:gd name="T4" fmla="*/ 2147483646 w 2640"/>
              <a:gd name="T5" fmla="*/ 2147483646 h 2152"/>
              <a:gd name="T6" fmla="*/ 2147483646 w 2640"/>
              <a:gd name="T7" fmla="*/ 2147483646 h 2152"/>
              <a:gd name="T8" fmla="*/ 2147483646 w 2640"/>
              <a:gd name="T9" fmla="*/ 2147483646 h 2152"/>
              <a:gd name="T10" fmla="*/ 2147483646 w 2640"/>
              <a:gd name="T11" fmla="*/ 2147483646 h 2152"/>
              <a:gd name="T12" fmla="*/ 2147483646 w 2640"/>
              <a:gd name="T13" fmla="*/ 0 h 21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0"/>
              <a:gd name="T22" fmla="*/ 0 h 2152"/>
              <a:gd name="T23" fmla="*/ 2640 w 2640"/>
              <a:gd name="T24" fmla="*/ 2152 h 215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0" h="2152">
                <a:moveTo>
                  <a:pt x="0" y="384"/>
                </a:moveTo>
                <a:cubicBezTo>
                  <a:pt x="112" y="912"/>
                  <a:pt x="224" y="1440"/>
                  <a:pt x="384" y="1536"/>
                </a:cubicBezTo>
                <a:cubicBezTo>
                  <a:pt x="544" y="1632"/>
                  <a:pt x="800" y="872"/>
                  <a:pt x="960" y="960"/>
                </a:cubicBezTo>
                <a:cubicBezTo>
                  <a:pt x="1120" y="1048"/>
                  <a:pt x="1208" y="2152"/>
                  <a:pt x="1344" y="2064"/>
                </a:cubicBezTo>
                <a:cubicBezTo>
                  <a:pt x="1480" y="1976"/>
                  <a:pt x="1640" y="608"/>
                  <a:pt x="1776" y="432"/>
                </a:cubicBezTo>
                <a:cubicBezTo>
                  <a:pt x="1912" y="256"/>
                  <a:pt x="2016" y="1080"/>
                  <a:pt x="2160" y="1008"/>
                </a:cubicBezTo>
                <a:cubicBezTo>
                  <a:pt x="2304" y="936"/>
                  <a:pt x="2560" y="168"/>
                  <a:pt x="26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079" name="Oval 7">
            <a:extLst>
              <a:ext uri="{FF2B5EF4-FFF2-40B4-BE49-F238E27FC236}">
                <a16:creationId xmlns:a16="http://schemas.microsoft.com/office/drawing/2014/main" id="{4666601D-9555-1601-DAF0-DAC36BF7A3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5105400"/>
            <a:ext cx="152400" cy="2286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31080" name="Oval 10">
            <a:extLst>
              <a:ext uri="{FF2B5EF4-FFF2-40B4-BE49-F238E27FC236}">
                <a16:creationId xmlns:a16="http://schemas.microsoft.com/office/drawing/2014/main" id="{4F6AD7B1-B63E-4514-B02D-437401759E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5105400"/>
            <a:ext cx="152400" cy="2286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31081" name="Oval 12">
            <a:extLst>
              <a:ext uri="{FF2B5EF4-FFF2-40B4-BE49-F238E27FC236}">
                <a16:creationId xmlns:a16="http://schemas.microsoft.com/office/drawing/2014/main" id="{A3CCF335-DAAD-91B6-74CC-25ECC91743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105400"/>
            <a:ext cx="152400" cy="2286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31082" name="Oval 13">
            <a:extLst>
              <a:ext uri="{FF2B5EF4-FFF2-40B4-BE49-F238E27FC236}">
                <a16:creationId xmlns:a16="http://schemas.microsoft.com/office/drawing/2014/main" id="{4E27A34C-A5C2-1F3B-A21E-6006EED8D5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5105400"/>
            <a:ext cx="152400" cy="2286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31083" name="Line 14">
            <a:extLst>
              <a:ext uri="{FF2B5EF4-FFF2-40B4-BE49-F238E27FC236}">
                <a16:creationId xmlns:a16="http://schemas.microsoft.com/office/drawing/2014/main" id="{DB5A304A-E215-DE47-E64A-99B877C49BD4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5334000"/>
            <a:ext cx="0" cy="5334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084" name="Line 15">
            <a:extLst>
              <a:ext uri="{FF2B5EF4-FFF2-40B4-BE49-F238E27FC236}">
                <a16:creationId xmlns:a16="http://schemas.microsoft.com/office/drawing/2014/main" id="{006ACCB3-2F91-E4A4-ED82-3EF2E5E88A6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3600" y="5334000"/>
            <a:ext cx="25908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37C5A8-366A-4679-26C8-3DF66FAB74D6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Local Beam Search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03336-3065-5D45-149A-0D42BAEDB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1AC169-06D7-BF0C-2530-287C49AA7081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Gradient Descent/Ascent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D3163B-0538-61B1-607A-7FB0ACBDF258}"/>
              </a:ext>
            </a:extLst>
          </p:cNvPr>
          <p:cNvSpPr txBox="1"/>
          <p:nvPr/>
        </p:nvSpPr>
        <p:spPr>
          <a:xfrm>
            <a:off x="452966" y="1832414"/>
            <a:ext cx="8238066" cy="415498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457200" indent="-4572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In Hill-climbing search, the objective function is discrete and non-differentiable. Moves in the direction of the best neighbor. </a:t>
            </a:r>
          </a:p>
          <a:p>
            <a:pPr marL="457200" indent="-4572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Gradient Descent/Ascent is similar mathematical optimization algorithm where the objective function is continuous and differentiable.</a:t>
            </a:r>
          </a:p>
          <a:p>
            <a:pPr marL="457200" indent="-4572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Instead of moving along the best neighbor, it moves along the gradient.</a:t>
            </a:r>
          </a:p>
          <a:p>
            <a:pPr marL="457200" indent="-4572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Gradient Descent/Ascent can use momentum, stochastic variants, or second-order methods to escape local optima.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3F96A9B-128A-4758-B6FB-E2542B9D06F3}"/>
                  </a:ext>
                </a:extLst>
              </p14:cNvPr>
              <p14:cNvContentPartPr/>
              <p14:nvPr/>
            </p14:nvContentPartPr>
            <p14:xfrm>
              <a:off x="351512" y="809626"/>
              <a:ext cx="375120" cy="522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3F96A9B-128A-4758-B6FB-E2542B9D06F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2512" y="800626"/>
                <a:ext cx="392760" cy="54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C875181-F050-408E-BB68-A1D905E683D0}"/>
                  </a:ext>
                </a:extLst>
              </p14:cNvPr>
              <p14:cNvContentPartPr/>
              <p14:nvPr/>
            </p14:nvContentPartPr>
            <p14:xfrm>
              <a:off x="492272" y="5192266"/>
              <a:ext cx="565560" cy="4006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C875181-F050-408E-BB68-A1D905E683D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3632" y="5183266"/>
                <a:ext cx="583200" cy="41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5DEC1A8-26D7-4777-8978-CAFE096232A2}"/>
                  </a:ext>
                </a:extLst>
              </p14:cNvPr>
              <p14:cNvContentPartPr/>
              <p14:nvPr/>
            </p14:nvContentPartPr>
            <p14:xfrm>
              <a:off x="4404752" y="5565226"/>
              <a:ext cx="4164480" cy="990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5DEC1A8-26D7-4777-8978-CAFE096232A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396112" y="5556586"/>
                <a:ext cx="418212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40AFC20-6762-4C0C-B426-F5BFF99A8326}"/>
                  </a:ext>
                </a:extLst>
              </p14:cNvPr>
              <p14:cNvContentPartPr/>
              <p14:nvPr/>
            </p14:nvContentPartPr>
            <p14:xfrm>
              <a:off x="1494512" y="6124306"/>
              <a:ext cx="6022080" cy="2062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40AFC20-6762-4C0C-B426-F5BFF99A832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85872" y="6115306"/>
                <a:ext cx="6039720" cy="223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9639163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51D7A-B288-32AC-C0C8-A5587C16B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F70CE0-9B1B-E76B-0B24-37B64B3976E5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Gradient Descent/Ascent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E4643CD-77C4-D9C3-D430-2AFCBEE48A5A}"/>
                  </a:ext>
                </a:extLst>
              </p:cNvPr>
              <p:cNvSpPr txBox="1"/>
              <p:nvPr/>
            </p:nvSpPr>
            <p:spPr>
              <a:xfrm>
                <a:off x="452967" y="1346108"/>
                <a:ext cx="8238066" cy="524220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>
                  <a:spcAft>
                    <a:spcPts val="1200"/>
                  </a:spcAft>
                  <a:buClr>
                    <a:schemeClr val="accent1"/>
                  </a:buClr>
                </a:pPr>
                <a:r>
                  <a:rPr lang="en-US" sz="2200" b="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Objective function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𝑓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𝑥</m:t>
                        </m:r>
                      </m:e>
                    </m:d>
                  </m:oMath>
                </a14:m>
                <a:endParaRPr lang="en-US" sz="2200" dirty="0">
                  <a:latin typeface="+mj-lt"/>
                  <a:ea typeface="CMU Serif" panose="02000603000000000000" pitchFamily="2" charset="0"/>
                  <a:cs typeface="CMU Serif" panose="02000603000000000000" pitchFamily="2" charset="0"/>
                </a:endParaRPr>
              </a:p>
              <a:p>
                <a:pPr marL="457200" indent="-457200" algn="just">
                  <a:spcAft>
                    <a:spcPts val="12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Ø"/>
                </a:pP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Gradient Descent steps: </a:t>
                </a:r>
              </a:p>
              <a:p>
                <a:pPr marL="914400" lvl="1" indent="-457200" algn="just">
                  <a:spcAft>
                    <a:spcPts val="12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Make an initial random guess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x</m:t>
                        </m:r>
                      </m:e>
                      <m:sub>
                        <m:r>
                          <a:rPr lang="en-US" sz="2200" b="0" i="0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200" dirty="0">
                  <a:latin typeface="+mj-lt"/>
                  <a:ea typeface="CMU Serif" panose="02000603000000000000" pitchFamily="2" charset="0"/>
                  <a:cs typeface="CMU Serif" panose="02000603000000000000" pitchFamily="2" charset="0"/>
                </a:endParaRPr>
              </a:p>
              <a:p>
                <a:pPr marL="914400" lvl="1" indent="-457200" algn="just">
                  <a:spcAft>
                    <a:spcPts val="12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Repeat: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𝑥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𝑡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+1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=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𝑥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𝑡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−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𝛼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 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𝑓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𝑥</m:t>
                        </m:r>
                      </m:e>
                    </m:d>
                  </m:oMath>
                </a14:m>
                <a:endParaRPr lang="en-US" sz="2200" b="0" dirty="0">
                  <a:latin typeface="+mj-lt"/>
                  <a:ea typeface="CMU Serif" panose="02000603000000000000" pitchFamily="2" charset="0"/>
                  <a:cs typeface="CMU Serif" panose="02000603000000000000" pitchFamily="2" charset="0"/>
                </a:endParaRPr>
              </a:p>
              <a:p>
                <a:pPr marL="914400" lvl="1" indent="-457200" algn="just">
                  <a:spcAft>
                    <a:spcPts val="12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Until converges</a:t>
                </a:r>
              </a:p>
              <a:p>
                <a:pPr marL="914400" lvl="1" indent="-457200" algn="just">
                  <a:spcAft>
                    <a:spcPts val="12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Here,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𝛼</m:t>
                    </m:r>
                  </m:oMath>
                </a14:m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 is the step size also known as learning rate</a:t>
                </a:r>
              </a:p>
              <a:p>
                <a:pPr marL="457200" indent="-457200" algn="just">
                  <a:spcAft>
                    <a:spcPts val="12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Ø"/>
                </a:pP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For many problems, most effective is to use Newton’s method where 2</a:t>
                </a:r>
                <a:r>
                  <a:rPr lang="en-US" sz="2200" baseline="300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nd</a:t>
                </a: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 order derivation (Hessian) is used.</a:t>
                </a:r>
              </a:p>
              <a:p>
                <a:pPr algn="ctr">
                  <a:spcAft>
                    <a:spcPts val="1200"/>
                  </a:spcAft>
                  <a:buClr>
                    <a:schemeClr val="accent1"/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𝑥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𝑡</m:t>
                        </m:r>
                        <m:r>
                          <a:rPr lang="en-US" sz="2200" i="1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+1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𝑥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𝑡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−</m:t>
                    </m:r>
                    <m:r>
                      <a:rPr lang="en-US" sz="2200" i="1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𝛼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 </m:t>
                    </m:r>
                    <m:f>
                      <m:f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MU Serif" panose="02000603000000000000" pitchFamily="2" charset="0"/>
                                <a:cs typeface="CMU Serif" panose="02000603000000000000" pitchFamily="2" charset="0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ea typeface="CMU Serif" panose="02000603000000000000" pitchFamily="2" charset="0"/>
                                <a:cs typeface="CMU Serif" panose="02000603000000000000" pitchFamily="2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sz="2200" i="1">
                                <a:latin typeface="Cambria Math" panose="02040503050406030204" pitchFamily="18" charset="0"/>
                                <a:ea typeface="CMU Serif" panose="02000603000000000000" pitchFamily="2" charset="0"/>
                                <a:cs typeface="CMU Serif" panose="02000603000000000000" pitchFamily="2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MU Serif" panose="02000603000000000000" pitchFamily="2" charset="0"/>
                                <a:cs typeface="CMU Serif" panose="02000603000000000000" pitchFamily="2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ea typeface="CMU Serif" panose="02000603000000000000" pitchFamily="2" charset="0"/>
                                <a:cs typeface="CMU Serif" panose="02000603000000000000" pitchFamily="2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MU Serif" panose="02000603000000000000" pitchFamily="2" charset="0"/>
                                <a:cs typeface="CMU Serif" panose="02000603000000000000" pitchFamily="2" charset="0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ea typeface="CMU Serif" panose="02000603000000000000" pitchFamily="2" charset="0"/>
                                <a:cs typeface="CMU Serif" panose="02000603000000000000" pitchFamily="2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sz="2200" i="1">
                                <a:latin typeface="Cambria Math" panose="02040503050406030204" pitchFamily="18" charset="0"/>
                                <a:ea typeface="CMU Serif" panose="02000603000000000000" pitchFamily="2" charset="0"/>
                                <a:cs typeface="CMU Serif" panose="02000603000000000000" pitchFamily="2" charset="0"/>
                              </a:rPr>
                              <m:t>′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MU Serif" panose="02000603000000000000" pitchFamily="2" charset="0"/>
                                <a:cs typeface="CMU Serif" panose="02000603000000000000" pitchFamily="2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MU Serif" panose="02000603000000000000" pitchFamily="2" charset="0"/>
                                <a:cs typeface="CMU Serif" panose="02000603000000000000" pitchFamily="2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ea typeface="CMU Serif" panose="02000603000000000000" pitchFamily="2" charset="0"/>
                                <a:cs typeface="CMU Serif" panose="02000603000000000000" pitchFamily="2" charset="0"/>
                              </a:rPr>
                              <m:t>𝑥</m:t>
                            </m:r>
                          </m:e>
                        </m:d>
                      </m:den>
                    </m:f>
                  </m:oMath>
                </a14:m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 </a:t>
                </a:r>
              </a:p>
              <a:p>
                <a:pPr marL="800100" lvl="1" indent="-342900" algn="just">
                  <a:spcAft>
                    <a:spcPts val="12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+mj-lt"/>
                    <a:ea typeface="CMU Serif" panose="02000603000000000000" pitchFamily="2" charset="0"/>
                    <a:cs typeface="CMU Serif" panose="02000603000000000000" pitchFamily="2" charset="0"/>
                  </a:rPr>
                  <a:t>The second-order information is more expensive to compute but converges more quickly.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E4643CD-77C4-D9C3-D430-2AFCBEE48A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967" y="1346108"/>
                <a:ext cx="8238066" cy="5242204"/>
              </a:xfrm>
              <a:prstGeom prst="rect">
                <a:avLst/>
              </a:prstGeom>
              <a:blipFill>
                <a:blip r:embed="rId2"/>
                <a:stretch>
                  <a:fillRect l="-1923" t="-465" r="-1997" b="-22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38DEF718-BD66-43F1-AD60-451EFB9977DF}"/>
              </a:ext>
            </a:extLst>
          </p:cNvPr>
          <p:cNvGrpSpPr/>
          <p:nvPr/>
        </p:nvGrpSpPr>
        <p:grpSpPr>
          <a:xfrm>
            <a:off x="2831192" y="1306786"/>
            <a:ext cx="451440" cy="220320"/>
            <a:chOff x="2831192" y="1306786"/>
            <a:chExt cx="451440" cy="22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845C218-529C-4D77-9DE1-014F79DDB7C7}"/>
                    </a:ext>
                  </a:extLst>
                </p14:cNvPr>
                <p14:cNvContentPartPr/>
                <p14:nvPr/>
              </p14:nvContentPartPr>
              <p14:xfrm>
                <a:off x="2831192" y="1349626"/>
                <a:ext cx="191160" cy="1537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845C218-529C-4D77-9DE1-014F79DDB7C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822192" y="1340626"/>
                  <a:ext cx="2088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39A30E6-6DC1-441E-B359-6A56B50EC142}"/>
                    </a:ext>
                  </a:extLst>
                </p14:cNvPr>
                <p14:cNvContentPartPr/>
                <p14:nvPr/>
              </p14:nvContentPartPr>
              <p14:xfrm>
                <a:off x="2918672" y="1306786"/>
                <a:ext cx="363960" cy="2203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39A30E6-6DC1-441E-B359-6A56B50EC14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910032" y="1297786"/>
                  <a:ext cx="381600" cy="237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2910471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F2825-2DD2-C951-4E33-36B208840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1C2549-AA80-7D08-E5B9-C5B404A46DB6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Gradient Descent/Ascent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AEF886-5A43-C0AE-0534-CAD732607C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498" b="3084"/>
          <a:stretch/>
        </p:blipFill>
        <p:spPr>
          <a:xfrm>
            <a:off x="726391" y="1761067"/>
            <a:ext cx="7691215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78948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51E39-C921-7918-0E5C-FD69FCE75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AF9E7FF-0F56-C1F8-0873-01845EB011C0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Summary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F2C1FC-A726-ADD7-357C-A7463742494F}"/>
              </a:ext>
            </a:extLst>
          </p:cNvPr>
          <p:cNvSpPr txBox="1"/>
          <p:nvPr/>
        </p:nvSpPr>
        <p:spPr>
          <a:xfrm>
            <a:off x="452965" y="1630872"/>
            <a:ext cx="8238067" cy="467820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Best-first search is a class of search algorithms where minimum-cost nodes are expanded first. 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Greedy search uses minimal estimated cost h(n) to the goal state as measure of goodness, reduces search time, but is neither complete nor optimal. 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Hill-climbing algorithms keep only a single state in memory but can get stuck on local optima. 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Simulated annealing escapes local optima and is complete and optimal given a “long enough” cooling schedule. 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Gradient Descent/Ascent is suitable when the objective function is continuous and differentiable.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883FBA7-823E-410A-A783-0EE947F16042}"/>
                  </a:ext>
                </a:extLst>
              </p14:cNvPr>
              <p14:cNvContentPartPr/>
              <p14:nvPr/>
            </p14:nvContentPartPr>
            <p14:xfrm>
              <a:off x="3340952" y="1976746"/>
              <a:ext cx="4002480" cy="554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883FBA7-823E-410A-A783-0EE947F1604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31952" y="1967746"/>
                <a:ext cx="402012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C006FB4-C49F-463A-98F0-E5B807C009A8}"/>
                  </a:ext>
                </a:extLst>
              </p14:cNvPr>
              <p14:cNvContentPartPr/>
              <p14:nvPr/>
            </p14:nvContentPartPr>
            <p14:xfrm>
              <a:off x="2997872" y="2847226"/>
              <a:ext cx="4044960" cy="900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C006FB4-C49F-463A-98F0-E5B807C009A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89232" y="2838226"/>
                <a:ext cx="406260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060042C-9F20-4011-982F-A04EF7AF4327}"/>
                  </a:ext>
                </a:extLst>
              </p14:cNvPr>
              <p14:cNvContentPartPr/>
              <p14:nvPr/>
            </p14:nvContentPartPr>
            <p14:xfrm>
              <a:off x="7139312" y="2918866"/>
              <a:ext cx="1362600" cy="18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060042C-9F20-4011-982F-A04EF7AF432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130312" y="2909866"/>
                <a:ext cx="13802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1EB05D4-C669-445F-9EA1-4F9C8A74F7F4}"/>
                  </a:ext>
                </a:extLst>
              </p14:cNvPr>
              <p14:cNvContentPartPr/>
              <p14:nvPr/>
            </p14:nvContentPartPr>
            <p14:xfrm>
              <a:off x="1019672" y="3209026"/>
              <a:ext cx="185040" cy="97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1EB05D4-C669-445F-9EA1-4F9C8A74F7F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11032" y="3200026"/>
                <a:ext cx="202680" cy="27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4863564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4A5B9-40DB-7F75-1FCC-4E183DA6A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782BAA3-8E74-C6ED-A688-225B302C7BFE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Reading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1B1903-AA79-E8EA-EF2F-D7EBBBDC6857}"/>
              </a:ext>
            </a:extLst>
          </p:cNvPr>
          <p:cNvSpPr txBox="1"/>
          <p:nvPr/>
        </p:nvSpPr>
        <p:spPr>
          <a:xfrm>
            <a:off x="452966" y="2416258"/>
            <a:ext cx="8238067" cy="89255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Aft>
                <a:spcPts val="1200"/>
              </a:spcAft>
              <a:buClr>
                <a:schemeClr val="accent1"/>
              </a:buClr>
            </a:pPr>
            <a:r>
              <a:rPr lang="en-US" sz="24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Chapter 04 of the textbook </a:t>
            </a:r>
          </a:p>
          <a:p>
            <a:pPr>
              <a:spcAft>
                <a:spcPts val="1200"/>
              </a:spcAft>
              <a:buClr>
                <a:schemeClr val="accent1"/>
              </a:buClr>
            </a:pPr>
            <a:r>
              <a:rPr lang="en-US" sz="24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Pages 129 to 133, 137 </a:t>
            </a:r>
            <a:r>
              <a:rPr lang="en-US" sz="240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to 140</a:t>
            </a:r>
            <a:endParaRPr lang="en-US" sz="2400" dirty="0">
              <a:solidFill>
                <a:schemeClr val="accent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6096344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MU">
      <a:majorFont>
        <a:latin typeface="CMU Serif"/>
        <a:ea typeface=""/>
        <a:cs typeface=""/>
      </a:majorFont>
      <a:minorFont>
        <a:latin typeface="CMU Serif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3475</TotalTime>
  <Words>1980</Words>
  <Application>Microsoft Office PowerPoint</Application>
  <PresentationFormat>On-screen Show (4:3)</PresentationFormat>
  <Paragraphs>339</Paragraphs>
  <Slides>77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8" baseType="lpstr">
      <vt:lpstr>Aptos</vt:lpstr>
      <vt:lpstr>Arial</vt:lpstr>
      <vt:lpstr>Cambria Math</vt:lpstr>
      <vt:lpstr>CMU Serif</vt:lpstr>
      <vt:lpstr>Courier New</vt:lpstr>
      <vt:lpstr>Franklin Gothic Book</vt:lpstr>
      <vt:lpstr>Tahoma</vt:lpstr>
      <vt:lpstr>Wingdings</vt:lpstr>
      <vt:lpstr>Wingdings 2</vt:lpstr>
      <vt:lpstr>Dividend</vt:lpstr>
      <vt:lpstr>Bitmap Image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Example: Graph Coloring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Mohammad M Alam</dc:creator>
  <cp:lastModifiedBy>Pahela</cp:lastModifiedBy>
  <cp:revision>84</cp:revision>
  <dcterms:created xsi:type="dcterms:W3CDTF">2025-01-08T01:58:03Z</dcterms:created>
  <dcterms:modified xsi:type="dcterms:W3CDTF">2025-10-26T23:10:52Z</dcterms:modified>
</cp:coreProperties>
</file>