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126"/>
  </p:notesMasterIdLst>
  <p:sldIdLst>
    <p:sldId id="256" r:id="rId2"/>
    <p:sldId id="260" r:id="rId3"/>
    <p:sldId id="330" r:id="rId4"/>
    <p:sldId id="257" r:id="rId5"/>
    <p:sldId id="258" r:id="rId6"/>
    <p:sldId id="259" r:id="rId7"/>
    <p:sldId id="615" r:id="rId8"/>
    <p:sldId id="261" r:id="rId9"/>
    <p:sldId id="262" r:id="rId10"/>
    <p:sldId id="310" r:id="rId11"/>
    <p:sldId id="302" r:id="rId12"/>
    <p:sldId id="303" r:id="rId13"/>
    <p:sldId id="265" r:id="rId14"/>
    <p:sldId id="266" r:id="rId15"/>
    <p:sldId id="267" r:id="rId16"/>
    <p:sldId id="268" r:id="rId17"/>
    <p:sldId id="269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1" r:id="rId28"/>
    <p:sldId id="340" r:id="rId29"/>
    <p:sldId id="343" r:id="rId30"/>
    <p:sldId id="344" r:id="rId31"/>
    <p:sldId id="346" r:id="rId32"/>
    <p:sldId id="349" r:id="rId33"/>
    <p:sldId id="350" r:id="rId34"/>
    <p:sldId id="353" r:id="rId35"/>
    <p:sldId id="357" r:id="rId36"/>
    <p:sldId id="358" r:id="rId37"/>
    <p:sldId id="360" r:id="rId38"/>
    <p:sldId id="361" r:id="rId39"/>
    <p:sldId id="362" r:id="rId40"/>
    <p:sldId id="364" r:id="rId41"/>
    <p:sldId id="366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67" r:id="rId52"/>
    <p:sldId id="271" r:id="rId53"/>
    <p:sldId id="378" r:id="rId54"/>
    <p:sldId id="379" r:id="rId55"/>
    <p:sldId id="380" r:id="rId56"/>
    <p:sldId id="381" r:id="rId57"/>
    <p:sldId id="382" r:id="rId58"/>
    <p:sldId id="383" r:id="rId59"/>
    <p:sldId id="384" r:id="rId60"/>
    <p:sldId id="272" r:id="rId61"/>
    <p:sldId id="616" r:id="rId62"/>
    <p:sldId id="316" r:id="rId63"/>
    <p:sldId id="290" r:id="rId64"/>
    <p:sldId id="624" r:id="rId65"/>
    <p:sldId id="617" r:id="rId66"/>
    <p:sldId id="618" r:id="rId67"/>
    <p:sldId id="619" r:id="rId68"/>
    <p:sldId id="318" r:id="rId69"/>
    <p:sldId id="319" r:id="rId70"/>
    <p:sldId id="320" r:id="rId71"/>
    <p:sldId id="321" r:id="rId72"/>
    <p:sldId id="322" r:id="rId73"/>
    <p:sldId id="402" r:id="rId74"/>
    <p:sldId id="401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414" r:id="rId83"/>
    <p:sldId id="415" r:id="rId84"/>
    <p:sldId id="416" r:id="rId85"/>
    <p:sldId id="417" r:id="rId86"/>
    <p:sldId id="418" r:id="rId87"/>
    <p:sldId id="419" r:id="rId88"/>
    <p:sldId id="420" r:id="rId89"/>
    <p:sldId id="422" r:id="rId90"/>
    <p:sldId id="423" r:id="rId91"/>
    <p:sldId id="424" r:id="rId92"/>
    <p:sldId id="425" r:id="rId93"/>
    <p:sldId id="426" r:id="rId94"/>
    <p:sldId id="308" r:id="rId95"/>
    <p:sldId id="294" r:id="rId96"/>
    <p:sldId id="279" r:id="rId97"/>
    <p:sldId id="295" r:id="rId98"/>
    <p:sldId id="620" r:id="rId99"/>
    <p:sldId id="621" r:id="rId100"/>
    <p:sldId id="622" r:id="rId101"/>
    <p:sldId id="299" r:id="rId102"/>
    <p:sldId id="429" r:id="rId103"/>
    <p:sldId id="430" r:id="rId104"/>
    <p:sldId id="431" r:id="rId105"/>
    <p:sldId id="432" r:id="rId106"/>
    <p:sldId id="433" r:id="rId107"/>
    <p:sldId id="434" r:id="rId108"/>
    <p:sldId id="435" r:id="rId109"/>
    <p:sldId id="436" r:id="rId110"/>
    <p:sldId id="437" r:id="rId111"/>
    <p:sldId id="438" r:id="rId112"/>
    <p:sldId id="439" r:id="rId113"/>
    <p:sldId id="440" r:id="rId114"/>
    <p:sldId id="441" r:id="rId115"/>
    <p:sldId id="442" r:id="rId116"/>
    <p:sldId id="443" r:id="rId117"/>
    <p:sldId id="444" r:id="rId118"/>
    <p:sldId id="445" r:id="rId119"/>
    <p:sldId id="307" r:id="rId120"/>
    <p:sldId id="287" r:id="rId121"/>
    <p:sldId id="301" r:id="rId122"/>
    <p:sldId id="288" r:id="rId123"/>
    <p:sldId id="613" r:id="rId124"/>
    <p:sldId id="623" r:id="rId1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FF00"/>
    <a:srgbClr val="0000FF"/>
    <a:srgbClr val="FF3300"/>
    <a:srgbClr val="6699FF"/>
    <a:srgbClr val="00FFCC"/>
    <a:srgbClr val="0099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4:15:00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1 579 24575,'1'1'0,"1"-1"0,0 1 0,-1 0 0,1-1 0,-1 1 0,1 0 0,-1 0 0,1 0 0,-1 0 0,0 0 0,1 0 0,-1 1 0,0-1 0,0 0 0,0 1 0,0-1 0,1 3 0,20 33 0,-15-24 0,-5-9 0,0 0 0,0-1 0,1 1 0,-1-1 0,1 0 0,-1 0 0,1 0 0,0 0 0,1 0 0,-1-1 0,0 1 0,1-1 0,-1 0 0,1 0 0,0 0 0,-1-1 0,1 1 0,0-1 0,0 0 0,0 0 0,0 0 0,1-1 0,5 1 0,-2-2 0,0 0 0,-1-1 0,0 0 0,1 0 0,-1-1 0,0 0 0,0 0 0,0-1 0,0 0 0,-1 0 0,0 0 0,8-7 0,84-76 0,119-135 0,-105 103 0,-55 59 0,-13 12 0,62-51 0,-103 96 9,0 1 1,0-1-1,0 1 0,0 0 0,0 0 1,1 0-1,-1 1 0,1-1 0,-1 1 0,1 0 1,0 0-1,6-1 0,-9 2-50,1 0-1,-1 1 1,0-1 0,0 0 0,1 1-1,-1-1 1,0 1 0,0 0 0,0-1-1,0 1 1,0 0 0,0 0 0,0 0-1,0 0 1,0 0 0,0 0 0,0 0-1,-1 0 1,1 0 0,0 0 0,-1 0-1,1 0 1,-1 0 0,1 1 0,-1-1-1,0 0 1,1 0 0,-1 1 0,0-1-1,0 0 1,0 1 0,0-1 0,0 0-1,0 0 1,0 3 0,-1 21-6785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4:15:00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0 383 24575,'2'25'0,"1"-1"0,1 1 0,15 44 0,-9-31 0,12 45 0,22 97 0,-43-176 0,-1 0 0,1 0 0,0-1 0,0 1 0,1 0 0,-1 0 0,1-1 0,0 1 0,-1-1 0,2 1 0,-1-1 0,0 0 0,1 1 0,-1-1 0,1-1 0,0 1 0,0 0 0,3 2 0,-2-4 0,0 0 0,-1 1 0,1-2 0,0 1 0,0 0 0,-1-1 0,1 1 0,0-1 0,0 0 0,0 0 0,0-1 0,0 1 0,-1-1 0,1 0 0,0 0 0,-1 0 0,1-1 0,0 1 0,3-3 0,50-25 0,-1-2 0,72-53 0,-7 3 0,432-240 0,-409 248 0,300-105 0,-156 104 120,-247 67-368,-1 1 1,1 3-1,0 1 1,0 2-1,50 6 1,-67-1-6579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4:15:04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1 471 24575,'1'16'0,"0"1"0,2-1 0,0 0 0,0-1 0,2 1 0,0-1 0,1 1 0,0-1 0,1-1 0,1 1 0,0-1 0,14 17 0,-18-27 0,0 0 0,0 0 0,0 0 0,0-1 0,1 1 0,0-1 0,0 0 0,0-1 0,0 1 0,0-1 0,0 0 0,1 0 0,-1-1 0,1 0 0,-1 0 0,1 0 0,0 0 0,-1-1 0,1 0 0,0 0 0,-1-1 0,1 1 0,9-4 0,5-1 0,0-2 0,0 0 0,0-2 0,-1 0 0,20-13 0,58-38 40,-4-4 0,93-83 0,151-171-1525,-262 239-5341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4:15:0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2 306 24575,'-1'132'0,"3"144"0,-2-274 0,0 10 0,1 0 0,1 0 0,0-1 0,3 13 0,-5-23 0,1 0 0,-1 1 0,0-1 0,0 0 0,1 0 0,-1 1 0,1-1 0,-1 0 0,1 0 0,0 0 0,-1 0 0,1 0 0,0 0 0,0 0 0,0 0 0,0 0 0,0 0 0,0 0 0,0-1 0,0 1 0,0 0 0,0 0 0,0-1 0,0 1 0,0-1 0,1 1 0,-1-1 0,0 0 0,0 0 0,1 1 0,-1-1 0,0 0 0,0 0 0,1 0 0,-1 0 0,0 0 0,1 0 0,-1-1 0,0 1 0,0 0 0,1-1 0,-1 1 0,0-1 0,0 1 0,0-1 0,0 0 0,0 1 0,2-2 0,15-11 0,-2 0 0,1-2 0,-2 1 0,17-21 0,16-15 0,93-80 0,6 7 0,302-194 0,-351 260-1365,-23 18-5461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28:09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1 456 24575,'0'12'0,"0"-2"0,0 0 0,0-1 0,1 1 0,0-1 0,0 1 0,5 15 0,-5-24 0,0 1 0,0-1 0,-1 1 0,1-1 0,0 1 0,0-1 0,0 0 0,1 1 0,-1-1 0,0 0 0,0 0 0,1 0 0,-1 0 0,1 0 0,-1 0 0,1 0 0,2 1 0,-1-2 0,-1 1 0,1-1 0,0 1 0,0-1 0,0 0 0,0 0 0,0 0 0,0-1 0,0 1 0,0-1 0,0 0 0,0 0 0,4-1 0,11-6 0,0-1 0,-1-1 0,-1 0 0,1-1 0,-2-1 0,16-14 0,17-12 0,542-361 0,-585 397 0,5-5 0,0 1 0,1 0 0,0 1 0,0 0 0,0 1 0,0 0 0,16-2 0,-26 5 5,0 1-1,0 0 0,1 0 0,-1 0 1,0 0-1,0 0 0,0 0 0,0 0 1,0 0-1,0 1 0,0-1 0,0 0 1,0 1-1,0-1 0,0 0 0,0 1 1,2 1-1,-3-2-56,0 1 1,0-1-1,1 1 1,-1 0-1,0-1 1,0 1-1,0-1 1,0 1-1,0 0 1,0-1-1,0 1 1,0 0-1,0-1 1,0 1-1,0-1 1,0 1-1,0 0 1,0-1-1,-1 1 1,1-1-1,0 1 1,0 0-1,-1-1 1,1 1-1,0-1 1,-1 1-1,0 0 1,-15 20-6775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28:10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24575,'2'59'0,"3"0"0,2 0 0,3-1 0,2 0 0,29 82 0,-39-133 0,1-1 0,-1 1 0,1 0 0,1-1 0,-1 0 0,1 1 0,0-1 0,1-1 0,8 10 0,-11-13 0,0-1 0,0 1 0,1-1 0,-1 1 0,1-1 0,0 0 0,-1 0 0,1 0 0,0 0 0,-1-1 0,1 1 0,0-1 0,0 1 0,-1-1 0,1 0 0,0 0 0,0-1 0,0 1 0,0 0 0,-1-1 0,1 0 0,0 1 0,-1-1 0,1 0 0,0-1 0,-1 1 0,5-3 0,31-20 0,-2-1 0,-1-2 0,50-48 0,-18 15 0,20-16 0,238-191 0,-315 258-114,0 1 1,1 1-1,0 0 0,0 0 0,1 1 1,0 1-1,0 0 0,0 0 0,1 2 1,-1-1-1,15-1 0,-6 5-6712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30:58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0 271 24575,'0'9'0,"0"7"0,0 5 0,0 9 0,5-2 0,10-14 0,6-18 0,14-22 0,5-19 0,9-16 0,4-6 0,-1-1 0,-6 3 0,-11 13-8191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30:59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0 201 24575,'0'5'0,"0"5"0,5 6 0,5 9 0,2 4 0,2-2 0,4-6 0,8-11 0,3-12 0,6-9 0,6-17 0,4-12 0,9-8 0,-2-9 0,0 0 0,-4 11 0,-7 12 0,-9 13-8191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7:56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416 189 24575,'0'-13'0,"0"1"0,-1-1 0,0 0 0,-1 0 0,0 0 0,-1 1 0,-5-14 0,6 22 0,0 0 0,0-1 0,-1 1 0,0 0 0,1 0 0,-2 1 0,1-1 0,0 1 0,-1-1 0,1 1 0,-1 0 0,0 1 0,0-1 0,0 0 0,-1 1 0,1 0 0,-1 0 0,1 1 0,-1-1 0,1 1 0,-1 0 0,-6-1 0,-28-2 0,-1 1 0,1 3 0,-74 7 0,110-6 0,-1-1 0,1 1 0,0 1 0,-1-1 0,1 0 0,0 1 0,0 0 0,0 0 0,0 0 0,0 0 0,1 0 0,-1 0 0,1 1 0,-1-1 0,1 1 0,0 0 0,0 0 0,0 0 0,0 0 0,0 0 0,1 0 0,0 0 0,-1 1 0,1-1 0,0 0 0,0 6 0,-4 11 0,2 0 0,0 0 0,1 27 0,1-41 0,3 231 0,0-224 0,0-1 0,1 1 0,0-1 0,1 0 0,1 0 0,0 0 0,1 0 0,0-1 0,0 0 0,1 0 0,1-1 0,0 0 0,13 14 0,7 3 0,1-1 0,2-1 0,37 23 0,-54-41 0,0-1 0,0 0 0,1-1 0,-1-1 0,1 0 0,0-1 0,0 0 0,1-2 0,-1 0 0,0 0 0,1-1 0,-1-1 0,0-1 0,1 0 0,-1-1 0,0-1 0,23-8 0,-25 5 0,-1 0 0,0-1 0,-1 0 0,0-1 0,0 0 0,-1-1 0,0 0 0,-1-1 0,0 0 0,14-23 0,-9 10 0,0-1 0,-2 0 0,-1-1 0,13-42 0,-20 53 0,-1 1 0,0-1 0,0 1 0,-2-1 0,0 0 0,0 0 0,-2 1 0,0-1 0,-4-21 0,3 28 0,0 0 0,-1 0 0,0 0 0,0 1 0,-1-1 0,0 1 0,0 0 0,-1 0 0,0 0 0,0 1 0,0-1 0,-1 1 0,0 1 0,0-1 0,-1 1 0,0 0 0,0 0 0,-8-4 0,-177-74 0,145 64 0,28 13-170,1 1-1,-1 1 0,-1 1 1,1 0-1,0 2 0,-1 0 1,-20 2-1,14 0-6655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8:14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445 202 24575,'-1'-6'0,"1"1"0,-1 0 0,0-1 0,0 1 0,0 0 0,-1-1 0,0 1 0,0 0 0,0 0 0,0 1 0,-1-1 0,0 0 0,0 1 0,0-1 0,-1 1 0,0 0 0,1 0 0,-1 1 0,0-1 0,-1 1 0,1 0 0,-1 0 0,-7-4 0,-12-4 0,-1 0 0,1 2 0,-47-11 0,11 3 0,59 17 0,-11-5 0,-1 1 0,0 0 0,0 1 0,0 1 0,0 0 0,-15 0 0,25 2 0,0 0 0,0 0 0,1 1 0,-1 0 0,0-1 0,0 1 0,1 0 0,-1 0 0,1 0 0,-1 1 0,1-1 0,0 1 0,-1-1 0,1 1 0,0 0 0,0 0 0,0 0 0,0 0 0,0 0 0,1 0 0,-1 0 0,1 1 0,-1-1 0,1 1 0,0-1 0,0 1 0,0-1 0,0 1 0,0 0 0,1 0 0,-1-1 0,1 1 0,0 0 0,-1 0 0,2 5 0,-2 305 0,5-137 0,-5-116 0,3 69 0,-2-125 0,1-1 0,0 1 0,0-1 0,1 1 0,-1-1 0,1 0 0,-1 0 0,1 1 0,0-1 0,0-1 0,1 1 0,-1 0 0,0 0 0,1-1 0,0 0 0,0 1 0,0-1 0,0 0 0,0 0 0,0 0 0,0-1 0,0 1 0,1-1 0,3 1 0,13 5 0,-1-2 0,1 0 0,23 2 0,-25-4 0,7 1 0,0-1 0,0-1 0,0-1 0,0-1 0,44-7 0,-59 6 0,0-1 0,0-1 0,0 0 0,0-1 0,0 1 0,-1-2 0,1 1 0,-1-2 0,0 1 0,-1-1 0,1 0 0,-1-1 0,-1 0 0,1 0 0,-1-1 0,9-11 0,-7 4 0,0-1 0,0 1 0,-2-1 0,0 0 0,-1-1 0,0 0 0,-2 0 0,0 0 0,3-31 0,-6 38 0,0 0 0,-1 0 0,0 0 0,-1 0 0,0-1 0,-1 1 0,1 0 0,-2 1 0,0-1 0,0 0 0,-1 1 0,0 0 0,0 0 0,-1 0 0,0 0 0,-1 1 0,0-1 0,-10-9 0,14 16-15,-35-36-255,-2 2 0,-2 2 0,-1 1 0,-47-26 0,75 51-6556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8:21.3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545 132 24575,'-6'-1'0,"1"-2"0,-1 1 0,0 0 0,0-1 0,1 0 0,0-1 0,-1 1 0,1-1 0,-4-4 0,-4-2 0,-2-1 0,0 1 0,-1 0 0,-1 1 0,1 1 0,-1 1 0,-1 0 0,1 1 0,-1 1 0,0 0 0,0 2 0,-1 0 0,1 1 0,-25 0 0,30 2 0,0 0 0,0 1 0,0 0 0,0 1 0,0 0 0,-25 9 0,34-9 0,0 0 0,0 1 0,0-1 0,0 1 0,0 0 0,0 0 0,1 0 0,0 1 0,-1-1 0,1 1 0,0 0 0,1 0 0,-1 0 0,1 0 0,0 0 0,0 1 0,0-1 0,0 1 0,1-1 0,0 1 0,0 0 0,-1 7 0,-6 34 0,1-7 0,1 1 0,2 1 0,2 76 0,3-109 0,1 0 0,0 0 0,0 0 0,1 0 0,0-1 0,0 1 0,1-1 0,0 0 0,0 0 0,0 0 0,1-1 0,0 1 0,1-1 0,10 9 0,7 5 0,2-1 0,40 23 0,-51-33 0,0-1 0,0-1 0,1 0 0,0-1 0,0-1 0,0 0 0,1-1 0,0-1 0,20 2 0,15-1 0,65-5 0,-58 0 0,-48 0 0,0 0 0,0 0 0,-1-1 0,1 0 0,0-1 0,-1 0 0,1-1 0,-1 0 0,0 0 0,0-1 0,-1 0 0,1-1 0,9-8 0,-4 2 0,0-1 0,-1-1 0,0 0 0,-1 0 0,-1-2 0,11-17 0,-17 23 0,-1 1 0,-1 0 0,1-1 0,-1 0 0,-1 0 0,0 0 0,-1 0 0,0 0 0,0-14 0,-7-96 0,4 106 0,1 6 0,-1-1 0,0 0 0,-1 1 0,0-1 0,0 1 0,-1 0 0,0 0 0,0 0 0,-1 1 0,0-1 0,0 1 0,-1 0 0,0 1 0,0-1 0,-1 1 0,0 0 0,-12-8 0,5 5 0,0 0 0,-1 1 0,1 1 0,-2 0 0,1 1 0,-1 1 0,0 0 0,-27-4 0,-121-6-682,-211 6-1,345 9-6143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8:39.3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470 3 24575,'-101'-2'0,"-109"4"0,203-1 0,1 0 0,0 0 0,0 0 0,0 0 0,0 1 0,0 0 0,1 1 0,-1-1 0,1 1 0,-1 0 0,1 1 0,0-1 0,0 1 0,0 0 0,-4 5 0,3-2 0,0 0 0,1 0 0,0 1 0,1 0 0,-1 0 0,2 0 0,-1 1 0,1 0 0,-3 10 0,0 15 0,1 1 0,1-1 0,2 1 0,3 43 0,-1-62 0,0 83 0,3 75 0,-3-169 0,0 0 0,1 0 0,-1 0 0,1-1 0,0 1 0,1 0 0,-1 0 0,1-1 0,0 1 0,0-1 0,0 0 0,1 0 0,-1 1 0,1-1 0,0-1 0,0 1 0,1 0 0,-1-1 0,8 6 0,-4-5 0,0-1 0,0 0 0,1 0 0,-1 0 0,1-1 0,0 0 0,0 0 0,0-1 0,0 0 0,0-1 0,10 0 0,12 1 0,1-2 0,0-2 0,36-7 0,-50 6 0,1-1 0,-1 0 0,0-2 0,-1 0 0,1-1 0,27-18 0,-19 9 0,0-1 0,33-32 0,-51 44 0,-1-1 0,0 1 0,-1-1 0,0 0 0,0 0 0,0-1 0,-1 1 0,0-1 0,-1 0 0,1 0 0,-2 0 0,1-1 0,2-13 0,-4 10 0,0 0 0,-1 0 0,0-1 0,-1 1 0,0 0 0,-1 0 0,-5-19 0,5 25 0,-1 0 0,1 1 0,-1-1 0,0 0 0,-1 1 0,1 0 0,-1 0 0,0 0 0,-1 0 0,1 1 0,-1-1 0,0 1 0,0 0 0,0 1 0,0-1 0,-7-2 0,-26-12 0,0 3 0,-45-12 0,9 3 0,-51-21-1365,99 36-5461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8:48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625 131 24575,'0'-1'0,"-1"-1"0,1 1 0,-1 0 0,1-1 0,-1 1 0,0 0 0,0 0 0,0 0 0,0-1 0,0 1 0,0 0 0,0 0 0,0 0 0,0 0 0,0 1 0,0-1 0,-1 0 0,0 0 0,-30-16 0,24 13 0,-49-29 0,47 26 0,0 0 0,-1 1 0,0 0 0,0 1 0,0 0 0,0 1 0,-1 0 0,1 0 0,-1 2 0,-22-4 0,-201 9 0,231-3 0,0 1 0,0-1 0,0 1 0,-1 0 0,1 1 0,0-1 0,0 1 0,1 0 0,-1 0 0,0 0 0,1 0 0,-1 1 0,1-1 0,0 1 0,-6 6 0,4-3 0,0 1 0,0 0 0,1 0 0,0 0 0,1 1 0,-1-1 0,-3 14 0,0 9 0,1 0 0,1 0 0,-1 43 0,6-68 0,-4 66 0,8 106 0,-3-172 0,1 0 0,-1 0 0,1 0 0,0 0 0,0 0 0,1-1 0,-1 1 0,1-1 0,0 1 0,1-1 0,-1 0 0,1 0 0,-1 0 0,1-1 0,0 0 0,1 1 0,-1-1 0,9 4 0,10 6 0,0-2 0,36 13 0,-51-21 0,16 4 0,1-1 0,-1-1 0,1-1 0,0-2 0,0 0 0,0-2 0,0 0 0,0-2 0,41-8 0,-58 8 0,0 0 0,0 0 0,-1-1 0,1 0 0,-1 0 0,0 0 0,0-1 0,0-1 0,-1 1 0,1-1 0,-1 0 0,0 0 0,0-1 0,-1 0 0,0 0 0,0 0 0,0-1 0,-1 1 0,0-1 0,0 0 0,-1-1 0,0 1 0,0 0 0,0-1 0,2-13 0,1-15 0,-2 0 0,-1 0 0,-2 0 0,-5-54 0,1 13 0,3 72 0,0-1 0,0 0 0,-1 1 0,1-1 0,-1 1 0,-1-1 0,1 1 0,-1-1 0,0 1 0,0 0 0,-1 0 0,1 0 0,-1 0 0,0 0 0,-1 1 0,-3-5 0,0 3 0,0 0 0,0 1 0,0 0 0,-1 0 0,0 0 0,0 1 0,0 0 0,-1 1 0,-11-3 0,-123-34 120,130 38-285,-1-1 0,0 2 0,1 0 0,-1 0 0,0 1 0,0 1 0,0 1 0,-21 4 0,18 0-6661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8:52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28 24575,'-36'1'0,"-2"0"0,0-2 0,1-1 0,-59-12 0,81 10 0,-1 1 0,0 1 0,0 0 0,-1 1 0,1 0 0,-21 3 0,33-2 0,0 1 0,0 0 0,0-1 0,0 2 0,0-1 0,0 0 0,0 1 0,1-1 0,-1 1 0,0 0 0,1 0 0,0 1 0,-1-1 0,1 1 0,0-1 0,0 1 0,0 0 0,1 0 0,-1 1 0,1-1 0,0 0 0,-1 1 0,2 0 0,-1-1 0,0 1 0,1 0 0,-1 0 0,1 0 0,-1 6 0,-1 26 0,1-1 0,4 64 0,0-27 0,-2-61 0,1-1 0,0 1 0,0 0 0,1 0 0,0-1 0,1 1 0,0-1 0,1 0 0,0 0 0,0 0 0,1 0 0,1-1 0,0 0 0,0 0 0,0 0 0,1-1 0,1 0 0,-1 0 0,10 7 0,-7-7 0,0 0 0,0-1 0,1 0 0,-1-1 0,2 0 0,-1-1 0,0 0 0,1-1 0,0 0 0,0 0 0,22 2 0,-3-2 0,1-2 0,-1-1 0,48-4 0,-70 2 0,0 0 0,-1-1 0,1 0 0,-1 0 0,0-1 0,0 0 0,0 0 0,0-1 0,0 0 0,-1 0 0,0-1 0,0 0 0,0 0 0,0-1 0,-1 0 0,0 0 0,0 0 0,-1-1 0,1 0 0,5-11 0,-4 5 0,0-1 0,-1 0 0,0-1 0,-1 0 0,-1 1 0,0-1 0,-1-1 0,-1 1 0,0 0 0,-1-26 0,-1 41 0,0-24 0,-1 0 0,-1 1 0,0-1 0,-9-32 0,8 48 0,0 1 0,0-1 0,0 0 0,-1 1 0,-1 0 0,1 0 0,-1 0 0,0 1 0,-1-1 0,1 1 0,-1 0 0,0 1 0,-1-1 0,1 1 0,-1 1 0,-10-6 0,3 3 10,0 0 0,-1 1 0,0 1 1,0 0-1,0 1 0,-1 1 0,-22-3 0,-11 3-322,-51 4-1,57 0-508,21-1-6005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9:01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499 57 24575,'-18'-2'0,"1"0"0,0 0 0,0-2 0,0 0 0,-21-9 0,19 7 0,0 0 0,0 1 0,-35-4 0,45 9 0,-13-2 0,0 1 0,0 1 0,-32 4 0,48-3 0,0 0 0,1 0 0,-1 1 0,1-1 0,-1 1 0,1 0 0,0 1 0,0 0 0,0 0 0,0 0 0,0 0 0,1 0 0,-1 1 0,1 0 0,0 0 0,0 0 0,1 1 0,-5 6 0,2 1 0,0 0 0,1-1 0,1 2 0,0-1 0,0 0 0,1 1 0,1 0 0,-1 19 0,1 14 0,5 49 0,0-19 0,-3-38 0,6 121 0,-3-139 0,0-1 0,2 1 0,0-1 0,1 0 0,1 0 0,10 18 0,-9-20 0,2 0 0,0-1 0,0 0 0,2 0 0,21 22 0,-27-32 0,1 0 0,-1-1 0,1 0 0,0 0 0,1-1 0,-1 1 0,1-1 0,0-1 0,-1 0 0,2 0 0,-1 0 0,0-1 0,0 0 0,17 1 0,-17-3 0,142 1 0,-136-2 0,0-1 0,1 0 0,-1-1 0,0 0 0,0-1 0,-1 0 0,1-2 0,15-7 0,-22 8 0,0-1 0,0 0 0,0 0 0,-1 0 0,0-1 0,0 0 0,0 0 0,-1-1 0,0 1 0,-1-1 0,1 0 0,5-17 0,-3 6 0,-1-1 0,-1 0 0,-1 1 0,4-36 0,-8 49 0,3-29 0,-1 0 0,-6-62 0,3 88 0,0 0 0,-1 0 0,0 0 0,-1 0 0,1 0 0,-2 1 0,1-1 0,-1 1 0,-1 0 0,1 0 0,-1 0 0,-1 1 0,1 0 0,-1 0 0,0 0 0,-8-5 0,-6-4 24,-1 1 0,0 1 0,-1 1 0,-30-13 0,37 20-210,-1 1 1,0 0-1,0 1 0,0 1 1,0 0-1,-1 2 1,-26-1-1,20 3-6640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09:05.1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549 160 24575,'-2'-6'0,"1"0"0,-1 1 0,-1-1 0,1 0 0,-1 1 0,0 0 0,0 0 0,-4-6 0,-1-1 0,4 6 0,0-1 0,0 1 0,0 0 0,-1 1 0,0-1 0,0 1 0,-1 0 0,1 1 0,-1-1 0,0 1 0,0 0 0,-1 0 0,1 1 0,-1 0 0,0 0 0,-11-3 0,-3 2 0,-1 1 0,1 1 0,0 1 0,-32 2 0,45 0 0,-22-1 0,15 0 0,0 0 0,0 1 0,0 0 0,0 2 0,-16 3 0,26-4 0,0 0 0,1 0 0,-1 0 0,1 1 0,-1 0 0,1-1 0,0 1 0,0 1 0,1-1 0,-1 1 0,0-1 0,1 1 0,0 0 0,0 0 0,0 1 0,1-1 0,-1 0 0,1 1 0,-2 7 0,-9 26 0,2 1 0,2 0 0,1 1 0,2 0 0,2 0 0,2 0 0,1 0 0,7 54 0,-6-85 0,2 0 0,-1 0 0,1 0 0,1 0 0,-1 0 0,1-1 0,1 1 0,0-1 0,0 0 0,1 0 0,0 0 0,0 0 0,1-1 0,0 0 0,0 0 0,0 0 0,15 10 0,-10-10 0,0-1 0,0 0 0,1 0 0,0-1 0,0-1 0,0 0 0,1 0 0,-1-1 0,1-1 0,0 0 0,0-1 0,15-1 0,-8 1 0,1-2 0,-1 0 0,0-2 0,1 0 0,-1-1 0,26-10 0,-32 9 0,-1-1 0,0-1 0,-1 0 0,0 0 0,0-1 0,0-1 0,-1 0 0,0-1 0,17-21 0,-12 13 0,-2-1 0,0 0 0,-1-1 0,-1 0 0,-1-1 0,-1-1 0,0 0 0,-2 0 0,-1-1 0,0 0 0,-2 0 0,-1 0 0,0-1 0,-2 0 0,-1-41 0,-1 34-111,-2-44 349,2 72-309,0 0 0,-1 0 0,1 0 0,-1 0 0,0 1 0,0-1 0,0 0 0,0 1 0,0-1 0,0 1 0,-1-1 0,0 1-1,1 0 1,-1-1 0,0 1 0,0 0 0,0 0 0,0 0 0,-1 1 0,-3-4 0,-10-1-6755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0:52.8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861 131 24575,'-6'-1'0,"0"0"0,1-1 0,0 0 0,-1 0 0,1 0 0,0-1 0,-7-4 0,-15-6 0,-66-28 0,66 28 0,-54-19 0,70 29 0,-1 0 0,1 1 0,-1 0 0,1 1 0,-1 1 0,0 0 0,1 0 0,-18 3 0,8 2 0,2 0 0,-1 1 0,1 1 0,0 1 0,0 1 0,1 1 0,0 0 0,1 1 0,0 1 0,0 0 0,2 1 0,0 1 0,-17 19 0,9-5 0,0 1 0,1 1 0,2 1 0,2 1 0,0 0 0,-20 55 0,30-62 0,1-1 0,1 1 0,2 0 0,-4 51 0,9 106 0,2-84 0,-3-89 0,0 0 0,1 0 0,-1 0 0,2 0 0,-1 0 0,1-1 0,1 1 0,0 0 0,0-1 0,1 0 0,5 10 0,-5-12 0,0-1 0,1 0 0,-1-1 0,1 1 0,0-1 0,0 0 0,1 0 0,-1 0 0,1-1 0,0 0 0,0 0 0,0-1 0,0 1 0,0-1 0,13 2 0,-1 0 0,-1-1 0,0-1 0,1-1 0,-1 0 0,1-2 0,-1 0 0,1 0 0,-1-2 0,1 0 0,-1-1 0,0-1 0,-1 0 0,1-1 0,-1-1 0,26-16 0,-23 12 0,-2-2 0,0 0 0,0-1 0,-2 0 0,1-2 0,-2 0 0,0 0 0,-1-1 0,-1-1 0,0 0 0,-2-1 0,14-31 0,-17 32 0,-2 0 0,1-1 0,-2 0 0,-1 0 0,2-38 0,-8-102 0,-2 64 0,6 89 0,-1 0 0,-1 0 0,1 0 0,-1 0 0,0 0 0,0 0 0,-1 0 0,0 0 0,0 0 0,0 0 0,-1 1 0,-4-8 0,4 9 0,0 2 0,0-1 0,0 0 0,-1 1 0,1-1 0,-1 1 0,1 0 0,-1 0 0,0 0 0,0 1 0,0-1 0,0 1 0,0 0 0,0 0 0,0 0 0,0 1 0,0 0 0,0-1 0,-5 2 0,-43-2 0,-56 8 0,105-7 0,-1 1 0,0 0 0,1 0 0,-1 0 0,1 0 0,-1 1 0,1-1 0,0 1 0,-1 0 0,1 0 0,0 0 0,0 0 0,0 0 0,1 1 0,-1 0 0,-2 2 0,0 1 0,1 0 0,0 1 0,1-1 0,0 1 0,0 0 0,0-1 0,-3 13 0,1 7 0,0 0 0,2 0 0,0 38 0,3-61 0,-1 38 0,-1-3 0,2 0 0,5 46 0,-4-75 0,1 1 0,0-1 0,0 0 0,1 0 0,0 0 0,0 0 0,1 0 0,0-1 0,1 0 0,0 1 0,0-2 0,0 1 0,1-1 0,8 8 0,-8-11 0,0 0 0,1-1 0,-1 1 0,1-1 0,0-1 0,0 1 0,0-1 0,0 0 0,0-1 0,0 0 0,0 0 0,1-1 0,7 0 0,1 1 0,0-2 0,0 0 0,-1-1 0,1-1 0,16-5 0,-20 4 0,-1-1 0,0-1 0,0 0 0,0-1 0,-1 0 0,0 0 0,0-1 0,-1 0 0,0-1 0,0 0 0,-1 0 0,-1-1 0,1 0 0,-2-1 0,1 1 0,4-13 0,-1 3 0,-1-1 0,-1-1 0,-1 1 0,0-1 0,-2-1 0,-1 1 0,3-46 0,-8 51 0,0-1 0,-1 1 0,0-1 0,-2 1 0,0 0 0,-1 0 0,-1 0 0,0 1 0,-1-1 0,-1 2 0,0-1 0,-14-18 0,2 7 0,-1 1 0,-1 1 0,-1 0 0,-1 2 0,-41-30 0,57 47 0,0 0 0,0 1 0,-1 0 0,1 0 0,-1 1 0,-1 0 0,1 1 0,0 0 0,-20-4 0,24 7 0,0-1 0,0 1 0,0 0 0,0 1 0,-1-1 0,1 1 0,0 0 0,0 0 0,0 0 0,0 1 0,0 0 0,1 0 0,-1 0 0,0 1 0,1 0 0,0-1 0,-1 1 0,1 1 0,0-1 0,-4 6 0,-11 13 0,1 1 0,1 1 0,1 0 0,1 2 0,2-1 0,0 2 0,2 0 0,-11 36 0,8-11 0,2 0 0,2 1 0,-4 87 0,13-130 0,0 1 0,1 0 0,1-1 0,0 1 0,0-1 0,1 1 0,3 10 0,-4-19 0,0 1 0,1 0 0,-1 0 0,1 0 0,0-1 0,-1 1 0,1-1 0,0 0 0,1 1 0,-1-1 0,0 0 0,1 0 0,-1 0 0,1-1 0,-1 1 0,1-1 0,0 1 0,0-1 0,-1 0 0,1 0 0,0 0 0,0 0 0,0-1 0,1 1 0,-1-1 0,0 1 0,6-2 0,7 1 0,0-1 0,0-1 0,0 0 0,0-1 0,-1-1 0,1 0 0,-1-1 0,0-1 0,0-1 0,-1 0 0,0 0 0,22-17 0,-26 17 0,0-1 0,-1 0 0,0 0 0,0-1 0,0-1 0,-2 1 0,1-1 0,-1-1 0,0 1 0,-1-1 0,-1-1 0,1 1 0,-2-1 0,0 1 0,0-1 0,4-24 0,-8 33-35,1 1 0,-1-1 0,1 0 0,-1 1 0,0-1 0,0 0 0,0 1 0,0-1 0,0 0 0,-1 1 0,1-1 0,-1 0 0,0 1 0,0-1 0,0 1 0,0-1 0,0 1 0,0 0 0,-1-1 0,1 1 0,-1 0 0,0 0 0,1 0 0,-1 0 0,0 0 0,0 0 0,0 1 0,-1-1 0,1 1 0,0-1 0,-1 1 0,1 0 0,0 0 0,-1 0 0,0 0 0,1 0 0,-1 0 0,-3 0 0,-15-1-6791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1:16.1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424 149 24575,'-1'-6'0,"0"-1"0,0 0 0,0 0 0,-1 0 0,0 1 0,0-1 0,-1 1 0,0 0 0,0 0 0,0 0 0,-1 0 0,0 0 0,0 0 0,0 1 0,-1 0 0,0 0 0,0 0 0,0 1 0,0 0 0,-1 0 0,0 0 0,0 0 0,0 1 0,0 0 0,0 0 0,-1 1 0,1 0 0,-1 0 0,-12-2 0,15 4 0,0-1 0,0 1 0,1 0 0,-1 0 0,0 0 0,0 1 0,0-1 0,1 1 0,-1 0 0,0 0 0,1 0 0,-1 1 0,1-1 0,0 1 0,-1 0 0,1 0 0,0 0 0,0 0 0,0 1 0,0-1 0,0 1 0,1 0 0,-1 0 0,1-1 0,0 2 0,0-1 0,0 0 0,0 0 0,0 1 0,-1 3 0,-5 13 0,1 0 0,1 0 0,0 1 0,-3 23 0,6-26 0,-1 9 0,1-1 0,2 1 0,1 0 0,0 0 0,2 0 0,1 0 0,2-1 0,0 1 0,2-1 0,0-1 0,2 1 0,1-1 0,24 43 0,-2-14 0,2 0 0,3-2 0,2-2 0,79 78 0,-116-125 0,1 0 0,0 0 0,-1-1 0,1 1 0,0-1 0,1 0 0,-1 0 0,0 0 0,0 0 0,1-1 0,-1 1 0,1-1 0,0 0 0,-1 0 0,1 0 0,0-1 0,0 1 0,-1-1 0,1 0 0,0 0 0,0 0 0,-1-1 0,1 1 0,0-1 0,0 0 0,-1 0 0,1 0 0,-1 0 0,1-1 0,-1 1 0,1-1 0,-1 0 0,5-3 0,1-3 0,0 0 0,0 0 0,-1 0 0,0-1 0,-1-1 0,0 1 0,0-1 0,-1 0 0,7-15 0,6-16 0,-2 0 0,-2-1 0,-2 0 0,-1-2 0,-3 1 0,-1-1 0,-2 0 0,-2-1 0,-3 1 0,-6-87 0,3 125 0,1 0 0,-1 1 0,0-1 0,-1 1 0,1-1 0,-1 1 0,0 0 0,-1 0 0,1 0 0,-1 0 0,0 1 0,0 0 0,0-1 0,0 1 0,-1 1 0,0-1 0,0 1 0,0 0 0,0 0 0,0 0 0,-10-3 0,-14-5 0,1 1 0,-1 2 0,-30-5 0,35 8 0,-52-13 0,0 4 0,-142-9 0,214 23 0,-1 1 0,1-1 0,0 1 0,0 0 0,0 0 0,0 0 0,0 1 0,0-1 0,1 1 0,-1 0 0,0 0 0,1 0 0,-1 0 0,1 1 0,0 0 0,0-1 0,0 1 0,0 0 0,0 1 0,1-1 0,-1 0 0,1 1 0,0-1 0,0 1 0,0 0 0,1 0 0,-1-1 0,0 6 0,-5 12 0,2 1 0,0-1 0,-2 46 0,5-54 0,-4 58 0,5 116 0,1-183 0,0 1 0,0-1 0,1 1 0,0-1 0,0 1 0,0-1 0,0 1 0,1-1 0,0 0 0,0 1 0,0-1 0,0 0 0,1-1 0,-1 1 0,1 0 0,0-1 0,5 5 0,-4-5 0,1 0 0,1 0 0,-1 0 0,0-1 0,1 0 0,-1 0 0,1 0 0,0 0 0,0-1 0,-1 0 0,1-1 0,12 1 0,215-4 0,-204 0 0,1-1 0,-1-1 0,0-2 0,-1 0 0,51-22 0,-72 26 0,0 0 0,-1-1 0,1 0 0,-1 0 0,0 0 0,0-1 0,-1 0 0,1 0 0,-1 0 0,0-1 0,-1 0 0,1 0 0,-1 0 0,0 0 0,-1-1 0,1 0 0,-1 1 0,3-13 0,-2 0 0,-1 0 0,-1 0 0,0-1 0,-2 1 0,-3-38 0,2 23 0,1 15 0,-1 0 0,-1 1 0,-1 0 0,-9-36 0,11 50 0,-1 0 0,1 0 0,-1 0 0,0 1 0,-1-1 0,1 0 0,0 1 0,-1-1 0,0 1 0,0 0 0,0 0 0,0 0 0,-1 0 0,1 1 0,-1-1 0,1 1 0,-1 0 0,0 0 0,0 0 0,0 0 0,0 1 0,0 0 0,0 0 0,-1 0 0,1 0 0,-6 0 0,-14-1 0,1 1 0,-1 2 0,1 0 0,-1 1 0,1 1 0,-26 8 0,38-8 0,-1 1 0,1 0 0,0 1 0,0 0 0,1 0 0,-1 2 0,1-1 0,0 1 0,1 1 0,0-1 0,0 2 0,1-1 0,-14 19 0,18-21 0,0 1 0,1 0 0,0 0 0,0 1 0,1-1 0,-1 0 0,2 1 0,-1 0 0,1-1 0,0 14 0,5 86 0,-1-49 0,-2-40 0,0 0 0,1 1 0,1-1 0,1 0 0,10 29 0,-13-43 0,1 1 0,0-1 0,1 0 0,-1 0 0,1 1 0,-1-2 0,1 1 0,1 0 0,-1 0 0,0-1 0,7 5 0,-7-6 0,0-1 0,0 1 0,0-1 0,-1 0 0,1 0 0,0 0 0,0-1 0,0 1 0,1-1 0,-1 1 0,0-1 0,0 0 0,0 0 0,0-1 0,0 1 0,0-1 0,0 1 0,0-1 0,0 0 0,4-1 0,0-2 0,1 0 0,0 0 0,-1-1 0,0 1 0,0-2 0,-1 1 0,1-1 0,-1 0 0,0 0 0,-1 0 0,1-1 0,-1 0 0,5-11 0,-4 8 0,0 0 0,-1-1 0,-1 1 0,0-1 0,0-1 0,-1 1 0,-1 0 0,0-1 0,1-16 0,-2 12 0,-1-1 0,-1 0 0,-1 1 0,0-1 0,-1 1 0,0-1 0,-8-20 0,7 30 0,1-1 0,-2 0 0,1 1 0,-1 0 0,0 0 0,0 0 0,-1 1 0,0 0 0,0 0 0,0 0 0,-1 1 0,0 0 0,0 0 0,0 1 0,0 0 0,-11-5 0,-6 0 0,0 1 0,0 0 0,0 2 0,-1 1 0,0 1 0,0 1 0,-1 1 0,-30 2 0,51 0 0,0 0 0,0 1 0,0 0 0,0 0 0,0 0 0,1 1 0,-1-1 0,0 1 0,1 0 0,-1 1 0,1-1 0,0 1 0,0 0 0,0 0 0,0 0 0,0 0 0,0 1 0,1 0 0,0-1 0,0 1 0,0 1 0,0-1 0,1 0 0,-1 0 0,1 1 0,0 0 0,1-1 0,-1 1 0,1 0 0,-1 6 0,-3 15 0,2 1 0,0-1 0,2 1 0,4 40 0,-2-30 0,-1 34 0,-2-38 0,3 0 0,0-1 0,9 51 0,-9-80 4,0 0-1,0 1 0,0-1 1,0 0-1,0 1 0,1-1 1,0 0-1,-1 0 0,1 0 0,0 0 1,0-1-1,1 1 0,-1 0 1,0-1-1,1 1 0,0-1 1,0 0-1,-1 0 0,1 0 1,0-1-1,1 1 0,-1-1 1,0 1-1,0-1 0,1 0 1,-1 0-1,0 0 0,1-1 1,-1 1-1,1-1 0,-1 0 1,1 0-1,-1 0 0,1 0 1,6-2-1,6-1-215,0-1 0,0-1-1,-1 0 1,1-1 0,-1-1 0,16-9 0,28-19-6614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4:57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627 105 24575,'-8'-1'0,"0"0"0,-1 0 0,1-1 0,-13-5 0,-25-4 0,-41 6 0,-145 8 0,226-2 0,-1-1 0,1 1 0,0 1 0,-1-1 0,1 1 0,0 0 0,0 0 0,0 1 0,1 0 0,-1 0 0,1 0 0,-1 0 0,1 1 0,0 0 0,0 0 0,1 1 0,-1-1 0,1 1 0,0 0 0,0 0 0,1 1 0,-1-1 0,1 1 0,-3 9 0,-4 10 0,2 0 0,2 1 0,0 0 0,-4 44 0,5-30 0,-26 248 0,29-248 0,2 0 0,2 0 0,2 0 0,1 0 0,14 47 0,-18-80 0,1 0 0,0-1 0,1 1 0,0-1 0,0 0 0,0 1 0,1-1 0,0 0 0,0-1 0,0 1 0,7 6 0,-6-9 0,-1 0 0,1 0 0,0 0 0,0-1 0,0 1 0,0-1 0,0 0 0,1-1 0,-1 1 0,1-1 0,-1 0 0,1-1 0,-1 1 0,11-2 0,60 2 0,0-4 0,87-14 0,-135 12 0,1-2 0,-2-1 0,1-1 0,-1-1 0,0-1 0,-1-2 0,0 0 0,45-33 0,-57 36 0,0-1 0,0-1 0,-1 0 0,-1 0 0,0-1 0,-1-1 0,0 0 0,-1-1 0,-1 0 0,0 0 0,-1-1 0,0 0 0,-2-1 0,0 1 0,-1-1 0,0-1 0,-1 1 0,2-33 0,-5 18 0,0 1 0,-3-1 0,0 1 0,-2 0 0,-2 0 0,0 0 0,-13-33 0,12 45 0,-1 1 0,0 0 0,-1 1 0,-1 0 0,-1 0 0,-1 1 0,0 0 0,-1 1 0,0 1 0,-1 0 0,-1 1 0,-24-17 0,18 17 0,-1 0 0,-1 2 0,0 0 0,-1 2 0,0 0 0,-40-8 0,12 7 0,0 3 0,-62-2 0,109 8 0,1 1 0,-1 0 0,0 0 0,1 1 0,-1-1 0,0 1 0,1 0 0,-1 0 0,1 1 0,-1 0 0,1-1 0,0 1 0,0 0 0,0 1 0,0-1 0,0 1 0,-4 4 0,2-1 0,1 0 0,1 0 0,-1 1 0,1 0 0,0 0 0,0 0 0,1 1 0,0-1 0,-2 11 0,-6 26 0,2 0 0,2 1 0,-2 76 0,3-35 0,-5 55 0,10 219 0,1-356 7,1 0 0,-1-1 0,1 1 0,0-1 0,0 1 1,1-1-1,-1 1 0,1-1 0,-1 0 0,1 1 0,0-1 0,0 0 0,0 0 0,1 0 0,-1-1 0,6 5 0,-7-6-42,0 0-1,1 0 1,-1-1 0,0 1-1,1-1 1,-1 1-1,0-1 1,1 1 0,-1-1-1,1 0 1,-1 0 0,1 1-1,-1-1 1,1 0 0,-1 0-1,1-1 1,-1 1 0,1 0-1,-1 0 1,1-1-1,-1 1 1,0-1 0,1 1-1,-1-1 1,0 0 0,1 0-1,-1 1 1,0-1 0,0 0-1,0 0 1,1 0 0,-1 0-1,0 0 1,0-1-1,-1 1 1,1 0 0,0 0-1,0 0 1,-1-1 0,1 1-1,1-3 1,9-20-6791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5:02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527 108 24575,'-44'-1'0,"-53"-11"0,53 6 0,-57-1 0,47 6 0,-73 4 0,124-3 0,1 1 0,-1-1 0,0 1 0,1 0 0,-1 0 0,0 0 0,1 0 0,-1 1 0,1-1 0,0 1 0,-1-1 0,1 1 0,0 0 0,0 0 0,0 0 0,0 0 0,1 0 0,-1 0 0,0 0 0,1 1 0,-1-1 0,1 1 0,0-1 0,0 1 0,0-1 0,0 1 0,1 0 0,-1 0 0,1-1 0,-1 6 0,-1 10 0,1 1 0,1 0 0,3 30 0,0-15 0,-3 132 0,3 55 0,-3-213 0,1-1 0,0 1 0,0-1 0,1 0 0,0 0 0,0 0 0,1 0 0,-1 0 0,2 0 0,-1-1 0,1 1 0,0-1 0,0 0 0,1 0 0,-1 0 0,1-1 0,1 0 0,-1 0 0,1 0 0,0-1 0,0 1 0,0-1 0,1-1 0,-1 1 0,1-1 0,0 0 0,0-1 0,0 0 0,0 0 0,0 0 0,1-1 0,-1 0 0,0 0 0,11-1 0,5 1 0,-1-1 0,0-1 0,1 0 0,29-8 0,-40 6 0,0 0 0,-1-1 0,0-1 0,1 0 0,-2-1 0,1 0 0,-1 0 0,1-1 0,14-14 0,-10 6 0,0-1 0,-1-1 0,-1 0 0,0-1 0,-1 0 0,-1-1 0,11-26 0,-9 13 0,-1 0 0,-1-1 0,12-63 0,-21 84 0,0 1 0,-1-1 0,0 0 0,-1 0 0,0 0 0,-1 0 0,0 0 0,-1 1 0,0-1 0,-1 0 0,0 1 0,-1 0 0,0-1 0,-1 2 0,0-1 0,-1 0 0,0 1 0,0 0 0,-1 1 0,-15-16 0,2 1 0,3 4 0,1 1 0,-34-28 0,44 42 0,-1 0 0,0 1 0,0-1 0,0 2 0,0-1 0,0 1 0,-1 0 0,0 0 0,1 1 0,-1 0 0,0 1 0,-14-2 0,5 2 0,-1 1 0,0 1 0,-26 4 0,36-4 0,0 1 0,1 0 0,-1 1 0,0 0 0,1 0 0,0 1 0,0 0 0,0 0 0,-12 10 0,-15 11 0,30-23 0,-1 1 0,0-1 0,1 1 0,0 1 0,-1-1 0,1 1 0,1-1 0,-1 1 0,0 0 0,1 1 0,0-1 0,0 0 0,0 1 0,1 0 0,-1 0 0,1 0 0,0 0 0,1 0 0,-1 0 0,0 6 0,-2 54 0,6 101 0,1-47 0,-4-69 0,-1-31 0,1 0 0,1 0 0,1-1 0,1 1 0,1 0 0,6 24 0,-8-41-62,0 1 0,0-1 0,0 1 0,0-1 0,1 0 0,-1 0 0,1 1 0,-1-1 0,1 0 0,0-1 0,0 1 0,0 0-1,0 0 1,0-1 0,0 1 0,1-1 0,-1 0 0,0 0 0,1 0 0,-1 0 0,4 1 0,12 2-6764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6:11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86 24575,'-1'-3'0,"0"1"0,0-1 0,0 0 0,0 1 0,0-1 0,0 1 0,-1 0 0,1-1 0,-1 1 0,0 0 0,0 0 0,0 0 0,0 0 0,0 0 0,0 1 0,0-1 0,-1 0 0,-2 0 0,-47-25 0,24 21 0,-1 2 0,0 0 0,0 2 0,0 1 0,0 2 0,-50 6 0,73-6 0,-1 0 0,0 0 0,0 0 0,1 1 0,-1 0 0,1 0 0,-1 1 0,1 0 0,0 0 0,0 0 0,0 1 0,1 0 0,-1 0 0,1 0 0,0 1 0,0 0 0,0 0 0,1 0 0,0 1 0,0-1 0,0 1 0,0 0 0,1 0 0,0 0 0,1 0 0,-1 1 0,1-1 0,-2 10 0,-1 16 0,0 1 0,2 0 0,2-1 0,4 59 0,-1-24 0,-2-62 0,0 13 0,0-1 0,1 0 0,1 0 0,6 28 0,-6-40 0,0 1 0,0-1 0,0 0 0,1 0 0,0 0 0,0 0 0,0-1 0,1 1 0,0-1 0,-1 0 0,1 0 0,1 0 0,-1-1 0,1 1 0,-1-1 0,1 0 0,0 0 0,6 2 0,16 7 0,2-1 0,0-2 0,0 0 0,0-2 0,54 6 0,-62-11 0,0-1 0,0-1 0,0-1 0,0 0 0,0-2 0,0 0 0,-1-1 0,1-1 0,23-10 0,-35 11 0,0 0 0,-1-1 0,1-1 0,-1 1 0,0-1 0,0 0 0,-1-1 0,0 0 0,0 0 0,-1-1 0,1 0 0,-2 0 0,1 0 0,-1-1 0,0 1 0,-1-1 0,4-12 0,-5 13 0,-1 0 0,-1 1 0,1-1 0,-1 0 0,0 0 0,-1 0 0,0 0 0,0 0 0,-1 0 0,0 0 0,0 1 0,-1-1 0,0 0 0,-1 1 0,1-1 0,-1 1 0,-1 0 0,1 0 0,-1 0 0,-1 0 0,1 1 0,-6-7 0,-22-20 0,0 2 0,-47-34 0,50 42 0,17 13 0,-1 1 0,0 0 0,0 1 0,-1 0 0,0 1 0,0 0 0,0 2 0,-1-1 0,-19-3 0,23 7 0,1 1 0,-1 0 0,0 1 0,0 0 0,0 0 0,1 1 0,-1 1 0,0 0 0,1 0 0,-1 1 0,1 0 0,0 1 0,0 0 0,-13 8 0,8-3 12,1 1 0,0 0 0,1 1 0,0 1 0,0 0 0,1 1 0,1 0 0,0 0 0,-15 27 0,14-20-224,2 0 0,0 1 0,1 1-1,1-1 1,1 1 0,-7 43 0,11-41-6614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6:31.3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398 422 24575,'0'-3'0,"-1"-1"0,1 1 0,0 0 0,-1 0 0,0 0 0,0-1 0,0 1 0,0 0 0,-1 0 0,1 0 0,-1 0 0,1 1 0,-1-1 0,0 0 0,0 1 0,0-1 0,-1 1 0,1 0 0,-1-1 0,1 1 0,-1 1 0,0-1 0,1 0 0,-1 0 0,0 1 0,0 0 0,0 0 0,-1 0 0,1 0 0,0 0 0,0 0 0,0 1 0,-1-1 0,1 1 0,0 0 0,-1 0 0,1 1 0,0-1 0,0 1 0,-1-1 0,1 1 0,0 0 0,0 0 0,0 0 0,0 1 0,0-1 0,0 1 0,0-1 0,1 1 0,-1 0 0,0 0 0,1 1 0,0-1 0,-1 0 0,1 1 0,0-1 0,0 1 0,0 0 0,1 0 0,-3 4 0,-1 8 0,1-1 0,1 1 0,0 0 0,1 0 0,0 0 0,2 23 0,-5 28 0,-11 34 0,7-54 0,2 0 0,-1 66 0,6-66 0,1-25 0,1 0 0,0-1 0,1 1 0,5 25 0,-5-42 0,0 0 0,0 0 0,0 1 0,1-1 0,0 0 0,-1-1 0,1 1 0,1 0 0,-1 0 0,0-1 0,1 0 0,0 1 0,0-1 0,0 0 0,0 0 0,0 0 0,1-1 0,-1 1 0,1-1 0,-1 0 0,1 0 0,0 0 0,0-1 0,0 1 0,8 1 0,0-2 0,0 0 0,1 0 0,-1-1 0,1-1 0,-1 0 0,1-1 0,-1 0 0,0-1 0,0-1 0,0 0 0,-1 0 0,1-1 0,-1 0 0,0-1 0,17-12 0,6-6 0,-1-1 0,-2-1 0,41-44 0,-36 32 0,-2-1 0,49-72 0,-73 95 0,-1 0 0,0 0 0,-1-1 0,-1 0 0,-1 0 0,0-1 0,-1 0 0,-1 0 0,-1 0 0,0 0 0,-1-21 0,-2 20 0,-2-1 0,0 0 0,-1 1 0,-1-1 0,0 1 0,-2 0 0,-15-35 0,8 29 0,-1 0 0,-1 1 0,-2 1 0,-36-42 0,34 44 0,-1 1 0,0 1 0,-2 0 0,0 2 0,-1 1 0,-49-27 0,64 38 0,-1 2 0,0-1 0,0 1 0,0 0 0,0 1 0,0 0 0,0 0 0,-1 1 0,1 1 0,-1-1 0,1 1 0,-1 1 0,1 0 0,-1 0 0,1 1 0,0 0 0,0 1 0,0 0 0,0 0 0,0 1 0,1 0 0,-1 0 0,1 1 0,-11 9 0,2 1 0,1 0 0,0 2 0,1 0 0,1 1 0,0 0 0,2 1 0,0 0 0,1 1 0,-10 26 0,-8 27 0,-24 95 0,35-97 0,5 1 0,2 0 0,3 0 0,4 1 0,2 0 0,10 85 0,-7-149 0,2 26 0,11 52 0,-13-80 0,1 0 0,0 0 0,0 0 0,1 0 0,0 0 0,0-1 0,0 1 0,1-1 0,0 0 0,0 0 0,0 0 0,1 0 0,11 9 0,-13-13 0,0 0 0,0 0 0,1 0 0,-1-1 0,1 1 0,-1-1 0,1 0 0,-1 0 0,1 0 0,0 0 0,0-1 0,-1 1 0,1-1 0,0 0 0,0 0 0,-1 0 0,1-1 0,4 0 0,-1-1 0,-1-1 0,1 1 0,-1-1 0,0 0 0,0-1 0,0 1 0,0-1 0,-1 0 0,7-7 0,2-3 0,-2 1 0,0-2 0,-1 0 0,0 0 0,-1-1 0,12-25 0,-15 23-341,0 0 0,-1-1-1,5-25 1,-4 2-6485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7:01.5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681 268 24575,'-16'-1'0,"0"0"0,0-2 0,-17-4 0,-39-6 0,62 13 0,1 0 0,0 0 0,0 1 0,0 0 0,-1 0 0,1 1 0,0 0 0,1 1 0,-1 0 0,0 0 0,1 1 0,0 0 0,0 1 0,0 0 0,0 0 0,1 0 0,0 1 0,0 0 0,0 1 0,1-1 0,0 1 0,0 1 0,1-1 0,-6 10 0,-5 8 0,1 0 0,2 2 0,0 0 0,2 0 0,1 1 0,1 0 0,1 1 0,1 0 0,2 0 0,1 1 0,2-1 0,1 1 0,3 45 0,0-67 0,0 0 0,0 0 0,1 0 0,0-1 0,0 1 0,1-1 0,0 0 0,0 0 0,1 0 0,-1 0 0,2-1 0,-1 0 0,1 0 0,0 0 0,0-1 0,0 0 0,1 0 0,0-1 0,0 0 0,0 0 0,15 6 0,-7-3 0,1-2 0,0 1 0,0-2 0,0 0 0,0-1 0,0 0 0,1-2 0,-1 0 0,34-2 0,-33-2 0,1 0 0,-1-2 0,0 0 0,0 0 0,0-2 0,-1 0 0,0-1 0,0-1 0,-1 0 0,0-1 0,-1-1 0,0 0 0,15-16 0,-19 16 0,0 0 0,0-1 0,-1 0 0,-1 0 0,0-1 0,-1 0 0,0-1 0,-1 1 0,0-1 0,-2-1 0,1 1 0,-2-1 0,0 1 0,0-1 0,-2 0 0,1-15 0,-3 4 0,0 1 0,-2 0 0,-1 0 0,-1 0 0,-1 1 0,-1 0 0,-1 0 0,-1 0 0,-1 1 0,-1 0 0,-1 1 0,-28-37 0,17 27 0,-2 0 0,-1 2 0,-1 2 0,-31-26 0,49 45 0,-1 1 0,0 1 0,-1 0 0,0 0 0,0 1 0,0 1 0,-1 0 0,1 0 0,-1 1 0,-1 0 0,1 1 0,0 1 0,-1 0 0,1 1 0,-1 0 0,-21 2 0,26 0 0,0 1 0,1 1 0,0-1 0,-1 1 0,1 0 0,0 1 0,1 0 0,-1 0 0,1 1 0,-1-1 0,1 1 0,1 1 0,-1-1 0,1 1 0,-6 7 0,-9 14 0,2 0 0,-20 37 0,35-58 0,-37 69 0,-41 106 0,67-142 0,1 1 0,2 0 0,2 1 0,-7 74 0,15-109 0,1-1 0,0 1 0,0-1 0,0 1 0,1 0 0,0-1 0,0 0 0,3 10 0,-3-13 0,0-1 0,0 1 0,0-1 0,0 0 0,0 0 0,0 1 0,0-1 0,0 0 0,1 0 0,-1 0 0,0 0 0,1 0 0,-1 0 0,1-1 0,-1 1 0,1 0 0,-1-1 0,1 1 0,-1-1 0,1 1 0,0-1 0,-1 0 0,1 0 0,-1 0 0,1 0 0,0 0 0,-1 0 0,1 0 0,0 0 0,-1-1 0,1 1 0,2-2 0,52-19-1365,4-12-5461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5:56:53.4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419 0 24575,'-36'3'0,"-1"1"0,1 1 0,-52 17 0,32-9 0,48-11 0,0 1 0,0-1 0,0 1 0,1 1 0,-1-1 0,1 1 0,0 1 0,0-1 0,0 1 0,1 0 0,-1 1 0,1 0 0,1 0 0,-1 0 0,1 0 0,0 1 0,1 0 0,-1 0 0,1 0 0,1 1 0,-1-1 0,1 1 0,1 0 0,-3 8 0,-2 19 0,1-1 0,2 1 0,1 0 0,3 48 0,0-58 0,0 97 0,4 286 0,-3-400 0,-1 1 0,1-1 0,0 1 0,1-1 0,0 0 0,1 1 0,-1-1 0,1-1 0,7 14 0,-8-19 0,-1 0 0,1 0 0,0 0 0,0 0 0,0 0 0,0 0 0,0-1 0,0 1 0,0-1 0,1 1 0,-1-1 0,1 0 0,-1 0 0,1 0 0,-1 0 0,1 0 0,-1 0 0,1-1 0,0 0 0,-1 1 0,1-1 0,0 0 0,0 0 0,-1 0 0,1-1 0,0 1 0,-1-1 0,1 1 0,-1-1 0,1 0 0,0 0 0,-1 0 0,5-3 0,4-2 0,0 0 0,0-2 0,0 1 0,-1-1 0,0 0 0,-1-1 0,0 0 0,0-1 0,8-12 0,2-4 0,-2 0 0,23-47 0,-25 36 0,-1-1 0,-2 0 0,-2 0 0,-1-1 0,-2-1 0,-2 1 0,-2-1 0,-1 0 0,-2 0 0,-5-40 0,4 73 0,1 0 0,-1 0 0,0 0 0,-1 0 0,1 0 0,-1 0 0,-1 0 0,1 1 0,-1-1 0,-7-11 0,7 15 0,0 0 0,0 1 0,0-1 0,0 1 0,0 0 0,0-1 0,-1 1 0,0 1 0,1-1 0,-1 0 0,0 1 0,1 0 0,-1 0 0,0 0 0,0 0 0,0 1 0,0-1 0,0 1 0,0 0 0,-5 1 0,3-1 0,1 1 0,-1-1 0,1 1 0,-1 1 0,1-1 0,0 1 0,-1 0 0,1 0 0,0 1 0,0-1 0,0 1 0,1 0 0,-1 1 0,1-1 0,-1 1 0,1 0 0,0 0 0,1 0 0,-1 0 0,1 1 0,0-1 0,0 1 0,0 0 0,-4 9 0,-2 10 0,0 1 0,1 0 0,1 0 0,-2 27 0,8-47 0,-13 78 0,5 1 0,3 0 0,9 160 0,-3-239 0,1 0 0,0 1 0,0-1 0,0 0 0,1 0 0,-1 0 0,1 0 0,0 0 0,1 0 0,3 5 0,-5-9 0,0 1 0,0-1 0,0 0 0,0 0 0,1 0 0,-1 1 0,0-1 0,1 0 0,-1-1 0,1 1 0,-1 0 0,1 0 0,0-1 0,-1 1 0,1-1 0,0 1 0,-1-1 0,1 0 0,0 1 0,-1-1 0,1 0 0,0 0 0,0 0 0,-1-1 0,1 1 0,0 0 0,-1-1 0,1 1 0,0-1 0,-1 1 0,1-1 0,-1 0 0,1 0 0,-1 0 0,2-1 0,11-8 0,0-1 0,0 0 0,-2-1 0,1 0 0,-2-1 0,16-22 0,26-26 0,-12 21-1365,-3 7-5461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08:10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0 630 24575,'39'1'0,"-19"0"0,0 0 0,0-2 0,0 0 0,1-1 0,-1-1 0,-1-1 0,1-1 0,19-7 0,16-15 0,-2-1 0,67-47 0,92-84 0,-93 67 0,135-95-1365,-201 150-5461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08:10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0 649 24575,'5'0'0,"10"-4"0,15-11 0,21-15 0,19-17 0,20-12 0,16-11 0,4-10 0,0-1 0,-9 1 0,-13 9 0,-13 8 0,-19 14-8191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08:30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24575,'572'0'0,"-540"-1"0,56-11 0,17 0 0,588 8 0,-355 7 0,28-4 0,407 3 0,-650 4 0,122 22 0,121 39 0,-28-4 0,364 0 0,2-57 0,-623-6 0,2614-1-1365,-2672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16:13:04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0 202 24575,'28'-2'0,"0"-1"0,0-1 0,37-11 0,18-3 0,588-43 0,1 60 0,-84 67 0,-435-43 0,-46-7 0,39 6 0,256 8 0,626-32 0,-573 3 0,-277-16 0,-81 3 0,-55 7 0,55-16 0,14-2 0,199-32 0,-250 45 0,71-22 0,-6 1 0,-44 5 107,-36 9-1579,-24 10-5354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20:50:46.8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5E3D8-DDB0-4D1F-BC26-95A94F663B1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3963F-15E3-4F9A-906F-AFE85BBD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698419AF-D0F5-217E-4EE4-139D7D8401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7B190D40-A701-CF65-EF4F-E871B44A2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Here each link relates two nodes i.e. variables</a:t>
            </a: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constraints involve pairs of variables e.g. SA ≠ WA</a:t>
            </a: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1C4B1FD8-8A67-C9CF-24EC-0163D1EFE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901BFA-D4D3-4B8A-8F19-2D2DF412E4B5}" type="slidenum">
              <a:rPr lang="en-GB" altLang="en-US" smtClean="0"/>
              <a:pPr>
                <a:spcBef>
                  <a:spcPct val="0"/>
                </a:spcBef>
              </a:pPr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6F45BA1D-F78E-B77D-92DA-6BB6785195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EF98D2-CC5E-48ED-A9FE-986AFB9CB2DA}" type="slidenum">
              <a:rPr lang="en-GB" altLang="en-US" smtClean="0"/>
              <a:pPr>
                <a:spcBef>
                  <a:spcPct val="0"/>
                </a:spcBef>
              </a:pPr>
              <a:t>11</a:t>
            </a:fld>
            <a:endParaRPr lang="en-GB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A47F728-DA97-0908-1E29-E04E8C944B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8B7B183D-C9D2-A19A-D798-55E5B0689D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7CD4D6B-78B6-6D51-C8BD-67F4CAE3D7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859532-E361-49B3-814C-7ECAD68A1E51}" type="slidenum">
              <a:rPr lang="en-GB" altLang="en-US" smtClean="0"/>
              <a:pPr>
                <a:spcBef>
                  <a:spcPct val="0"/>
                </a:spcBef>
              </a:pPr>
              <a:t>12</a:t>
            </a:fld>
            <a:endParaRPr lang="en-GB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7506966-A3B0-5318-D240-38305E87EF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B890432-A986-63E4-2940-682B56978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4ED6A0B-B754-1D5E-9407-82D701EE7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3ADD4D-8FA6-48A8-940E-1F0A87C87E3E}" type="slidenum">
              <a:rPr lang="en-GB" altLang="en-US" smtClean="0"/>
              <a:pPr>
                <a:spcBef>
                  <a:spcPct val="0"/>
                </a:spcBef>
              </a:pPr>
              <a:t>68</a:t>
            </a:fld>
            <a:endParaRPr lang="en-GB" altLang="en-US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515BC78-048B-124B-6322-3B0CE3B53F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E09F02E-AEFD-4E36-0894-2D206BEED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89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8F70416C-8E8F-6C71-6D5E-466D37B16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5BA288-CB90-4E94-82F2-54450477437B}" type="slidenum">
              <a:rPr lang="en-GB" altLang="en-US" smtClean="0"/>
              <a:pPr>
                <a:spcBef>
                  <a:spcPct val="0"/>
                </a:spcBef>
              </a:pPr>
              <a:t>121</a:t>
            </a:fld>
            <a:endParaRPr lang="en-GB" altLang="en-US"/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E61F2770-BACE-2B4B-8EA8-ECBAEB2B5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DD3D246F-4C1E-7B68-C7BF-267DED502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E5B6-D1E3-0AE9-536E-D48FDD94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D206F-1ABD-83EE-3D6B-08CBE1014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53472-A419-FDA0-841B-B619B86ED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5CB7C-FAF3-AB9F-89B4-C1AAC3D0E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02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33E0-4195-D8E7-B92A-DEC79835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EDE0B-0ED5-43A4-C54F-17B3C186C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1E2A9-9135-7E48-FE78-E513D76F3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3EF8-3A8D-49CD-7417-ADE9338AB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4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6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4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3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8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3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7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7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0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478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customXml" Target="../ink/ink14.xml"/><Relationship Id="rId17" Type="http://schemas.openxmlformats.org/officeDocument/2006/relationships/image" Target="../media/image26.png"/><Relationship Id="rId2" Type="http://schemas.openxmlformats.org/officeDocument/2006/relationships/customXml" Target="../ink/ink9.xml"/><Relationship Id="rId16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22.png"/><Relationship Id="rId14" Type="http://schemas.openxmlformats.org/officeDocument/2006/relationships/customXml" Target="../ink/ink1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41.png"/><Relationship Id="rId3" Type="http://schemas.openxmlformats.org/officeDocument/2006/relationships/image" Target="../media/image190.png"/><Relationship Id="rId7" Type="http://schemas.openxmlformats.org/officeDocument/2006/relationships/image" Target="../media/image210.png"/><Relationship Id="rId12" Type="http://schemas.openxmlformats.org/officeDocument/2006/relationships/customXml" Target="../ink/ink22.xm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11" Type="http://schemas.openxmlformats.org/officeDocument/2006/relationships/image" Target="../media/image230.png"/><Relationship Id="rId5" Type="http://schemas.openxmlformats.org/officeDocument/2006/relationships/image" Target="../media/image200.png"/><Relationship Id="rId15" Type="http://schemas.openxmlformats.org/officeDocument/2006/relationships/image" Target="../media/image250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21.png"/><Relationship Id="rId14" Type="http://schemas.openxmlformats.org/officeDocument/2006/relationships/customXml" Target="../ink/ink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customXml" Target="../ink/ink26.xml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customXml" Target="../ink/ink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4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D087E4-6954-FD2F-ABCB-633814FDC1C8}"/>
              </a:ext>
            </a:extLst>
          </p:cNvPr>
          <p:cNvSpPr txBox="1"/>
          <p:nvPr/>
        </p:nvSpPr>
        <p:spPr>
          <a:xfrm>
            <a:off x="728131" y="3736776"/>
            <a:ext cx="7687733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Satisfaction Problems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14D9D-2F9E-D295-0F59-4E5091EF0BAA}"/>
              </a:ext>
            </a:extLst>
          </p:cNvPr>
          <p:cNvSpPr txBox="1"/>
          <p:nvPr/>
        </p:nvSpPr>
        <p:spPr>
          <a:xfrm>
            <a:off x="1231898" y="1138762"/>
            <a:ext cx="668020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CSE 440 </a:t>
            </a:r>
          </a:p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60280-9426-4BB9-15A1-74F21142D85D}"/>
              </a:ext>
            </a:extLst>
          </p:cNvPr>
          <p:cNvSpPr txBox="1"/>
          <p:nvPr/>
        </p:nvSpPr>
        <p:spPr>
          <a:xfrm>
            <a:off x="927094" y="4920620"/>
            <a:ext cx="7289805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Dr. Mohammad Mahmudul Alam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Department of Electrical &amp; Computer Engineering (ECE)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North South University (NSU)</a:t>
            </a:r>
          </a:p>
        </p:txBody>
      </p:sp>
    </p:spTree>
    <p:extLst>
      <p:ext uri="{BB962C8B-B14F-4D97-AF65-F5344CB8AC3E}">
        <p14:creationId xmlns:p14="http://schemas.microsoft.com/office/powerpoint/2010/main" val="30983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5D54-78D8-C72F-E271-F8DA5BD6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5FA21F-30CA-339F-96B8-078FF18136B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Last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73FDD-4CAA-535E-E6C6-665908538E70}"/>
              </a:ext>
            </a:extLst>
          </p:cNvPr>
          <p:cNvSpPr txBox="1"/>
          <p:nvPr/>
        </p:nvSpPr>
        <p:spPr>
          <a:xfrm>
            <a:off x="452965" y="1930647"/>
            <a:ext cx="8238067" cy="40010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multi-agent environment has conflicting goals that give rise to Adversarial search.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 a two-player game, the decision made by one agent affects the resulting search space the other agent needs to explore.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apply the minimax search algorithm that finds the optimal move leading to a terminal state with maximum utility.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 exponential game states, the Alpha-Beta pruning algorithm reduces the effective branching factor.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It maintains variables </a:t>
            </a:r>
            <a:r>
              <a:rPr lang="en-US" sz="22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α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</a:t>
            </a:r>
            <a:r>
              <a:rPr lang="en-US" sz="22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β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to cut off the search when a value is out of bound. </a:t>
            </a:r>
          </a:p>
        </p:txBody>
      </p:sp>
    </p:spTree>
    <p:extLst>
      <p:ext uri="{BB962C8B-B14F-4D97-AF65-F5344CB8AC3E}">
        <p14:creationId xmlns:p14="http://schemas.microsoft.com/office/powerpoint/2010/main" val="164543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BF37E5-45B3-F67B-A498-4BBE8C89CC2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Satisfaction Problems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5F94C-9E6E-9E6A-A5C2-ABD69B0A0467}"/>
              </a:ext>
            </a:extLst>
          </p:cNvPr>
          <p:cNvSpPr txBox="1"/>
          <p:nvPr/>
        </p:nvSpPr>
        <p:spPr>
          <a:xfrm>
            <a:off x="452966" y="1573255"/>
            <a:ext cx="8238067" cy="493981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Standard search problem: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We solve by searching state space: a graph where the nodes are states and edges between them are actions.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Each state is atomic, a “black box” – any data structure that supports successor function, heuristic function, and goal test.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2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CSP: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 CSP, we open the “black box” and represent each state with a set of 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variables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,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values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,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constraints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 problem is solved when each variable has a value that satisfies all the constraints on the variable.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 problem described this way is called a constraint satisfaction problem (CSP).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48ABF-8DB3-B4D7-E5D0-62878AE8DE6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Satisfaction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3694CB-32B3-A8EF-7E14-AF4C5FCD6F35}"/>
                  </a:ext>
                </a:extLst>
              </p:cNvPr>
              <p:cNvSpPr txBox="1"/>
              <p:nvPr/>
            </p:nvSpPr>
            <p:spPr>
              <a:xfrm>
                <a:off x="452965" y="1545660"/>
                <a:ext cx="8238067" cy="493981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Main Concept: 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eliminate large portions of the search space all at once by identifying variable/value combinations that violate the constraints.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CSP has three components: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set of variables: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</m:oMath>
                </a14:m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domain of possible values for each variable: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𝐷</m:t>
                    </m:r>
                  </m:oMath>
                </a14:m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set of constraints between variables: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𝐶</m:t>
                    </m:r>
                  </m:oMath>
                </a14:m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An assignment that does not violate any constraints is called a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consistent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or legal assignment.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complete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assignment is one in which every variable is assigned a value.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solution to a CSP is a complete assignment that satisfies all the constraints.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3694CB-32B3-A8EF-7E14-AF4C5FCD6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545660"/>
                <a:ext cx="8238067" cy="4939814"/>
              </a:xfrm>
              <a:prstGeom prst="rect">
                <a:avLst/>
              </a:prstGeom>
              <a:blipFill>
                <a:blip r:embed="rId2"/>
                <a:stretch>
                  <a:fillRect l="-1923" t="-1481" r="-1997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9792AB3-BB86-434C-BF1E-731E232D6B9D}"/>
              </a:ext>
            </a:extLst>
          </p:cNvPr>
          <p:cNvGrpSpPr/>
          <p:nvPr/>
        </p:nvGrpSpPr>
        <p:grpSpPr>
          <a:xfrm>
            <a:off x="373041" y="4219398"/>
            <a:ext cx="1008000" cy="324720"/>
            <a:chOff x="373041" y="4219398"/>
            <a:chExt cx="10080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302087-D507-4D03-BF13-EBF349760C22}"/>
                    </a:ext>
                  </a:extLst>
                </p14:cNvPr>
                <p14:cNvContentPartPr/>
                <p14:nvPr/>
              </p14:nvContentPartPr>
              <p14:xfrm>
                <a:off x="373041" y="4251438"/>
                <a:ext cx="341640" cy="253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302087-D507-4D03-BF13-EBF349760C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4401" y="4242798"/>
                  <a:ext cx="359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FB4267-62D8-4EEE-A050-C6A6B50D5B1B}"/>
                    </a:ext>
                  </a:extLst>
                </p14:cNvPr>
                <p14:cNvContentPartPr/>
                <p14:nvPr/>
              </p14:nvContentPartPr>
              <p14:xfrm>
                <a:off x="541161" y="4219398"/>
                <a:ext cx="839880" cy="324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FB4267-62D8-4EEE-A050-C6A6B50D5B1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2161" y="4210398"/>
                  <a:ext cx="85752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BE8FED-7716-4D4A-A5A4-64D34DB7DF94}"/>
              </a:ext>
            </a:extLst>
          </p:cNvPr>
          <p:cNvGrpSpPr/>
          <p:nvPr/>
        </p:nvGrpSpPr>
        <p:grpSpPr>
          <a:xfrm>
            <a:off x="316881" y="5003118"/>
            <a:ext cx="729000" cy="297720"/>
            <a:chOff x="316881" y="5003118"/>
            <a:chExt cx="72900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2FD62D-C547-490B-B36B-798B1B34169D}"/>
                    </a:ext>
                  </a:extLst>
                </p14:cNvPr>
                <p14:cNvContentPartPr/>
                <p14:nvPr/>
              </p14:nvContentPartPr>
              <p14:xfrm>
                <a:off x="316881" y="5036958"/>
                <a:ext cx="409320" cy="263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2FD62D-C547-490B-B36B-798B1B3416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241" y="5027958"/>
                  <a:ext cx="426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0C7C62-1DBD-4F1C-A0E3-E73F68F30F82}"/>
                    </a:ext>
                  </a:extLst>
                </p14:cNvPr>
                <p14:cNvContentPartPr/>
                <p14:nvPr/>
              </p14:nvContentPartPr>
              <p14:xfrm>
                <a:off x="643041" y="5003118"/>
                <a:ext cx="402840" cy="29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0C7C62-1DBD-4F1C-A0E3-E73F68F30F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4401" y="4994478"/>
                  <a:ext cx="420480" cy="310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3" descr="australia">
            <a:extLst>
              <a:ext uri="{FF2B5EF4-FFF2-40B4-BE49-F238E27FC236}">
                <a16:creationId xmlns:a16="http://schemas.microsoft.com/office/drawing/2014/main" id="{CE8B1668-D44A-4C8B-63DD-239F1139F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4" y="1436559"/>
            <a:ext cx="37814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1E8D46-4642-84AA-A56E-4FBE9C95249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Map Coloring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7D1357-D42D-FB96-9960-A3D2CFCD948B}"/>
                  </a:ext>
                </a:extLst>
              </p:cNvPr>
              <p:cNvSpPr txBox="1"/>
              <p:nvPr/>
            </p:nvSpPr>
            <p:spPr>
              <a:xfrm>
                <a:off x="452962" y="4793450"/>
                <a:ext cx="8238067" cy="1661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Variables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= {WA, NT, Q, NSW, V, SA, T}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Domains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𝐷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= {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red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:r>
                  <a:rPr lang="en-US" sz="2200" dirty="0">
                    <a:solidFill>
                      <a:srgbClr val="00B050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green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:r>
                  <a:rPr lang="en-US" sz="2200" dirty="0">
                    <a:solidFill>
                      <a:srgbClr val="0070C0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blue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}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Constraints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= adjacent regions must have different colors = {WA ≠ NT, SA </a:t>
                </a:r>
                <a:r>
                  <a:rPr lang="en-US" sz="2200" dirty="0">
                    <a:ea typeface="CMU Serif" panose="02000603000000000000" pitchFamily="2" charset="0"/>
                    <a:cs typeface="CMU Serif" panose="02000603000000000000" pitchFamily="2" charset="0"/>
                  </a:rPr>
                  <a:t>≠ NT, SA ≠ Q, SA ≠ NSW, …, NSW ≠ V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7D1357-D42D-FB96-9960-A3D2CFCD9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2" y="4793450"/>
                <a:ext cx="8238067" cy="1661993"/>
              </a:xfrm>
              <a:prstGeom prst="rect">
                <a:avLst/>
              </a:prstGeom>
              <a:blipFill>
                <a:blip r:embed="rId3"/>
                <a:stretch>
                  <a:fillRect l="-1923" t="-4762" r="-1997" b="-10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ustralia-solution">
            <a:extLst>
              <a:ext uri="{FF2B5EF4-FFF2-40B4-BE49-F238E27FC236}">
                <a16:creationId xmlns:a16="http://schemas.microsoft.com/office/drawing/2014/main" id="{9DBC7BA0-A588-020E-52F3-868FAEFA8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6" y="1371600"/>
            <a:ext cx="37814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0E562A-3CF8-FAFF-6924-3A7C877B253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Map Coloring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379A8-4471-6C5D-C2D0-2A78ADA5B089}"/>
              </a:ext>
            </a:extLst>
          </p:cNvPr>
          <p:cNvSpPr txBox="1"/>
          <p:nvPr/>
        </p:nvSpPr>
        <p:spPr>
          <a:xfrm>
            <a:off x="452966" y="4895794"/>
            <a:ext cx="8238067" cy="1508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Solutions are complete and consistent assignments, e.g., 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{WA = red, NT = green, Q = red, NSW = green, V = red, SA = blue, T = green}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 state may be incomplete, e.g., just WA=red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DCCFA-584E-D1E4-24F6-E1F23598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2" b="8995"/>
          <a:stretch/>
        </p:blipFill>
        <p:spPr>
          <a:xfrm>
            <a:off x="452966" y="1423656"/>
            <a:ext cx="8238067" cy="3395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3AA87F-E2EF-C2CC-3470-0C29587272B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E2F37-233B-6C92-69EF-5E5F7739B186}"/>
              </a:ext>
            </a:extLst>
          </p:cNvPr>
          <p:cNvSpPr txBox="1"/>
          <p:nvPr/>
        </p:nvSpPr>
        <p:spPr>
          <a:xfrm>
            <a:off x="452966" y="5038579"/>
            <a:ext cx="8238067" cy="116955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It is helpful to visualize a CSP as a constraint graph.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Constraint graph: 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nodes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are variables, 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arcs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are constraints. 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Binary CSP: each constraint relates two variables.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7184C-4CB3-CCE6-0566-A2566B2CC48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Variations of CSP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812411-1872-D222-FDC5-BF2175A1418D}"/>
                  </a:ext>
                </a:extLst>
              </p:cNvPr>
              <p:cNvSpPr txBox="1"/>
              <p:nvPr/>
            </p:nvSpPr>
            <p:spPr>
              <a:xfrm>
                <a:off x="452965" y="1745370"/>
                <a:ext cx="8238067" cy="44627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Discrete Variables: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Finite Domains:</a:t>
                </a:r>
              </a:p>
              <a:p>
                <a:pPr marL="1257300" lvl="2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 variables, domain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complete assignments. </a:t>
                </a:r>
              </a:p>
              <a:p>
                <a:pPr marL="1257300" lvl="2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Ex. Boolean CSP, including Boolean satisfiability (NP-complete)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Infinite Domains:</a:t>
                </a:r>
              </a:p>
              <a:p>
                <a:pPr marL="1257300" lvl="2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integers, strings, etc.</a:t>
                </a:r>
              </a:p>
              <a:p>
                <a:pPr marL="1257300" lvl="2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Ex. job scheduling, variables are start/end days for each job</a:t>
                </a:r>
              </a:p>
              <a:p>
                <a:pPr marL="1257300" lvl="2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need a constraint language, e.g., StartJob1 + 5 ≤ StartJob3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Continuous Variables: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Ex. start/end times for Hubble Space Telescope observations.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Linear programming problems.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812411-1872-D222-FDC5-BF2175A14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745370"/>
                <a:ext cx="8238067" cy="4462760"/>
              </a:xfrm>
              <a:prstGeom prst="rect">
                <a:avLst/>
              </a:prstGeom>
              <a:blipFill>
                <a:blip r:embed="rId2"/>
                <a:stretch>
                  <a:fillRect l="-1775" t="-1366" r="-1849" b="-3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D8C7F2-3288-F4F2-E0F5-38A87E75210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Variations of CSP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7C5B3-1C5D-7B06-8670-C608F23C2546}"/>
              </a:ext>
            </a:extLst>
          </p:cNvPr>
          <p:cNvSpPr txBox="1"/>
          <p:nvPr/>
        </p:nvSpPr>
        <p:spPr>
          <a:xfrm>
            <a:off x="452965" y="2126509"/>
            <a:ext cx="8238067" cy="34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Unary constraints involve a single variable,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e.g., SA ≠ green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Binary constraints involve pairs of variables,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e.g., SA ≠ WA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Higher-order constraints involve 3 or more variables,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e.g., cryptarithmetic column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9C520-28AB-69C3-FB5D-78F26B73ADA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 for CSP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36AAD-D312-1FDB-164B-F6D43A35909E}"/>
                  </a:ext>
                </a:extLst>
              </p:cNvPr>
              <p:cNvSpPr txBox="1"/>
              <p:nvPr/>
            </p:nvSpPr>
            <p:spPr>
              <a:xfrm>
                <a:off x="452965" y="1917328"/>
                <a:ext cx="8238067" cy="4001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Backtracking is a depth-first search (DFS) algorithm that assigns values to variables one at a time.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“Backtracking" (reversing the assignment) is done whenever a constraint is violated, essentially trying different values until a complete, consistent solution is found.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Backtracking search is the basic uninformed algorithm for CSP.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CSP with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 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variables of domain size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d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we will end up with a search tree with a branching factor of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nd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at the top level.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At the next level, the branching factor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(n-1)d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, and so on for n levels. So, the tree has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𝑛</m:t>
                    </m:r>
                    <m:r>
                      <a:rPr lang="en-US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!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leaves 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36AAD-D312-1FDB-164B-F6D43A359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917328"/>
                <a:ext cx="8238067" cy="4001095"/>
              </a:xfrm>
              <a:prstGeom prst="rect">
                <a:avLst/>
              </a:prstGeom>
              <a:blipFill>
                <a:blip r:embed="rId2"/>
                <a:stretch>
                  <a:fillRect l="-1923" t="-2134" r="-1997" b="-3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1A4C763-D6C2-462C-B4F6-6D0122F370CF}"/>
              </a:ext>
            </a:extLst>
          </p:cNvPr>
          <p:cNvGrpSpPr/>
          <p:nvPr/>
        </p:nvGrpSpPr>
        <p:grpSpPr>
          <a:xfrm>
            <a:off x="447201" y="3885318"/>
            <a:ext cx="554400" cy="276840"/>
            <a:chOff x="447201" y="3885318"/>
            <a:chExt cx="55440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CA7E316-0A01-4606-8996-2093CC5C8CEF}"/>
                    </a:ext>
                  </a:extLst>
                </p14:cNvPr>
                <p14:cNvContentPartPr/>
                <p14:nvPr/>
              </p14:nvContentPartPr>
              <p14:xfrm>
                <a:off x="447201" y="3885318"/>
                <a:ext cx="352440" cy="207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CA7E316-0A01-4606-8996-2093CC5C8C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8561" y="3876678"/>
                  <a:ext cx="3700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3C8163-DB68-4716-8FA8-853C4306925C}"/>
                    </a:ext>
                  </a:extLst>
                </p14:cNvPr>
                <p14:cNvContentPartPr/>
                <p14:nvPr/>
              </p14:nvContentPartPr>
              <p14:xfrm>
                <a:off x="625041" y="3932478"/>
                <a:ext cx="376560" cy="229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3C8163-DB68-4716-8FA8-853C430692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6041" y="3923478"/>
                  <a:ext cx="39420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B2BA52-481F-4951-8F68-9737C758968E}"/>
              </a:ext>
            </a:extLst>
          </p:cNvPr>
          <p:cNvGrpSpPr/>
          <p:nvPr/>
        </p:nvGrpSpPr>
        <p:grpSpPr>
          <a:xfrm>
            <a:off x="363681" y="2903958"/>
            <a:ext cx="287640" cy="152640"/>
            <a:chOff x="363681" y="2903958"/>
            <a:chExt cx="28764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EB2F5D-D548-40DE-B3DC-648523E74A95}"/>
                    </a:ext>
                  </a:extLst>
                </p14:cNvPr>
                <p14:cNvContentPartPr/>
                <p14:nvPr/>
              </p14:nvContentPartPr>
              <p14:xfrm>
                <a:off x="363681" y="2916198"/>
                <a:ext cx="12672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EB2F5D-D548-40DE-B3DC-648523E74A9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4681" y="2907558"/>
                  <a:ext cx="144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87415A-447D-496F-BD98-6D82452FEB7D}"/>
                    </a:ext>
                  </a:extLst>
                </p14:cNvPr>
                <p14:cNvContentPartPr/>
                <p14:nvPr/>
              </p14:nvContentPartPr>
              <p14:xfrm>
                <a:off x="466281" y="2903958"/>
                <a:ext cx="185040" cy="124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87415A-447D-496F-BD98-6D82452FEB7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7281" y="2894958"/>
                  <a:ext cx="202680" cy="141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Text Box 5">
            <a:extLst>
              <a:ext uri="{FF2B5EF4-FFF2-40B4-BE49-F238E27FC236}">
                <a16:creationId xmlns:a16="http://schemas.microsoft.com/office/drawing/2014/main" id="{3778E43D-612D-6ADF-1FAB-8C9A0E0D5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676696"/>
            <a:ext cx="9893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N! x D</a:t>
            </a:r>
            <a:r>
              <a:rPr lang="en-US" altLang="en-US" sz="1800" baseline="30000">
                <a:latin typeface="+mj-lt"/>
              </a:rPr>
              <a:t>N</a:t>
            </a:r>
          </a:p>
        </p:txBody>
      </p:sp>
      <p:sp>
        <p:nvSpPr>
          <p:cNvPr id="20486" name="Line 6">
            <a:extLst>
              <a:ext uri="{FF2B5EF4-FFF2-40B4-BE49-F238E27FC236}">
                <a16:creationId xmlns:a16="http://schemas.microsoft.com/office/drawing/2014/main" id="{637ABB23-4087-E360-7210-BD6C5229D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355015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237B7FD8-32BD-B247-878C-B6D491433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0815"/>
            <a:ext cx="10214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j-lt"/>
              </a:rPr>
              <a:t>N layers</a:t>
            </a:r>
          </a:p>
        </p:txBody>
      </p:sp>
      <p:grpSp>
        <p:nvGrpSpPr>
          <p:cNvPr id="20488" name="Group 8">
            <a:extLst>
              <a:ext uri="{FF2B5EF4-FFF2-40B4-BE49-F238E27FC236}">
                <a16:creationId xmlns:a16="http://schemas.microsoft.com/office/drawing/2014/main" id="{A9CE8442-6E2E-7FFE-C4A2-FE4B3362E2F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308633"/>
            <a:ext cx="7508875" cy="2430463"/>
            <a:chOff x="720" y="2112"/>
            <a:chExt cx="4730" cy="1531"/>
          </a:xfrm>
        </p:grpSpPr>
        <p:sp>
          <p:nvSpPr>
            <p:cNvPr id="20492" name="Oval 9">
              <a:extLst>
                <a:ext uri="{FF2B5EF4-FFF2-40B4-BE49-F238E27FC236}">
                  <a16:creationId xmlns:a16="http://schemas.microsoft.com/office/drawing/2014/main" id="{8671F082-7D5D-A3D6-6FE4-BA02B973F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493" name="Oval 10">
              <a:extLst>
                <a:ext uri="{FF2B5EF4-FFF2-40B4-BE49-F238E27FC236}">
                  <a16:creationId xmlns:a16="http://schemas.microsoft.com/office/drawing/2014/main" id="{F5ABF6E9-D137-64F0-3D0D-09098C354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9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494" name="Oval 11">
              <a:extLst>
                <a:ext uri="{FF2B5EF4-FFF2-40B4-BE49-F238E27FC236}">
                  <a16:creationId xmlns:a16="http://schemas.microsoft.com/office/drawing/2014/main" id="{5D3B99B3-BA32-2C9D-DCE3-05D265A22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59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495" name="Oval 12">
              <a:extLst>
                <a:ext uri="{FF2B5EF4-FFF2-40B4-BE49-F238E27FC236}">
                  <a16:creationId xmlns:a16="http://schemas.microsoft.com/office/drawing/2014/main" id="{0983176D-B0C7-CBB6-2394-3A90D56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9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496" name="Oval 13">
              <a:extLst>
                <a:ext uri="{FF2B5EF4-FFF2-40B4-BE49-F238E27FC236}">
                  <a16:creationId xmlns:a16="http://schemas.microsoft.com/office/drawing/2014/main" id="{84091B87-E3E5-3EA7-B246-19E6A2920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59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497" name="Oval 14">
              <a:extLst>
                <a:ext uri="{FF2B5EF4-FFF2-40B4-BE49-F238E27FC236}">
                  <a16:creationId xmlns:a16="http://schemas.microsoft.com/office/drawing/2014/main" id="{7A2AEA6A-68FB-5A0A-212C-4C3906ABB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59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498" name="Line 15">
              <a:extLst>
                <a:ext uri="{FF2B5EF4-FFF2-40B4-BE49-F238E27FC236}">
                  <a16:creationId xmlns:a16="http://schemas.microsoft.com/office/drawing/2014/main" id="{EEFD1D75-A1F9-FACA-844C-1BA220D3C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88"/>
              <a:ext cx="720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499" name="Text Box 16">
              <a:extLst>
                <a:ext uri="{FF2B5EF4-FFF2-40B4-BE49-F238E27FC236}">
                  <a16:creationId xmlns:a16="http://schemas.microsoft.com/office/drawing/2014/main" id="{63A6EFA8-D852-850D-D600-AE9FF5EFC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784"/>
              <a:ext cx="3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+mj-lt"/>
                </a:rPr>
                <a:t>WA</a:t>
              </a:r>
            </a:p>
          </p:txBody>
        </p:sp>
        <p:sp>
          <p:nvSpPr>
            <p:cNvPr id="20500" name="Text Box 17">
              <a:extLst>
                <a:ext uri="{FF2B5EF4-FFF2-40B4-BE49-F238E27FC236}">
                  <a16:creationId xmlns:a16="http://schemas.microsoft.com/office/drawing/2014/main" id="{6A006492-D968-423A-C87E-1B664918E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784"/>
              <a:ext cx="3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NT</a:t>
              </a:r>
            </a:p>
          </p:txBody>
        </p:sp>
        <p:sp>
          <p:nvSpPr>
            <p:cNvPr id="20501" name="Text Box 18">
              <a:extLst>
                <a:ext uri="{FF2B5EF4-FFF2-40B4-BE49-F238E27FC236}">
                  <a16:creationId xmlns:a16="http://schemas.microsoft.com/office/drawing/2014/main" id="{84192211-B22F-66F5-43CB-DA70B8BE4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784"/>
              <a:ext cx="2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CC00"/>
                  </a:solidFill>
                  <a:latin typeface="+mj-lt"/>
                </a:rPr>
                <a:t>T</a:t>
              </a:r>
            </a:p>
          </p:txBody>
        </p:sp>
        <p:sp>
          <p:nvSpPr>
            <p:cNvPr id="20502" name="Text Box 19">
              <a:extLst>
                <a:ext uri="{FF2B5EF4-FFF2-40B4-BE49-F238E27FC236}">
                  <a16:creationId xmlns:a16="http://schemas.microsoft.com/office/drawing/2014/main" id="{023AE799-1A42-63EA-16DD-8EB356B9C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784"/>
              <a:ext cx="3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WA</a:t>
              </a:r>
            </a:p>
          </p:txBody>
        </p:sp>
        <p:sp>
          <p:nvSpPr>
            <p:cNvPr id="20503" name="Text Box 20">
              <a:extLst>
                <a:ext uri="{FF2B5EF4-FFF2-40B4-BE49-F238E27FC236}">
                  <a16:creationId xmlns:a16="http://schemas.microsoft.com/office/drawing/2014/main" id="{33891592-F4C9-EE1D-015C-68CE55B68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84"/>
              <a:ext cx="3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CC00"/>
                  </a:solidFill>
                  <a:latin typeface="+mj-lt"/>
                </a:rPr>
                <a:t>WA</a:t>
              </a:r>
            </a:p>
          </p:txBody>
        </p:sp>
        <p:sp>
          <p:nvSpPr>
            <p:cNvPr id="20504" name="Line 21">
              <a:extLst>
                <a:ext uri="{FF2B5EF4-FFF2-40B4-BE49-F238E27FC236}">
                  <a16:creationId xmlns:a16="http://schemas.microsoft.com/office/drawing/2014/main" id="{C77B0CA4-464A-38CA-A19C-A4673C4B8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2208"/>
              <a:ext cx="96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05" name="Line 22">
              <a:extLst>
                <a:ext uri="{FF2B5EF4-FFF2-40B4-BE49-F238E27FC236}">
                  <a16:creationId xmlns:a16="http://schemas.microsoft.com/office/drawing/2014/main" id="{FCC6D015-AE29-DD04-C914-98C9D3220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208"/>
              <a:ext cx="67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06" name="Line 23">
              <a:extLst>
                <a:ext uri="{FF2B5EF4-FFF2-40B4-BE49-F238E27FC236}">
                  <a16:creationId xmlns:a16="http://schemas.microsoft.com/office/drawing/2014/main" id="{92DECE51-1FD4-E237-1E95-A1E24C0DD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2208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07" name="Line 24">
              <a:extLst>
                <a:ext uri="{FF2B5EF4-FFF2-40B4-BE49-F238E27FC236}">
                  <a16:creationId xmlns:a16="http://schemas.microsoft.com/office/drawing/2014/main" id="{9DABC98A-1DFF-1FF5-6968-278C4794BB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208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08" name="Line 25">
              <a:extLst>
                <a:ext uri="{FF2B5EF4-FFF2-40B4-BE49-F238E27FC236}">
                  <a16:creationId xmlns:a16="http://schemas.microsoft.com/office/drawing/2014/main" id="{CC1C50B5-6D76-C6EC-81BF-C937AE3B1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160"/>
              <a:ext cx="144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09" name="Oval 26">
              <a:extLst>
                <a:ext uri="{FF2B5EF4-FFF2-40B4-BE49-F238E27FC236}">
                  <a16:creationId xmlns:a16="http://schemas.microsoft.com/office/drawing/2014/main" id="{BDCD3DF5-2BDC-3363-3FA5-203D3F241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07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510" name="Oval 27">
              <a:extLst>
                <a:ext uri="{FF2B5EF4-FFF2-40B4-BE49-F238E27FC236}">
                  <a16:creationId xmlns:a16="http://schemas.microsoft.com/office/drawing/2014/main" id="{F5B99010-0B02-45F6-BCF5-5473B44F3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7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511" name="Oval 28">
              <a:extLst>
                <a:ext uri="{FF2B5EF4-FFF2-40B4-BE49-F238E27FC236}">
                  <a16:creationId xmlns:a16="http://schemas.microsoft.com/office/drawing/2014/main" id="{27B79198-2404-F8E5-FA27-A9E28EC44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07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512" name="Line 29">
              <a:extLst>
                <a:ext uri="{FF2B5EF4-FFF2-40B4-BE49-F238E27FC236}">
                  <a16:creationId xmlns:a16="http://schemas.microsoft.com/office/drawing/2014/main" id="{27DADC35-02C1-4032-9D44-7460AD9C4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688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13" name="Line 30">
              <a:extLst>
                <a:ext uri="{FF2B5EF4-FFF2-40B4-BE49-F238E27FC236}">
                  <a16:creationId xmlns:a16="http://schemas.microsoft.com/office/drawing/2014/main" id="{A21A8E4F-CE06-0C05-FD4B-6CA2792AE4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688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14" name="Line 31">
              <a:extLst>
                <a:ext uri="{FF2B5EF4-FFF2-40B4-BE49-F238E27FC236}">
                  <a16:creationId xmlns:a16="http://schemas.microsoft.com/office/drawing/2014/main" id="{4AE50C6A-62E8-2A7D-99D9-3B7499195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688"/>
              <a:ext cx="14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15" name="Text Box 32">
              <a:extLst>
                <a:ext uri="{FF2B5EF4-FFF2-40B4-BE49-F238E27FC236}">
                  <a16:creationId xmlns:a16="http://schemas.microsoft.com/office/drawing/2014/main" id="{3D679F87-BE02-D32A-F697-52B23314F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16"/>
              <a:ext cx="37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WA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CC00"/>
                  </a:solidFill>
                  <a:latin typeface="+mj-lt"/>
                </a:rPr>
                <a:t>NT</a:t>
              </a:r>
            </a:p>
          </p:txBody>
        </p:sp>
        <p:sp>
          <p:nvSpPr>
            <p:cNvPr id="20516" name="Text Box 33">
              <a:extLst>
                <a:ext uri="{FF2B5EF4-FFF2-40B4-BE49-F238E27FC236}">
                  <a16:creationId xmlns:a16="http://schemas.microsoft.com/office/drawing/2014/main" id="{468B7920-3CBD-FE37-61E9-946AA0F7D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16"/>
              <a:ext cx="37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WA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+mj-lt"/>
                </a:rPr>
                <a:t>NT</a:t>
              </a:r>
            </a:p>
          </p:txBody>
        </p:sp>
        <p:sp>
          <p:nvSpPr>
            <p:cNvPr id="20517" name="Text Box 34">
              <a:extLst>
                <a:ext uri="{FF2B5EF4-FFF2-40B4-BE49-F238E27FC236}">
                  <a16:creationId xmlns:a16="http://schemas.microsoft.com/office/drawing/2014/main" id="{9EBCCC50-F13E-1AE9-5575-F3B38C09E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216"/>
              <a:ext cx="37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WA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NT</a:t>
              </a:r>
            </a:p>
          </p:txBody>
        </p:sp>
        <p:sp>
          <p:nvSpPr>
            <p:cNvPr id="20518" name="Line 35">
              <a:extLst>
                <a:ext uri="{FF2B5EF4-FFF2-40B4-BE49-F238E27FC236}">
                  <a16:creationId xmlns:a16="http://schemas.microsoft.com/office/drawing/2014/main" id="{2834997F-437B-390F-3EE0-AAC7FB29D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120"/>
              <a:ext cx="720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19" name="Text Box 36">
              <a:extLst>
                <a:ext uri="{FF2B5EF4-FFF2-40B4-BE49-F238E27FC236}">
                  <a16:creationId xmlns:a16="http://schemas.microsoft.com/office/drawing/2014/main" id="{C08FF40D-92E6-CD81-5058-723C3BD4C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551"/>
              <a:ext cx="4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 err="1">
                  <a:latin typeface="+mj-lt"/>
                </a:rPr>
                <a:t>NxD</a:t>
              </a:r>
              <a:endParaRPr lang="en-US" altLang="en-US" sz="1800" dirty="0">
                <a:latin typeface="+mj-lt"/>
              </a:endParaRPr>
            </a:p>
          </p:txBody>
        </p:sp>
        <p:sp>
          <p:nvSpPr>
            <p:cNvPr id="20520" name="Text Box 37">
              <a:extLst>
                <a:ext uri="{FF2B5EF4-FFF2-40B4-BE49-F238E27FC236}">
                  <a16:creationId xmlns:a16="http://schemas.microsoft.com/office/drawing/2014/main" id="{488A4702-DB10-A8C3-37E8-A6454B7A7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078"/>
              <a:ext cx="11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+mj-lt"/>
                </a:rPr>
                <a:t>[</a:t>
              </a:r>
              <a:r>
                <a:rPr lang="en-US" altLang="en-US" sz="1800" dirty="0" err="1">
                  <a:latin typeface="+mj-lt"/>
                </a:rPr>
                <a:t>NxD</a:t>
              </a:r>
              <a:r>
                <a:rPr lang="en-US" altLang="en-US" sz="1800" dirty="0">
                  <a:latin typeface="+mj-lt"/>
                </a:rPr>
                <a:t>]x[(N-1)</a:t>
              </a:r>
              <a:r>
                <a:rPr lang="en-US" altLang="en-US" sz="1800" dirty="0" err="1">
                  <a:latin typeface="+mj-lt"/>
                </a:rPr>
                <a:t>xD</a:t>
              </a:r>
              <a:r>
                <a:rPr lang="en-US" altLang="en-US" sz="1800" dirty="0">
                  <a:latin typeface="+mj-lt"/>
                </a:rPr>
                <a:t>]</a:t>
              </a:r>
            </a:p>
          </p:txBody>
        </p:sp>
        <p:sp>
          <p:nvSpPr>
            <p:cNvPr id="20521" name="Oval 38">
              <a:extLst>
                <a:ext uri="{FF2B5EF4-FFF2-40B4-BE49-F238E27FC236}">
                  <a16:creationId xmlns:a16="http://schemas.microsoft.com/office/drawing/2014/main" id="{7F6816D3-FB8A-1BB4-2166-216078D1F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7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+mj-lt"/>
              </a:endParaRPr>
            </a:p>
          </p:txBody>
        </p:sp>
        <p:sp>
          <p:nvSpPr>
            <p:cNvPr id="20522" name="Text Box 39">
              <a:extLst>
                <a:ext uri="{FF2B5EF4-FFF2-40B4-BE49-F238E27FC236}">
                  <a16:creationId xmlns:a16="http://schemas.microsoft.com/office/drawing/2014/main" id="{7BD5BDDC-FAAD-B5D1-5921-FC9146852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" y="3236"/>
              <a:ext cx="37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CC00"/>
                  </a:solidFill>
                  <a:latin typeface="+mj-lt"/>
                </a:rPr>
                <a:t>NT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+mj-lt"/>
                </a:rPr>
                <a:t>WA</a:t>
              </a:r>
            </a:p>
          </p:txBody>
        </p:sp>
      </p:grpSp>
      <p:sp>
        <p:nvSpPr>
          <p:cNvPr id="20489" name="Arc 40">
            <a:extLst>
              <a:ext uri="{FF2B5EF4-FFF2-40B4-BE49-F238E27FC236}">
                <a16:creationId xmlns:a16="http://schemas.microsoft.com/office/drawing/2014/main" id="{97C060BF-4A46-B891-A44C-1CB6A5242536}"/>
              </a:ext>
            </a:extLst>
          </p:cNvPr>
          <p:cNvSpPr>
            <a:spLocks/>
          </p:cNvSpPr>
          <p:nvPr/>
        </p:nvSpPr>
        <p:spPr bwMode="auto">
          <a:xfrm rot="8515947">
            <a:off x="3027363" y="4874253"/>
            <a:ext cx="1339850" cy="127317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0490" name="Text Box 41">
            <a:extLst>
              <a:ext uri="{FF2B5EF4-FFF2-40B4-BE49-F238E27FC236}">
                <a16:creationId xmlns:a16="http://schemas.microsoft.com/office/drawing/2014/main" id="{4B9B9DF2-E1DD-1B14-5497-9AE80E959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869615"/>
            <a:ext cx="821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+mj-lt"/>
              </a:rPr>
              <a:t>Equal!</a:t>
            </a:r>
          </a:p>
        </p:txBody>
      </p:sp>
      <p:sp>
        <p:nvSpPr>
          <p:cNvPr id="20491" name="Text Box 42">
            <a:extLst>
              <a:ext uri="{FF2B5EF4-FFF2-40B4-BE49-F238E27FC236}">
                <a16:creationId xmlns:a16="http://schemas.microsoft.com/office/drawing/2014/main" id="{4C5541F7-E581-342B-9F2B-F10A65CDC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250615"/>
            <a:ext cx="68243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j-lt"/>
              </a:rPr>
              <a:t>There are N! x D</a:t>
            </a:r>
            <a:r>
              <a:rPr lang="en-US" altLang="en-US" sz="1800" baseline="30000" dirty="0">
                <a:latin typeface="+mj-lt"/>
              </a:rPr>
              <a:t>N</a:t>
            </a:r>
            <a:r>
              <a:rPr lang="en-US" altLang="en-US" sz="1800" dirty="0">
                <a:latin typeface="+mj-lt"/>
              </a:rPr>
              <a:t> nodes in the tree but only D</a:t>
            </a:r>
            <a:r>
              <a:rPr lang="en-US" altLang="en-US" sz="1800" baseline="30000" dirty="0">
                <a:latin typeface="+mj-lt"/>
              </a:rPr>
              <a:t>N</a:t>
            </a:r>
            <a:r>
              <a:rPr lang="en-US" altLang="en-US" sz="1800" dirty="0">
                <a:latin typeface="+mj-lt"/>
              </a:rPr>
              <a:t> distinct states??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1FAE0-F6D6-B874-EB72-03EA9D2CE44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Search Formulation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F910B-0A3D-51F9-A6BA-9F9C3B537234}"/>
              </a:ext>
            </a:extLst>
          </p:cNvPr>
          <p:cNvSpPr txBox="1"/>
          <p:nvPr/>
        </p:nvSpPr>
        <p:spPr>
          <a:xfrm>
            <a:off x="452966" y="1525281"/>
            <a:ext cx="8238067" cy="146193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Let’s try the standard search formulation. We need: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Initial state: </a:t>
            </a: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none of the variables has a value (color)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Successor state: </a:t>
            </a: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one of the variables is assigned a value.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Goal: </a:t>
            </a: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all variables have a value without any constraint violation.</a:t>
            </a:r>
          </a:p>
        </p:txBody>
      </p:sp>
      <p:pic>
        <p:nvPicPr>
          <p:cNvPr id="20483" name="Picture 3" descr="australia-csp">
            <a:extLst>
              <a:ext uri="{FF2B5EF4-FFF2-40B4-BE49-F238E27FC236}">
                <a16:creationId xmlns:a16="http://schemas.microsoft.com/office/drawing/2014/main" id="{E5F5A622-7904-BD5E-742E-020E01D44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t="17584" r="4074"/>
          <a:stretch/>
        </p:blipFill>
        <p:spPr bwMode="auto">
          <a:xfrm>
            <a:off x="7276486" y="609751"/>
            <a:ext cx="1870075" cy="1575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0A368C-4667-FF8F-1824-EEE6819CC73D}"/>
              </a:ext>
            </a:extLst>
          </p:cNvPr>
          <p:cNvSpPr txBox="1"/>
          <p:nvPr/>
        </p:nvSpPr>
        <p:spPr>
          <a:xfrm>
            <a:off x="452965" y="1557968"/>
            <a:ext cx="8238067" cy="207749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Special property of CSPs: They are commutative. This means: the order in which we assign variables does not matter.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0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0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Better search tree: First order variables, then assign them values one-by-one. </a:t>
            </a:r>
          </a:p>
        </p:txBody>
      </p:sp>
      <p:pic>
        <p:nvPicPr>
          <p:cNvPr id="23555" name="Picture 3" descr="australia-csp">
            <a:extLst>
              <a:ext uri="{FF2B5EF4-FFF2-40B4-BE49-F238E27FC236}">
                <a16:creationId xmlns:a16="http://schemas.microsoft.com/office/drawing/2014/main" id="{A8E58D40-19B8-4DBF-BF51-22AEDD985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322" y="3699059"/>
            <a:ext cx="22288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Oval 4">
            <a:extLst>
              <a:ext uri="{FF2B5EF4-FFF2-40B4-BE49-F238E27FC236}">
                <a16:creationId xmlns:a16="http://schemas.microsoft.com/office/drawing/2014/main" id="{FB606CB0-C0AB-A8A4-A743-AB5ACD835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80" y="3664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256D2E11-3C89-77AE-FD8B-9214E93D5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880" y="4426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6D68C734-BB69-DEC2-B16A-617E1CE73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480" y="4426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652F7D7F-381D-844A-7F3D-E413AF17B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280" y="4426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6A489B63-90DF-8E1A-31A7-1A2494736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480" y="4730934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WA</a:t>
            </a:r>
          </a:p>
        </p:txBody>
      </p:sp>
      <p:sp>
        <p:nvSpPr>
          <p:cNvPr id="23561" name="Text Box 9">
            <a:extLst>
              <a:ext uri="{FF2B5EF4-FFF2-40B4-BE49-F238E27FC236}">
                <a16:creationId xmlns:a16="http://schemas.microsoft.com/office/drawing/2014/main" id="{E72E2A3D-3859-1A14-1FFA-CA91903CB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880" y="4730934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WA</a:t>
            </a:r>
          </a:p>
        </p:txBody>
      </p:sp>
      <p:sp>
        <p:nvSpPr>
          <p:cNvPr id="23562" name="Text Box 10">
            <a:extLst>
              <a:ext uri="{FF2B5EF4-FFF2-40B4-BE49-F238E27FC236}">
                <a16:creationId xmlns:a16="http://schemas.microsoft.com/office/drawing/2014/main" id="{B0DAD9FC-6C58-1CF1-8828-489CF3050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880" y="4730934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CC00"/>
                </a:solidFill>
                <a:latin typeface="Tahoma" panose="020B0604030504040204" pitchFamily="34" charset="0"/>
              </a:rPr>
              <a:t>WA</a:t>
            </a:r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8F101CE0-54E9-0C6D-0EB2-580BDFA3FC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8880" y="3816534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5DCCB835-861F-86CF-1B5C-2A6B305986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80" y="3816534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EC38963B-4EB6-46A5-58CD-F6050AA36A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5680" y="3816534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6" name="Oval 14">
            <a:extLst>
              <a:ext uri="{FF2B5EF4-FFF2-40B4-BE49-F238E27FC236}">
                <a16:creationId xmlns:a16="http://schemas.microsoft.com/office/drawing/2014/main" id="{8132D63D-3E17-172C-E8B3-7AA2AE7A8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280" y="5188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67" name="Oval 15">
            <a:extLst>
              <a:ext uri="{FF2B5EF4-FFF2-40B4-BE49-F238E27FC236}">
                <a16:creationId xmlns:a16="http://schemas.microsoft.com/office/drawing/2014/main" id="{4685BBE7-9C15-D922-27CA-2B5949C62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680" y="5188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68" name="Oval 16">
            <a:extLst>
              <a:ext uri="{FF2B5EF4-FFF2-40B4-BE49-F238E27FC236}">
                <a16:creationId xmlns:a16="http://schemas.microsoft.com/office/drawing/2014/main" id="{34D52532-DC2E-63B5-7F75-3354F01C5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080" y="5188134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69" name="Line 17">
            <a:extLst>
              <a:ext uri="{FF2B5EF4-FFF2-40B4-BE49-F238E27FC236}">
                <a16:creationId xmlns:a16="http://schemas.microsoft.com/office/drawing/2014/main" id="{F282EC64-0388-5C37-B9BB-1DD882F90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4480" y="4578534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0" name="Line 18">
            <a:extLst>
              <a:ext uri="{FF2B5EF4-FFF2-40B4-BE49-F238E27FC236}">
                <a16:creationId xmlns:a16="http://schemas.microsoft.com/office/drawing/2014/main" id="{7F8A9D80-D5F8-03D5-9846-6B781234D7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7880" y="4578534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13A59234-73DB-5462-8745-7352B66BF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8880" y="4578534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2" name="Text Box 20">
            <a:extLst>
              <a:ext uri="{FF2B5EF4-FFF2-40B4-BE49-F238E27FC236}">
                <a16:creationId xmlns:a16="http://schemas.microsoft.com/office/drawing/2014/main" id="{89B849F9-B694-F7F2-063C-499D91A5F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480" y="5340534"/>
            <a:ext cx="52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WA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NT</a:t>
            </a:r>
          </a:p>
        </p:txBody>
      </p:sp>
      <p:sp>
        <p:nvSpPr>
          <p:cNvPr id="23573" name="Text Box 21">
            <a:extLst>
              <a:ext uri="{FF2B5EF4-FFF2-40B4-BE49-F238E27FC236}">
                <a16:creationId xmlns:a16="http://schemas.microsoft.com/office/drawing/2014/main" id="{6E79D9DE-6EA5-EACA-AA6D-728F2159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" y="4959534"/>
            <a:ext cx="52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WA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NT</a:t>
            </a:r>
          </a:p>
        </p:txBody>
      </p:sp>
      <p:sp>
        <p:nvSpPr>
          <p:cNvPr id="23574" name="Text Box 22">
            <a:extLst>
              <a:ext uri="{FF2B5EF4-FFF2-40B4-BE49-F238E27FC236}">
                <a16:creationId xmlns:a16="http://schemas.microsoft.com/office/drawing/2014/main" id="{0FC6460F-AA83-9E41-473E-B39FBDA2C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154" y="3664134"/>
            <a:ext cx="33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23575" name="Text Box 23">
            <a:extLst>
              <a:ext uri="{FF2B5EF4-FFF2-40B4-BE49-F238E27FC236}">
                <a16:creationId xmlns:a16="http://schemas.microsoft.com/office/drawing/2014/main" id="{24891F12-E54B-09DA-39D9-EFC226420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154" y="4349934"/>
            <a:ext cx="422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</a:t>
            </a:r>
            <a:r>
              <a:rPr lang="en-US" altLang="en-US" sz="1800" baseline="30000">
                <a:latin typeface="Tahoma" panose="020B0604030504040204" pitchFamily="34" charset="0"/>
              </a:rPr>
              <a:t>2</a:t>
            </a:r>
          </a:p>
        </p:txBody>
      </p:sp>
      <p:grpSp>
        <p:nvGrpSpPr>
          <p:cNvPr id="23577" name="Group 25">
            <a:extLst>
              <a:ext uri="{FF2B5EF4-FFF2-40B4-BE49-F238E27FC236}">
                <a16:creationId xmlns:a16="http://schemas.microsoft.com/office/drawing/2014/main" id="{4803DF6F-E50D-7FBB-78B5-92B41E006584}"/>
              </a:ext>
            </a:extLst>
          </p:cNvPr>
          <p:cNvGrpSpPr>
            <a:grpSpLocks/>
          </p:cNvGrpSpPr>
          <p:nvPr/>
        </p:nvGrpSpPr>
        <p:grpSpPr bwMode="auto">
          <a:xfrm>
            <a:off x="3851273" y="2276039"/>
            <a:ext cx="1441450" cy="641350"/>
            <a:chOff x="3648" y="960"/>
            <a:chExt cx="908" cy="404"/>
          </a:xfrm>
        </p:grpSpPr>
        <p:sp>
          <p:nvSpPr>
            <p:cNvPr id="23589" name="Text Box 26">
              <a:extLst>
                <a:ext uri="{FF2B5EF4-FFF2-40B4-BE49-F238E27FC236}">
                  <a16:creationId xmlns:a16="http://schemas.microsoft.com/office/drawing/2014/main" id="{CDCAD88E-479D-2457-0C5C-6CB2A0F2D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960"/>
              <a:ext cx="33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  <a:latin typeface="Tahoma" panose="020B0604030504040204" pitchFamily="34" charset="0"/>
                </a:rPr>
                <a:t>WA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CC00"/>
                  </a:solidFill>
                  <a:latin typeface="Tahoma" panose="020B0604030504040204" pitchFamily="34" charset="0"/>
                </a:rPr>
                <a:t>NT</a:t>
              </a:r>
            </a:p>
          </p:txBody>
        </p:sp>
        <p:sp>
          <p:nvSpPr>
            <p:cNvPr id="23590" name="Text Box 27">
              <a:extLst>
                <a:ext uri="{FF2B5EF4-FFF2-40B4-BE49-F238E27FC236}">
                  <a16:creationId xmlns:a16="http://schemas.microsoft.com/office/drawing/2014/main" id="{7C6FF651-B61F-4F91-C8B1-EAACD3672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960"/>
              <a:ext cx="33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CC00"/>
                  </a:solidFill>
                  <a:latin typeface="Tahoma" panose="020B0604030504040204" pitchFamily="34" charset="0"/>
                </a:rPr>
                <a:t>NT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  <a:latin typeface="Tahoma" panose="020B0604030504040204" pitchFamily="34" charset="0"/>
                </a:rPr>
                <a:t>WA</a:t>
              </a:r>
            </a:p>
          </p:txBody>
        </p:sp>
        <p:sp>
          <p:nvSpPr>
            <p:cNvPr id="23591" name="Text Box 28">
              <a:extLst>
                <a:ext uri="{FF2B5EF4-FFF2-40B4-BE49-F238E27FC236}">
                  <a16:creationId xmlns:a16="http://schemas.microsoft.com/office/drawing/2014/main" id="{2876303E-5932-A8E9-D7C5-066D6BD83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1028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 =</a:t>
              </a:r>
            </a:p>
          </p:txBody>
        </p:sp>
      </p:grpSp>
      <p:sp>
        <p:nvSpPr>
          <p:cNvPr id="23578" name="Text Box 29">
            <a:extLst>
              <a:ext uri="{FF2B5EF4-FFF2-40B4-BE49-F238E27FC236}">
                <a16:creationId xmlns:a16="http://schemas.microsoft.com/office/drawing/2014/main" id="{1432AD42-178B-6B14-9C61-54A9B5B8D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680" y="5340534"/>
            <a:ext cx="52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WA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CC00"/>
                </a:solidFill>
                <a:latin typeface="Tahoma" panose="020B0604030504040204" pitchFamily="34" charset="0"/>
              </a:rPr>
              <a:t>NT</a:t>
            </a:r>
          </a:p>
        </p:txBody>
      </p:sp>
      <p:sp>
        <p:nvSpPr>
          <p:cNvPr id="23579" name="Line 30">
            <a:extLst>
              <a:ext uri="{FF2B5EF4-FFF2-40B4-BE49-F238E27FC236}">
                <a16:creationId xmlns:a16="http://schemas.microsoft.com/office/drawing/2014/main" id="{D1DA41AE-4134-50CF-0298-0807327F2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6080" y="457853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0" name="Line 31">
            <a:extLst>
              <a:ext uri="{FF2B5EF4-FFF2-40B4-BE49-F238E27FC236}">
                <a16:creationId xmlns:a16="http://schemas.microsoft.com/office/drawing/2014/main" id="{EC046CDA-AD59-2614-5F90-96C34C9715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6080" y="4578534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1" name="Line 32">
            <a:extLst>
              <a:ext uri="{FF2B5EF4-FFF2-40B4-BE49-F238E27FC236}">
                <a16:creationId xmlns:a16="http://schemas.microsoft.com/office/drawing/2014/main" id="{81609127-CF3E-A0FA-048F-1C0BE7AFB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2280" y="4578534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2" name="Line 33">
            <a:extLst>
              <a:ext uri="{FF2B5EF4-FFF2-40B4-BE49-F238E27FC236}">
                <a16:creationId xmlns:a16="http://schemas.microsoft.com/office/drawing/2014/main" id="{A915B399-54C7-46DD-3B39-AC2B9F6C6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680" y="4654734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3" name="Line 34">
            <a:extLst>
              <a:ext uri="{FF2B5EF4-FFF2-40B4-BE49-F238E27FC236}">
                <a16:creationId xmlns:a16="http://schemas.microsoft.com/office/drawing/2014/main" id="{7722EDC4-179C-53BB-E554-633CB7930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680" y="4578534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4" name="Line 35">
            <a:extLst>
              <a:ext uri="{FF2B5EF4-FFF2-40B4-BE49-F238E27FC236}">
                <a16:creationId xmlns:a16="http://schemas.microsoft.com/office/drawing/2014/main" id="{BAD64B0E-2782-E444-1EB0-AAD44B838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680" y="4502334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5" name="Line 36">
            <a:extLst>
              <a:ext uri="{FF2B5EF4-FFF2-40B4-BE49-F238E27FC236}">
                <a16:creationId xmlns:a16="http://schemas.microsoft.com/office/drawing/2014/main" id="{27B37800-6F50-5926-57CB-2D2357EBDE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7280" y="5340534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6" name="Line 37">
            <a:extLst>
              <a:ext uri="{FF2B5EF4-FFF2-40B4-BE49-F238E27FC236}">
                <a16:creationId xmlns:a16="http://schemas.microsoft.com/office/drawing/2014/main" id="{221AC80E-D8B3-EE1E-1520-095567F07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4480" y="5340534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7" name="Line 38">
            <a:extLst>
              <a:ext uri="{FF2B5EF4-FFF2-40B4-BE49-F238E27FC236}">
                <a16:creationId xmlns:a16="http://schemas.microsoft.com/office/drawing/2014/main" id="{E888DF02-1BDB-7EB6-A921-FBB5A27E0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0680" y="5340534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8" name="Text Box 39">
            <a:extLst>
              <a:ext uri="{FF2B5EF4-FFF2-40B4-BE49-F238E27FC236}">
                <a16:creationId xmlns:a16="http://schemas.microsoft.com/office/drawing/2014/main" id="{5F6BED60-7A6A-8E00-557A-4D5253AEB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154" y="5264334"/>
            <a:ext cx="441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</a:t>
            </a:r>
            <a:r>
              <a:rPr lang="en-US" altLang="en-US" sz="1800" baseline="3000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6F566-7640-6210-8CB5-8B55D5A3E65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1B280-86EB-0837-D0A6-33B13746676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4C14B-2688-6636-06F8-173B1BF40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913" y="1730630"/>
            <a:ext cx="6666172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 descr="backtrack-progress1c">
            <a:extLst>
              <a:ext uri="{FF2B5EF4-FFF2-40B4-BE49-F238E27FC236}">
                <a16:creationId xmlns:a16="http://schemas.microsoft.com/office/drawing/2014/main" id="{B621FEC0-6E68-A28E-EE4C-93563ADB9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4DDDB8-DB31-FC61-2317-5CDD50E8472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backtrack-progress2c">
            <a:extLst>
              <a:ext uri="{FF2B5EF4-FFF2-40B4-BE49-F238E27FC236}">
                <a16:creationId xmlns:a16="http://schemas.microsoft.com/office/drawing/2014/main" id="{8DEC6A79-0155-51FA-4A82-2E80E571D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2E4C3D-068E-CA6B-8E8E-691F7407E97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 descr="backtrack-progress3c">
            <a:extLst>
              <a:ext uri="{FF2B5EF4-FFF2-40B4-BE49-F238E27FC236}">
                <a16:creationId xmlns:a16="http://schemas.microsoft.com/office/drawing/2014/main" id="{24DAFC1F-A636-7861-1C76-44E6FDC25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69BE5-7BD2-46C2-AA0C-A7D8101D404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 descr="backtrack-progress4c">
            <a:extLst>
              <a:ext uri="{FF2B5EF4-FFF2-40B4-BE49-F238E27FC236}">
                <a16:creationId xmlns:a16="http://schemas.microsoft.com/office/drawing/2014/main" id="{B3DC5BBB-DD59-084A-9826-72088666F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58B17-7077-3648-0FC8-C59A35ECF50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4" name="Group 4">
            <a:extLst>
              <a:ext uri="{FF2B5EF4-FFF2-40B4-BE49-F238E27FC236}">
                <a16:creationId xmlns:a16="http://schemas.microsoft.com/office/drawing/2014/main" id="{D4FFD7B3-9F46-5115-FA0C-B997E70E8D4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3429000"/>
            <a:chOff x="1104" y="1776"/>
            <a:chExt cx="3408" cy="2160"/>
          </a:xfrm>
        </p:grpSpPr>
        <p:grpSp>
          <p:nvGrpSpPr>
            <p:cNvPr id="30725" name="Group 5">
              <a:extLst>
                <a:ext uri="{FF2B5EF4-FFF2-40B4-BE49-F238E27FC236}">
                  <a16:creationId xmlns:a16="http://schemas.microsoft.com/office/drawing/2014/main" id="{BF5FE1D0-3104-7DFD-7895-2F8886B7D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1776"/>
              <a:ext cx="336" cy="240"/>
              <a:chOff x="2640" y="1776"/>
              <a:chExt cx="336" cy="240"/>
            </a:xfrm>
          </p:grpSpPr>
          <p:sp>
            <p:nvSpPr>
              <p:cNvPr id="30781" name="Oval 6">
                <a:extLst>
                  <a:ext uri="{FF2B5EF4-FFF2-40B4-BE49-F238E27FC236}">
                    <a16:creationId xmlns:a16="http://schemas.microsoft.com/office/drawing/2014/main" id="{BA9FF2A7-1570-3890-9F78-494653623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82" name="Text Box 7">
                <a:extLst>
                  <a:ext uri="{FF2B5EF4-FFF2-40B4-BE49-F238E27FC236}">
                    <a16:creationId xmlns:a16="http://schemas.microsoft.com/office/drawing/2014/main" id="{54B10990-3B5F-2260-0F64-7C384005B3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26" name="Group 8">
              <a:extLst>
                <a:ext uri="{FF2B5EF4-FFF2-40B4-BE49-F238E27FC236}">
                  <a16:creationId xmlns:a16="http://schemas.microsoft.com/office/drawing/2014/main" id="{BFD44107-5A02-CE88-D7B9-D86C0D6B3D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208"/>
              <a:ext cx="336" cy="240"/>
              <a:chOff x="2640" y="1776"/>
              <a:chExt cx="336" cy="240"/>
            </a:xfrm>
          </p:grpSpPr>
          <p:sp>
            <p:nvSpPr>
              <p:cNvPr id="30779" name="Oval 9">
                <a:extLst>
                  <a:ext uri="{FF2B5EF4-FFF2-40B4-BE49-F238E27FC236}">
                    <a16:creationId xmlns:a16="http://schemas.microsoft.com/office/drawing/2014/main" id="{31B3E56F-8597-C57F-DC37-8CCEDF803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80" name="Text Box 10">
                <a:extLst>
                  <a:ext uri="{FF2B5EF4-FFF2-40B4-BE49-F238E27FC236}">
                    <a16:creationId xmlns:a16="http://schemas.microsoft.com/office/drawing/2014/main" id="{59B9935A-40DF-4C8D-78D0-D93427DCD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27" name="Group 11">
              <a:extLst>
                <a:ext uri="{FF2B5EF4-FFF2-40B4-BE49-F238E27FC236}">
                  <a16:creationId xmlns:a16="http://schemas.microsoft.com/office/drawing/2014/main" id="{21256C6D-1267-D289-A6CC-0A98F13A45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208"/>
              <a:ext cx="336" cy="240"/>
              <a:chOff x="2640" y="1776"/>
              <a:chExt cx="336" cy="240"/>
            </a:xfrm>
          </p:grpSpPr>
          <p:sp>
            <p:nvSpPr>
              <p:cNvPr id="30777" name="Oval 12">
                <a:extLst>
                  <a:ext uri="{FF2B5EF4-FFF2-40B4-BE49-F238E27FC236}">
                    <a16:creationId xmlns:a16="http://schemas.microsoft.com/office/drawing/2014/main" id="{0B44814A-B690-507F-B176-2403B4286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78" name="Text Box 13">
                <a:extLst>
                  <a:ext uri="{FF2B5EF4-FFF2-40B4-BE49-F238E27FC236}">
                    <a16:creationId xmlns:a16="http://schemas.microsoft.com/office/drawing/2014/main" id="{7A009204-2937-4FF4-A7EF-A08001F44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28" name="Group 14">
              <a:extLst>
                <a:ext uri="{FF2B5EF4-FFF2-40B4-BE49-F238E27FC236}">
                  <a16:creationId xmlns:a16="http://schemas.microsoft.com/office/drawing/2014/main" id="{D1AC9884-B5A3-66F3-5137-F3AB9823C8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208"/>
              <a:ext cx="336" cy="240"/>
              <a:chOff x="2640" y="1776"/>
              <a:chExt cx="336" cy="240"/>
            </a:xfrm>
          </p:grpSpPr>
          <p:sp>
            <p:nvSpPr>
              <p:cNvPr id="30775" name="Oval 15">
                <a:extLst>
                  <a:ext uri="{FF2B5EF4-FFF2-40B4-BE49-F238E27FC236}">
                    <a16:creationId xmlns:a16="http://schemas.microsoft.com/office/drawing/2014/main" id="{033A7174-2F6C-59F4-3862-B014EB860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76" name="Text Box 16">
                <a:extLst>
                  <a:ext uri="{FF2B5EF4-FFF2-40B4-BE49-F238E27FC236}">
                    <a16:creationId xmlns:a16="http://schemas.microsoft.com/office/drawing/2014/main" id="{DE4017A8-DF9A-6811-E986-1DEFFA79BE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29" name="Group 17">
              <a:extLst>
                <a:ext uri="{FF2B5EF4-FFF2-40B4-BE49-F238E27FC236}">
                  <a16:creationId xmlns:a16="http://schemas.microsoft.com/office/drawing/2014/main" id="{A9E7D9C5-8E5E-F08D-23D3-5F3E424EA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208"/>
              <a:ext cx="336" cy="240"/>
              <a:chOff x="2640" y="1776"/>
              <a:chExt cx="336" cy="240"/>
            </a:xfrm>
          </p:grpSpPr>
          <p:sp>
            <p:nvSpPr>
              <p:cNvPr id="30773" name="Oval 18">
                <a:extLst>
                  <a:ext uri="{FF2B5EF4-FFF2-40B4-BE49-F238E27FC236}">
                    <a16:creationId xmlns:a16="http://schemas.microsoft.com/office/drawing/2014/main" id="{4F238608-2E55-D71C-E695-C543D0149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74" name="Text Box 19">
                <a:extLst>
                  <a:ext uri="{FF2B5EF4-FFF2-40B4-BE49-F238E27FC236}">
                    <a16:creationId xmlns:a16="http://schemas.microsoft.com/office/drawing/2014/main" id="{21DA3C37-703C-C7ED-C1D9-5E93A211B1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0" name="Group 20">
              <a:extLst>
                <a:ext uri="{FF2B5EF4-FFF2-40B4-BE49-F238E27FC236}">
                  <a16:creationId xmlns:a16="http://schemas.microsoft.com/office/drawing/2014/main" id="{90290078-6416-B475-5209-9A63D0D877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640"/>
              <a:ext cx="336" cy="240"/>
              <a:chOff x="2640" y="1776"/>
              <a:chExt cx="336" cy="240"/>
            </a:xfrm>
          </p:grpSpPr>
          <p:sp>
            <p:nvSpPr>
              <p:cNvPr id="30771" name="Oval 21">
                <a:extLst>
                  <a:ext uri="{FF2B5EF4-FFF2-40B4-BE49-F238E27FC236}">
                    <a16:creationId xmlns:a16="http://schemas.microsoft.com/office/drawing/2014/main" id="{3F172E8D-E0CE-EB7F-186B-5ED21B8B8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72" name="Text Box 22">
                <a:extLst>
                  <a:ext uri="{FF2B5EF4-FFF2-40B4-BE49-F238E27FC236}">
                    <a16:creationId xmlns:a16="http://schemas.microsoft.com/office/drawing/2014/main" id="{43277419-52DF-AA0B-A222-92D38BA633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1" name="Group 23">
              <a:extLst>
                <a:ext uri="{FF2B5EF4-FFF2-40B4-BE49-F238E27FC236}">
                  <a16:creationId xmlns:a16="http://schemas.microsoft.com/office/drawing/2014/main" id="{E961902E-C72A-CAE6-A905-91296595FE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640"/>
              <a:ext cx="336" cy="240"/>
              <a:chOff x="2640" y="1776"/>
              <a:chExt cx="336" cy="240"/>
            </a:xfrm>
          </p:grpSpPr>
          <p:sp>
            <p:nvSpPr>
              <p:cNvPr id="30769" name="Oval 24">
                <a:extLst>
                  <a:ext uri="{FF2B5EF4-FFF2-40B4-BE49-F238E27FC236}">
                    <a16:creationId xmlns:a16="http://schemas.microsoft.com/office/drawing/2014/main" id="{3E0C5DB8-B580-2AA2-E14B-97E94501F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70" name="Text Box 25">
                <a:extLst>
                  <a:ext uri="{FF2B5EF4-FFF2-40B4-BE49-F238E27FC236}">
                    <a16:creationId xmlns:a16="http://schemas.microsoft.com/office/drawing/2014/main" id="{DE1338FC-6602-2218-5F34-2D8292B8F5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2" name="Group 26">
              <a:extLst>
                <a:ext uri="{FF2B5EF4-FFF2-40B4-BE49-F238E27FC236}">
                  <a16:creationId xmlns:a16="http://schemas.microsoft.com/office/drawing/2014/main" id="{1AC00B18-6FA5-081C-492F-1702B8065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640"/>
              <a:ext cx="336" cy="240"/>
              <a:chOff x="2640" y="1776"/>
              <a:chExt cx="336" cy="240"/>
            </a:xfrm>
          </p:grpSpPr>
          <p:sp>
            <p:nvSpPr>
              <p:cNvPr id="30767" name="Oval 27">
                <a:extLst>
                  <a:ext uri="{FF2B5EF4-FFF2-40B4-BE49-F238E27FC236}">
                    <a16:creationId xmlns:a16="http://schemas.microsoft.com/office/drawing/2014/main" id="{428F5E7E-39E2-ACBC-CBBA-0AA8B7611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68" name="Text Box 28">
                <a:extLst>
                  <a:ext uri="{FF2B5EF4-FFF2-40B4-BE49-F238E27FC236}">
                    <a16:creationId xmlns:a16="http://schemas.microsoft.com/office/drawing/2014/main" id="{128F2618-CF29-3197-ED1A-1CEB84A06E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H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3" name="Group 29">
              <a:extLst>
                <a:ext uri="{FF2B5EF4-FFF2-40B4-BE49-F238E27FC236}">
                  <a16:creationId xmlns:a16="http://schemas.microsoft.com/office/drawing/2014/main" id="{51E6DDC2-841F-86DF-690B-4CF96540C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2640"/>
              <a:ext cx="336" cy="240"/>
              <a:chOff x="2640" y="1776"/>
              <a:chExt cx="336" cy="240"/>
            </a:xfrm>
          </p:grpSpPr>
          <p:sp>
            <p:nvSpPr>
              <p:cNvPr id="30765" name="Oval 30">
                <a:extLst>
                  <a:ext uri="{FF2B5EF4-FFF2-40B4-BE49-F238E27FC236}">
                    <a16:creationId xmlns:a16="http://schemas.microsoft.com/office/drawing/2014/main" id="{E23B1FA5-1CBB-A7FF-CFF7-74F70C806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66" name="Text Box 31">
                <a:extLst>
                  <a:ext uri="{FF2B5EF4-FFF2-40B4-BE49-F238E27FC236}">
                    <a16:creationId xmlns:a16="http://schemas.microsoft.com/office/drawing/2014/main" id="{AAB36A7A-7F10-DFE3-6496-1FD920D99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I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4" name="Group 32">
              <a:extLst>
                <a:ext uri="{FF2B5EF4-FFF2-40B4-BE49-F238E27FC236}">
                  <a16:creationId xmlns:a16="http://schemas.microsoft.com/office/drawing/2014/main" id="{A56CB8C8-A567-B03D-2085-8FACA865E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640"/>
              <a:ext cx="336" cy="240"/>
              <a:chOff x="2640" y="1776"/>
              <a:chExt cx="336" cy="240"/>
            </a:xfrm>
          </p:grpSpPr>
          <p:sp>
            <p:nvSpPr>
              <p:cNvPr id="30763" name="Oval 33">
                <a:extLst>
                  <a:ext uri="{FF2B5EF4-FFF2-40B4-BE49-F238E27FC236}">
                    <a16:creationId xmlns:a16="http://schemas.microsoft.com/office/drawing/2014/main" id="{0AAA0AA5-AA19-E8F4-A7DE-DC4060217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64" name="Text Box 34">
                <a:extLst>
                  <a:ext uri="{FF2B5EF4-FFF2-40B4-BE49-F238E27FC236}">
                    <a16:creationId xmlns:a16="http://schemas.microsoft.com/office/drawing/2014/main" id="{858F4A9D-6949-8397-23E0-85F8EFD7C6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J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5" name="Group 35">
              <a:extLst>
                <a:ext uri="{FF2B5EF4-FFF2-40B4-BE49-F238E27FC236}">
                  <a16:creationId xmlns:a16="http://schemas.microsoft.com/office/drawing/2014/main" id="{67209C4F-CDF1-FCF6-074E-C5FDC8890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3168"/>
              <a:ext cx="336" cy="240"/>
              <a:chOff x="2640" y="1776"/>
              <a:chExt cx="336" cy="240"/>
            </a:xfrm>
          </p:grpSpPr>
          <p:sp>
            <p:nvSpPr>
              <p:cNvPr id="30761" name="Oval 36">
                <a:extLst>
                  <a:ext uri="{FF2B5EF4-FFF2-40B4-BE49-F238E27FC236}">
                    <a16:creationId xmlns:a16="http://schemas.microsoft.com/office/drawing/2014/main" id="{8B563669-644D-F615-67CD-320B1EA15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62" name="Text Box 37">
                <a:extLst>
                  <a:ext uri="{FF2B5EF4-FFF2-40B4-BE49-F238E27FC236}">
                    <a16:creationId xmlns:a16="http://schemas.microsoft.com/office/drawing/2014/main" id="{B39D2EC2-E948-4FD8-2340-AEFE84E918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K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36" name="Group 38">
              <a:extLst>
                <a:ext uri="{FF2B5EF4-FFF2-40B4-BE49-F238E27FC236}">
                  <a16:creationId xmlns:a16="http://schemas.microsoft.com/office/drawing/2014/main" id="{E2FFB892-70DD-C9D5-1F08-76391F8C54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336" cy="240"/>
              <a:chOff x="2640" y="1776"/>
              <a:chExt cx="336" cy="240"/>
            </a:xfrm>
          </p:grpSpPr>
          <p:sp>
            <p:nvSpPr>
              <p:cNvPr id="30759" name="Oval 39">
                <a:extLst>
                  <a:ext uri="{FF2B5EF4-FFF2-40B4-BE49-F238E27FC236}">
                    <a16:creationId xmlns:a16="http://schemas.microsoft.com/office/drawing/2014/main" id="{578D58F6-3EEA-2836-D9EB-276156B1E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60" name="Text Box 40">
                <a:extLst>
                  <a:ext uri="{FF2B5EF4-FFF2-40B4-BE49-F238E27FC236}">
                    <a16:creationId xmlns:a16="http://schemas.microsoft.com/office/drawing/2014/main" id="{3D375AEC-E0C9-AEAE-2D3C-F315D09D4B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L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0737" name="Oval 41">
              <a:extLst>
                <a:ext uri="{FF2B5EF4-FFF2-40B4-BE49-F238E27FC236}">
                  <a16:creationId xmlns:a16="http://schemas.microsoft.com/office/drawing/2014/main" id="{C5FE7FA4-1506-E11F-9CB0-AFF353A3F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696"/>
              <a:ext cx="336" cy="240"/>
            </a:xfrm>
            <a:prstGeom prst="ellipse">
              <a:avLst/>
            </a:prstGeom>
            <a:solidFill>
              <a:schemeClr val="hlink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738" name="Text Box 42">
              <a:extLst>
                <a:ext uri="{FF2B5EF4-FFF2-40B4-BE49-F238E27FC236}">
                  <a16:creationId xmlns:a16="http://schemas.microsoft.com/office/drawing/2014/main" id="{FF6EBAED-8C43-5E16-D176-E8082B75C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69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latin typeface="Tahoma" panose="020B0604030504040204" pitchFamily="34" charset="0"/>
                </a:rPr>
                <a:t>O</a:t>
              </a:r>
              <a:endParaRPr lang="en-GB" altLang="en-US" sz="1800" b="1" i="1">
                <a:latin typeface="Tahoma" panose="020B0604030504040204" pitchFamily="34" charset="0"/>
              </a:endParaRPr>
            </a:p>
          </p:txBody>
        </p:sp>
        <p:sp>
          <p:nvSpPr>
            <p:cNvPr id="30739" name="Line 43">
              <a:extLst>
                <a:ext uri="{FF2B5EF4-FFF2-40B4-BE49-F238E27FC236}">
                  <a16:creationId xmlns:a16="http://schemas.microsoft.com/office/drawing/2014/main" id="{1B60118A-D4FA-4714-EBD2-43A89BC41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016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Line 44">
              <a:extLst>
                <a:ext uri="{FF2B5EF4-FFF2-40B4-BE49-F238E27FC236}">
                  <a16:creationId xmlns:a16="http://schemas.microsoft.com/office/drawing/2014/main" id="{7D308F5D-EE5C-8EDB-0A22-B61C400D6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0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Line 45">
              <a:extLst>
                <a:ext uri="{FF2B5EF4-FFF2-40B4-BE49-F238E27FC236}">
                  <a16:creationId xmlns:a16="http://schemas.microsoft.com/office/drawing/2014/main" id="{12CCA107-DA3B-C889-1CE5-612655198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Line 46">
              <a:extLst>
                <a:ext uri="{FF2B5EF4-FFF2-40B4-BE49-F238E27FC236}">
                  <a16:creationId xmlns:a16="http://schemas.microsoft.com/office/drawing/2014/main" id="{D73D1B6C-436D-38CA-1760-2DC74B4FE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Line 47">
              <a:extLst>
                <a:ext uri="{FF2B5EF4-FFF2-40B4-BE49-F238E27FC236}">
                  <a16:creationId xmlns:a16="http://schemas.microsoft.com/office/drawing/2014/main" id="{1B680E6F-D8F2-1104-73F9-AD416909D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44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Line 48">
              <a:extLst>
                <a:ext uri="{FF2B5EF4-FFF2-40B4-BE49-F238E27FC236}">
                  <a16:creationId xmlns:a16="http://schemas.microsoft.com/office/drawing/2014/main" id="{D9C17C74-9182-57AC-C091-E1888889D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48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Line 49">
              <a:extLst>
                <a:ext uri="{FF2B5EF4-FFF2-40B4-BE49-F238E27FC236}">
                  <a16:creationId xmlns:a16="http://schemas.microsoft.com/office/drawing/2014/main" id="{BD34C72A-54CF-5C37-2EE2-4227072EC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44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Line 50">
              <a:extLst>
                <a:ext uri="{FF2B5EF4-FFF2-40B4-BE49-F238E27FC236}">
                  <a16:creationId xmlns:a16="http://schemas.microsoft.com/office/drawing/2014/main" id="{D27F256C-CA90-8D51-534F-6C788C879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244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Line 51">
              <a:extLst>
                <a:ext uri="{FF2B5EF4-FFF2-40B4-BE49-F238E27FC236}">
                  <a16:creationId xmlns:a16="http://schemas.microsoft.com/office/drawing/2014/main" id="{03F7339E-EA6A-E438-E4F3-37976E5FF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448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Line 52">
              <a:extLst>
                <a:ext uri="{FF2B5EF4-FFF2-40B4-BE49-F238E27FC236}">
                  <a16:creationId xmlns:a16="http://schemas.microsoft.com/office/drawing/2014/main" id="{066B5806-29EE-E660-C9BF-CBC2897D9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2880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53">
              <a:extLst>
                <a:ext uri="{FF2B5EF4-FFF2-40B4-BE49-F238E27FC236}">
                  <a16:creationId xmlns:a16="http://schemas.microsoft.com/office/drawing/2014/main" id="{007B7A1F-11CE-526B-57E6-FAB24E112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88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50" name="Group 54">
              <a:extLst>
                <a:ext uri="{FF2B5EF4-FFF2-40B4-BE49-F238E27FC236}">
                  <a16:creationId xmlns:a16="http://schemas.microsoft.com/office/drawing/2014/main" id="{3CDE15A5-84BA-85DC-D2AB-01865715F7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168"/>
              <a:ext cx="336" cy="240"/>
              <a:chOff x="2640" y="1776"/>
              <a:chExt cx="336" cy="240"/>
            </a:xfrm>
          </p:grpSpPr>
          <p:sp>
            <p:nvSpPr>
              <p:cNvPr id="30757" name="Oval 55">
                <a:extLst>
                  <a:ext uri="{FF2B5EF4-FFF2-40B4-BE49-F238E27FC236}">
                    <a16:creationId xmlns:a16="http://schemas.microsoft.com/office/drawing/2014/main" id="{49878C47-D38C-873E-589D-C4B1992D6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58" name="Text Box 56">
                <a:extLst>
                  <a:ext uri="{FF2B5EF4-FFF2-40B4-BE49-F238E27FC236}">
                    <a16:creationId xmlns:a16="http://schemas.microsoft.com/office/drawing/2014/main" id="{1CE12861-9ECE-4E0C-2D30-2A087DD14B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M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751" name="Group 57">
              <a:extLst>
                <a:ext uri="{FF2B5EF4-FFF2-40B4-BE49-F238E27FC236}">
                  <a16:creationId xmlns:a16="http://schemas.microsoft.com/office/drawing/2014/main" id="{7973F00B-DBE7-AE8E-E304-6F51A8E69E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3120"/>
              <a:ext cx="336" cy="240"/>
              <a:chOff x="2640" y="1776"/>
              <a:chExt cx="336" cy="240"/>
            </a:xfrm>
          </p:grpSpPr>
          <p:sp>
            <p:nvSpPr>
              <p:cNvPr id="30755" name="Oval 58">
                <a:extLst>
                  <a:ext uri="{FF2B5EF4-FFF2-40B4-BE49-F238E27FC236}">
                    <a16:creationId xmlns:a16="http://schemas.microsoft.com/office/drawing/2014/main" id="{51C1D05D-C8BE-F890-0B10-32EAD8395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56" name="Text Box 59">
                <a:extLst>
                  <a:ext uri="{FF2B5EF4-FFF2-40B4-BE49-F238E27FC236}">
                    <a16:creationId xmlns:a16="http://schemas.microsoft.com/office/drawing/2014/main" id="{4C7961BB-F98C-9309-70D5-23A3AEFB49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N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0752" name="Line 60">
              <a:extLst>
                <a:ext uri="{FF2B5EF4-FFF2-40B4-BE49-F238E27FC236}">
                  <a16:creationId xmlns:a16="http://schemas.microsoft.com/office/drawing/2014/main" id="{A730FCAB-B395-B503-EA6D-B8E7C75CE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880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Line 61">
              <a:extLst>
                <a:ext uri="{FF2B5EF4-FFF2-40B4-BE49-F238E27FC236}">
                  <a16:creationId xmlns:a16="http://schemas.microsoft.com/office/drawing/2014/main" id="{AF904D8A-3919-C5CE-BA60-00EB9E270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88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4" name="Line 62">
              <a:extLst>
                <a:ext uri="{FF2B5EF4-FFF2-40B4-BE49-F238E27FC236}">
                  <a16:creationId xmlns:a16="http://schemas.microsoft.com/office/drawing/2014/main" id="{AD2C6D7A-E194-D151-B2E5-E0A9651AB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340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603EAF-B9F7-E6BC-8B8B-8DA5D67A844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EB411-0196-E9D4-D8A4-E11989A2448C}"/>
              </a:ext>
            </a:extLst>
          </p:cNvPr>
          <p:cNvSpPr txBox="1"/>
          <p:nvPr/>
        </p:nvSpPr>
        <p:spPr>
          <a:xfrm>
            <a:off x="452966" y="1522955"/>
            <a:ext cx="8238067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Application: Given the following state space (tree search), give the sequence of visited nodes when using DFS (assume that the node O is the goal state):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8D3267E2-CEBA-16C3-C727-6C612D910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</a:t>
            </a:r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2605E550-655A-3CE2-4316-A341D796DF83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895600"/>
            <a:ext cx="4724400" cy="1066800"/>
            <a:chOff x="1776" y="1824"/>
            <a:chExt cx="2976" cy="672"/>
          </a:xfrm>
        </p:grpSpPr>
        <p:grpSp>
          <p:nvGrpSpPr>
            <p:cNvPr id="31749" name="Group 5">
              <a:extLst>
                <a:ext uri="{FF2B5EF4-FFF2-40B4-BE49-F238E27FC236}">
                  <a16:creationId xmlns:a16="http://schemas.microsoft.com/office/drawing/2014/main" id="{772CBA4A-77D2-6640-AEC2-5A09545BB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1766" name="Oval 6">
                <a:extLst>
                  <a:ext uri="{FF2B5EF4-FFF2-40B4-BE49-F238E27FC236}">
                    <a16:creationId xmlns:a16="http://schemas.microsoft.com/office/drawing/2014/main" id="{3899B365-3FEB-4881-D258-4F57AEA93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767" name="Text Box 7">
                <a:extLst>
                  <a:ext uri="{FF2B5EF4-FFF2-40B4-BE49-F238E27FC236}">
                    <a16:creationId xmlns:a16="http://schemas.microsoft.com/office/drawing/2014/main" id="{FF92045D-F737-CBAC-5085-13547BD130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750" name="Group 8">
              <a:extLst>
                <a:ext uri="{FF2B5EF4-FFF2-40B4-BE49-F238E27FC236}">
                  <a16:creationId xmlns:a16="http://schemas.microsoft.com/office/drawing/2014/main" id="{B7821B3B-9D07-E66F-E853-6B2A6E017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1764" name="Oval 9">
                <a:extLst>
                  <a:ext uri="{FF2B5EF4-FFF2-40B4-BE49-F238E27FC236}">
                    <a16:creationId xmlns:a16="http://schemas.microsoft.com/office/drawing/2014/main" id="{4A0184F0-1445-6B80-75DE-E2720B211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765" name="Text Box 10">
                <a:extLst>
                  <a:ext uri="{FF2B5EF4-FFF2-40B4-BE49-F238E27FC236}">
                    <a16:creationId xmlns:a16="http://schemas.microsoft.com/office/drawing/2014/main" id="{97E47B85-DA9A-C57F-3856-A65452962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751" name="Group 11">
              <a:extLst>
                <a:ext uri="{FF2B5EF4-FFF2-40B4-BE49-F238E27FC236}">
                  <a16:creationId xmlns:a16="http://schemas.microsoft.com/office/drawing/2014/main" id="{EF45B88F-9998-DA08-8A95-BC717B8A6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1762" name="Oval 12">
                <a:extLst>
                  <a:ext uri="{FF2B5EF4-FFF2-40B4-BE49-F238E27FC236}">
                    <a16:creationId xmlns:a16="http://schemas.microsoft.com/office/drawing/2014/main" id="{0FC5EB3E-2E55-CAD1-289A-DC0B5BDEA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763" name="Text Box 13">
                <a:extLst>
                  <a:ext uri="{FF2B5EF4-FFF2-40B4-BE49-F238E27FC236}">
                    <a16:creationId xmlns:a16="http://schemas.microsoft.com/office/drawing/2014/main" id="{E0F13C50-601C-0672-439B-0432FDC55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752" name="Group 14">
              <a:extLst>
                <a:ext uri="{FF2B5EF4-FFF2-40B4-BE49-F238E27FC236}">
                  <a16:creationId xmlns:a16="http://schemas.microsoft.com/office/drawing/2014/main" id="{CAA231E6-7DFC-855C-A445-8885192A98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1760" name="Oval 15">
                <a:extLst>
                  <a:ext uri="{FF2B5EF4-FFF2-40B4-BE49-F238E27FC236}">
                    <a16:creationId xmlns:a16="http://schemas.microsoft.com/office/drawing/2014/main" id="{9797684A-9363-A43B-921F-7F79F5517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761" name="Text Box 16">
                <a:extLst>
                  <a:ext uri="{FF2B5EF4-FFF2-40B4-BE49-F238E27FC236}">
                    <a16:creationId xmlns:a16="http://schemas.microsoft.com/office/drawing/2014/main" id="{262378E4-A792-8EB5-1AB0-8789C2F3D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753" name="Group 17">
              <a:extLst>
                <a:ext uri="{FF2B5EF4-FFF2-40B4-BE49-F238E27FC236}">
                  <a16:creationId xmlns:a16="http://schemas.microsoft.com/office/drawing/2014/main" id="{B74D4C4F-8813-A284-E6BA-A649181FCA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1758" name="Oval 18">
                <a:extLst>
                  <a:ext uri="{FF2B5EF4-FFF2-40B4-BE49-F238E27FC236}">
                    <a16:creationId xmlns:a16="http://schemas.microsoft.com/office/drawing/2014/main" id="{08AAE922-4368-991F-9FEB-8217E5F99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759" name="Text Box 19">
                <a:extLst>
                  <a:ext uri="{FF2B5EF4-FFF2-40B4-BE49-F238E27FC236}">
                    <a16:creationId xmlns:a16="http://schemas.microsoft.com/office/drawing/2014/main" id="{2C5A395A-1AF0-20A4-85F1-BED4CF6009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1754" name="Line 20">
              <a:extLst>
                <a:ext uri="{FF2B5EF4-FFF2-40B4-BE49-F238E27FC236}">
                  <a16:creationId xmlns:a16="http://schemas.microsoft.com/office/drawing/2014/main" id="{78CCE6BE-697B-A6B9-F476-ED822046B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5" name="Line 21">
              <a:extLst>
                <a:ext uri="{FF2B5EF4-FFF2-40B4-BE49-F238E27FC236}">
                  <a16:creationId xmlns:a16="http://schemas.microsoft.com/office/drawing/2014/main" id="{037BB61E-5EF2-0683-63AD-AF7564EFB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6" name="Line 22">
              <a:extLst>
                <a:ext uri="{FF2B5EF4-FFF2-40B4-BE49-F238E27FC236}">
                  <a16:creationId xmlns:a16="http://schemas.microsoft.com/office/drawing/2014/main" id="{AE76F008-376A-F00F-2FCB-7CBDE5DD5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7" name="Line 23">
              <a:extLst>
                <a:ext uri="{FF2B5EF4-FFF2-40B4-BE49-F238E27FC236}">
                  <a16:creationId xmlns:a16="http://schemas.microsoft.com/office/drawing/2014/main" id="{1F09A6DC-3BD3-FF30-D01A-E09021F90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5EBC6D0-2A4E-B045-0DA4-2CC4467251C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EBFD6C80-A020-C9AD-553A-255184329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A,B,</a:t>
            </a:r>
          </a:p>
        </p:txBody>
      </p:sp>
      <p:grpSp>
        <p:nvGrpSpPr>
          <p:cNvPr id="32772" name="Group 4">
            <a:extLst>
              <a:ext uri="{FF2B5EF4-FFF2-40B4-BE49-F238E27FC236}">
                <a16:creationId xmlns:a16="http://schemas.microsoft.com/office/drawing/2014/main" id="{A316C739-B407-E34D-1294-F9449FA031A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32773" name="Group 5">
              <a:extLst>
                <a:ext uri="{FF2B5EF4-FFF2-40B4-BE49-F238E27FC236}">
                  <a16:creationId xmlns:a16="http://schemas.microsoft.com/office/drawing/2014/main" id="{C5A6D871-1B33-0755-081E-F8D3A0951A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2798" name="Oval 6">
                <a:extLst>
                  <a:ext uri="{FF2B5EF4-FFF2-40B4-BE49-F238E27FC236}">
                    <a16:creationId xmlns:a16="http://schemas.microsoft.com/office/drawing/2014/main" id="{FD9E2A63-E649-CA62-5687-8905A5083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99" name="Text Box 7">
                <a:extLst>
                  <a:ext uri="{FF2B5EF4-FFF2-40B4-BE49-F238E27FC236}">
                    <a16:creationId xmlns:a16="http://schemas.microsoft.com/office/drawing/2014/main" id="{3600F3DD-073D-6DBC-CAF2-38A162DC2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2774" name="Group 8">
              <a:extLst>
                <a:ext uri="{FF2B5EF4-FFF2-40B4-BE49-F238E27FC236}">
                  <a16:creationId xmlns:a16="http://schemas.microsoft.com/office/drawing/2014/main" id="{10D04522-E656-FC6C-71E9-F2C21246A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2796" name="Oval 9">
                <a:extLst>
                  <a:ext uri="{FF2B5EF4-FFF2-40B4-BE49-F238E27FC236}">
                    <a16:creationId xmlns:a16="http://schemas.microsoft.com/office/drawing/2014/main" id="{38E5CD53-BBF0-7BCA-00A7-DBA43B330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97" name="Text Box 10">
                <a:extLst>
                  <a:ext uri="{FF2B5EF4-FFF2-40B4-BE49-F238E27FC236}">
                    <a16:creationId xmlns:a16="http://schemas.microsoft.com/office/drawing/2014/main" id="{F388D9D8-1D7C-B6BA-DA31-6A7C2DF60D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2775" name="Group 11">
              <a:extLst>
                <a:ext uri="{FF2B5EF4-FFF2-40B4-BE49-F238E27FC236}">
                  <a16:creationId xmlns:a16="http://schemas.microsoft.com/office/drawing/2014/main" id="{B0A72BC2-52A4-2517-FE61-EE69C9961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2794" name="Oval 12">
                <a:extLst>
                  <a:ext uri="{FF2B5EF4-FFF2-40B4-BE49-F238E27FC236}">
                    <a16:creationId xmlns:a16="http://schemas.microsoft.com/office/drawing/2014/main" id="{75666066-8D10-1B39-D171-BAAD9571E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95" name="Text Box 13">
                <a:extLst>
                  <a:ext uri="{FF2B5EF4-FFF2-40B4-BE49-F238E27FC236}">
                    <a16:creationId xmlns:a16="http://schemas.microsoft.com/office/drawing/2014/main" id="{3C9D4221-A068-6120-DC93-0574CA97C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2776" name="Group 14">
              <a:extLst>
                <a:ext uri="{FF2B5EF4-FFF2-40B4-BE49-F238E27FC236}">
                  <a16:creationId xmlns:a16="http://schemas.microsoft.com/office/drawing/2014/main" id="{AE8885BB-9E9C-F69A-A836-9321430F3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2792" name="Oval 15">
                <a:extLst>
                  <a:ext uri="{FF2B5EF4-FFF2-40B4-BE49-F238E27FC236}">
                    <a16:creationId xmlns:a16="http://schemas.microsoft.com/office/drawing/2014/main" id="{B9C6A9A7-6E96-F5B4-CFDE-C1EF65E87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93" name="Text Box 16">
                <a:extLst>
                  <a:ext uri="{FF2B5EF4-FFF2-40B4-BE49-F238E27FC236}">
                    <a16:creationId xmlns:a16="http://schemas.microsoft.com/office/drawing/2014/main" id="{5AE4F4A2-3DD8-2F18-3BE0-A4CD4A28F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2777" name="Group 17">
              <a:extLst>
                <a:ext uri="{FF2B5EF4-FFF2-40B4-BE49-F238E27FC236}">
                  <a16:creationId xmlns:a16="http://schemas.microsoft.com/office/drawing/2014/main" id="{583137C7-3540-75CB-819D-960A9F23A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2790" name="Oval 18">
                <a:extLst>
                  <a:ext uri="{FF2B5EF4-FFF2-40B4-BE49-F238E27FC236}">
                    <a16:creationId xmlns:a16="http://schemas.microsoft.com/office/drawing/2014/main" id="{20CCFC32-E0D1-A57B-E939-0B62477BA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91" name="Text Box 19">
                <a:extLst>
                  <a:ext uri="{FF2B5EF4-FFF2-40B4-BE49-F238E27FC236}">
                    <a16:creationId xmlns:a16="http://schemas.microsoft.com/office/drawing/2014/main" id="{A5FAC498-3A0D-8A76-1C93-F2FE4119C8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2778" name="Group 20">
              <a:extLst>
                <a:ext uri="{FF2B5EF4-FFF2-40B4-BE49-F238E27FC236}">
                  <a16:creationId xmlns:a16="http://schemas.microsoft.com/office/drawing/2014/main" id="{D349AE4B-61AB-103F-61CE-FCA16C3DD1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2788" name="Oval 21">
                <a:extLst>
                  <a:ext uri="{FF2B5EF4-FFF2-40B4-BE49-F238E27FC236}">
                    <a16:creationId xmlns:a16="http://schemas.microsoft.com/office/drawing/2014/main" id="{44111406-B5F4-81DE-4925-B6C6724D3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89" name="Text Box 22">
                <a:extLst>
                  <a:ext uri="{FF2B5EF4-FFF2-40B4-BE49-F238E27FC236}">
                    <a16:creationId xmlns:a16="http://schemas.microsoft.com/office/drawing/2014/main" id="{3B605DCE-6421-BAFC-B1C2-10903B636B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2779" name="Group 23">
              <a:extLst>
                <a:ext uri="{FF2B5EF4-FFF2-40B4-BE49-F238E27FC236}">
                  <a16:creationId xmlns:a16="http://schemas.microsoft.com/office/drawing/2014/main" id="{CED8392E-DCA6-B81B-69EC-D9DBACAE9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2786" name="Oval 24">
                <a:extLst>
                  <a:ext uri="{FF2B5EF4-FFF2-40B4-BE49-F238E27FC236}">
                    <a16:creationId xmlns:a16="http://schemas.microsoft.com/office/drawing/2014/main" id="{9D6989EC-ACD0-6E7B-60B0-288616D11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87" name="Text Box 25">
                <a:extLst>
                  <a:ext uri="{FF2B5EF4-FFF2-40B4-BE49-F238E27FC236}">
                    <a16:creationId xmlns:a16="http://schemas.microsoft.com/office/drawing/2014/main" id="{29F6ADD8-1CB6-E1B0-838A-9FBDBD7956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2780" name="Line 26">
              <a:extLst>
                <a:ext uri="{FF2B5EF4-FFF2-40B4-BE49-F238E27FC236}">
                  <a16:creationId xmlns:a16="http://schemas.microsoft.com/office/drawing/2014/main" id="{1E8DF7ED-16AD-E5AF-9730-43E062188E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Line 27">
              <a:extLst>
                <a:ext uri="{FF2B5EF4-FFF2-40B4-BE49-F238E27FC236}">
                  <a16:creationId xmlns:a16="http://schemas.microsoft.com/office/drawing/2014/main" id="{51110442-A3A9-2788-26EF-20621B28F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Line 28">
              <a:extLst>
                <a:ext uri="{FF2B5EF4-FFF2-40B4-BE49-F238E27FC236}">
                  <a16:creationId xmlns:a16="http://schemas.microsoft.com/office/drawing/2014/main" id="{46D8E1A2-1428-FA09-3F77-432814678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Line 29">
              <a:extLst>
                <a:ext uri="{FF2B5EF4-FFF2-40B4-BE49-F238E27FC236}">
                  <a16:creationId xmlns:a16="http://schemas.microsoft.com/office/drawing/2014/main" id="{31227B03-6485-E816-7CDE-6306321BA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Line 30">
              <a:extLst>
                <a:ext uri="{FF2B5EF4-FFF2-40B4-BE49-F238E27FC236}">
                  <a16:creationId xmlns:a16="http://schemas.microsoft.com/office/drawing/2014/main" id="{BE5D050F-72EB-C80D-490C-CDD4BD0AF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Line 31">
              <a:extLst>
                <a:ext uri="{FF2B5EF4-FFF2-40B4-BE49-F238E27FC236}">
                  <a16:creationId xmlns:a16="http://schemas.microsoft.com/office/drawing/2014/main" id="{86324A86-1FEE-65C0-BB38-F688D66BA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F583732-0B7B-6745-1A03-3BD7274D71D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99604CC8-85B9-F1B8-7563-2191C46A3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A,B,F,</a:t>
            </a:r>
          </a:p>
        </p:txBody>
      </p:sp>
      <p:grpSp>
        <p:nvGrpSpPr>
          <p:cNvPr id="33796" name="Group 4">
            <a:extLst>
              <a:ext uri="{FF2B5EF4-FFF2-40B4-BE49-F238E27FC236}">
                <a16:creationId xmlns:a16="http://schemas.microsoft.com/office/drawing/2014/main" id="{AD5DCBFA-DA2D-20D9-4B46-E845EDAE4FC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1752600"/>
            <a:chOff x="1344" y="1824"/>
            <a:chExt cx="3408" cy="1104"/>
          </a:xfrm>
        </p:grpSpPr>
        <p:grpSp>
          <p:nvGrpSpPr>
            <p:cNvPr id="33797" name="Group 5">
              <a:extLst>
                <a:ext uri="{FF2B5EF4-FFF2-40B4-BE49-F238E27FC236}">
                  <a16:creationId xmlns:a16="http://schemas.microsoft.com/office/drawing/2014/main" id="{0B285502-FE9B-2BB5-6CBE-40119D83D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3822" name="Oval 6">
                <a:extLst>
                  <a:ext uri="{FF2B5EF4-FFF2-40B4-BE49-F238E27FC236}">
                    <a16:creationId xmlns:a16="http://schemas.microsoft.com/office/drawing/2014/main" id="{EC23F657-64C8-051D-7B05-77D1C10E2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23" name="Text Box 7">
                <a:extLst>
                  <a:ext uri="{FF2B5EF4-FFF2-40B4-BE49-F238E27FC236}">
                    <a16:creationId xmlns:a16="http://schemas.microsoft.com/office/drawing/2014/main" id="{F407494F-504D-C253-A345-CA53CB9BED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3798" name="Group 8">
              <a:extLst>
                <a:ext uri="{FF2B5EF4-FFF2-40B4-BE49-F238E27FC236}">
                  <a16:creationId xmlns:a16="http://schemas.microsoft.com/office/drawing/2014/main" id="{1B5F26FA-EAEB-F3D0-A31F-39C7BD568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3820" name="Oval 9">
                <a:extLst>
                  <a:ext uri="{FF2B5EF4-FFF2-40B4-BE49-F238E27FC236}">
                    <a16:creationId xmlns:a16="http://schemas.microsoft.com/office/drawing/2014/main" id="{DDBE54C2-48C3-7EEF-D4EA-A5732A86D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21" name="Text Box 10">
                <a:extLst>
                  <a:ext uri="{FF2B5EF4-FFF2-40B4-BE49-F238E27FC236}">
                    <a16:creationId xmlns:a16="http://schemas.microsoft.com/office/drawing/2014/main" id="{20C57538-6A6E-CDFE-0244-0E22AACED8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3799" name="Group 11">
              <a:extLst>
                <a:ext uri="{FF2B5EF4-FFF2-40B4-BE49-F238E27FC236}">
                  <a16:creationId xmlns:a16="http://schemas.microsoft.com/office/drawing/2014/main" id="{6436C505-40DA-9DED-C63F-E88CBF140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3818" name="Oval 12">
                <a:extLst>
                  <a:ext uri="{FF2B5EF4-FFF2-40B4-BE49-F238E27FC236}">
                    <a16:creationId xmlns:a16="http://schemas.microsoft.com/office/drawing/2014/main" id="{45679F7C-88F5-4DA2-CC56-1E6CD5907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19" name="Text Box 13">
                <a:extLst>
                  <a:ext uri="{FF2B5EF4-FFF2-40B4-BE49-F238E27FC236}">
                    <a16:creationId xmlns:a16="http://schemas.microsoft.com/office/drawing/2014/main" id="{53CED523-38AB-C889-75C7-F0F4C5D896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3800" name="Group 14">
              <a:extLst>
                <a:ext uri="{FF2B5EF4-FFF2-40B4-BE49-F238E27FC236}">
                  <a16:creationId xmlns:a16="http://schemas.microsoft.com/office/drawing/2014/main" id="{7E972BDA-FE9A-FFB7-7460-372566579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3816" name="Oval 15">
                <a:extLst>
                  <a:ext uri="{FF2B5EF4-FFF2-40B4-BE49-F238E27FC236}">
                    <a16:creationId xmlns:a16="http://schemas.microsoft.com/office/drawing/2014/main" id="{CE7B6121-1907-11FE-7D73-A37A89F00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17" name="Text Box 16">
                <a:extLst>
                  <a:ext uri="{FF2B5EF4-FFF2-40B4-BE49-F238E27FC236}">
                    <a16:creationId xmlns:a16="http://schemas.microsoft.com/office/drawing/2014/main" id="{2A9568F7-2753-D33A-968A-80A4BADBE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3801" name="Group 17">
              <a:extLst>
                <a:ext uri="{FF2B5EF4-FFF2-40B4-BE49-F238E27FC236}">
                  <a16:creationId xmlns:a16="http://schemas.microsoft.com/office/drawing/2014/main" id="{6AA4735B-9CE7-FA19-E909-1BC77751B7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3814" name="Oval 18">
                <a:extLst>
                  <a:ext uri="{FF2B5EF4-FFF2-40B4-BE49-F238E27FC236}">
                    <a16:creationId xmlns:a16="http://schemas.microsoft.com/office/drawing/2014/main" id="{9914C066-679A-EA85-FC70-ADEFB99B7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15" name="Text Box 19">
                <a:extLst>
                  <a:ext uri="{FF2B5EF4-FFF2-40B4-BE49-F238E27FC236}">
                    <a16:creationId xmlns:a16="http://schemas.microsoft.com/office/drawing/2014/main" id="{2F8C2165-053B-9960-FBBA-773F01A72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3802" name="Group 20">
              <a:extLst>
                <a:ext uri="{FF2B5EF4-FFF2-40B4-BE49-F238E27FC236}">
                  <a16:creationId xmlns:a16="http://schemas.microsoft.com/office/drawing/2014/main" id="{BD9DDE68-886D-E938-7623-AB59CD89DC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3812" name="Oval 21">
                <a:extLst>
                  <a:ext uri="{FF2B5EF4-FFF2-40B4-BE49-F238E27FC236}">
                    <a16:creationId xmlns:a16="http://schemas.microsoft.com/office/drawing/2014/main" id="{1170A60F-F9F8-FA21-7DAE-2AB7BFAB8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13" name="Text Box 22">
                <a:extLst>
                  <a:ext uri="{FF2B5EF4-FFF2-40B4-BE49-F238E27FC236}">
                    <a16:creationId xmlns:a16="http://schemas.microsoft.com/office/drawing/2014/main" id="{00A7C7E8-1D25-CA2B-B59B-E3D6AFED97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3803" name="Group 23">
              <a:extLst>
                <a:ext uri="{FF2B5EF4-FFF2-40B4-BE49-F238E27FC236}">
                  <a16:creationId xmlns:a16="http://schemas.microsoft.com/office/drawing/2014/main" id="{7639F69E-4F7B-A069-8553-25E2C20CA4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3810" name="Oval 24">
                <a:extLst>
                  <a:ext uri="{FF2B5EF4-FFF2-40B4-BE49-F238E27FC236}">
                    <a16:creationId xmlns:a16="http://schemas.microsoft.com/office/drawing/2014/main" id="{B0FCFCCB-1CDB-1013-5920-9E0774476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11" name="Text Box 25">
                <a:extLst>
                  <a:ext uri="{FF2B5EF4-FFF2-40B4-BE49-F238E27FC236}">
                    <a16:creationId xmlns:a16="http://schemas.microsoft.com/office/drawing/2014/main" id="{0CB7C594-14C2-1931-5820-06EBB5E23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3804" name="Line 26">
              <a:extLst>
                <a:ext uri="{FF2B5EF4-FFF2-40B4-BE49-F238E27FC236}">
                  <a16:creationId xmlns:a16="http://schemas.microsoft.com/office/drawing/2014/main" id="{F362B688-1C15-F8FC-2C50-CC7DE8A00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Line 27">
              <a:extLst>
                <a:ext uri="{FF2B5EF4-FFF2-40B4-BE49-F238E27FC236}">
                  <a16:creationId xmlns:a16="http://schemas.microsoft.com/office/drawing/2014/main" id="{3E734167-6D08-D3DA-9CA6-A97ACA7DD3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6" name="Line 28">
              <a:extLst>
                <a:ext uri="{FF2B5EF4-FFF2-40B4-BE49-F238E27FC236}">
                  <a16:creationId xmlns:a16="http://schemas.microsoft.com/office/drawing/2014/main" id="{0EE3BB8C-C071-7C02-BC09-266204B71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7" name="Line 29">
              <a:extLst>
                <a:ext uri="{FF2B5EF4-FFF2-40B4-BE49-F238E27FC236}">
                  <a16:creationId xmlns:a16="http://schemas.microsoft.com/office/drawing/2014/main" id="{6DA09254-E63D-B387-8981-34647817B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Line 30">
              <a:extLst>
                <a:ext uri="{FF2B5EF4-FFF2-40B4-BE49-F238E27FC236}">
                  <a16:creationId xmlns:a16="http://schemas.microsoft.com/office/drawing/2014/main" id="{2B63440D-ED8E-D3F2-68B3-886D80E6D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Line 31">
              <a:extLst>
                <a:ext uri="{FF2B5EF4-FFF2-40B4-BE49-F238E27FC236}">
                  <a16:creationId xmlns:a16="http://schemas.microsoft.com/office/drawing/2014/main" id="{6291730E-B8BD-9B59-94F3-23874C611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3309E44-FA47-C654-4F1D-84823344FFA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F2E6A369-7E08-575E-C006-D6429794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A,B,F,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G,</a:t>
            </a:r>
          </a:p>
        </p:txBody>
      </p:sp>
      <p:grpSp>
        <p:nvGrpSpPr>
          <p:cNvPr id="34820" name="Group 4">
            <a:extLst>
              <a:ext uri="{FF2B5EF4-FFF2-40B4-BE49-F238E27FC236}">
                <a16:creationId xmlns:a16="http://schemas.microsoft.com/office/drawing/2014/main" id="{87CE07DB-F2C7-B273-F6B6-AD4D6D542ABD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34821" name="Group 5">
              <a:extLst>
                <a:ext uri="{FF2B5EF4-FFF2-40B4-BE49-F238E27FC236}">
                  <a16:creationId xmlns:a16="http://schemas.microsoft.com/office/drawing/2014/main" id="{0C693158-21E6-B26B-47F7-255B2EA7B5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4854" name="Oval 6">
                <a:extLst>
                  <a:ext uri="{FF2B5EF4-FFF2-40B4-BE49-F238E27FC236}">
                    <a16:creationId xmlns:a16="http://schemas.microsoft.com/office/drawing/2014/main" id="{4A732347-C2E9-440B-C101-9345D63B2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55" name="Text Box 7">
                <a:extLst>
                  <a:ext uri="{FF2B5EF4-FFF2-40B4-BE49-F238E27FC236}">
                    <a16:creationId xmlns:a16="http://schemas.microsoft.com/office/drawing/2014/main" id="{49284037-A907-524D-5586-5246951102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2" name="Group 8">
              <a:extLst>
                <a:ext uri="{FF2B5EF4-FFF2-40B4-BE49-F238E27FC236}">
                  <a16:creationId xmlns:a16="http://schemas.microsoft.com/office/drawing/2014/main" id="{B6E7991D-92BE-9719-AEFC-32C069055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4852" name="Oval 9">
                <a:extLst>
                  <a:ext uri="{FF2B5EF4-FFF2-40B4-BE49-F238E27FC236}">
                    <a16:creationId xmlns:a16="http://schemas.microsoft.com/office/drawing/2014/main" id="{9C199BB7-3F71-6D13-ACED-2FB93FCE0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53" name="Text Box 10">
                <a:extLst>
                  <a:ext uri="{FF2B5EF4-FFF2-40B4-BE49-F238E27FC236}">
                    <a16:creationId xmlns:a16="http://schemas.microsoft.com/office/drawing/2014/main" id="{84E3D96A-06EE-90ED-F7BC-61EADC32CA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3" name="Group 11">
              <a:extLst>
                <a:ext uri="{FF2B5EF4-FFF2-40B4-BE49-F238E27FC236}">
                  <a16:creationId xmlns:a16="http://schemas.microsoft.com/office/drawing/2014/main" id="{033194A5-5089-2105-323E-799DC8DA7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4850" name="Oval 12">
                <a:extLst>
                  <a:ext uri="{FF2B5EF4-FFF2-40B4-BE49-F238E27FC236}">
                    <a16:creationId xmlns:a16="http://schemas.microsoft.com/office/drawing/2014/main" id="{A682B61B-269C-2A10-9149-EF61C76F6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51" name="Text Box 13">
                <a:extLst>
                  <a:ext uri="{FF2B5EF4-FFF2-40B4-BE49-F238E27FC236}">
                    <a16:creationId xmlns:a16="http://schemas.microsoft.com/office/drawing/2014/main" id="{C20AD3D8-1225-BF44-8BE2-45EE1C408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4" name="Group 14">
              <a:extLst>
                <a:ext uri="{FF2B5EF4-FFF2-40B4-BE49-F238E27FC236}">
                  <a16:creationId xmlns:a16="http://schemas.microsoft.com/office/drawing/2014/main" id="{E83D0D06-F823-63C8-AE5B-79AB42D673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4848" name="Oval 15">
                <a:extLst>
                  <a:ext uri="{FF2B5EF4-FFF2-40B4-BE49-F238E27FC236}">
                    <a16:creationId xmlns:a16="http://schemas.microsoft.com/office/drawing/2014/main" id="{81F09F4E-831A-5B84-A7E4-02E5EA508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49" name="Text Box 16">
                <a:extLst>
                  <a:ext uri="{FF2B5EF4-FFF2-40B4-BE49-F238E27FC236}">
                    <a16:creationId xmlns:a16="http://schemas.microsoft.com/office/drawing/2014/main" id="{E76FC7AB-7481-8D14-6C8E-3D394AE6E4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5" name="Group 17">
              <a:extLst>
                <a:ext uri="{FF2B5EF4-FFF2-40B4-BE49-F238E27FC236}">
                  <a16:creationId xmlns:a16="http://schemas.microsoft.com/office/drawing/2014/main" id="{071A51EE-2CAF-F6B0-6753-EBC5D3EF42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4846" name="Oval 18">
                <a:extLst>
                  <a:ext uri="{FF2B5EF4-FFF2-40B4-BE49-F238E27FC236}">
                    <a16:creationId xmlns:a16="http://schemas.microsoft.com/office/drawing/2014/main" id="{B3ACED12-80DF-30FD-D290-89E58EA07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47" name="Text Box 19">
                <a:extLst>
                  <a:ext uri="{FF2B5EF4-FFF2-40B4-BE49-F238E27FC236}">
                    <a16:creationId xmlns:a16="http://schemas.microsoft.com/office/drawing/2014/main" id="{75B9C8AD-DD42-A922-ACCA-1372575BE5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6" name="Group 20">
              <a:extLst>
                <a:ext uri="{FF2B5EF4-FFF2-40B4-BE49-F238E27FC236}">
                  <a16:creationId xmlns:a16="http://schemas.microsoft.com/office/drawing/2014/main" id="{65B1D741-60AC-25F2-6715-AC8DAA3F70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4844" name="Oval 21">
                <a:extLst>
                  <a:ext uri="{FF2B5EF4-FFF2-40B4-BE49-F238E27FC236}">
                    <a16:creationId xmlns:a16="http://schemas.microsoft.com/office/drawing/2014/main" id="{E1C20F5E-5A06-4E79-D534-268B7FF5B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45" name="Text Box 22">
                <a:extLst>
                  <a:ext uri="{FF2B5EF4-FFF2-40B4-BE49-F238E27FC236}">
                    <a16:creationId xmlns:a16="http://schemas.microsoft.com/office/drawing/2014/main" id="{46F44A87-1EB3-A240-7EDA-568BFCD77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7" name="Group 23">
              <a:extLst>
                <a:ext uri="{FF2B5EF4-FFF2-40B4-BE49-F238E27FC236}">
                  <a16:creationId xmlns:a16="http://schemas.microsoft.com/office/drawing/2014/main" id="{D042A9ED-CE3D-C1B8-56B3-D82A74F45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4842" name="Oval 24">
                <a:extLst>
                  <a:ext uri="{FF2B5EF4-FFF2-40B4-BE49-F238E27FC236}">
                    <a16:creationId xmlns:a16="http://schemas.microsoft.com/office/drawing/2014/main" id="{B1B59971-7321-1B82-E1B7-E63F30E1C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43" name="Text Box 25">
                <a:extLst>
                  <a:ext uri="{FF2B5EF4-FFF2-40B4-BE49-F238E27FC236}">
                    <a16:creationId xmlns:a16="http://schemas.microsoft.com/office/drawing/2014/main" id="{C154F25F-3F8D-AE6A-22BD-089F404F85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8" name="Group 26">
              <a:extLst>
                <a:ext uri="{FF2B5EF4-FFF2-40B4-BE49-F238E27FC236}">
                  <a16:creationId xmlns:a16="http://schemas.microsoft.com/office/drawing/2014/main" id="{DA937B51-5717-A9CC-5030-DE6C424C2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34840" name="Oval 27">
                <a:extLst>
                  <a:ext uri="{FF2B5EF4-FFF2-40B4-BE49-F238E27FC236}">
                    <a16:creationId xmlns:a16="http://schemas.microsoft.com/office/drawing/2014/main" id="{6CD2F165-3B4A-09FB-92EA-257614BB9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41" name="Text Box 28">
                <a:extLst>
                  <a:ext uri="{FF2B5EF4-FFF2-40B4-BE49-F238E27FC236}">
                    <a16:creationId xmlns:a16="http://schemas.microsoft.com/office/drawing/2014/main" id="{DF3CB86E-5804-3E29-371B-A77A042897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K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29" name="Group 29">
              <a:extLst>
                <a:ext uri="{FF2B5EF4-FFF2-40B4-BE49-F238E27FC236}">
                  <a16:creationId xmlns:a16="http://schemas.microsoft.com/office/drawing/2014/main" id="{6CFEE60E-B543-D6ED-3B4D-C72F6C98C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34838" name="Oval 30">
                <a:extLst>
                  <a:ext uri="{FF2B5EF4-FFF2-40B4-BE49-F238E27FC236}">
                    <a16:creationId xmlns:a16="http://schemas.microsoft.com/office/drawing/2014/main" id="{A5100F8D-65DB-4900-A161-517CB7D75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839" name="Text Box 31">
                <a:extLst>
                  <a:ext uri="{FF2B5EF4-FFF2-40B4-BE49-F238E27FC236}">
                    <a16:creationId xmlns:a16="http://schemas.microsoft.com/office/drawing/2014/main" id="{10D5A783-9F96-724A-6EBD-EC7940734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L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4830" name="Line 32">
              <a:extLst>
                <a:ext uri="{FF2B5EF4-FFF2-40B4-BE49-F238E27FC236}">
                  <a16:creationId xmlns:a16="http://schemas.microsoft.com/office/drawing/2014/main" id="{73625E1C-8D22-89CF-6370-CFE19A2AA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Line 33">
              <a:extLst>
                <a:ext uri="{FF2B5EF4-FFF2-40B4-BE49-F238E27FC236}">
                  <a16:creationId xmlns:a16="http://schemas.microsoft.com/office/drawing/2014/main" id="{1137D4CB-E28C-EC09-71F5-DB0B36FEC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2" name="Line 34">
              <a:extLst>
                <a:ext uri="{FF2B5EF4-FFF2-40B4-BE49-F238E27FC236}">
                  <a16:creationId xmlns:a16="http://schemas.microsoft.com/office/drawing/2014/main" id="{6361E758-281B-8D19-953D-DB6323EA9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Line 35">
              <a:extLst>
                <a:ext uri="{FF2B5EF4-FFF2-40B4-BE49-F238E27FC236}">
                  <a16:creationId xmlns:a16="http://schemas.microsoft.com/office/drawing/2014/main" id="{D081B5A9-10CD-563C-8F62-80EA671A1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Line 36">
              <a:extLst>
                <a:ext uri="{FF2B5EF4-FFF2-40B4-BE49-F238E27FC236}">
                  <a16:creationId xmlns:a16="http://schemas.microsoft.com/office/drawing/2014/main" id="{E380F84D-3C95-0AF2-8893-3AA163FEEE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Line 37">
              <a:extLst>
                <a:ext uri="{FF2B5EF4-FFF2-40B4-BE49-F238E27FC236}">
                  <a16:creationId xmlns:a16="http://schemas.microsoft.com/office/drawing/2014/main" id="{B5890718-069D-F645-7186-972B2F36C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6" name="Line 38">
              <a:extLst>
                <a:ext uri="{FF2B5EF4-FFF2-40B4-BE49-F238E27FC236}">
                  <a16:creationId xmlns:a16="http://schemas.microsoft.com/office/drawing/2014/main" id="{5F81052A-3499-4F96-1488-F4D891E1E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92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Line 39">
              <a:extLst>
                <a:ext uri="{FF2B5EF4-FFF2-40B4-BE49-F238E27FC236}">
                  <a16:creationId xmlns:a16="http://schemas.microsoft.com/office/drawing/2014/main" id="{22011370-B7BD-AA9A-C4A5-3679CAF83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2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5CBAD6-4601-EF99-B9E8-4A1D6376FCC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>
            <a:extLst>
              <a:ext uri="{FF2B5EF4-FFF2-40B4-BE49-F238E27FC236}">
                <a16:creationId xmlns:a16="http://schemas.microsoft.com/office/drawing/2014/main" id="{124AFC28-EBB2-21CB-3B20-0C1FCEF11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A,B,F,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G,K,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D9184D0B-82D3-6C10-4A86-9097B605AF4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2590800"/>
            <a:chOff x="1344" y="1824"/>
            <a:chExt cx="3408" cy="1632"/>
          </a:xfrm>
        </p:grpSpPr>
        <p:grpSp>
          <p:nvGrpSpPr>
            <p:cNvPr id="35845" name="Group 5">
              <a:extLst>
                <a:ext uri="{FF2B5EF4-FFF2-40B4-BE49-F238E27FC236}">
                  <a16:creationId xmlns:a16="http://schemas.microsoft.com/office/drawing/2014/main" id="{C0C3ABB9-9BA5-73F2-51F1-6015CCCB9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5878" name="Oval 6">
                <a:extLst>
                  <a:ext uri="{FF2B5EF4-FFF2-40B4-BE49-F238E27FC236}">
                    <a16:creationId xmlns:a16="http://schemas.microsoft.com/office/drawing/2014/main" id="{0621DE26-1588-E8F8-1B14-6FDB7A844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79" name="Text Box 7">
                <a:extLst>
                  <a:ext uri="{FF2B5EF4-FFF2-40B4-BE49-F238E27FC236}">
                    <a16:creationId xmlns:a16="http://schemas.microsoft.com/office/drawing/2014/main" id="{A06A9898-32AF-A685-B08E-45201BBC92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46" name="Group 8">
              <a:extLst>
                <a:ext uri="{FF2B5EF4-FFF2-40B4-BE49-F238E27FC236}">
                  <a16:creationId xmlns:a16="http://schemas.microsoft.com/office/drawing/2014/main" id="{FB013AAE-EC6E-5BC6-7121-745BC480B4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5876" name="Oval 9">
                <a:extLst>
                  <a:ext uri="{FF2B5EF4-FFF2-40B4-BE49-F238E27FC236}">
                    <a16:creationId xmlns:a16="http://schemas.microsoft.com/office/drawing/2014/main" id="{88A55F80-92A8-B613-2AF6-50B0BA0EC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77" name="Text Box 10">
                <a:extLst>
                  <a:ext uri="{FF2B5EF4-FFF2-40B4-BE49-F238E27FC236}">
                    <a16:creationId xmlns:a16="http://schemas.microsoft.com/office/drawing/2014/main" id="{C61CBF77-E394-7FBD-4898-FC8370C3AB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47" name="Group 11">
              <a:extLst>
                <a:ext uri="{FF2B5EF4-FFF2-40B4-BE49-F238E27FC236}">
                  <a16:creationId xmlns:a16="http://schemas.microsoft.com/office/drawing/2014/main" id="{F43E6106-7513-B55F-1EF7-786FE9E279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5874" name="Oval 12">
                <a:extLst>
                  <a:ext uri="{FF2B5EF4-FFF2-40B4-BE49-F238E27FC236}">
                    <a16:creationId xmlns:a16="http://schemas.microsoft.com/office/drawing/2014/main" id="{E39CFE7F-6B70-A50C-8992-9BB23D0CA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75" name="Text Box 13">
                <a:extLst>
                  <a:ext uri="{FF2B5EF4-FFF2-40B4-BE49-F238E27FC236}">
                    <a16:creationId xmlns:a16="http://schemas.microsoft.com/office/drawing/2014/main" id="{CF129DE8-3202-BCF9-9051-690D5831E3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48" name="Group 14">
              <a:extLst>
                <a:ext uri="{FF2B5EF4-FFF2-40B4-BE49-F238E27FC236}">
                  <a16:creationId xmlns:a16="http://schemas.microsoft.com/office/drawing/2014/main" id="{866B92AC-D4F8-5B91-55E5-802FAE64C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5872" name="Oval 15">
                <a:extLst>
                  <a:ext uri="{FF2B5EF4-FFF2-40B4-BE49-F238E27FC236}">
                    <a16:creationId xmlns:a16="http://schemas.microsoft.com/office/drawing/2014/main" id="{61E573CB-B8EC-4B4D-A463-E48F97C09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73" name="Text Box 16">
                <a:extLst>
                  <a:ext uri="{FF2B5EF4-FFF2-40B4-BE49-F238E27FC236}">
                    <a16:creationId xmlns:a16="http://schemas.microsoft.com/office/drawing/2014/main" id="{ED0623E9-7DD6-482D-ADBA-3CF30C714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49" name="Group 17">
              <a:extLst>
                <a:ext uri="{FF2B5EF4-FFF2-40B4-BE49-F238E27FC236}">
                  <a16:creationId xmlns:a16="http://schemas.microsoft.com/office/drawing/2014/main" id="{40E0520D-5D90-76E0-0E3A-D43EEB20C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5870" name="Oval 18">
                <a:extLst>
                  <a:ext uri="{FF2B5EF4-FFF2-40B4-BE49-F238E27FC236}">
                    <a16:creationId xmlns:a16="http://schemas.microsoft.com/office/drawing/2014/main" id="{8A14CA96-3101-F5CE-7E8E-EFF782F31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71" name="Text Box 19">
                <a:extLst>
                  <a:ext uri="{FF2B5EF4-FFF2-40B4-BE49-F238E27FC236}">
                    <a16:creationId xmlns:a16="http://schemas.microsoft.com/office/drawing/2014/main" id="{C50AB66F-082C-F27B-D718-F66E8B8D38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50" name="Group 20">
              <a:extLst>
                <a:ext uri="{FF2B5EF4-FFF2-40B4-BE49-F238E27FC236}">
                  <a16:creationId xmlns:a16="http://schemas.microsoft.com/office/drawing/2014/main" id="{27D195C9-6EF5-DC2E-C797-497BAC5B5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5868" name="Oval 21">
                <a:extLst>
                  <a:ext uri="{FF2B5EF4-FFF2-40B4-BE49-F238E27FC236}">
                    <a16:creationId xmlns:a16="http://schemas.microsoft.com/office/drawing/2014/main" id="{EB702D6C-9AE3-CB4C-9A29-61BAE194B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69" name="Text Box 22">
                <a:extLst>
                  <a:ext uri="{FF2B5EF4-FFF2-40B4-BE49-F238E27FC236}">
                    <a16:creationId xmlns:a16="http://schemas.microsoft.com/office/drawing/2014/main" id="{74E8F0C1-02FF-1E9A-EA7F-1607D5BA2F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51" name="Group 23">
              <a:extLst>
                <a:ext uri="{FF2B5EF4-FFF2-40B4-BE49-F238E27FC236}">
                  <a16:creationId xmlns:a16="http://schemas.microsoft.com/office/drawing/2014/main" id="{D00FDDF4-930D-EF01-FB72-190D910C35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5866" name="Oval 24">
                <a:extLst>
                  <a:ext uri="{FF2B5EF4-FFF2-40B4-BE49-F238E27FC236}">
                    <a16:creationId xmlns:a16="http://schemas.microsoft.com/office/drawing/2014/main" id="{BE6668C8-9472-AA99-240C-9B94BD6A0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67" name="Text Box 25">
                <a:extLst>
                  <a:ext uri="{FF2B5EF4-FFF2-40B4-BE49-F238E27FC236}">
                    <a16:creationId xmlns:a16="http://schemas.microsoft.com/office/drawing/2014/main" id="{53144824-5D3F-48C4-F6AA-37BCD68E3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52" name="Group 26">
              <a:extLst>
                <a:ext uri="{FF2B5EF4-FFF2-40B4-BE49-F238E27FC236}">
                  <a16:creationId xmlns:a16="http://schemas.microsoft.com/office/drawing/2014/main" id="{2EE48E47-2C87-389E-0079-EBDF105B82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35864" name="Oval 27">
                <a:extLst>
                  <a:ext uri="{FF2B5EF4-FFF2-40B4-BE49-F238E27FC236}">
                    <a16:creationId xmlns:a16="http://schemas.microsoft.com/office/drawing/2014/main" id="{8E3E467E-E5B9-0584-0863-A25E5BDEF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65" name="Text Box 28">
                <a:extLst>
                  <a:ext uri="{FF2B5EF4-FFF2-40B4-BE49-F238E27FC236}">
                    <a16:creationId xmlns:a16="http://schemas.microsoft.com/office/drawing/2014/main" id="{6868BBC9-6308-8EA2-428E-16A9B92C3F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K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53" name="Group 29">
              <a:extLst>
                <a:ext uri="{FF2B5EF4-FFF2-40B4-BE49-F238E27FC236}">
                  <a16:creationId xmlns:a16="http://schemas.microsoft.com/office/drawing/2014/main" id="{BA509F75-FF82-3D17-A51C-B623D4CFF2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35862" name="Oval 30">
                <a:extLst>
                  <a:ext uri="{FF2B5EF4-FFF2-40B4-BE49-F238E27FC236}">
                    <a16:creationId xmlns:a16="http://schemas.microsoft.com/office/drawing/2014/main" id="{40365E79-D51B-4270-A2CD-8F39F41C0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63" name="Text Box 31">
                <a:extLst>
                  <a:ext uri="{FF2B5EF4-FFF2-40B4-BE49-F238E27FC236}">
                    <a16:creationId xmlns:a16="http://schemas.microsoft.com/office/drawing/2014/main" id="{4886E6C4-B411-82E6-DB87-7903B9CFBC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L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5854" name="Line 32">
              <a:extLst>
                <a:ext uri="{FF2B5EF4-FFF2-40B4-BE49-F238E27FC236}">
                  <a16:creationId xmlns:a16="http://schemas.microsoft.com/office/drawing/2014/main" id="{AD2AF052-FD05-F42E-B44A-69903A1B54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5" name="Line 33">
              <a:extLst>
                <a:ext uri="{FF2B5EF4-FFF2-40B4-BE49-F238E27FC236}">
                  <a16:creationId xmlns:a16="http://schemas.microsoft.com/office/drawing/2014/main" id="{75A15C78-2A73-7EA9-38E8-38CE6335D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6" name="Line 34">
              <a:extLst>
                <a:ext uri="{FF2B5EF4-FFF2-40B4-BE49-F238E27FC236}">
                  <a16:creationId xmlns:a16="http://schemas.microsoft.com/office/drawing/2014/main" id="{19EB8456-9A74-F107-ADAF-3D065AEAC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7" name="Line 35">
              <a:extLst>
                <a:ext uri="{FF2B5EF4-FFF2-40B4-BE49-F238E27FC236}">
                  <a16:creationId xmlns:a16="http://schemas.microsoft.com/office/drawing/2014/main" id="{189F1132-4FDA-CB6E-96D1-705896585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8" name="Line 36">
              <a:extLst>
                <a:ext uri="{FF2B5EF4-FFF2-40B4-BE49-F238E27FC236}">
                  <a16:creationId xmlns:a16="http://schemas.microsoft.com/office/drawing/2014/main" id="{58BC0A34-7FB7-7270-8E24-ECAFEB8DBF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9" name="Line 37">
              <a:extLst>
                <a:ext uri="{FF2B5EF4-FFF2-40B4-BE49-F238E27FC236}">
                  <a16:creationId xmlns:a16="http://schemas.microsoft.com/office/drawing/2014/main" id="{EE2CF49C-95F6-6457-2063-F0B1E8951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0" name="Line 38">
              <a:extLst>
                <a:ext uri="{FF2B5EF4-FFF2-40B4-BE49-F238E27FC236}">
                  <a16:creationId xmlns:a16="http://schemas.microsoft.com/office/drawing/2014/main" id="{C0A99A72-E83B-C8F8-5B2A-A19966B6CC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92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1" name="Line 39">
              <a:extLst>
                <a:ext uri="{FF2B5EF4-FFF2-40B4-BE49-F238E27FC236}">
                  <a16:creationId xmlns:a16="http://schemas.microsoft.com/office/drawing/2014/main" id="{FE01A648-0C50-6C46-2122-288079218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2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C05EFA0-C5FC-432D-0580-32350FC33FF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>
            <a:extLst>
              <a:ext uri="{FF2B5EF4-FFF2-40B4-BE49-F238E27FC236}">
                <a16:creationId xmlns:a16="http://schemas.microsoft.com/office/drawing/2014/main" id="{F9166088-E66C-375C-D710-2F9C160E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A,B,F,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G,K,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L,</a:t>
            </a:r>
          </a:p>
        </p:txBody>
      </p:sp>
      <p:grpSp>
        <p:nvGrpSpPr>
          <p:cNvPr id="36868" name="Group 4">
            <a:extLst>
              <a:ext uri="{FF2B5EF4-FFF2-40B4-BE49-F238E27FC236}">
                <a16:creationId xmlns:a16="http://schemas.microsoft.com/office/drawing/2014/main" id="{A9018CE8-1574-9C8C-B406-0205666C1AE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3429000"/>
            <a:chOff x="1344" y="1824"/>
            <a:chExt cx="3408" cy="2160"/>
          </a:xfrm>
        </p:grpSpPr>
        <p:grpSp>
          <p:nvGrpSpPr>
            <p:cNvPr id="36869" name="Group 5">
              <a:extLst>
                <a:ext uri="{FF2B5EF4-FFF2-40B4-BE49-F238E27FC236}">
                  <a16:creationId xmlns:a16="http://schemas.microsoft.com/office/drawing/2014/main" id="{F695CF73-87BD-3D6E-3EAE-81F01E2F6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6905" name="Oval 6">
                <a:extLst>
                  <a:ext uri="{FF2B5EF4-FFF2-40B4-BE49-F238E27FC236}">
                    <a16:creationId xmlns:a16="http://schemas.microsoft.com/office/drawing/2014/main" id="{B43A8029-1CD1-7406-66B2-2636990B1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906" name="Text Box 7">
                <a:extLst>
                  <a:ext uri="{FF2B5EF4-FFF2-40B4-BE49-F238E27FC236}">
                    <a16:creationId xmlns:a16="http://schemas.microsoft.com/office/drawing/2014/main" id="{29F429BE-3215-30BA-04BB-AD15F12A66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0" name="Group 8">
              <a:extLst>
                <a:ext uri="{FF2B5EF4-FFF2-40B4-BE49-F238E27FC236}">
                  <a16:creationId xmlns:a16="http://schemas.microsoft.com/office/drawing/2014/main" id="{9CC0A6B3-CEA9-995B-7749-F4F3546CBA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6903" name="Oval 9">
                <a:extLst>
                  <a:ext uri="{FF2B5EF4-FFF2-40B4-BE49-F238E27FC236}">
                    <a16:creationId xmlns:a16="http://schemas.microsoft.com/office/drawing/2014/main" id="{B70639B4-86CB-F430-DB0F-100F636D3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904" name="Text Box 10">
                <a:extLst>
                  <a:ext uri="{FF2B5EF4-FFF2-40B4-BE49-F238E27FC236}">
                    <a16:creationId xmlns:a16="http://schemas.microsoft.com/office/drawing/2014/main" id="{7071E65D-0648-502B-854E-239BD53AFB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1" name="Group 11">
              <a:extLst>
                <a:ext uri="{FF2B5EF4-FFF2-40B4-BE49-F238E27FC236}">
                  <a16:creationId xmlns:a16="http://schemas.microsoft.com/office/drawing/2014/main" id="{C3FEFA7A-5ADC-603E-0DBB-A1D360445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6901" name="Oval 12">
                <a:extLst>
                  <a:ext uri="{FF2B5EF4-FFF2-40B4-BE49-F238E27FC236}">
                    <a16:creationId xmlns:a16="http://schemas.microsoft.com/office/drawing/2014/main" id="{AB6E61F8-3EFA-714E-AABF-39EF9C3D2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902" name="Text Box 13">
                <a:extLst>
                  <a:ext uri="{FF2B5EF4-FFF2-40B4-BE49-F238E27FC236}">
                    <a16:creationId xmlns:a16="http://schemas.microsoft.com/office/drawing/2014/main" id="{7487E454-5E1C-7217-FD3B-A93C516CAE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2" name="Group 14">
              <a:extLst>
                <a:ext uri="{FF2B5EF4-FFF2-40B4-BE49-F238E27FC236}">
                  <a16:creationId xmlns:a16="http://schemas.microsoft.com/office/drawing/2014/main" id="{1F96C48D-DE47-AB59-B01F-9EB9138F84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6899" name="Oval 15">
                <a:extLst>
                  <a:ext uri="{FF2B5EF4-FFF2-40B4-BE49-F238E27FC236}">
                    <a16:creationId xmlns:a16="http://schemas.microsoft.com/office/drawing/2014/main" id="{D40026FB-457A-46C8-3C45-5195ABFD7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900" name="Text Box 16">
                <a:extLst>
                  <a:ext uri="{FF2B5EF4-FFF2-40B4-BE49-F238E27FC236}">
                    <a16:creationId xmlns:a16="http://schemas.microsoft.com/office/drawing/2014/main" id="{1C722180-924D-6469-2C55-378E0B5EF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3" name="Group 17">
              <a:extLst>
                <a:ext uri="{FF2B5EF4-FFF2-40B4-BE49-F238E27FC236}">
                  <a16:creationId xmlns:a16="http://schemas.microsoft.com/office/drawing/2014/main" id="{6366768C-0207-F4A9-D324-AB94908AF6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6897" name="Oval 18">
                <a:extLst>
                  <a:ext uri="{FF2B5EF4-FFF2-40B4-BE49-F238E27FC236}">
                    <a16:creationId xmlns:a16="http://schemas.microsoft.com/office/drawing/2014/main" id="{65297531-67AA-FEE4-8BA7-981B72E9F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898" name="Text Box 19">
                <a:extLst>
                  <a:ext uri="{FF2B5EF4-FFF2-40B4-BE49-F238E27FC236}">
                    <a16:creationId xmlns:a16="http://schemas.microsoft.com/office/drawing/2014/main" id="{7F8FB367-A8FD-B49C-58DE-97B231B48D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4" name="Group 20">
              <a:extLst>
                <a:ext uri="{FF2B5EF4-FFF2-40B4-BE49-F238E27FC236}">
                  <a16:creationId xmlns:a16="http://schemas.microsoft.com/office/drawing/2014/main" id="{4E69EFBD-CA51-5B73-9D73-AC7FC8519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6895" name="Oval 21">
                <a:extLst>
                  <a:ext uri="{FF2B5EF4-FFF2-40B4-BE49-F238E27FC236}">
                    <a16:creationId xmlns:a16="http://schemas.microsoft.com/office/drawing/2014/main" id="{D642A779-439B-0000-9EEC-A4E86B3C6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896" name="Text Box 22">
                <a:extLst>
                  <a:ext uri="{FF2B5EF4-FFF2-40B4-BE49-F238E27FC236}">
                    <a16:creationId xmlns:a16="http://schemas.microsoft.com/office/drawing/2014/main" id="{B8FBF3D9-1608-61AF-00A9-B72AF0D1EF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5" name="Group 23">
              <a:extLst>
                <a:ext uri="{FF2B5EF4-FFF2-40B4-BE49-F238E27FC236}">
                  <a16:creationId xmlns:a16="http://schemas.microsoft.com/office/drawing/2014/main" id="{6A16C945-3C40-9739-D72F-6F75F8DA07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6893" name="Oval 24">
                <a:extLst>
                  <a:ext uri="{FF2B5EF4-FFF2-40B4-BE49-F238E27FC236}">
                    <a16:creationId xmlns:a16="http://schemas.microsoft.com/office/drawing/2014/main" id="{1ACF999C-455D-9744-CB95-A8A68CDD3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894" name="Text Box 25">
                <a:extLst>
                  <a:ext uri="{FF2B5EF4-FFF2-40B4-BE49-F238E27FC236}">
                    <a16:creationId xmlns:a16="http://schemas.microsoft.com/office/drawing/2014/main" id="{98D6DD96-BB18-6D79-26EC-F11718CBD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6" name="Group 26">
              <a:extLst>
                <a:ext uri="{FF2B5EF4-FFF2-40B4-BE49-F238E27FC236}">
                  <a16:creationId xmlns:a16="http://schemas.microsoft.com/office/drawing/2014/main" id="{BA10D35E-E280-EBB6-3879-BBD1577CC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36891" name="Oval 27">
                <a:extLst>
                  <a:ext uri="{FF2B5EF4-FFF2-40B4-BE49-F238E27FC236}">
                    <a16:creationId xmlns:a16="http://schemas.microsoft.com/office/drawing/2014/main" id="{C809CE05-FE31-0BC9-8E3A-3DA70A7F8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892" name="Text Box 28">
                <a:extLst>
                  <a:ext uri="{FF2B5EF4-FFF2-40B4-BE49-F238E27FC236}">
                    <a16:creationId xmlns:a16="http://schemas.microsoft.com/office/drawing/2014/main" id="{3B763601-A171-46CE-7193-AAE62E17E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K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877" name="Group 29">
              <a:extLst>
                <a:ext uri="{FF2B5EF4-FFF2-40B4-BE49-F238E27FC236}">
                  <a16:creationId xmlns:a16="http://schemas.microsoft.com/office/drawing/2014/main" id="{7D5BD9CF-0588-3DA2-C007-027AED54F4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36889" name="Oval 30">
                <a:extLst>
                  <a:ext uri="{FF2B5EF4-FFF2-40B4-BE49-F238E27FC236}">
                    <a16:creationId xmlns:a16="http://schemas.microsoft.com/office/drawing/2014/main" id="{2EF3F0A4-204D-61FF-E168-169A3D9B1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890" name="Text Box 31">
                <a:extLst>
                  <a:ext uri="{FF2B5EF4-FFF2-40B4-BE49-F238E27FC236}">
                    <a16:creationId xmlns:a16="http://schemas.microsoft.com/office/drawing/2014/main" id="{49BA08CF-3F50-86FB-09B4-FCE40B1336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L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6878" name="Oval 32">
              <a:extLst>
                <a:ext uri="{FF2B5EF4-FFF2-40B4-BE49-F238E27FC236}">
                  <a16:creationId xmlns:a16="http://schemas.microsoft.com/office/drawing/2014/main" id="{788A7BA7-825D-8B7D-0820-CF38F5F28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744"/>
              <a:ext cx="336" cy="240"/>
            </a:xfrm>
            <a:prstGeom prst="ellipse">
              <a:avLst/>
            </a:prstGeom>
            <a:solidFill>
              <a:schemeClr val="hlink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6879" name="Text Box 33">
              <a:extLst>
                <a:ext uri="{FF2B5EF4-FFF2-40B4-BE49-F238E27FC236}">
                  <a16:creationId xmlns:a16="http://schemas.microsoft.com/office/drawing/2014/main" id="{C35B444F-B690-C48E-9A73-686505E03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4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latin typeface="Tahoma" panose="020B0604030504040204" pitchFamily="34" charset="0"/>
                </a:rPr>
                <a:t>O</a:t>
              </a:r>
              <a:endParaRPr lang="en-GB" altLang="en-US" sz="1800" b="1" i="1">
                <a:latin typeface="Tahoma" panose="020B0604030504040204" pitchFamily="34" charset="0"/>
              </a:endParaRPr>
            </a:p>
          </p:txBody>
        </p:sp>
        <p:sp>
          <p:nvSpPr>
            <p:cNvPr id="36880" name="Line 34">
              <a:extLst>
                <a:ext uri="{FF2B5EF4-FFF2-40B4-BE49-F238E27FC236}">
                  <a16:creationId xmlns:a16="http://schemas.microsoft.com/office/drawing/2014/main" id="{EF0B5AB6-36E4-2C42-4825-1C48741306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35">
              <a:extLst>
                <a:ext uri="{FF2B5EF4-FFF2-40B4-BE49-F238E27FC236}">
                  <a16:creationId xmlns:a16="http://schemas.microsoft.com/office/drawing/2014/main" id="{66C8C9FD-B3B5-EA05-F34A-FBEA61450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Line 36">
              <a:extLst>
                <a:ext uri="{FF2B5EF4-FFF2-40B4-BE49-F238E27FC236}">
                  <a16:creationId xmlns:a16="http://schemas.microsoft.com/office/drawing/2014/main" id="{32260431-F774-6F03-95BB-03292756A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37">
              <a:extLst>
                <a:ext uri="{FF2B5EF4-FFF2-40B4-BE49-F238E27FC236}">
                  <a16:creationId xmlns:a16="http://schemas.microsoft.com/office/drawing/2014/main" id="{00E1B54D-AC40-F2C2-5DD2-BC0F5E28B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38">
              <a:extLst>
                <a:ext uri="{FF2B5EF4-FFF2-40B4-BE49-F238E27FC236}">
                  <a16:creationId xmlns:a16="http://schemas.microsoft.com/office/drawing/2014/main" id="{9BA83714-2A07-636B-7649-32D69287A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Line 39">
              <a:extLst>
                <a:ext uri="{FF2B5EF4-FFF2-40B4-BE49-F238E27FC236}">
                  <a16:creationId xmlns:a16="http://schemas.microsoft.com/office/drawing/2014/main" id="{67B44D36-AD37-3188-6668-B242AD0BE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Line 40">
              <a:extLst>
                <a:ext uri="{FF2B5EF4-FFF2-40B4-BE49-F238E27FC236}">
                  <a16:creationId xmlns:a16="http://schemas.microsoft.com/office/drawing/2014/main" id="{34A95544-471F-1547-51BA-D6F122AD9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92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Line 41">
              <a:extLst>
                <a:ext uri="{FF2B5EF4-FFF2-40B4-BE49-F238E27FC236}">
                  <a16:creationId xmlns:a16="http://schemas.microsoft.com/office/drawing/2014/main" id="{DCD5BD9A-1011-A9C1-6E1F-1CB90B50D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2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Line 42">
              <a:extLst>
                <a:ext uri="{FF2B5EF4-FFF2-40B4-BE49-F238E27FC236}">
                  <a16:creationId xmlns:a16="http://schemas.microsoft.com/office/drawing/2014/main" id="{CF88D69B-F71D-DE33-87F6-8623B9273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345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DDED87C-86E2-0A16-49B3-FB490B27561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7144411F-D624-20F8-51E1-144D58BE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A,B,F,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G,K,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L, </a:t>
            </a:r>
            <a:r>
              <a:rPr lang="en-US" altLang="en-US" sz="2000" i="1">
                <a:latin typeface="Arial" panose="020B0604020202020204" pitchFamily="34" charset="0"/>
              </a:rPr>
              <a:t>O: Goal State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grpSp>
        <p:nvGrpSpPr>
          <p:cNvPr id="37892" name="Group 4">
            <a:extLst>
              <a:ext uri="{FF2B5EF4-FFF2-40B4-BE49-F238E27FC236}">
                <a16:creationId xmlns:a16="http://schemas.microsoft.com/office/drawing/2014/main" id="{FE94521A-A1C3-900D-49F9-BDCA827F3A8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3429000"/>
            <a:chOff x="1344" y="1824"/>
            <a:chExt cx="3408" cy="2160"/>
          </a:xfrm>
        </p:grpSpPr>
        <p:grpSp>
          <p:nvGrpSpPr>
            <p:cNvPr id="37893" name="Group 5">
              <a:extLst>
                <a:ext uri="{FF2B5EF4-FFF2-40B4-BE49-F238E27FC236}">
                  <a16:creationId xmlns:a16="http://schemas.microsoft.com/office/drawing/2014/main" id="{47ADBEE5-0008-866D-522A-6C9423B94A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7929" name="Oval 6">
                <a:extLst>
                  <a:ext uri="{FF2B5EF4-FFF2-40B4-BE49-F238E27FC236}">
                    <a16:creationId xmlns:a16="http://schemas.microsoft.com/office/drawing/2014/main" id="{3C29C331-2BC8-7B1F-1385-374F7F17D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30" name="Text Box 7">
                <a:extLst>
                  <a:ext uri="{FF2B5EF4-FFF2-40B4-BE49-F238E27FC236}">
                    <a16:creationId xmlns:a16="http://schemas.microsoft.com/office/drawing/2014/main" id="{399A4E21-8732-7898-E7E9-1549EB5E51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894" name="Group 8">
              <a:extLst>
                <a:ext uri="{FF2B5EF4-FFF2-40B4-BE49-F238E27FC236}">
                  <a16:creationId xmlns:a16="http://schemas.microsoft.com/office/drawing/2014/main" id="{663023E2-85CE-BC2B-8110-D1C3D06B48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7927" name="Oval 9">
                <a:extLst>
                  <a:ext uri="{FF2B5EF4-FFF2-40B4-BE49-F238E27FC236}">
                    <a16:creationId xmlns:a16="http://schemas.microsoft.com/office/drawing/2014/main" id="{316F8A33-6E4F-3CC8-FFAA-0BC8A657B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28" name="Text Box 10">
                <a:extLst>
                  <a:ext uri="{FF2B5EF4-FFF2-40B4-BE49-F238E27FC236}">
                    <a16:creationId xmlns:a16="http://schemas.microsoft.com/office/drawing/2014/main" id="{5E277854-3E16-6D8C-43A9-5C9F39554E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895" name="Group 11">
              <a:extLst>
                <a:ext uri="{FF2B5EF4-FFF2-40B4-BE49-F238E27FC236}">
                  <a16:creationId xmlns:a16="http://schemas.microsoft.com/office/drawing/2014/main" id="{674FC68F-BB2C-AFD3-FE52-4EE6627BD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7925" name="Oval 12">
                <a:extLst>
                  <a:ext uri="{FF2B5EF4-FFF2-40B4-BE49-F238E27FC236}">
                    <a16:creationId xmlns:a16="http://schemas.microsoft.com/office/drawing/2014/main" id="{86FFCF58-D1A7-442D-7079-AEE437CE6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26" name="Text Box 13">
                <a:extLst>
                  <a:ext uri="{FF2B5EF4-FFF2-40B4-BE49-F238E27FC236}">
                    <a16:creationId xmlns:a16="http://schemas.microsoft.com/office/drawing/2014/main" id="{EA875C11-B806-329E-8011-8AA03B1A32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896" name="Group 14">
              <a:extLst>
                <a:ext uri="{FF2B5EF4-FFF2-40B4-BE49-F238E27FC236}">
                  <a16:creationId xmlns:a16="http://schemas.microsoft.com/office/drawing/2014/main" id="{A9BC9481-EF3E-5682-F40B-A401599D1B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7923" name="Oval 15">
                <a:extLst>
                  <a:ext uri="{FF2B5EF4-FFF2-40B4-BE49-F238E27FC236}">
                    <a16:creationId xmlns:a16="http://schemas.microsoft.com/office/drawing/2014/main" id="{58A4E52C-126A-AFE9-8EA4-91A826093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24" name="Text Box 16">
                <a:extLst>
                  <a:ext uri="{FF2B5EF4-FFF2-40B4-BE49-F238E27FC236}">
                    <a16:creationId xmlns:a16="http://schemas.microsoft.com/office/drawing/2014/main" id="{7C41FF1C-284C-3A5D-F897-36BA8FAA2C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897" name="Group 17">
              <a:extLst>
                <a:ext uri="{FF2B5EF4-FFF2-40B4-BE49-F238E27FC236}">
                  <a16:creationId xmlns:a16="http://schemas.microsoft.com/office/drawing/2014/main" id="{71368B72-B13C-9255-4BBC-6D74B11D42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7921" name="Oval 18">
                <a:extLst>
                  <a:ext uri="{FF2B5EF4-FFF2-40B4-BE49-F238E27FC236}">
                    <a16:creationId xmlns:a16="http://schemas.microsoft.com/office/drawing/2014/main" id="{7EFF31B3-A2FB-FFBF-24D3-BD06BDE8C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22" name="Text Box 19">
                <a:extLst>
                  <a:ext uri="{FF2B5EF4-FFF2-40B4-BE49-F238E27FC236}">
                    <a16:creationId xmlns:a16="http://schemas.microsoft.com/office/drawing/2014/main" id="{4A097F1F-C621-F1E8-ABB6-4FE577B05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898" name="Group 20">
              <a:extLst>
                <a:ext uri="{FF2B5EF4-FFF2-40B4-BE49-F238E27FC236}">
                  <a16:creationId xmlns:a16="http://schemas.microsoft.com/office/drawing/2014/main" id="{C0965524-83B0-ABD1-F9E8-61BDE30DD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7919" name="Oval 21">
                <a:extLst>
                  <a:ext uri="{FF2B5EF4-FFF2-40B4-BE49-F238E27FC236}">
                    <a16:creationId xmlns:a16="http://schemas.microsoft.com/office/drawing/2014/main" id="{21FDD71B-7944-94EE-C1DA-F5CE0180D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20" name="Text Box 22">
                <a:extLst>
                  <a:ext uri="{FF2B5EF4-FFF2-40B4-BE49-F238E27FC236}">
                    <a16:creationId xmlns:a16="http://schemas.microsoft.com/office/drawing/2014/main" id="{996E0788-E5B0-F054-1947-0E0612C7F1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899" name="Group 23">
              <a:extLst>
                <a:ext uri="{FF2B5EF4-FFF2-40B4-BE49-F238E27FC236}">
                  <a16:creationId xmlns:a16="http://schemas.microsoft.com/office/drawing/2014/main" id="{ED55069D-2945-4504-9713-E2C7B25D4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7917" name="Oval 24">
                <a:extLst>
                  <a:ext uri="{FF2B5EF4-FFF2-40B4-BE49-F238E27FC236}">
                    <a16:creationId xmlns:a16="http://schemas.microsoft.com/office/drawing/2014/main" id="{80FD5EAD-7F67-36AC-1841-F42A6E63B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18" name="Text Box 25">
                <a:extLst>
                  <a:ext uri="{FF2B5EF4-FFF2-40B4-BE49-F238E27FC236}">
                    <a16:creationId xmlns:a16="http://schemas.microsoft.com/office/drawing/2014/main" id="{FD1B05C4-3CF8-044A-C17C-14D2770D98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900" name="Group 26">
              <a:extLst>
                <a:ext uri="{FF2B5EF4-FFF2-40B4-BE49-F238E27FC236}">
                  <a16:creationId xmlns:a16="http://schemas.microsoft.com/office/drawing/2014/main" id="{597C3ACD-E52C-D0B5-9355-285B2ED8A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37915" name="Oval 27">
                <a:extLst>
                  <a:ext uri="{FF2B5EF4-FFF2-40B4-BE49-F238E27FC236}">
                    <a16:creationId xmlns:a16="http://schemas.microsoft.com/office/drawing/2014/main" id="{2B640E14-4B5D-34D8-7C5A-2E3BCDE51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16" name="Text Box 28">
                <a:extLst>
                  <a:ext uri="{FF2B5EF4-FFF2-40B4-BE49-F238E27FC236}">
                    <a16:creationId xmlns:a16="http://schemas.microsoft.com/office/drawing/2014/main" id="{1B8D9881-BD40-BE28-53CF-81F47F1878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K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7901" name="Group 29">
              <a:extLst>
                <a:ext uri="{FF2B5EF4-FFF2-40B4-BE49-F238E27FC236}">
                  <a16:creationId xmlns:a16="http://schemas.microsoft.com/office/drawing/2014/main" id="{26E2F323-4782-7B09-26F8-81963BC78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37913" name="Oval 30">
                <a:extLst>
                  <a:ext uri="{FF2B5EF4-FFF2-40B4-BE49-F238E27FC236}">
                    <a16:creationId xmlns:a16="http://schemas.microsoft.com/office/drawing/2014/main" id="{0BF31197-B575-8DD0-04A1-59097FBCF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914" name="Text Box 31">
                <a:extLst>
                  <a:ext uri="{FF2B5EF4-FFF2-40B4-BE49-F238E27FC236}">
                    <a16:creationId xmlns:a16="http://schemas.microsoft.com/office/drawing/2014/main" id="{6A5E7748-D08A-687C-19F0-12C8E0868C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L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902" name="Oval 32">
              <a:extLst>
                <a:ext uri="{FF2B5EF4-FFF2-40B4-BE49-F238E27FC236}">
                  <a16:creationId xmlns:a16="http://schemas.microsoft.com/office/drawing/2014/main" id="{C04B7D0F-1B13-21A0-621B-D65A6BD02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744"/>
              <a:ext cx="336" cy="240"/>
            </a:xfrm>
            <a:prstGeom prst="ellipse">
              <a:avLst/>
            </a:prstGeom>
            <a:solidFill>
              <a:srgbClr val="FF0000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903" name="Text Box 33">
              <a:extLst>
                <a:ext uri="{FF2B5EF4-FFF2-40B4-BE49-F238E27FC236}">
                  <a16:creationId xmlns:a16="http://schemas.microsoft.com/office/drawing/2014/main" id="{BB339D04-4B6C-5B55-7988-0962C74FD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4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latin typeface="Tahoma" panose="020B0604030504040204" pitchFamily="34" charset="0"/>
                </a:rPr>
                <a:t>O</a:t>
              </a:r>
              <a:endParaRPr lang="en-GB" altLang="en-US" sz="1800" b="1" i="1">
                <a:latin typeface="Tahoma" panose="020B0604030504040204" pitchFamily="34" charset="0"/>
              </a:endParaRPr>
            </a:p>
          </p:txBody>
        </p:sp>
        <p:sp>
          <p:nvSpPr>
            <p:cNvPr id="37904" name="Line 34">
              <a:extLst>
                <a:ext uri="{FF2B5EF4-FFF2-40B4-BE49-F238E27FC236}">
                  <a16:creationId xmlns:a16="http://schemas.microsoft.com/office/drawing/2014/main" id="{29CDAB16-16F2-0C12-EC33-7D23340F1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5" name="Line 35">
              <a:extLst>
                <a:ext uri="{FF2B5EF4-FFF2-40B4-BE49-F238E27FC236}">
                  <a16:creationId xmlns:a16="http://schemas.microsoft.com/office/drawing/2014/main" id="{A6590AC0-884F-AAD2-A13D-E9E955BD2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6" name="Line 36">
              <a:extLst>
                <a:ext uri="{FF2B5EF4-FFF2-40B4-BE49-F238E27FC236}">
                  <a16:creationId xmlns:a16="http://schemas.microsoft.com/office/drawing/2014/main" id="{79A55B6D-1BF7-0418-5EA3-E28E330D1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Line 37">
              <a:extLst>
                <a:ext uri="{FF2B5EF4-FFF2-40B4-BE49-F238E27FC236}">
                  <a16:creationId xmlns:a16="http://schemas.microsoft.com/office/drawing/2014/main" id="{568D7DD7-B293-BC14-136B-88F35A377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Line 38">
              <a:extLst>
                <a:ext uri="{FF2B5EF4-FFF2-40B4-BE49-F238E27FC236}">
                  <a16:creationId xmlns:a16="http://schemas.microsoft.com/office/drawing/2014/main" id="{0A2170A0-CF80-0D48-B111-6FE431A43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Line 39">
              <a:extLst>
                <a:ext uri="{FF2B5EF4-FFF2-40B4-BE49-F238E27FC236}">
                  <a16:creationId xmlns:a16="http://schemas.microsoft.com/office/drawing/2014/main" id="{D0CB3045-6444-239D-80E1-B20A2171F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0" name="Line 40">
              <a:extLst>
                <a:ext uri="{FF2B5EF4-FFF2-40B4-BE49-F238E27FC236}">
                  <a16:creationId xmlns:a16="http://schemas.microsoft.com/office/drawing/2014/main" id="{748A56A9-4EF0-57A0-6D5B-7B483BAB4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92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Line 41">
              <a:extLst>
                <a:ext uri="{FF2B5EF4-FFF2-40B4-BE49-F238E27FC236}">
                  <a16:creationId xmlns:a16="http://schemas.microsoft.com/office/drawing/2014/main" id="{C5309098-290D-E1C3-E90E-3B3836C39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2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Line 42">
              <a:extLst>
                <a:ext uri="{FF2B5EF4-FFF2-40B4-BE49-F238E27FC236}">
                  <a16:creationId xmlns:a16="http://schemas.microsoft.com/office/drawing/2014/main" id="{AD9FDA4B-93CE-82AF-7CBA-949BA0CFE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345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C898F98-9E26-BF7A-BC1F-DBA4CC52164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C6B08071-C5D6-EE06-385E-DA9966E96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The returned solution is the sequence of operators in the path:</a:t>
            </a:r>
            <a:r>
              <a:rPr lang="en-US" altLang="en-US" sz="2000" b="1" i="1">
                <a:latin typeface="Arial" panose="020B0604020202020204" pitchFamily="34" charset="0"/>
              </a:rPr>
              <a:t> 		A, B, G, L, O : assignments  when using CSP !!!</a:t>
            </a:r>
          </a:p>
          <a:p>
            <a:pPr eaLnBrk="1" hangingPunct="1">
              <a:spcBef>
                <a:spcPct val="20000"/>
              </a:spcBef>
              <a:buClrTx/>
              <a:buSzTx/>
              <a:buFontTx/>
              <a:buChar char="•"/>
            </a:pPr>
            <a:endParaRPr lang="en-US" altLang="en-US" sz="2000">
              <a:latin typeface="Arial" panose="020B0604020202020204" pitchFamily="34" charset="0"/>
            </a:endParaRPr>
          </a:p>
        </p:txBody>
      </p:sp>
      <p:grpSp>
        <p:nvGrpSpPr>
          <p:cNvPr id="38916" name="Group 4">
            <a:extLst>
              <a:ext uri="{FF2B5EF4-FFF2-40B4-BE49-F238E27FC236}">
                <a16:creationId xmlns:a16="http://schemas.microsoft.com/office/drawing/2014/main" id="{420F6743-4345-172D-6609-15464AF65EC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5410200" cy="3429000"/>
            <a:chOff x="1344" y="1824"/>
            <a:chExt cx="3408" cy="2160"/>
          </a:xfrm>
        </p:grpSpPr>
        <p:grpSp>
          <p:nvGrpSpPr>
            <p:cNvPr id="38917" name="Group 5">
              <a:extLst>
                <a:ext uri="{FF2B5EF4-FFF2-40B4-BE49-F238E27FC236}">
                  <a16:creationId xmlns:a16="http://schemas.microsoft.com/office/drawing/2014/main" id="{9DFDFC60-A141-3996-6C73-84F5FA031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24"/>
              <a:ext cx="336" cy="240"/>
              <a:chOff x="2640" y="1776"/>
              <a:chExt cx="336" cy="240"/>
            </a:xfrm>
          </p:grpSpPr>
          <p:sp>
            <p:nvSpPr>
              <p:cNvPr id="38953" name="Oval 6">
                <a:extLst>
                  <a:ext uri="{FF2B5EF4-FFF2-40B4-BE49-F238E27FC236}">
                    <a16:creationId xmlns:a16="http://schemas.microsoft.com/office/drawing/2014/main" id="{12F1836F-8F24-CF03-1C92-3A9B947C9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54" name="Text Box 7">
                <a:extLst>
                  <a:ext uri="{FF2B5EF4-FFF2-40B4-BE49-F238E27FC236}">
                    <a16:creationId xmlns:a16="http://schemas.microsoft.com/office/drawing/2014/main" id="{C9696C26-6965-7BF1-3AAB-9B9019BED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18" name="Group 8">
              <a:extLst>
                <a:ext uri="{FF2B5EF4-FFF2-40B4-BE49-F238E27FC236}">
                  <a16:creationId xmlns:a16="http://schemas.microsoft.com/office/drawing/2014/main" id="{A8FFEDC4-B8F2-B7A9-BF4C-208904CF6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256"/>
              <a:ext cx="336" cy="240"/>
              <a:chOff x="2640" y="1776"/>
              <a:chExt cx="336" cy="240"/>
            </a:xfrm>
          </p:grpSpPr>
          <p:sp>
            <p:nvSpPr>
              <p:cNvPr id="38951" name="Oval 9">
                <a:extLst>
                  <a:ext uri="{FF2B5EF4-FFF2-40B4-BE49-F238E27FC236}">
                    <a16:creationId xmlns:a16="http://schemas.microsoft.com/office/drawing/2014/main" id="{079A0976-6F6E-C9A6-1DCF-2BE7C5FDD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52" name="Text Box 10">
                <a:extLst>
                  <a:ext uri="{FF2B5EF4-FFF2-40B4-BE49-F238E27FC236}">
                    <a16:creationId xmlns:a16="http://schemas.microsoft.com/office/drawing/2014/main" id="{49CE2963-81BA-0C19-9FF9-AF202D8E8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19" name="Group 11">
              <a:extLst>
                <a:ext uri="{FF2B5EF4-FFF2-40B4-BE49-F238E27FC236}">
                  <a16:creationId xmlns:a16="http://schemas.microsoft.com/office/drawing/2014/main" id="{8C892D69-E908-CE67-68FE-7332A9B87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56"/>
              <a:ext cx="336" cy="240"/>
              <a:chOff x="2640" y="1776"/>
              <a:chExt cx="336" cy="240"/>
            </a:xfrm>
          </p:grpSpPr>
          <p:sp>
            <p:nvSpPr>
              <p:cNvPr id="38949" name="Oval 12">
                <a:extLst>
                  <a:ext uri="{FF2B5EF4-FFF2-40B4-BE49-F238E27FC236}">
                    <a16:creationId xmlns:a16="http://schemas.microsoft.com/office/drawing/2014/main" id="{E58210D3-8773-3B3B-8F05-A46F44C92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50" name="Text Box 13">
                <a:extLst>
                  <a:ext uri="{FF2B5EF4-FFF2-40B4-BE49-F238E27FC236}">
                    <a16:creationId xmlns:a16="http://schemas.microsoft.com/office/drawing/2014/main" id="{9FCC9379-630A-4874-700B-53994AF569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20" name="Group 14">
              <a:extLst>
                <a:ext uri="{FF2B5EF4-FFF2-40B4-BE49-F238E27FC236}">
                  <a16:creationId xmlns:a16="http://schemas.microsoft.com/office/drawing/2014/main" id="{8BCED0CC-5E4F-0F97-C18F-2C1D05ABEA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56"/>
              <a:ext cx="336" cy="240"/>
              <a:chOff x="2640" y="1776"/>
              <a:chExt cx="336" cy="240"/>
            </a:xfrm>
          </p:grpSpPr>
          <p:sp>
            <p:nvSpPr>
              <p:cNvPr id="38947" name="Oval 15">
                <a:extLst>
                  <a:ext uri="{FF2B5EF4-FFF2-40B4-BE49-F238E27FC236}">
                    <a16:creationId xmlns:a16="http://schemas.microsoft.com/office/drawing/2014/main" id="{2D401EAA-2969-6429-BBC2-A8E586A04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48" name="Text Box 16">
                <a:extLst>
                  <a:ext uri="{FF2B5EF4-FFF2-40B4-BE49-F238E27FC236}">
                    <a16:creationId xmlns:a16="http://schemas.microsoft.com/office/drawing/2014/main" id="{4D4EEA6F-2C2A-5F7C-E1B4-5CD1EB10D7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21" name="Group 17">
              <a:extLst>
                <a:ext uri="{FF2B5EF4-FFF2-40B4-BE49-F238E27FC236}">
                  <a16:creationId xmlns:a16="http://schemas.microsoft.com/office/drawing/2014/main" id="{2703DCF3-FF96-4E3A-D00C-307D8A04B3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56"/>
              <a:ext cx="336" cy="240"/>
              <a:chOff x="2640" y="1776"/>
              <a:chExt cx="336" cy="240"/>
            </a:xfrm>
          </p:grpSpPr>
          <p:sp>
            <p:nvSpPr>
              <p:cNvPr id="38945" name="Oval 18">
                <a:extLst>
                  <a:ext uri="{FF2B5EF4-FFF2-40B4-BE49-F238E27FC236}">
                    <a16:creationId xmlns:a16="http://schemas.microsoft.com/office/drawing/2014/main" id="{3151212E-0F3C-B8B1-11CC-58115D79C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46" name="Text Box 19">
                <a:extLst>
                  <a:ext uri="{FF2B5EF4-FFF2-40B4-BE49-F238E27FC236}">
                    <a16:creationId xmlns:a16="http://schemas.microsoft.com/office/drawing/2014/main" id="{DD6A47FE-BC7E-F49E-B038-EF4253151E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22" name="Group 20">
              <a:extLst>
                <a:ext uri="{FF2B5EF4-FFF2-40B4-BE49-F238E27FC236}">
                  <a16:creationId xmlns:a16="http://schemas.microsoft.com/office/drawing/2014/main" id="{404433F2-29B6-AFD3-3816-98F8F9365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36" cy="240"/>
              <a:chOff x="2640" y="1776"/>
              <a:chExt cx="336" cy="240"/>
            </a:xfrm>
          </p:grpSpPr>
          <p:sp>
            <p:nvSpPr>
              <p:cNvPr id="38943" name="Oval 21">
                <a:extLst>
                  <a:ext uri="{FF2B5EF4-FFF2-40B4-BE49-F238E27FC236}">
                    <a16:creationId xmlns:a16="http://schemas.microsoft.com/office/drawing/2014/main" id="{79F05A07-E2C5-38AA-5C09-492FD08FF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44" name="Text Box 22">
                <a:extLst>
                  <a:ext uri="{FF2B5EF4-FFF2-40B4-BE49-F238E27FC236}">
                    <a16:creationId xmlns:a16="http://schemas.microsoft.com/office/drawing/2014/main" id="{F1BDDFFF-3BC7-233B-15AE-59A479D7C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23" name="Group 23">
              <a:extLst>
                <a:ext uri="{FF2B5EF4-FFF2-40B4-BE49-F238E27FC236}">
                  <a16:creationId xmlns:a16="http://schemas.microsoft.com/office/drawing/2014/main" id="{3DF40552-66E2-BA3D-CA65-266F542F6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688"/>
              <a:ext cx="336" cy="240"/>
              <a:chOff x="2640" y="1776"/>
              <a:chExt cx="336" cy="240"/>
            </a:xfrm>
          </p:grpSpPr>
          <p:sp>
            <p:nvSpPr>
              <p:cNvPr id="38941" name="Oval 24">
                <a:extLst>
                  <a:ext uri="{FF2B5EF4-FFF2-40B4-BE49-F238E27FC236}">
                    <a16:creationId xmlns:a16="http://schemas.microsoft.com/office/drawing/2014/main" id="{3CA81550-418A-6F19-B766-27CEA53FB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42" name="Text Box 25">
                <a:extLst>
                  <a:ext uri="{FF2B5EF4-FFF2-40B4-BE49-F238E27FC236}">
                    <a16:creationId xmlns:a16="http://schemas.microsoft.com/office/drawing/2014/main" id="{04E41438-0A6B-FE0B-DFAE-E0E34D2D0A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24" name="Group 26">
              <a:extLst>
                <a:ext uri="{FF2B5EF4-FFF2-40B4-BE49-F238E27FC236}">
                  <a16:creationId xmlns:a16="http://schemas.microsoft.com/office/drawing/2014/main" id="{48019CD7-FFFD-CE3C-3907-3F0249FA4A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16"/>
              <a:ext cx="336" cy="240"/>
              <a:chOff x="2640" y="1776"/>
              <a:chExt cx="336" cy="240"/>
            </a:xfrm>
          </p:grpSpPr>
          <p:sp>
            <p:nvSpPr>
              <p:cNvPr id="38939" name="Oval 27">
                <a:extLst>
                  <a:ext uri="{FF2B5EF4-FFF2-40B4-BE49-F238E27FC236}">
                    <a16:creationId xmlns:a16="http://schemas.microsoft.com/office/drawing/2014/main" id="{556CD1A8-A78C-C4B5-3CE1-C3055FCD5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40" name="Text Box 28">
                <a:extLst>
                  <a:ext uri="{FF2B5EF4-FFF2-40B4-BE49-F238E27FC236}">
                    <a16:creationId xmlns:a16="http://schemas.microsoft.com/office/drawing/2014/main" id="{D53AE05A-DA6D-82EC-3847-F75E0F0B5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K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8925" name="Group 29">
              <a:extLst>
                <a:ext uri="{FF2B5EF4-FFF2-40B4-BE49-F238E27FC236}">
                  <a16:creationId xmlns:a16="http://schemas.microsoft.com/office/drawing/2014/main" id="{F6A4F455-87E0-6694-0B70-A78D62C3F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216"/>
              <a:ext cx="336" cy="240"/>
              <a:chOff x="2640" y="1776"/>
              <a:chExt cx="336" cy="240"/>
            </a:xfrm>
          </p:grpSpPr>
          <p:sp>
            <p:nvSpPr>
              <p:cNvPr id="38937" name="Oval 30">
                <a:extLst>
                  <a:ext uri="{FF2B5EF4-FFF2-40B4-BE49-F238E27FC236}">
                    <a16:creationId xmlns:a16="http://schemas.microsoft.com/office/drawing/2014/main" id="{0BD7A3BF-C28B-4829-ED4D-8ED70D6A4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336" cy="240"/>
              </a:xfrm>
              <a:prstGeom prst="ellipse">
                <a:avLst/>
              </a:prstGeom>
              <a:solidFill>
                <a:srgbClr val="F3F1AB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938" name="Text Box 31">
                <a:extLst>
                  <a:ext uri="{FF2B5EF4-FFF2-40B4-BE49-F238E27FC236}">
                    <a16:creationId xmlns:a16="http://schemas.microsoft.com/office/drawing/2014/main" id="{63676424-31BC-4EE2-D7E7-C0ED3D5FA8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76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L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8926" name="Oval 32">
              <a:extLst>
                <a:ext uri="{FF2B5EF4-FFF2-40B4-BE49-F238E27FC236}">
                  <a16:creationId xmlns:a16="http://schemas.microsoft.com/office/drawing/2014/main" id="{55F4193E-033C-B347-4B46-91C39E0E0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744"/>
              <a:ext cx="336" cy="240"/>
            </a:xfrm>
            <a:prstGeom prst="ellipse">
              <a:avLst/>
            </a:prstGeom>
            <a:solidFill>
              <a:srgbClr val="F3F1AB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8927" name="Text Box 33">
              <a:extLst>
                <a:ext uri="{FF2B5EF4-FFF2-40B4-BE49-F238E27FC236}">
                  <a16:creationId xmlns:a16="http://schemas.microsoft.com/office/drawing/2014/main" id="{02BC746C-D109-26C2-1545-6F737148E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4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latin typeface="Tahoma" panose="020B0604030504040204" pitchFamily="34" charset="0"/>
                </a:rPr>
                <a:t>O</a:t>
              </a:r>
              <a:endParaRPr lang="en-GB" altLang="en-US" sz="1800" b="1" i="1">
                <a:latin typeface="Tahoma" panose="020B0604030504040204" pitchFamily="34" charset="0"/>
              </a:endParaRPr>
            </a:p>
          </p:txBody>
        </p:sp>
        <p:sp>
          <p:nvSpPr>
            <p:cNvPr id="38928" name="Line 34">
              <a:extLst>
                <a:ext uri="{FF2B5EF4-FFF2-40B4-BE49-F238E27FC236}">
                  <a16:creationId xmlns:a16="http://schemas.microsoft.com/office/drawing/2014/main" id="{97947453-3439-BEB7-4B91-A9A16222B8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64"/>
              <a:ext cx="10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9" name="Line 35">
              <a:extLst>
                <a:ext uri="{FF2B5EF4-FFF2-40B4-BE49-F238E27FC236}">
                  <a16:creationId xmlns:a16="http://schemas.microsoft.com/office/drawing/2014/main" id="{945FBC62-504F-1061-6550-7C1F93206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0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Line 36">
              <a:extLst>
                <a:ext uri="{FF2B5EF4-FFF2-40B4-BE49-F238E27FC236}">
                  <a16:creationId xmlns:a16="http://schemas.microsoft.com/office/drawing/2014/main" id="{D467E9BB-53D8-1BD8-FC6A-FBB127D4D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Line 37">
              <a:extLst>
                <a:ext uri="{FF2B5EF4-FFF2-40B4-BE49-F238E27FC236}">
                  <a16:creationId xmlns:a16="http://schemas.microsoft.com/office/drawing/2014/main" id="{9CAE32AB-6FF5-C1E8-51B9-6384494EC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064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Line 38">
              <a:extLst>
                <a:ext uri="{FF2B5EF4-FFF2-40B4-BE49-F238E27FC236}">
                  <a16:creationId xmlns:a16="http://schemas.microsoft.com/office/drawing/2014/main" id="{0B4834A7-F716-DF1F-EF22-676417B25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49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Line 39">
              <a:extLst>
                <a:ext uri="{FF2B5EF4-FFF2-40B4-BE49-F238E27FC236}">
                  <a16:creationId xmlns:a16="http://schemas.microsoft.com/office/drawing/2014/main" id="{88F30D4A-0B76-060A-76A1-710F302DD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Line 40">
              <a:extLst>
                <a:ext uri="{FF2B5EF4-FFF2-40B4-BE49-F238E27FC236}">
                  <a16:creationId xmlns:a16="http://schemas.microsoft.com/office/drawing/2014/main" id="{BC180300-AC45-F3E5-34EA-7123A45688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92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Line 41">
              <a:extLst>
                <a:ext uri="{FF2B5EF4-FFF2-40B4-BE49-F238E27FC236}">
                  <a16:creationId xmlns:a16="http://schemas.microsoft.com/office/drawing/2014/main" id="{8D63439A-B4B8-FB33-38FD-E7A0251B7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2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Line 42">
              <a:extLst>
                <a:ext uri="{FF2B5EF4-FFF2-40B4-BE49-F238E27FC236}">
                  <a16:creationId xmlns:a16="http://schemas.microsoft.com/office/drawing/2014/main" id="{F88468BC-42F2-E544-88FE-8794B20E83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345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F28695-A68B-77BB-793C-597AB19B4C1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Depth First Search: Review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>
            <a:extLst>
              <a:ext uri="{FF2B5EF4-FFF2-40B4-BE49-F238E27FC236}">
                <a16:creationId xmlns:a16="http://schemas.microsoft.com/office/drawing/2014/main" id="{B905ABAE-2B17-D925-0529-DAA7A529A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933" y="5592762"/>
            <a:ext cx="1208985" cy="400110"/>
          </a:xfrm>
          <a:prstGeom prst="rect">
            <a:avLst/>
          </a:prstGeom>
          <a:solidFill>
            <a:srgbClr val="00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color me!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109ED2-10A2-271D-980E-A5A6B1EC200F}"/>
              </a:ext>
            </a:extLst>
          </p:cNvPr>
          <p:cNvGrpSpPr/>
          <p:nvPr/>
        </p:nvGrpSpPr>
        <p:grpSpPr>
          <a:xfrm>
            <a:off x="2301081" y="1689100"/>
            <a:ext cx="4541838" cy="3479800"/>
            <a:chOff x="955040" y="1638618"/>
            <a:chExt cx="4541838" cy="3479800"/>
          </a:xfrm>
        </p:grpSpPr>
        <p:sp>
          <p:nvSpPr>
            <p:cNvPr id="40964" name="Oval 4">
              <a:extLst>
                <a:ext uri="{FF2B5EF4-FFF2-40B4-BE49-F238E27FC236}">
                  <a16:creationId xmlns:a16="http://schemas.microsoft.com/office/drawing/2014/main" id="{EAE4991B-E876-7757-6332-4292FC37A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778" y="2781618"/>
              <a:ext cx="392112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0965" name="Oval 5">
              <a:extLst>
                <a:ext uri="{FF2B5EF4-FFF2-40B4-BE49-F238E27FC236}">
                  <a16:creationId xmlns:a16="http://schemas.microsoft.com/office/drawing/2014/main" id="{6C18D14A-D88F-A21F-D47C-7F7F0A108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0003" y="2553018"/>
              <a:ext cx="396875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0966" name="Oval 6">
              <a:extLst>
                <a:ext uri="{FF2B5EF4-FFF2-40B4-BE49-F238E27FC236}">
                  <a16:creationId xmlns:a16="http://schemas.microsoft.com/office/drawing/2014/main" id="{DE2F87B5-316E-4DCF-0C07-DDD37D465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3528" y="3315018"/>
              <a:ext cx="428625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0967" name="Oval 7">
              <a:extLst>
                <a:ext uri="{FF2B5EF4-FFF2-40B4-BE49-F238E27FC236}">
                  <a16:creationId xmlns:a16="http://schemas.microsoft.com/office/drawing/2014/main" id="{327FB86F-DE73-F3FB-E76B-4F6826B81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9803" y="1638618"/>
              <a:ext cx="398462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0968" name="Oval 8">
              <a:extLst>
                <a:ext uri="{FF2B5EF4-FFF2-40B4-BE49-F238E27FC236}">
                  <a16:creationId xmlns:a16="http://schemas.microsoft.com/office/drawing/2014/main" id="{B7032D41-A6CD-3418-75D5-85B036246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378" y="4534218"/>
              <a:ext cx="392112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0969" name="Oval 9">
              <a:extLst>
                <a:ext uri="{FF2B5EF4-FFF2-40B4-BE49-F238E27FC236}">
                  <a16:creationId xmlns:a16="http://schemas.microsoft.com/office/drawing/2014/main" id="{D065839D-0563-E9D2-705A-5029A64F9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528" y="1638618"/>
              <a:ext cx="430212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0970" name="Line 10">
              <a:extLst>
                <a:ext uri="{FF2B5EF4-FFF2-40B4-BE49-F238E27FC236}">
                  <a16:creationId xmlns:a16="http://schemas.microsoft.com/office/drawing/2014/main" id="{6DD0FBA2-2F5B-2321-5393-2B3C42EF2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840" y="211328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971" name="Line 11">
              <a:extLst>
                <a:ext uri="{FF2B5EF4-FFF2-40B4-BE49-F238E27FC236}">
                  <a16:creationId xmlns:a16="http://schemas.microsoft.com/office/drawing/2014/main" id="{0F09FCC2-57FB-5BF0-3736-9BCD71104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440" y="2037080"/>
              <a:ext cx="16764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72" name="Line 12">
              <a:extLst>
                <a:ext uri="{FF2B5EF4-FFF2-40B4-BE49-F238E27FC236}">
                  <a16:creationId xmlns:a16="http://schemas.microsoft.com/office/drawing/2014/main" id="{FB016EB5-B962-B8E9-93E0-02620241FE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93240" y="3256280"/>
              <a:ext cx="9144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973" name="Line 13">
              <a:extLst>
                <a:ext uri="{FF2B5EF4-FFF2-40B4-BE49-F238E27FC236}">
                  <a16:creationId xmlns:a16="http://schemas.microsoft.com/office/drawing/2014/main" id="{846184FF-2F86-CF31-1BE2-1B558C55F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0040" y="3637280"/>
              <a:ext cx="1219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74" name="Line 14">
              <a:extLst>
                <a:ext uri="{FF2B5EF4-FFF2-40B4-BE49-F238E27FC236}">
                  <a16:creationId xmlns:a16="http://schemas.microsoft.com/office/drawing/2014/main" id="{451D11B6-FA4C-7117-2673-9A991D362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440" y="1884680"/>
              <a:ext cx="16002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975" name="Line 15">
              <a:extLst>
                <a:ext uri="{FF2B5EF4-FFF2-40B4-BE49-F238E27FC236}">
                  <a16:creationId xmlns:a16="http://schemas.microsoft.com/office/drawing/2014/main" id="{3A0B5B7C-A5A6-A202-4650-646EF3D30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3840" y="2113280"/>
              <a:ext cx="83820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976" name="Line 16">
              <a:extLst>
                <a:ext uri="{FF2B5EF4-FFF2-40B4-BE49-F238E27FC236}">
                  <a16:creationId xmlns:a16="http://schemas.microsoft.com/office/drawing/2014/main" id="{EE20EC03-E52E-1F70-922F-3C1F4772F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4440" y="2113280"/>
              <a:ext cx="4572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77" name="Line 17">
              <a:extLst>
                <a:ext uri="{FF2B5EF4-FFF2-40B4-BE49-F238E27FC236}">
                  <a16:creationId xmlns:a16="http://schemas.microsoft.com/office/drawing/2014/main" id="{3CB103EA-F0C3-56E8-4E6E-34A39DE40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640" y="2037080"/>
              <a:ext cx="1295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78" name="Line 18">
              <a:extLst>
                <a:ext uri="{FF2B5EF4-FFF2-40B4-BE49-F238E27FC236}">
                  <a16:creationId xmlns:a16="http://schemas.microsoft.com/office/drawing/2014/main" id="{4522949A-990E-1A6E-684F-F7E5129A7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0240" y="295148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79" name="Oval 19">
              <a:extLst>
                <a:ext uri="{FF2B5EF4-FFF2-40B4-BE49-F238E27FC236}">
                  <a16:creationId xmlns:a16="http://schemas.microsoft.com/office/drawing/2014/main" id="{30A4BAFD-A57D-5110-DCBC-CED89706C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915" y="462788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0980" name="Line 20">
              <a:extLst>
                <a:ext uri="{FF2B5EF4-FFF2-40B4-BE49-F238E27FC236}">
                  <a16:creationId xmlns:a16="http://schemas.microsoft.com/office/drawing/2014/main" id="{7D9CF8F1-2228-221F-A6B0-1161F616E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0040" y="493268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81" name="Line 21">
              <a:extLst>
                <a:ext uri="{FF2B5EF4-FFF2-40B4-BE49-F238E27FC236}">
                  <a16:creationId xmlns:a16="http://schemas.microsoft.com/office/drawing/2014/main" id="{72D2154B-14AB-7AC0-2AFB-5673AE421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3040" y="3789680"/>
              <a:ext cx="228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82" name="Oval 22">
              <a:extLst>
                <a:ext uri="{FF2B5EF4-FFF2-40B4-BE49-F238E27FC236}">
                  <a16:creationId xmlns:a16="http://schemas.microsoft.com/office/drawing/2014/main" id="{8198A1EB-2149-FF92-05E0-B0F2BB471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" y="3942080"/>
              <a:ext cx="44291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0983" name="Line 23">
              <a:extLst>
                <a:ext uri="{FF2B5EF4-FFF2-40B4-BE49-F238E27FC236}">
                  <a16:creationId xmlns:a16="http://schemas.microsoft.com/office/drawing/2014/main" id="{9F4B5E5A-6735-85CA-A926-63406172D5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9840" y="3180080"/>
              <a:ext cx="304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84" name="Line 24">
              <a:extLst>
                <a:ext uri="{FF2B5EF4-FFF2-40B4-BE49-F238E27FC236}">
                  <a16:creationId xmlns:a16="http://schemas.microsoft.com/office/drawing/2014/main" id="{2FC5C6DC-B4F8-7F95-2734-921323574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6040" y="4323080"/>
              <a:ext cx="1143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85" name="Line 25">
              <a:extLst>
                <a:ext uri="{FF2B5EF4-FFF2-40B4-BE49-F238E27FC236}">
                  <a16:creationId xmlns:a16="http://schemas.microsoft.com/office/drawing/2014/main" id="{0CA01867-6A7F-17BB-E681-AD27EEFDE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3640" y="2037080"/>
              <a:ext cx="30480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D84705-F692-A260-18CC-20C7DBAB02E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B9359D3-DAE2-95CC-9680-9D8013E24B19}"/>
              </a:ext>
            </a:extLst>
          </p:cNvPr>
          <p:cNvGrpSpPr/>
          <p:nvPr/>
        </p:nvGrpSpPr>
        <p:grpSpPr>
          <a:xfrm>
            <a:off x="1600199" y="1371599"/>
            <a:ext cx="5943600" cy="4114801"/>
            <a:chOff x="1600200" y="1371600"/>
            <a:chExt cx="5943600" cy="4114801"/>
          </a:xfrm>
        </p:grpSpPr>
        <p:sp>
          <p:nvSpPr>
            <p:cNvPr id="41989" name="Oval 5">
              <a:extLst>
                <a:ext uri="{FF2B5EF4-FFF2-40B4-BE49-F238E27FC236}">
                  <a16:creationId xmlns:a16="http://schemas.microsoft.com/office/drawing/2014/main" id="{88EA25B6-1540-3A10-0C20-5BE5F3306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738" y="2878138"/>
              <a:ext cx="39211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1990" name="Oval 6">
              <a:extLst>
                <a:ext uri="{FF2B5EF4-FFF2-40B4-BE49-F238E27FC236}">
                  <a16:creationId xmlns:a16="http://schemas.microsoft.com/office/drawing/2014/main" id="{FE7F7079-196A-1D92-2B70-531A86F26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963" y="2649538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1991" name="Oval 7">
              <a:extLst>
                <a:ext uri="{FF2B5EF4-FFF2-40B4-BE49-F238E27FC236}">
                  <a16:creationId xmlns:a16="http://schemas.microsoft.com/office/drawing/2014/main" id="{DAB22024-5208-E5F2-1E00-07BAD2D49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488" y="3411538"/>
              <a:ext cx="4286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1992" name="Oval 8">
              <a:extLst>
                <a:ext uri="{FF2B5EF4-FFF2-40B4-BE49-F238E27FC236}">
                  <a16:creationId xmlns:a16="http://schemas.microsoft.com/office/drawing/2014/main" id="{03C01039-50B9-BB82-A4FA-C51A9CCD5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763" y="1735138"/>
              <a:ext cx="39846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1993" name="Oval 9">
              <a:extLst>
                <a:ext uri="{FF2B5EF4-FFF2-40B4-BE49-F238E27FC236}">
                  <a16:creationId xmlns:a16="http://schemas.microsoft.com/office/drawing/2014/main" id="{D98F2CA7-F866-4734-384E-4E77C627D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338" y="4630738"/>
              <a:ext cx="39211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1994" name="Oval 10">
              <a:extLst>
                <a:ext uri="{FF2B5EF4-FFF2-40B4-BE49-F238E27FC236}">
                  <a16:creationId xmlns:a16="http://schemas.microsoft.com/office/drawing/2014/main" id="{039D2E03-809D-7B65-CB47-5F630431F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88" y="1735138"/>
              <a:ext cx="43021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1995" name="Line 11">
              <a:extLst>
                <a:ext uri="{FF2B5EF4-FFF2-40B4-BE49-F238E27FC236}">
                  <a16:creationId xmlns:a16="http://schemas.microsoft.com/office/drawing/2014/main" id="{FA303D3A-19C1-2598-FA7E-4E10E3ABD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2209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996" name="Line 12">
              <a:extLst>
                <a:ext uri="{FF2B5EF4-FFF2-40B4-BE49-F238E27FC236}">
                  <a16:creationId xmlns:a16="http://schemas.microsoft.com/office/drawing/2014/main" id="{DB69355F-E5F1-D43D-5992-6A98CC0E5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2133600"/>
              <a:ext cx="16764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997" name="Line 13">
              <a:extLst>
                <a:ext uri="{FF2B5EF4-FFF2-40B4-BE49-F238E27FC236}">
                  <a16:creationId xmlns:a16="http://schemas.microsoft.com/office/drawing/2014/main" id="{A38962B6-7104-53CD-8316-736024DDB1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4200" y="3352800"/>
              <a:ext cx="9144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998" name="Line 14">
              <a:extLst>
                <a:ext uri="{FF2B5EF4-FFF2-40B4-BE49-F238E27FC236}">
                  <a16:creationId xmlns:a16="http://schemas.microsoft.com/office/drawing/2014/main" id="{006ABA2A-D910-AE84-B07A-529D14D42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3733800"/>
              <a:ext cx="1219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999" name="Line 15">
              <a:extLst>
                <a:ext uri="{FF2B5EF4-FFF2-40B4-BE49-F238E27FC236}">
                  <a16:creationId xmlns:a16="http://schemas.microsoft.com/office/drawing/2014/main" id="{BCF6ADA7-C49D-F79C-E614-0EE017257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1981200"/>
              <a:ext cx="16002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00" name="Line 16">
              <a:extLst>
                <a:ext uri="{FF2B5EF4-FFF2-40B4-BE49-F238E27FC236}">
                  <a16:creationId xmlns:a16="http://schemas.microsoft.com/office/drawing/2014/main" id="{C1B98D05-DAE6-4648-5415-2B63A4125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800" y="2209800"/>
              <a:ext cx="83820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01" name="Line 17">
              <a:extLst>
                <a:ext uri="{FF2B5EF4-FFF2-40B4-BE49-F238E27FC236}">
                  <a16:creationId xmlns:a16="http://schemas.microsoft.com/office/drawing/2014/main" id="{E6504F6E-E3A7-921F-5BC3-69AAF80E5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2209800"/>
              <a:ext cx="4572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2" name="Line 18">
              <a:extLst>
                <a:ext uri="{FF2B5EF4-FFF2-40B4-BE49-F238E27FC236}">
                  <a16:creationId xmlns:a16="http://schemas.microsoft.com/office/drawing/2014/main" id="{1D44F80C-1430-1AF3-F210-662F24F82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2133600"/>
              <a:ext cx="1295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3" name="Line 19">
              <a:extLst>
                <a:ext uri="{FF2B5EF4-FFF2-40B4-BE49-F238E27FC236}">
                  <a16:creationId xmlns:a16="http://schemas.microsoft.com/office/drawing/2014/main" id="{AEA6E604-C6CF-8461-B680-42BA2AE1C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30480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4" name="Oval 20">
              <a:extLst>
                <a:ext uri="{FF2B5EF4-FFF2-40B4-BE49-F238E27FC236}">
                  <a16:creationId xmlns:a16="http://schemas.microsoft.com/office/drawing/2014/main" id="{837FCBA9-4FAB-906E-A383-CF9895B6D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5875" y="472440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2005" name="Line 21">
              <a:extLst>
                <a:ext uri="{FF2B5EF4-FFF2-40B4-BE49-F238E27FC236}">
                  <a16:creationId xmlns:a16="http://schemas.microsoft.com/office/drawing/2014/main" id="{63CF9185-5C4A-F08D-2784-E431975AC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50292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6" name="Line 22">
              <a:extLst>
                <a:ext uri="{FF2B5EF4-FFF2-40B4-BE49-F238E27FC236}">
                  <a16:creationId xmlns:a16="http://schemas.microsoft.com/office/drawing/2014/main" id="{A53F33E9-08FB-F114-4736-A813F11AF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4000" y="3886200"/>
              <a:ext cx="228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7" name="Oval 23">
              <a:extLst>
                <a:ext uri="{FF2B5EF4-FFF2-40B4-BE49-F238E27FC236}">
                  <a16:creationId xmlns:a16="http://schemas.microsoft.com/office/drawing/2014/main" id="{097CAB53-81B3-8941-22D0-AD6F2BCA6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038600"/>
              <a:ext cx="44291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2008" name="Line 24">
              <a:extLst>
                <a:ext uri="{FF2B5EF4-FFF2-40B4-BE49-F238E27FC236}">
                  <a16:creationId xmlns:a16="http://schemas.microsoft.com/office/drawing/2014/main" id="{75F13A9C-5FC6-BB8B-5A76-62DA2D554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3276600"/>
              <a:ext cx="304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9" name="Line 25">
              <a:extLst>
                <a:ext uri="{FF2B5EF4-FFF2-40B4-BE49-F238E27FC236}">
                  <a16:creationId xmlns:a16="http://schemas.microsoft.com/office/drawing/2014/main" id="{60D2A44C-6F42-9D2A-D651-E8FECBFC3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4419600"/>
              <a:ext cx="1143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0" name="Line 26">
              <a:extLst>
                <a:ext uri="{FF2B5EF4-FFF2-40B4-BE49-F238E27FC236}">
                  <a16:creationId xmlns:a16="http://schemas.microsoft.com/office/drawing/2014/main" id="{809D5A69-CA61-D4B4-6F2C-E4ED3EAB3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4600" y="2133600"/>
              <a:ext cx="30480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12" name="Text Box 28">
              <a:extLst>
                <a:ext uri="{FF2B5EF4-FFF2-40B4-BE49-F238E27FC236}">
                  <a16:creationId xmlns:a16="http://schemas.microsoft.com/office/drawing/2014/main" id="{D751D29C-7ABF-02C2-1D06-8F5B65BF0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1371600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013" name="Text Box 29">
              <a:extLst>
                <a:ext uri="{FF2B5EF4-FFF2-40B4-BE49-F238E27FC236}">
                  <a16:creationId xmlns:a16="http://schemas.microsoft.com/office/drawing/2014/main" id="{3AA03713-514D-FDE6-1369-65ABB20A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1371600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014" name="Text Box 30">
              <a:extLst>
                <a:ext uri="{FF2B5EF4-FFF2-40B4-BE49-F238E27FC236}">
                  <a16:creationId xmlns:a16="http://schemas.microsoft.com/office/drawing/2014/main" id="{4A0838EF-C1E5-D0F8-5183-D9B3AF575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286000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015" name="Text Box 31">
              <a:extLst>
                <a:ext uri="{FF2B5EF4-FFF2-40B4-BE49-F238E27FC236}">
                  <a16:creationId xmlns:a16="http://schemas.microsoft.com/office/drawing/2014/main" id="{280A4BED-CBB6-D983-B578-1AB0FD159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4953000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016" name="Text Box 32">
              <a:extLst>
                <a:ext uri="{FF2B5EF4-FFF2-40B4-BE49-F238E27FC236}">
                  <a16:creationId xmlns:a16="http://schemas.microsoft.com/office/drawing/2014/main" id="{37210F9A-C863-6D69-E756-2C0F67C2B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3535363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017" name="Text Box 33">
              <a:extLst>
                <a:ext uri="{FF2B5EF4-FFF2-40B4-BE49-F238E27FC236}">
                  <a16:creationId xmlns:a16="http://schemas.microsoft.com/office/drawing/2014/main" id="{AF16D8A4-8529-1547-2CD4-C4CAAB557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001963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018" name="Text Box 34">
              <a:extLst>
                <a:ext uri="{FF2B5EF4-FFF2-40B4-BE49-F238E27FC236}">
                  <a16:creationId xmlns:a16="http://schemas.microsoft.com/office/drawing/2014/main" id="{442D74C6-FBDA-66D3-C8FA-BC9CF44D2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0" y="5211763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{blue, green, red}</a:t>
              </a:r>
              <a:endParaRPr lang="en-GB" altLang="en-US" sz="1200" dirty="0">
                <a:latin typeface="Arial" panose="020B0604020202020204" pitchFamily="34" charset="0"/>
              </a:endParaRPr>
            </a:p>
          </p:txBody>
        </p:sp>
        <p:sp>
          <p:nvSpPr>
            <p:cNvPr id="42019" name="Text Box 35">
              <a:extLst>
                <a:ext uri="{FF2B5EF4-FFF2-40B4-BE49-F238E27FC236}">
                  <a16:creationId xmlns:a16="http://schemas.microsoft.com/office/drawing/2014/main" id="{4A2FD501-88D9-D833-22FA-937FC5991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4495800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{blue, green, red}</a:t>
              </a:r>
              <a:endParaRPr lang="en-GB" alt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D37523-3C44-100C-9C7C-C0F009793D1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1" name="Group 3">
            <a:extLst>
              <a:ext uri="{FF2B5EF4-FFF2-40B4-BE49-F238E27FC236}">
                <a16:creationId xmlns:a16="http://schemas.microsoft.com/office/drawing/2014/main" id="{3B2D5B74-4FDD-FFC3-6A5D-46514E918DB6}"/>
              </a:ext>
            </a:extLst>
          </p:cNvPr>
          <p:cNvGrpSpPr>
            <a:grpSpLocks/>
          </p:cNvGrpSpPr>
          <p:nvPr/>
        </p:nvGrpSpPr>
        <p:grpSpPr bwMode="auto">
          <a:xfrm>
            <a:off x="2497931" y="1851818"/>
            <a:ext cx="4148138" cy="3154363"/>
            <a:chOff x="561" y="835"/>
            <a:chExt cx="2889" cy="2229"/>
          </a:xfrm>
        </p:grpSpPr>
        <p:sp>
          <p:nvSpPr>
            <p:cNvPr id="43013" name="Oval 4">
              <a:extLst>
                <a:ext uri="{FF2B5EF4-FFF2-40B4-BE49-F238E27FC236}">
                  <a16:creationId xmlns:a16="http://schemas.microsoft.com/office/drawing/2014/main" id="{6717E281-72DB-D88A-8250-C1DE77095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1555"/>
              <a:ext cx="273" cy="34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3014" name="Oval 5">
              <a:extLst>
                <a:ext uri="{FF2B5EF4-FFF2-40B4-BE49-F238E27FC236}">
                  <a16:creationId xmlns:a16="http://schemas.microsoft.com/office/drawing/2014/main" id="{B1796982-D076-98C7-A59B-D01BFFECC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1409"/>
              <a:ext cx="277" cy="34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3015" name="Oval 6">
              <a:extLst>
                <a:ext uri="{FF2B5EF4-FFF2-40B4-BE49-F238E27FC236}">
                  <a16:creationId xmlns:a16="http://schemas.microsoft.com/office/drawing/2014/main" id="{EE4FC8D6-8BB7-600D-D00D-DC50171BD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891"/>
              <a:ext cx="298" cy="34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3016" name="Oval 7">
              <a:extLst>
                <a:ext uri="{FF2B5EF4-FFF2-40B4-BE49-F238E27FC236}">
                  <a16:creationId xmlns:a16="http://schemas.microsoft.com/office/drawing/2014/main" id="{BAB87327-E234-B037-2906-7ED54B061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" y="835"/>
              <a:ext cx="278" cy="34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3017" name="Oval 8">
              <a:extLst>
                <a:ext uri="{FF2B5EF4-FFF2-40B4-BE49-F238E27FC236}">
                  <a16:creationId xmlns:a16="http://schemas.microsoft.com/office/drawing/2014/main" id="{4B42FC29-1988-D181-F454-93B6BBF54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659"/>
              <a:ext cx="273" cy="34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3018" name="Oval 9">
              <a:extLst>
                <a:ext uri="{FF2B5EF4-FFF2-40B4-BE49-F238E27FC236}">
                  <a16:creationId xmlns:a16="http://schemas.microsoft.com/office/drawing/2014/main" id="{E2520D6E-050E-72A2-1787-30F3CA3E8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835"/>
              <a:ext cx="300" cy="34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3019" name="Line 10">
              <a:extLst>
                <a:ext uri="{FF2B5EF4-FFF2-40B4-BE49-F238E27FC236}">
                  <a16:creationId xmlns:a16="http://schemas.microsoft.com/office/drawing/2014/main" id="{77DC4B44-433F-87B6-1A5E-7C264D3D4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1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0" name="Line 11">
              <a:extLst>
                <a:ext uri="{FF2B5EF4-FFF2-40B4-BE49-F238E27FC236}">
                  <a16:creationId xmlns:a16="http://schemas.microsoft.com/office/drawing/2014/main" id="{1CFC94B8-490F-5938-B494-D10AC65C9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104"/>
              <a:ext cx="105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1" name="Line 12">
              <a:extLst>
                <a:ext uri="{FF2B5EF4-FFF2-40B4-BE49-F238E27FC236}">
                  <a16:creationId xmlns:a16="http://schemas.microsoft.com/office/drawing/2014/main" id="{BAAA84C4-3942-8093-212E-25237EEC5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872"/>
              <a:ext cx="57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2" name="Line 13">
              <a:extLst>
                <a:ext uri="{FF2B5EF4-FFF2-40B4-BE49-F238E27FC236}">
                  <a16:creationId xmlns:a16="http://schemas.microsoft.com/office/drawing/2014/main" id="{F01C7DA2-72B0-6B0D-C606-D31FAFB85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208"/>
              <a:ext cx="81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3" name="Line 14">
              <a:extLst>
                <a:ext uri="{FF2B5EF4-FFF2-40B4-BE49-F238E27FC236}">
                  <a16:creationId xmlns:a16="http://schemas.microsoft.com/office/drawing/2014/main" id="{9DEA0818-3370-C8CC-4E12-1EB6A93B9A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008"/>
              <a:ext cx="100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4" name="Line 15">
              <a:extLst>
                <a:ext uri="{FF2B5EF4-FFF2-40B4-BE49-F238E27FC236}">
                  <a16:creationId xmlns:a16="http://schemas.microsoft.com/office/drawing/2014/main" id="{FE532D56-289C-2AF0-2965-B3C12FE355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152"/>
              <a:ext cx="528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5" name="Line 16">
              <a:extLst>
                <a:ext uri="{FF2B5EF4-FFF2-40B4-BE49-F238E27FC236}">
                  <a16:creationId xmlns:a16="http://schemas.microsoft.com/office/drawing/2014/main" id="{F5F6C011-CEC4-C59B-0AEA-4A2F4E417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152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6" name="Line 17">
              <a:extLst>
                <a:ext uri="{FF2B5EF4-FFF2-40B4-BE49-F238E27FC236}">
                  <a16:creationId xmlns:a16="http://schemas.microsoft.com/office/drawing/2014/main" id="{C3A0BBCE-0B5C-A7B4-F80D-F2A29F497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056"/>
              <a:ext cx="81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7" name="Line 18">
              <a:extLst>
                <a:ext uri="{FF2B5EF4-FFF2-40B4-BE49-F238E27FC236}">
                  <a16:creationId xmlns:a16="http://schemas.microsoft.com/office/drawing/2014/main" id="{7485937C-42DC-9333-CDB0-43C3A39734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1728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28" name="Oval 19">
              <a:extLst>
                <a:ext uri="{FF2B5EF4-FFF2-40B4-BE49-F238E27FC236}">
                  <a16:creationId xmlns:a16="http://schemas.microsoft.com/office/drawing/2014/main" id="{A009FE84-9AE3-FCE2-87CD-DDFE3DCC4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" y="2717"/>
              <a:ext cx="290" cy="34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3029" name="Line 20">
              <a:extLst>
                <a:ext uri="{FF2B5EF4-FFF2-40B4-BE49-F238E27FC236}">
                  <a16:creationId xmlns:a16="http://schemas.microsoft.com/office/drawing/2014/main" id="{949BB777-5960-32D3-F191-A9C40F2CB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880"/>
              <a:ext cx="52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30" name="Line 21">
              <a:extLst>
                <a:ext uri="{FF2B5EF4-FFF2-40B4-BE49-F238E27FC236}">
                  <a16:creationId xmlns:a16="http://schemas.microsoft.com/office/drawing/2014/main" id="{484ED477-DD22-8E5A-9CD9-9315BFD49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2208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31" name="Oval 22">
              <a:extLst>
                <a:ext uri="{FF2B5EF4-FFF2-40B4-BE49-F238E27FC236}">
                  <a16:creationId xmlns:a16="http://schemas.microsoft.com/office/drawing/2014/main" id="{6167EDBF-84EA-4468-3AC4-A6EF9890F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" y="2285"/>
              <a:ext cx="309" cy="34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3032" name="Line 23">
              <a:extLst>
                <a:ext uri="{FF2B5EF4-FFF2-40B4-BE49-F238E27FC236}">
                  <a16:creationId xmlns:a16="http://schemas.microsoft.com/office/drawing/2014/main" id="{01E8D9FC-BEB4-0F1E-C539-D6BBC6BF4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824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33" name="Line 24">
              <a:extLst>
                <a:ext uri="{FF2B5EF4-FFF2-40B4-BE49-F238E27FC236}">
                  <a16:creationId xmlns:a16="http://schemas.microsoft.com/office/drawing/2014/main" id="{2DBAD381-454B-3549-81E3-30DF27BFA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44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034" name="Line 25">
              <a:extLst>
                <a:ext uri="{FF2B5EF4-FFF2-40B4-BE49-F238E27FC236}">
                  <a16:creationId xmlns:a16="http://schemas.microsoft.com/office/drawing/2014/main" id="{2E72129E-F2F5-AAF8-098D-A62592428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104"/>
              <a:ext cx="192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C8ECAEA-584C-FD05-CC05-1CD38B8DE97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7F0D82-DFA4-415B-AB53-CEE652BD6D2A}"/>
                  </a:ext>
                </a:extLst>
              </p14:cNvPr>
              <p14:cNvContentPartPr/>
              <p14:nvPr/>
            </p14:nvContentPartPr>
            <p14:xfrm>
              <a:off x="3060081" y="1938078"/>
              <a:ext cx="272880" cy="276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7F0D82-DFA4-415B-AB53-CEE652BD6D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51081" y="1929438"/>
                <a:ext cx="2905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EE8D02-03D1-4489-99A1-3F3458201DE4}"/>
                  </a:ext>
                </a:extLst>
              </p14:cNvPr>
              <p14:cNvContentPartPr/>
              <p14:nvPr/>
            </p14:nvContentPartPr>
            <p14:xfrm>
              <a:off x="4915881" y="1942758"/>
              <a:ext cx="219600" cy="30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EE8D02-03D1-4489-99A1-3F3458201D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6881" y="1934118"/>
                <a:ext cx="23724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AFFFCB-4BFA-44AA-B1EC-EB91929EEE2A}"/>
                  </a:ext>
                </a:extLst>
              </p14:cNvPr>
              <p14:cNvContentPartPr/>
              <p14:nvPr/>
            </p14:nvContentPartPr>
            <p14:xfrm>
              <a:off x="3050721" y="2993958"/>
              <a:ext cx="302040" cy="235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AFFFCB-4BFA-44AA-B1EC-EB91929EEE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42081" y="2985318"/>
                <a:ext cx="319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F70583-4DE2-4C24-BEBC-FB25A71DE636}"/>
                  </a:ext>
                </a:extLst>
              </p14:cNvPr>
              <p14:cNvContentPartPr/>
              <p14:nvPr/>
            </p14:nvContentPartPr>
            <p14:xfrm>
              <a:off x="5466321" y="3470238"/>
              <a:ext cx="227520" cy="273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F70583-4DE2-4C24-BEBC-FB25A71DE6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57681" y="3461598"/>
                <a:ext cx="2451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536537F-9C68-494C-BC1D-525B52F5BE83}"/>
                  </a:ext>
                </a:extLst>
              </p14:cNvPr>
              <p14:cNvContentPartPr/>
              <p14:nvPr/>
            </p14:nvContentPartPr>
            <p14:xfrm>
              <a:off x="6324921" y="2826558"/>
              <a:ext cx="227880" cy="246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536537F-9C68-494C-BC1D-525B52F5BE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15921" y="2817558"/>
                <a:ext cx="2455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8FF603-FB01-43A6-8B4C-FD0577493B94}"/>
                  </a:ext>
                </a:extLst>
              </p14:cNvPr>
              <p14:cNvContentPartPr/>
              <p14:nvPr/>
            </p14:nvContentPartPr>
            <p14:xfrm>
              <a:off x="4019481" y="4533678"/>
              <a:ext cx="227160" cy="217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8FF603-FB01-43A6-8B4C-FD0577493B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10841" y="4524678"/>
                <a:ext cx="2448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99D58AA-AC15-4550-8DF1-F708F4F308D8}"/>
                  </a:ext>
                </a:extLst>
              </p14:cNvPr>
              <p14:cNvContentPartPr/>
              <p14:nvPr/>
            </p14:nvContentPartPr>
            <p14:xfrm>
              <a:off x="5139081" y="4607478"/>
              <a:ext cx="246960" cy="339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99D58AA-AC15-4550-8DF1-F708F4F308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30081" y="4598838"/>
                <a:ext cx="26460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076E5C-F2F1-4910-8E14-BE50A926117A}"/>
                  </a:ext>
                </a:extLst>
              </p14:cNvPr>
              <p14:cNvContentPartPr/>
              <p14:nvPr/>
            </p14:nvContentPartPr>
            <p14:xfrm>
              <a:off x="2610801" y="4029318"/>
              <a:ext cx="255240" cy="254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076E5C-F2F1-4910-8E14-BE50A92611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01801" y="4020678"/>
                <a:ext cx="272880" cy="27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AF0997-F389-64EF-4171-DB6674869B13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44035" name="Oval 3">
              <a:extLst>
                <a:ext uri="{FF2B5EF4-FFF2-40B4-BE49-F238E27FC236}">
                  <a16:creationId xmlns:a16="http://schemas.microsoft.com/office/drawing/2014/main" id="{013DF3DF-26B3-AED6-0BD3-6BE46E323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4036" name="Oval 4">
              <a:extLst>
                <a:ext uri="{FF2B5EF4-FFF2-40B4-BE49-F238E27FC236}">
                  <a16:creationId xmlns:a16="http://schemas.microsoft.com/office/drawing/2014/main" id="{5B493D35-9212-159D-3D09-4862757D6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4037" name="Oval 5">
              <a:extLst>
                <a:ext uri="{FF2B5EF4-FFF2-40B4-BE49-F238E27FC236}">
                  <a16:creationId xmlns:a16="http://schemas.microsoft.com/office/drawing/2014/main" id="{8FA0D9BB-5EA3-2DAB-794E-653186A14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4038" name="Oval 6">
              <a:extLst>
                <a:ext uri="{FF2B5EF4-FFF2-40B4-BE49-F238E27FC236}">
                  <a16:creationId xmlns:a16="http://schemas.microsoft.com/office/drawing/2014/main" id="{B0908E24-69D4-EF88-025A-B02392DF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4039" name="Oval 7">
              <a:extLst>
                <a:ext uri="{FF2B5EF4-FFF2-40B4-BE49-F238E27FC236}">
                  <a16:creationId xmlns:a16="http://schemas.microsoft.com/office/drawing/2014/main" id="{843A3087-C314-2421-7E44-03864E076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4040" name="Oval 8">
              <a:extLst>
                <a:ext uri="{FF2B5EF4-FFF2-40B4-BE49-F238E27FC236}">
                  <a16:creationId xmlns:a16="http://schemas.microsoft.com/office/drawing/2014/main" id="{5F0DC120-F8B7-8D87-413B-EBD930B48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4041" name="Line 9">
              <a:extLst>
                <a:ext uri="{FF2B5EF4-FFF2-40B4-BE49-F238E27FC236}">
                  <a16:creationId xmlns:a16="http://schemas.microsoft.com/office/drawing/2014/main" id="{3BEBB733-B193-2353-502B-E9826BAF5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2" name="Line 10">
              <a:extLst>
                <a:ext uri="{FF2B5EF4-FFF2-40B4-BE49-F238E27FC236}">
                  <a16:creationId xmlns:a16="http://schemas.microsoft.com/office/drawing/2014/main" id="{8E52A3D3-1221-E06B-28F4-9C67514F0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6476EB75-873C-B596-C936-74EF654A4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4" name="Line 12">
              <a:extLst>
                <a:ext uri="{FF2B5EF4-FFF2-40B4-BE49-F238E27FC236}">
                  <a16:creationId xmlns:a16="http://schemas.microsoft.com/office/drawing/2014/main" id="{247B870D-2CBE-1BD6-DE78-6BC1F34C7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5" name="Line 13">
              <a:extLst>
                <a:ext uri="{FF2B5EF4-FFF2-40B4-BE49-F238E27FC236}">
                  <a16:creationId xmlns:a16="http://schemas.microsoft.com/office/drawing/2014/main" id="{05933F2E-4A9E-3617-C8F2-F171D1BF09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6" name="Line 14">
              <a:extLst>
                <a:ext uri="{FF2B5EF4-FFF2-40B4-BE49-F238E27FC236}">
                  <a16:creationId xmlns:a16="http://schemas.microsoft.com/office/drawing/2014/main" id="{6FC0EC9E-D127-1410-E8E3-803B132AF2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7" name="Line 15">
              <a:extLst>
                <a:ext uri="{FF2B5EF4-FFF2-40B4-BE49-F238E27FC236}">
                  <a16:creationId xmlns:a16="http://schemas.microsoft.com/office/drawing/2014/main" id="{16709A64-745A-37B1-A613-8E10F1B93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8" name="Line 16">
              <a:extLst>
                <a:ext uri="{FF2B5EF4-FFF2-40B4-BE49-F238E27FC236}">
                  <a16:creationId xmlns:a16="http://schemas.microsoft.com/office/drawing/2014/main" id="{BE8CD2FA-F972-B356-10DE-1740C32FA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49" name="Line 17">
              <a:extLst>
                <a:ext uri="{FF2B5EF4-FFF2-40B4-BE49-F238E27FC236}">
                  <a16:creationId xmlns:a16="http://schemas.microsoft.com/office/drawing/2014/main" id="{72139B78-D2A3-51A2-824C-249B75D85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0" name="Oval 18">
              <a:extLst>
                <a:ext uri="{FF2B5EF4-FFF2-40B4-BE49-F238E27FC236}">
                  <a16:creationId xmlns:a16="http://schemas.microsoft.com/office/drawing/2014/main" id="{EB131117-7C75-4207-7010-5733185C9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4051" name="Line 19">
              <a:extLst>
                <a:ext uri="{FF2B5EF4-FFF2-40B4-BE49-F238E27FC236}">
                  <a16:creationId xmlns:a16="http://schemas.microsoft.com/office/drawing/2014/main" id="{F61135C2-0CB8-C5C6-74B1-4B141A6D0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2" name="Line 20">
              <a:extLst>
                <a:ext uri="{FF2B5EF4-FFF2-40B4-BE49-F238E27FC236}">
                  <a16:creationId xmlns:a16="http://schemas.microsoft.com/office/drawing/2014/main" id="{69D7BAD9-8FBC-1B93-C4FB-A30BD580E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3" name="Oval 21">
              <a:extLst>
                <a:ext uri="{FF2B5EF4-FFF2-40B4-BE49-F238E27FC236}">
                  <a16:creationId xmlns:a16="http://schemas.microsoft.com/office/drawing/2014/main" id="{495F6784-A07E-20A7-A179-63AA060DC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4054" name="Line 22">
              <a:extLst>
                <a:ext uri="{FF2B5EF4-FFF2-40B4-BE49-F238E27FC236}">
                  <a16:creationId xmlns:a16="http://schemas.microsoft.com/office/drawing/2014/main" id="{231ACF3C-E7E9-6B75-8FD0-5D8DF8E97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5" name="Line 23">
              <a:extLst>
                <a:ext uri="{FF2B5EF4-FFF2-40B4-BE49-F238E27FC236}">
                  <a16:creationId xmlns:a16="http://schemas.microsoft.com/office/drawing/2014/main" id="{768F3F3B-22A6-4F97-9C0E-1FF433055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056" name="Line 24">
              <a:extLst>
                <a:ext uri="{FF2B5EF4-FFF2-40B4-BE49-F238E27FC236}">
                  <a16:creationId xmlns:a16="http://schemas.microsoft.com/office/drawing/2014/main" id="{5A564BAD-D154-3B56-CC04-8C88FAFA1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15803F8-B681-65EF-14C6-7036BC07F4B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8E5D6A-EA80-4AF2-AC79-8A57F01BE741}"/>
                  </a:ext>
                </a:extLst>
              </p14:cNvPr>
              <p14:cNvContentPartPr/>
              <p14:nvPr/>
            </p14:nvContentPartPr>
            <p14:xfrm>
              <a:off x="4868721" y="1940238"/>
              <a:ext cx="309960" cy="384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8E5D6A-EA80-4AF2-AC79-8A57F01BE7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81" y="1931598"/>
                <a:ext cx="32760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EA8D94-D7C2-47F1-905B-B6734BD6A991}"/>
                  </a:ext>
                </a:extLst>
              </p14:cNvPr>
              <p14:cNvContentPartPr/>
              <p14:nvPr/>
            </p14:nvContentPartPr>
            <p14:xfrm>
              <a:off x="3075921" y="2969478"/>
              <a:ext cx="285480" cy="353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EA8D94-D7C2-47F1-905B-B6734BD6A9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66921" y="2960478"/>
                <a:ext cx="30312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EC4DB64-8B31-441E-8D7A-207FBAD8B351}"/>
                  </a:ext>
                </a:extLst>
              </p14:cNvPr>
              <p14:cNvContentPartPr/>
              <p14:nvPr/>
            </p14:nvContentPartPr>
            <p14:xfrm>
              <a:off x="6305481" y="2733318"/>
              <a:ext cx="340200" cy="385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EC4DB64-8B31-441E-8D7A-207FBAD8B3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6481" y="2724318"/>
                <a:ext cx="35784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A5140EE-16D5-411D-B2B5-AA7D4821EA6B}"/>
                  </a:ext>
                </a:extLst>
              </p14:cNvPr>
              <p14:cNvContentPartPr/>
              <p14:nvPr/>
            </p14:nvContentPartPr>
            <p14:xfrm>
              <a:off x="5445801" y="3450438"/>
              <a:ext cx="228240" cy="302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A5140EE-16D5-411D-B2B5-AA7D4821EA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37161" y="3441438"/>
                <a:ext cx="2458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F4FAFA3-E65F-4F3C-9DA8-A2E6E3362208}"/>
                  </a:ext>
                </a:extLst>
              </p14:cNvPr>
              <p14:cNvContentPartPr/>
              <p14:nvPr/>
            </p14:nvContentPartPr>
            <p14:xfrm>
              <a:off x="3983121" y="4522518"/>
              <a:ext cx="273600" cy="248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F4FAFA3-E65F-4F3C-9DA8-A2E6E33622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74481" y="4513518"/>
                <a:ext cx="2912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5B298E-66A8-43F9-84C9-48067E716194}"/>
                  </a:ext>
                </a:extLst>
              </p14:cNvPr>
              <p14:cNvContentPartPr/>
              <p14:nvPr/>
            </p14:nvContentPartPr>
            <p14:xfrm>
              <a:off x="5119281" y="4485438"/>
              <a:ext cx="315000" cy="479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5B298E-66A8-43F9-84C9-48067E7161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10281" y="4476438"/>
                <a:ext cx="3326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59B5615-6C37-4366-8DE4-990BF947366A}"/>
                  </a:ext>
                </a:extLst>
              </p14:cNvPr>
              <p14:cNvContentPartPr/>
              <p14:nvPr/>
            </p14:nvContentPartPr>
            <p14:xfrm>
              <a:off x="2563281" y="3896838"/>
              <a:ext cx="312840" cy="347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59B5615-6C37-4366-8DE4-990BF94736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4641" y="3888198"/>
                <a:ext cx="330480" cy="36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04E779-B5D9-DFF4-19AC-9FF35A8E2E72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45059" name="Oval 3">
              <a:extLst>
                <a:ext uri="{FF2B5EF4-FFF2-40B4-BE49-F238E27FC236}">
                  <a16:creationId xmlns:a16="http://schemas.microsoft.com/office/drawing/2014/main" id="{EB5D7BBA-F4F9-CCC4-23FB-F15D713B9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5060" name="Oval 4">
              <a:extLst>
                <a:ext uri="{FF2B5EF4-FFF2-40B4-BE49-F238E27FC236}">
                  <a16:creationId xmlns:a16="http://schemas.microsoft.com/office/drawing/2014/main" id="{44755915-C915-2224-DFB8-34D71AF4A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5061" name="Oval 5">
              <a:extLst>
                <a:ext uri="{FF2B5EF4-FFF2-40B4-BE49-F238E27FC236}">
                  <a16:creationId xmlns:a16="http://schemas.microsoft.com/office/drawing/2014/main" id="{68FA4FE0-6EBB-544F-C240-33BA7F068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5062" name="Oval 6">
              <a:extLst>
                <a:ext uri="{FF2B5EF4-FFF2-40B4-BE49-F238E27FC236}">
                  <a16:creationId xmlns:a16="http://schemas.microsoft.com/office/drawing/2014/main" id="{CCD0F5A3-B04A-C9E2-2920-A7A3610D9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5063" name="Oval 7">
              <a:extLst>
                <a:ext uri="{FF2B5EF4-FFF2-40B4-BE49-F238E27FC236}">
                  <a16:creationId xmlns:a16="http://schemas.microsoft.com/office/drawing/2014/main" id="{664DC001-8EF7-2235-08EF-A320B6BE4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5064" name="Oval 8">
              <a:extLst>
                <a:ext uri="{FF2B5EF4-FFF2-40B4-BE49-F238E27FC236}">
                  <a16:creationId xmlns:a16="http://schemas.microsoft.com/office/drawing/2014/main" id="{B41AA3EC-B77F-4561-5A1F-196EC2C43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5065" name="Line 9">
              <a:extLst>
                <a:ext uri="{FF2B5EF4-FFF2-40B4-BE49-F238E27FC236}">
                  <a16:creationId xmlns:a16="http://schemas.microsoft.com/office/drawing/2014/main" id="{6D33D5D7-C3AA-2212-4FD5-0BE12359D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66" name="Line 10">
              <a:extLst>
                <a:ext uri="{FF2B5EF4-FFF2-40B4-BE49-F238E27FC236}">
                  <a16:creationId xmlns:a16="http://schemas.microsoft.com/office/drawing/2014/main" id="{108CDA5F-2A50-4BFC-8B58-F6F298189B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67" name="Line 11">
              <a:extLst>
                <a:ext uri="{FF2B5EF4-FFF2-40B4-BE49-F238E27FC236}">
                  <a16:creationId xmlns:a16="http://schemas.microsoft.com/office/drawing/2014/main" id="{9E09431E-FFA5-6AF7-0B39-4FAA0A3C5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68" name="Line 12">
              <a:extLst>
                <a:ext uri="{FF2B5EF4-FFF2-40B4-BE49-F238E27FC236}">
                  <a16:creationId xmlns:a16="http://schemas.microsoft.com/office/drawing/2014/main" id="{E322C403-5D28-1C04-4AA5-42FB0DDC0B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69" name="Line 13">
              <a:extLst>
                <a:ext uri="{FF2B5EF4-FFF2-40B4-BE49-F238E27FC236}">
                  <a16:creationId xmlns:a16="http://schemas.microsoft.com/office/drawing/2014/main" id="{C7147B6A-CDF4-43E8-A767-955F88ECA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0" name="Line 14">
              <a:extLst>
                <a:ext uri="{FF2B5EF4-FFF2-40B4-BE49-F238E27FC236}">
                  <a16:creationId xmlns:a16="http://schemas.microsoft.com/office/drawing/2014/main" id="{F169D3EE-01E9-29E8-D3B3-50A32532F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1" name="Line 15">
              <a:extLst>
                <a:ext uri="{FF2B5EF4-FFF2-40B4-BE49-F238E27FC236}">
                  <a16:creationId xmlns:a16="http://schemas.microsoft.com/office/drawing/2014/main" id="{C17589A2-C69E-7208-D3B9-673814086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2" name="Line 16">
              <a:extLst>
                <a:ext uri="{FF2B5EF4-FFF2-40B4-BE49-F238E27FC236}">
                  <a16:creationId xmlns:a16="http://schemas.microsoft.com/office/drawing/2014/main" id="{DC374697-3CCB-D733-0A4F-F78CF615F5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3" name="Line 17">
              <a:extLst>
                <a:ext uri="{FF2B5EF4-FFF2-40B4-BE49-F238E27FC236}">
                  <a16:creationId xmlns:a16="http://schemas.microsoft.com/office/drawing/2014/main" id="{D13DC010-B0C7-57D8-89F0-0A7F725B7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4" name="Oval 18">
              <a:extLst>
                <a:ext uri="{FF2B5EF4-FFF2-40B4-BE49-F238E27FC236}">
                  <a16:creationId xmlns:a16="http://schemas.microsoft.com/office/drawing/2014/main" id="{6F3B7203-7613-ABCC-CFF6-EC3AE85D2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5075" name="Line 19">
              <a:extLst>
                <a:ext uri="{FF2B5EF4-FFF2-40B4-BE49-F238E27FC236}">
                  <a16:creationId xmlns:a16="http://schemas.microsoft.com/office/drawing/2014/main" id="{E09AC8E1-268D-408C-C80E-A988CCB19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6" name="Line 20">
              <a:extLst>
                <a:ext uri="{FF2B5EF4-FFF2-40B4-BE49-F238E27FC236}">
                  <a16:creationId xmlns:a16="http://schemas.microsoft.com/office/drawing/2014/main" id="{E0D4AA68-0B11-B6D6-7BFC-E12F98B4E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7" name="Oval 21">
              <a:extLst>
                <a:ext uri="{FF2B5EF4-FFF2-40B4-BE49-F238E27FC236}">
                  <a16:creationId xmlns:a16="http://schemas.microsoft.com/office/drawing/2014/main" id="{49A5EDDD-C46F-C933-827C-760309EE6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5078" name="Line 22">
              <a:extLst>
                <a:ext uri="{FF2B5EF4-FFF2-40B4-BE49-F238E27FC236}">
                  <a16:creationId xmlns:a16="http://schemas.microsoft.com/office/drawing/2014/main" id="{77A025CA-E709-7AD2-BC9A-06666BFF9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79" name="Line 23">
              <a:extLst>
                <a:ext uri="{FF2B5EF4-FFF2-40B4-BE49-F238E27FC236}">
                  <a16:creationId xmlns:a16="http://schemas.microsoft.com/office/drawing/2014/main" id="{38581040-63B1-3F41-C4F9-FE8B091AF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080" name="Line 24">
              <a:extLst>
                <a:ext uri="{FF2B5EF4-FFF2-40B4-BE49-F238E27FC236}">
                  <a16:creationId xmlns:a16="http://schemas.microsoft.com/office/drawing/2014/main" id="{886E9F07-63AE-7EDE-BD7D-64227249E5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8E30DA-9512-4B3A-64AB-3B9E0FC5D81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773836E-F3B2-4378-8DCC-E6CF6C028935}"/>
                  </a:ext>
                </a:extLst>
              </p14:cNvPr>
              <p14:cNvContentPartPr/>
              <p14:nvPr/>
            </p14:nvContentPartPr>
            <p14:xfrm>
              <a:off x="2638881" y="3946878"/>
              <a:ext cx="150840" cy="393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773836E-F3B2-4378-8DCC-E6CF6C0289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0241" y="3937878"/>
                <a:ext cx="168480" cy="41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5816C8-A62B-7438-38B9-1FA907CDFA8A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46083" name="Oval 3">
              <a:extLst>
                <a:ext uri="{FF2B5EF4-FFF2-40B4-BE49-F238E27FC236}">
                  <a16:creationId xmlns:a16="http://schemas.microsoft.com/office/drawing/2014/main" id="{00407402-AB3D-EDFF-21F1-0ACDF1DE7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6084" name="Oval 4">
              <a:extLst>
                <a:ext uri="{FF2B5EF4-FFF2-40B4-BE49-F238E27FC236}">
                  <a16:creationId xmlns:a16="http://schemas.microsoft.com/office/drawing/2014/main" id="{C9EBF72A-1EEF-BE9E-D473-6CD9D1F8D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6085" name="Oval 5">
              <a:extLst>
                <a:ext uri="{FF2B5EF4-FFF2-40B4-BE49-F238E27FC236}">
                  <a16:creationId xmlns:a16="http://schemas.microsoft.com/office/drawing/2014/main" id="{9D1EAA8B-C8FF-E1EB-E274-85CFC1A43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6086" name="Oval 6">
              <a:extLst>
                <a:ext uri="{FF2B5EF4-FFF2-40B4-BE49-F238E27FC236}">
                  <a16:creationId xmlns:a16="http://schemas.microsoft.com/office/drawing/2014/main" id="{0C25D36B-47C7-5E16-004E-1269D13F2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6087" name="Oval 7">
              <a:extLst>
                <a:ext uri="{FF2B5EF4-FFF2-40B4-BE49-F238E27FC236}">
                  <a16:creationId xmlns:a16="http://schemas.microsoft.com/office/drawing/2014/main" id="{DCCC9279-AD0F-770B-712F-5896C5690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6088" name="Oval 8">
              <a:extLst>
                <a:ext uri="{FF2B5EF4-FFF2-40B4-BE49-F238E27FC236}">
                  <a16:creationId xmlns:a16="http://schemas.microsoft.com/office/drawing/2014/main" id="{B1EC54FA-FE59-7C6E-9783-87BAF2E10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6089" name="Line 9">
              <a:extLst>
                <a:ext uri="{FF2B5EF4-FFF2-40B4-BE49-F238E27FC236}">
                  <a16:creationId xmlns:a16="http://schemas.microsoft.com/office/drawing/2014/main" id="{166C3CAC-A6A2-94A9-3ABD-916ACF858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0" name="Line 10">
              <a:extLst>
                <a:ext uri="{FF2B5EF4-FFF2-40B4-BE49-F238E27FC236}">
                  <a16:creationId xmlns:a16="http://schemas.microsoft.com/office/drawing/2014/main" id="{87825139-62AF-02B0-7B5D-D37A377EC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1" name="Line 11">
              <a:extLst>
                <a:ext uri="{FF2B5EF4-FFF2-40B4-BE49-F238E27FC236}">
                  <a16:creationId xmlns:a16="http://schemas.microsoft.com/office/drawing/2014/main" id="{85D7C87B-1A59-3AEF-90CE-23CE225DC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2" name="Line 12">
              <a:extLst>
                <a:ext uri="{FF2B5EF4-FFF2-40B4-BE49-F238E27FC236}">
                  <a16:creationId xmlns:a16="http://schemas.microsoft.com/office/drawing/2014/main" id="{69BBE6F6-8F6C-BDDA-E304-C3D252096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3" name="Line 13">
              <a:extLst>
                <a:ext uri="{FF2B5EF4-FFF2-40B4-BE49-F238E27FC236}">
                  <a16:creationId xmlns:a16="http://schemas.microsoft.com/office/drawing/2014/main" id="{EE659B29-6319-503E-CFDC-798566C449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4" name="Line 14">
              <a:extLst>
                <a:ext uri="{FF2B5EF4-FFF2-40B4-BE49-F238E27FC236}">
                  <a16:creationId xmlns:a16="http://schemas.microsoft.com/office/drawing/2014/main" id="{892C3414-EAF0-BB19-E533-E9200C6AE2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5" name="Line 15">
              <a:extLst>
                <a:ext uri="{FF2B5EF4-FFF2-40B4-BE49-F238E27FC236}">
                  <a16:creationId xmlns:a16="http://schemas.microsoft.com/office/drawing/2014/main" id="{DFA63864-CCB9-C8C1-6221-A93A7830B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6" name="Line 16">
              <a:extLst>
                <a:ext uri="{FF2B5EF4-FFF2-40B4-BE49-F238E27FC236}">
                  <a16:creationId xmlns:a16="http://schemas.microsoft.com/office/drawing/2014/main" id="{DFC4707A-F8EB-F653-DDDA-690667220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7" name="Line 17">
              <a:extLst>
                <a:ext uri="{FF2B5EF4-FFF2-40B4-BE49-F238E27FC236}">
                  <a16:creationId xmlns:a16="http://schemas.microsoft.com/office/drawing/2014/main" id="{627FE08D-FEA8-89B4-8A7D-DECB0D084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098" name="Oval 18">
              <a:extLst>
                <a:ext uri="{FF2B5EF4-FFF2-40B4-BE49-F238E27FC236}">
                  <a16:creationId xmlns:a16="http://schemas.microsoft.com/office/drawing/2014/main" id="{045E63A3-16DF-5AF4-D7B8-224D3FB64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6099" name="Line 19">
              <a:extLst>
                <a:ext uri="{FF2B5EF4-FFF2-40B4-BE49-F238E27FC236}">
                  <a16:creationId xmlns:a16="http://schemas.microsoft.com/office/drawing/2014/main" id="{F41B4461-99DD-59BC-666F-EF650FF8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100" name="Line 20">
              <a:extLst>
                <a:ext uri="{FF2B5EF4-FFF2-40B4-BE49-F238E27FC236}">
                  <a16:creationId xmlns:a16="http://schemas.microsoft.com/office/drawing/2014/main" id="{810CC837-6726-E25B-2220-18623F049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101" name="Oval 21">
              <a:extLst>
                <a:ext uri="{FF2B5EF4-FFF2-40B4-BE49-F238E27FC236}">
                  <a16:creationId xmlns:a16="http://schemas.microsoft.com/office/drawing/2014/main" id="{82D3FBAE-8D9B-CFBF-BD5E-1891933EC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6102" name="Line 22">
              <a:extLst>
                <a:ext uri="{FF2B5EF4-FFF2-40B4-BE49-F238E27FC236}">
                  <a16:creationId xmlns:a16="http://schemas.microsoft.com/office/drawing/2014/main" id="{18C5F151-7092-5A72-EA6E-A7C01BB5F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103" name="Line 23">
              <a:extLst>
                <a:ext uri="{FF2B5EF4-FFF2-40B4-BE49-F238E27FC236}">
                  <a16:creationId xmlns:a16="http://schemas.microsoft.com/office/drawing/2014/main" id="{90552AC5-0EA0-C6B8-4F6E-56E9CAD00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104" name="Line 24">
              <a:extLst>
                <a:ext uri="{FF2B5EF4-FFF2-40B4-BE49-F238E27FC236}">
                  <a16:creationId xmlns:a16="http://schemas.microsoft.com/office/drawing/2014/main" id="{E4FF105D-17B6-CB70-D62E-B66E7538E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B00561-65FE-B8B1-E93F-0B41A832BBD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A88284-E955-23CD-A079-AB6E9CB96F43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47107" name="Oval 3">
              <a:extLst>
                <a:ext uri="{FF2B5EF4-FFF2-40B4-BE49-F238E27FC236}">
                  <a16:creationId xmlns:a16="http://schemas.microsoft.com/office/drawing/2014/main" id="{D0BA1077-5E14-ACE7-162F-9885B6D99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7108" name="Oval 4">
              <a:extLst>
                <a:ext uri="{FF2B5EF4-FFF2-40B4-BE49-F238E27FC236}">
                  <a16:creationId xmlns:a16="http://schemas.microsoft.com/office/drawing/2014/main" id="{B3860580-D92E-F414-1945-6B5F2FE79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7109" name="Oval 5">
              <a:extLst>
                <a:ext uri="{FF2B5EF4-FFF2-40B4-BE49-F238E27FC236}">
                  <a16:creationId xmlns:a16="http://schemas.microsoft.com/office/drawing/2014/main" id="{7B6E672D-A5AA-2B69-D340-822E772B1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7110" name="Oval 6">
              <a:extLst>
                <a:ext uri="{FF2B5EF4-FFF2-40B4-BE49-F238E27FC236}">
                  <a16:creationId xmlns:a16="http://schemas.microsoft.com/office/drawing/2014/main" id="{65FD3A76-BAD8-7253-77D0-03F2EFE2D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7111" name="Oval 7">
              <a:extLst>
                <a:ext uri="{FF2B5EF4-FFF2-40B4-BE49-F238E27FC236}">
                  <a16:creationId xmlns:a16="http://schemas.microsoft.com/office/drawing/2014/main" id="{28F2A06B-7FC3-7F22-68F3-A558EDDF1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7112" name="Oval 8">
              <a:extLst>
                <a:ext uri="{FF2B5EF4-FFF2-40B4-BE49-F238E27FC236}">
                  <a16:creationId xmlns:a16="http://schemas.microsoft.com/office/drawing/2014/main" id="{83F70DD0-955F-EF32-7FEA-A627C4C18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7113" name="Line 9">
              <a:extLst>
                <a:ext uri="{FF2B5EF4-FFF2-40B4-BE49-F238E27FC236}">
                  <a16:creationId xmlns:a16="http://schemas.microsoft.com/office/drawing/2014/main" id="{1D4820DE-C2D1-DB8C-B6ED-49BB7F65E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14" name="Line 10">
              <a:extLst>
                <a:ext uri="{FF2B5EF4-FFF2-40B4-BE49-F238E27FC236}">
                  <a16:creationId xmlns:a16="http://schemas.microsoft.com/office/drawing/2014/main" id="{7F02E0D6-7581-EAFF-8114-8F8C8D680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15" name="Line 11">
              <a:extLst>
                <a:ext uri="{FF2B5EF4-FFF2-40B4-BE49-F238E27FC236}">
                  <a16:creationId xmlns:a16="http://schemas.microsoft.com/office/drawing/2014/main" id="{952B168D-D429-D721-F9ED-CE3013AFAD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16" name="Line 12">
              <a:extLst>
                <a:ext uri="{FF2B5EF4-FFF2-40B4-BE49-F238E27FC236}">
                  <a16:creationId xmlns:a16="http://schemas.microsoft.com/office/drawing/2014/main" id="{6863A7B3-E8DE-81C4-3D83-F692B6815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17" name="Line 13">
              <a:extLst>
                <a:ext uri="{FF2B5EF4-FFF2-40B4-BE49-F238E27FC236}">
                  <a16:creationId xmlns:a16="http://schemas.microsoft.com/office/drawing/2014/main" id="{B1A02B63-CED4-CA47-E079-E3D6B8FF4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18" name="Line 14">
              <a:extLst>
                <a:ext uri="{FF2B5EF4-FFF2-40B4-BE49-F238E27FC236}">
                  <a16:creationId xmlns:a16="http://schemas.microsoft.com/office/drawing/2014/main" id="{ACA4EC49-60EC-5CD0-AEF5-EDC953DB87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19" name="Line 15">
              <a:extLst>
                <a:ext uri="{FF2B5EF4-FFF2-40B4-BE49-F238E27FC236}">
                  <a16:creationId xmlns:a16="http://schemas.microsoft.com/office/drawing/2014/main" id="{A69FC3BE-5FB7-3B10-A374-9EFF5BAAC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0" name="Line 16">
              <a:extLst>
                <a:ext uri="{FF2B5EF4-FFF2-40B4-BE49-F238E27FC236}">
                  <a16:creationId xmlns:a16="http://schemas.microsoft.com/office/drawing/2014/main" id="{E7ABBA0E-6528-3AAE-249C-C9C19BAB9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1" name="Line 17">
              <a:extLst>
                <a:ext uri="{FF2B5EF4-FFF2-40B4-BE49-F238E27FC236}">
                  <a16:creationId xmlns:a16="http://schemas.microsoft.com/office/drawing/2014/main" id="{FE6F9EA4-D169-F076-0752-2D6952299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2" name="Oval 18">
              <a:extLst>
                <a:ext uri="{FF2B5EF4-FFF2-40B4-BE49-F238E27FC236}">
                  <a16:creationId xmlns:a16="http://schemas.microsoft.com/office/drawing/2014/main" id="{6CDB1415-BAB1-17CB-13A8-084CBB24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7123" name="Line 19">
              <a:extLst>
                <a:ext uri="{FF2B5EF4-FFF2-40B4-BE49-F238E27FC236}">
                  <a16:creationId xmlns:a16="http://schemas.microsoft.com/office/drawing/2014/main" id="{99EE4234-2C60-6344-577A-366E643B8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1EF97317-0859-59FA-5E06-A5453CA150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5" name="Oval 21">
              <a:extLst>
                <a:ext uri="{FF2B5EF4-FFF2-40B4-BE49-F238E27FC236}">
                  <a16:creationId xmlns:a16="http://schemas.microsoft.com/office/drawing/2014/main" id="{BFC12DC3-2698-D653-857A-A33FF7D52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D6A2946E-4950-AACC-A8F6-C97178A31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7" name="Line 23">
              <a:extLst>
                <a:ext uri="{FF2B5EF4-FFF2-40B4-BE49-F238E27FC236}">
                  <a16:creationId xmlns:a16="http://schemas.microsoft.com/office/drawing/2014/main" id="{420D2150-B563-69FC-4AA4-0EB90BC07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128" name="Line 24">
              <a:extLst>
                <a:ext uri="{FF2B5EF4-FFF2-40B4-BE49-F238E27FC236}">
                  <a16:creationId xmlns:a16="http://schemas.microsoft.com/office/drawing/2014/main" id="{15A1FC85-BF56-8F5C-E50A-CCFF2AA61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D48873-47FD-0FF1-09EC-5089AE7086C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82ECE5-AC37-7EFC-3861-0C32B276FFBA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48131" name="Oval 3">
              <a:extLst>
                <a:ext uri="{FF2B5EF4-FFF2-40B4-BE49-F238E27FC236}">
                  <a16:creationId xmlns:a16="http://schemas.microsoft.com/office/drawing/2014/main" id="{6C2BB85D-1FD5-F6C0-8E8B-6C5C22D68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8132" name="Oval 4">
              <a:extLst>
                <a:ext uri="{FF2B5EF4-FFF2-40B4-BE49-F238E27FC236}">
                  <a16:creationId xmlns:a16="http://schemas.microsoft.com/office/drawing/2014/main" id="{2EDD9CC6-D02F-5725-88DA-C3409C6CF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8133" name="Oval 5">
              <a:extLst>
                <a:ext uri="{FF2B5EF4-FFF2-40B4-BE49-F238E27FC236}">
                  <a16:creationId xmlns:a16="http://schemas.microsoft.com/office/drawing/2014/main" id="{E705F0A4-46B4-3F7D-F375-3370BB374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8134" name="Oval 6">
              <a:extLst>
                <a:ext uri="{FF2B5EF4-FFF2-40B4-BE49-F238E27FC236}">
                  <a16:creationId xmlns:a16="http://schemas.microsoft.com/office/drawing/2014/main" id="{49A08433-861D-E9D1-9300-9F5B45A9C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8135" name="Oval 7">
              <a:extLst>
                <a:ext uri="{FF2B5EF4-FFF2-40B4-BE49-F238E27FC236}">
                  <a16:creationId xmlns:a16="http://schemas.microsoft.com/office/drawing/2014/main" id="{C0D6513C-C36D-372E-8B42-221A59531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8136" name="Oval 8">
              <a:extLst>
                <a:ext uri="{FF2B5EF4-FFF2-40B4-BE49-F238E27FC236}">
                  <a16:creationId xmlns:a16="http://schemas.microsoft.com/office/drawing/2014/main" id="{9303298D-4BAD-0355-5BE5-9C505A8F0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8137" name="Line 9">
              <a:extLst>
                <a:ext uri="{FF2B5EF4-FFF2-40B4-BE49-F238E27FC236}">
                  <a16:creationId xmlns:a16="http://schemas.microsoft.com/office/drawing/2014/main" id="{EF60A31D-15A8-0123-95B4-E6034DDAF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38" name="Line 10">
              <a:extLst>
                <a:ext uri="{FF2B5EF4-FFF2-40B4-BE49-F238E27FC236}">
                  <a16:creationId xmlns:a16="http://schemas.microsoft.com/office/drawing/2014/main" id="{B4858F81-5FA5-5769-3AC9-C9EB9AF078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39" name="Line 11">
              <a:extLst>
                <a:ext uri="{FF2B5EF4-FFF2-40B4-BE49-F238E27FC236}">
                  <a16:creationId xmlns:a16="http://schemas.microsoft.com/office/drawing/2014/main" id="{24346C0B-1297-8B44-BCD0-3949DCFED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0" name="Line 12">
              <a:extLst>
                <a:ext uri="{FF2B5EF4-FFF2-40B4-BE49-F238E27FC236}">
                  <a16:creationId xmlns:a16="http://schemas.microsoft.com/office/drawing/2014/main" id="{F8AE19ED-3E81-2728-349B-7CB223F23B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1" name="Line 13">
              <a:extLst>
                <a:ext uri="{FF2B5EF4-FFF2-40B4-BE49-F238E27FC236}">
                  <a16:creationId xmlns:a16="http://schemas.microsoft.com/office/drawing/2014/main" id="{472E40F0-FFFA-C63B-F286-A35DE680A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2" name="Line 14">
              <a:extLst>
                <a:ext uri="{FF2B5EF4-FFF2-40B4-BE49-F238E27FC236}">
                  <a16:creationId xmlns:a16="http://schemas.microsoft.com/office/drawing/2014/main" id="{DFDDDA49-8015-E610-D808-0EFC84619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3" name="Line 15">
              <a:extLst>
                <a:ext uri="{FF2B5EF4-FFF2-40B4-BE49-F238E27FC236}">
                  <a16:creationId xmlns:a16="http://schemas.microsoft.com/office/drawing/2014/main" id="{FBF27DB6-47D0-C7B9-0590-B51E0D0AD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4" name="Line 16">
              <a:extLst>
                <a:ext uri="{FF2B5EF4-FFF2-40B4-BE49-F238E27FC236}">
                  <a16:creationId xmlns:a16="http://schemas.microsoft.com/office/drawing/2014/main" id="{88871672-B724-5463-5CE4-AE98AEC95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5" name="Line 17">
              <a:extLst>
                <a:ext uri="{FF2B5EF4-FFF2-40B4-BE49-F238E27FC236}">
                  <a16:creationId xmlns:a16="http://schemas.microsoft.com/office/drawing/2014/main" id="{6B6B315C-00EB-8BAD-456D-56BBAAF0C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6" name="Oval 18">
              <a:extLst>
                <a:ext uri="{FF2B5EF4-FFF2-40B4-BE49-F238E27FC236}">
                  <a16:creationId xmlns:a16="http://schemas.microsoft.com/office/drawing/2014/main" id="{4FAF9A05-79B6-D6C6-938D-546103B7E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8147" name="Line 19">
              <a:extLst>
                <a:ext uri="{FF2B5EF4-FFF2-40B4-BE49-F238E27FC236}">
                  <a16:creationId xmlns:a16="http://schemas.microsoft.com/office/drawing/2014/main" id="{8B22793A-4A18-2C93-6696-2BEEB5EC7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8" name="Line 20">
              <a:extLst>
                <a:ext uri="{FF2B5EF4-FFF2-40B4-BE49-F238E27FC236}">
                  <a16:creationId xmlns:a16="http://schemas.microsoft.com/office/drawing/2014/main" id="{22FAD49C-5961-A146-E7BE-9CC6087A7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49" name="Oval 21">
              <a:extLst>
                <a:ext uri="{FF2B5EF4-FFF2-40B4-BE49-F238E27FC236}">
                  <a16:creationId xmlns:a16="http://schemas.microsoft.com/office/drawing/2014/main" id="{3616E86A-43FA-5E11-4B50-5F3AE9A90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8150" name="Line 22">
              <a:extLst>
                <a:ext uri="{FF2B5EF4-FFF2-40B4-BE49-F238E27FC236}">
                  <a16:creationId xmlns:a16="http://schemas.microsoft.com/office/drawing/2014/main" id="{55113FC4-1CF9-4A32-35DC-D50AFE620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51" name="Line 23">
              <a:extLst>
                <a:ext uri="{FF2B5EF4-FFF2-40B4-BE49-F238E27FC236}">
                  <a16:creationId xmlns:a16="http://schemas.microsoft.com/office/drawing/2014/main" id="{D610A643-BD13-3075-0643-ABC9DDB63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52" name="Line 24">
              <a:extLst>
                <a:ext uri="{FF2B5EF4-FFF2-40B4-BE49-F238E27FC236}">
                  <a16:creationId xmlns:a16="http://schemas.microsoft.com/office/drawing/2014/main" id="{9C0B550D-4AB2-3792-26B8-B1FEA169F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B35B63-0EA0-255B-EE71-B4570098586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647AE7-A6E7-A078-88CD-E5F412801740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49155" name="Oval 3">
              <a:extLst>
                <a:ext uri="{FF2B5EF4-FFF2-40B4-BE49-F238E27FC236}">
                  <a16:creationId xmlns:a16="http://schemas.microsoft.com/office/drawing/2014/main" id="{937A81EE-C091-A617-8E6F-7B8096BF2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49156" name="Oval 4">
              <a:extLst>
                <a:ext uri="{FF2B5EF4-FFF2-40B4-BE49-F238E27FC236}">
                  <a16:creationId xmlns:a16="http://schemas.microsoft.com/office/drawing/2014/main" id="{1736EC56-9DC3-AD69-5C29-7534928DD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49157" name="Oval 5">
              <a:extLst>
                <a:ext uri="{FF2B5EF4-FFF2-40B4-BE49-F238E27FC236}">
                  <a16:creationId xmlns:a16="http://schemas.microsoft.com/office/drawing/2014/main" id="{100FCFE8-B260-5C06-A738-684715062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49158" name="Oval 6">
              <a:extLst>
                <a:ext uri="{FF2B5EF4-FFF2-40B4-BE49-F238E27FC236}">
                  <a16:creationId xmlns:a16="http://schemas.microsoft.com/office/drawing/2014/main" id="{6A2386E7-CDDB-AA88-72B9-F09DC1517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9159" name="Oval 7">
              <a:extLst>
                <a:ext uri="{FF2B5EF4-FFF2-40B4-BE49-F238E27FC236}">
                  <a16:creationId xmlns:a16="http://schemas.microsoft.com/office/drawing/2014/main" id="{417C9CE6-F73E-7D2C-5C9D-78F975E3F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49160" name="Oval 8">
              <a:extLst>
                <a:ext uri="{FF2B5EF4-FFF2-40B4-BE49-F238E27FC236}">
                  <a16:creationId xmlns:a16="http://schemas.microsoft.com/office/drawing/2014/main" id="{6401523F-2613-C191-7299-62AEC3DE8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9161" name="Line 9">
              <a:extLst>
                <a:ext uri="{FF2B5EF4-FFF2-40B4-BE49-F238E27FC236}">
                  <a16:creationId xmlns:a16="http://schemas.microsoft.com/office/drawing/2014/main" id="{52EFD821-A587-C210-C86E-E00DB56D7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2" name="Line 10">
              <a:extLst>
                <a:ext uri="{FF2B5EF4-FFF2-40B4-BE49-F238E27FC236}">
                  <a16:creationId xmlns:a16="http://schemas.microsoft.com/office/drawing/2014/main" id="{E6B45F3D-DA44-9BDB-BE5A-898F509A9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3" name="Line 11">
              <a:extLst>
                <a:ext uri="{FF2B5EF4-FFF2-40B4-BE49-F238E27FC236}">
                  <a16:creationId xmlns:a16="http://schemas.microsoft.com/office/drawing/2014/main" id="{F81AFFFE-6257-AF03-6E27-79002C617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4" name="Line 12">
              <a:extLst>
                <a:ext uri="{FF2B5EF4-FFF2-40B4-BE49-F238E27FC236}">
                  <a16:creationId xmlns:a16="http://schemas.microsoft.com/office/drawing/2014/main" id="{E972E57A-7C48-42B9-25F8-FB723EC7C5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5" name="Line 13">
              <a:extLst>
                <a:ext uri="{FF2B5EF4-FFF2-40B4-BE49-F238E27FC236}">
                  <a16:creationId xmlns:a16="http://schemas.microsoft.com/office/drawing/2014/main" id="{8A458A78-34BA-8756-8789-99FE05E2D3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6" name="Line 14">
              <a:extLst>
                <a:ext uri="{FF2B5EF4-FFF2-40B4-BE49-F238E27FC236}">
                  <a16:creationId xmlns:a16="http://schemas.microsoft.com/office/drawing/2014/main" id="{E88A26A5-C2DC-3780-3CC5-1408D23746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7" name="Line 15">
              <a:extLst>
                <a:ext uri="{FF2B5EF4-FFF2-40B4-BE49-F238E27FC236}">
                  <a16:creationId xmlns:a16="http://schemas.microsoft.com/office/drawing/2014/main" id="{7C3C26FD-6DA9-899E-E182-F35B0D480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8" name="Line 16">
              <a:extLst>
                <a:ext uri="{FF2B5EF4-FFF2-40B4-BE49-F238E27FC236}">
                  <a16:creationId xmlns:a16="http://schemas.microsoft.com/office/drawing/2014/main" id="{477C0FA5-FBD8-CA4A-5229-818DF980A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69" name="Line 17">
              <a:extLst>
                <a:ext uri="{FF2B5EF4-FFF2-40B4-BE49-F238E27FC236}">
                  <a16:creationId xmlns:a16="http://schemas.microsoft.com/office/drawing/2014/main" id="{822F6417-F51E-9F3F-D8A1-638D9A2B59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70" name="Oval 18">
              <a:extLst>
                <a:ext uri="{FF2B5EF4-FFF2-40B4-BE49-F238E27FC236}">
                  <a16:creationId xmlns:a16="http://schemas.microsoft.com/office/drawing/2014/main" id="{6D57387F-5F27-DD54-71B3-C40A8DECC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49171" name="Line 19">
              <a:extLst>
                <a:ext uri="{FF2B5EF4-FFF2-40B4-BE49-F238E27FC236}">
                  <a16:creationId xmlns:a16="http://schemas.microsoft.com/office/drawing/2014/main" id="{0836AB87-99FA-3C69-481A-AAE78BFB8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72" name="Line 20">
              <a:extLst>
                <a:ext uri="{FF2B5EF4-FFF2-40B4-BE49-F238E27FC236}">
                  <a16:creationId xmlns:a16="http://schemas.microsoft.com/office/drawing/2014/main" id="{BE6E3EF7-0584-6818-C895-4250BFCE8B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73" name="Oval 21">
              <a:extLst>
                <a:ext uri="{FF2B5EF4-FFF2-40B4-BE49-F238E27FC236}">
                  <a16:creationId xmlns:a16="http://schemas.microsoft.com/office/drawing/2014/main" id="{E1C639CF-BEFF-A786-BAF3-BE96AE5F3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49174" name="Line 22">
              <a:extLst>
                <a:ext uri="{FF2B5EF4-FFF2-40B4-BE49-F238E27FC236}">
                  <a16:creationId xmlns:a16="http://schemas.microsoft.com/office/drawing/2014/main" id="{F23CEFEF-F537-26F4-1C54-2A75FEB5CE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75" name="Line 23">
              <a:extLst>
                <a:ext uri="{FF2B5EF4-FFF2-40B4-BE49-F238E27FC236}">
                  <a16:creationId xmlns:a16="http://schemas.microsoft.com/office/drawing/2014/main" id="{21B70517-8897-90E3-BC04-920A5B855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176" name="Line 24">
              <a:extLst>
                <a:ext uri="{FF2B5EF4-FFF2-40B4-BE49-F238E27FC236}">
                  <a16:creationId xmlns:a16="http://schemas.microsoft.com/office/drawing/2014/main" id="{DDDBD043-C0FA-308C-5667-2D31488005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9178" name="Text Box 26">
            <a:extLst>
              <a:ext uri="{FF2B5EF4-FFF2-40B4-BE49-F238E27FC236}">
                <a16:creationId xmlns:a16="http://schemas.microsoft.com/office/drawing/2014/main" id="{3726BEE0-7134-B908-5A01-A373BD0BA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5357018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Dead end → backtrack</a:t>
            </a:r>
            <a:endParaRPr lang="en-GB" altLang="en-US" sz="18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A82E0-300A-0C3E-7A8D-78887B14C04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F785572-BF23-7934-D96B-2431B3312BB9}"/>
              </a:ext>
            </a:extLst>
          </p:cNvPr>
          <p:cNvGrpSpPr/>
          <p:nvPr/>
        </p:nvGrpSpPr>
        <p:grpSpPr>
          <a:xfrm>
            <a:off x="2501105" y="1851818"/>
            <a:ext cx="4141788" cy="3154363"/>
            <a:chOff x="250825" y="936625"/>
            <a:chExt cx="4141788" cy="3154363"/>
          </a:xfrm>
        </p:grpSpPr>
        <p:sp>
          <p:nvSpPr>
            <p:cNvPr id="50179" name="Oval 3">
              <a:extLst>
                <a:ext uri="{FF2B5EF4-FFF2-40B4-BE49-F238E27FC236}">
                  <a16:creationId xmlns:a16="http://schemas.microsoft.com/office/drawing/2014/main" id="{9FB2CA20-25D3-663D-2F20-79CC44B82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50180" name="Oval 4">
              <a:extLst>
                <a:ext uri="{FF2B5EF4-FFF2-40B4-BE49-F238E27FC236}">
                  <a16:creationId xmlns:a16="http://schemas.microsoft.com/office/drawing/2014/main" id="{FB775C04-DE09-A628-956F-7A66EDF80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0181" name="Oval 5">
              <a:extLst>
                <a:ext uri="{FF2B5EF4-FFF2-40B4-BE49-F238E27FC236}">
                  <a16:creationId xmlns:a16="http://schemas.microsoft.com/office/drawing/2014/main" id="{F6D9FB7D-CBFC-5E59-7C10-93103A0B4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50182" name="Oval 6">
              <a:extLst>
                <a:ext uri="{FF2B5EF4-FFF2-40B4-BE49-F238E27FC236}">
                  <a16:creationId xmlns:a16="http://schemas.microsoft.com/office/drawing/2014/main" id="{8F6EE546-0902-38BE-F91F-9615523CC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50183" name="Oval 7">
              <a:extLst>
                <a:ext uri="{FF2B5EF4-FFF2-40B4-BE49-F238E27FC236}">
                  <a16:creationId xmlns:a16="http://schemas.microsoft.com/office/drawing/2014/main" id="{87D86DAE-3878-41CC-8C0E-9968F2BCA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50184" name="Oval 8">
              <a:extLst>
                <a:ext uri="{FF2B5EF4-FFF2-40B4-BE49-F238E27FC236}">
                  <a16:creationId xmlns:a16="http://schemas.microsoft.com/office/drawing/2014/main" id="{8E3B98BA-7728-D6ED-A30C-BA6A3433D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50185" name="Line 9">
              <a:extLst>
                <a:ext uri="{FF2B5EF4-FFF2-40B4-BE49-F238E27FC236}">
                  <a16:creationId xmlns:a16="http://schemas.microsoft.com/office/drawing/2014/main" id="{5EBCD23D-3FAF-8E78-B03C-DAD6C2586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86" name="Line 10">
              <a:extLst>
                <a:ext uri="{FF2B5EF4-FFF2-40B4-BE49-F238E27FC236}">
                  <a16:creationId xmlns:a16="http://schemas.microsoft.com/office/drawing/2014/main" id="{0E820114-0BC3-2AC1-E736-EB5592CC8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87" name="Line 11">
              <a:extLst>
                <a:ext uri="{FF2B5EF4-FFF2-40B4-BE49-F238E27FC236}">
                  <a16:creationId xmlns:a16="http://schemas.microsoft.com/office/drawing/2014/main" id="{4C15A096-0D98-986D-1E0B-5367EDAB3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88" name="Line 12">
              <a:extLst>
                <a:ext uri="{FF2B5EF4-FFF2-40B4-BE49-F238E27FC236}">
                  <a16:creationId xmlns:a16="http://schemas.microsoft.com/office/drawing/2014/main" id="{B1480281-D8A1-F4B9-7E8F-67EF42805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89" name="Line 13">
              <a:extLst>
                <a:ext uri="{FF2B5EF4-FFF2-40B4-BE49-F238E27FC236}">
                  <a16:creationId xmlns:a16="http://schemas.microsoft.com/office/drawing/2014/main" id="{FBD506EC-0532-DB3D-A105-025C47AD9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0" name="Line 14">
              <a:extLst>
                <a:ext uri="{FF2B5EF4-FFF2-40B4-BE49-F238E27FC236}">
                  <a16:creationId xmlns:a16="http://schemas.microsoft.com/office/drawing/2014/main" id="{B47B6483-07D9-C78F-8903-AE979E07C5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1" name="Line 15">
              <a:extLst>
                <a:ext uri="{FF2B5EF4-FFF2-40B4-BE49-F238E27FC236}">
                  <a16:creationId xmlns:a16="http://schemas.microsoft.com/office/drawing/2014/main" id="{1A49798C-653D-A978-31BD-64BFDCB83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2" name="Line 16">
              <a:extLst>
                <a:ext uri="{FF2B5EF4-FFF2-40B4-BE49-F238E27FC236}">
                  <a16:creationId xmlns:a16="http://schemas.microsoft.com/office/drawing/2014/main" id="{77E7B51C-22E3-252E-2C0B-BD85D78FC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3" name="Line 17">
              <a:extLst>
                <a:ext uri="{FF2B5EF4-FFF2-40B4-BE49-F238E27FC236}">
                  <a16:creationId xmlns:a16="http://schemas.microsoft.com/office/drawing/2014/main" id="{B267B928-FA6D-4011-D4C7-ADD51D421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4" name="Oval 18">
              <a:extLst>
                <a:ext uri="{FF2B5EF4-FFF2-40B4-BE49-F238E27FC236}">
                  <a16:creationId xmlns:a16="http://schemas.microsoft.com/office/drawing/2014/main" id="{6EC50398-B38F-016F-46AF-C936D58E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50195" name="Line 19">
              <a:extLst>
                <a:ext uri="{FF2B5EF4-FFF2-40B4-BE49-F238E27FC236}">
                  <a16:creationId xmlns:a16="http://schemas.microsoft.com/office/drawing/2014/main" id="{9AE821DE-3B6D-ACD6-C0D3-5FE842657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6" name="Line 20">
              <a:extLst>
                <a:ext uri="{FF2B5EF4-FFF2-40B4-BE49-F238E27FC236}">
                  <a16:creationId xmlns:a16="http://schemas.microsoft.com/office/drawing/2014/main" id="{F1B8D4F4-C294-9D43-1DF5-11D2FBB2F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7" name="Oval 21">
              <a:extLst>
                <a:ext uri="{FF2B5EF4-FFF2-40B4-BE49-F238E27FC236}">
                  <a16:creationId xmlns:a16="http://schemas.microsoft.com/office/drawing/2014/main" id="{59980D95-C505-0C9F-0C82-83A993466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50198" name="Line 22">
              <a:extLst>
                <a:ext uri="{FF2B5EF4-FFF2-40B4-BE49-F238E27FC236}">
                  <a16:creationId xmlns:a16="http://schemas.microsoft.com/office/drawing/2014/main" id="{C1413CB7-88EE-AB8F-DEF2-5CBD6109E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199" name="Line 23">
              <a:extLst>
                <a:ext uri="{FF2B5EF4-FFF2-40B4-BE49-F238E27FC236}">
                  <a16:creationId xmlns:a16="http://schemas.microsoft.com/office/drawing/2014/main" id="{DB22C31F-0562-342A-CA57-9D8A8E62A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00" name="Line 24">
              <a:extLst>
                <a:ext uri="{FF2B5EF4-FFF2-40B4-BE49-F238E27FC236}">
                  <a16:creationId xmlns:a16="http://schemas.microsoft.com/office/drawing/2014/main" id="{4777DD2D-F23E-FFA1-8AC9-14F4B20AD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C7C021-449C-E690-8F64-2D083F507A5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D5E31F0-C51F-4A69-9930-F4E3EB801FA7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51203" name="Oval 3">
              <a:extLst>
                <a:ext uri="{FF2B5EF4-FFF2-40B4-BE49-F238E27FC236}">
                  <a16:creationId xmlns:a16="http://schemas.microsoft.com/office/drawing/2014/main" id="{5F0F8041-4F91-FB21-0734-3951B7BAB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51204" name="Oval 4">
              <a:extLst>
                <a:ext uri="{FF2B5EF4-FFF2-40B4-BE49-F238E27FC236}">
                  <a16:creationId xmlns:a16="http://schemas.microsoft.com/office/drawing/2014/main" id="{AF222FFF-AE65-3B21-AFB5-AF5EC8832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1205" name="Oval 5">
              <a:extLst>
                <a:ext uri="{FF2B5EF4-FFF2-40B4-BE49-F238E27FC236}">
                  <a16:creationId xmlns:a16="http://schemas.microsoft.com/office/drawing/2014/main" id="{794D0E5F-B5AB-0F22-BEA0-69C32AF5F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51206" name="Oval 6">
              <a:extLst>
                <a:ext uri="{FF2B5EF4-FFF2-40B4-BE49-F238E27FC236}">
                  <a16:creationId xmlns:a16="http://schemas.microsoft.com/office/drawing/2014/main" id="{419B2E16-C2DA-D55E-4D7E-E2673B131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51207" name="Oval 7">
              <a:extLst>
                <a:ext uri="{FF2B5EF4-FFF2-40B4-BE49-F238E27FC236}">
                  <a16:creationId xmlns:a16="http://schemas.microsoft.com/office/drawing/2014/main" id="{EA073CFE-65F6-3806-FF01-1DF4845F9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51208" name="Oval 8">
              <a:extLst>
                <a:ext uri="{FF2B5EF4-FFF2-40B4-BE49-F238E27FC236}">
                  <a16:creationId xmlns:a16="http://schemas.microsoft.com/office/drawing/2014/main" id="{FF1FF27A-5024-0BE3-E613-8B1A4B864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51209" name="Line 9">
              <a:extLst>
                <a:ext uri="{FF2B5EF4-FFF2-40B4-BE49-F238E27FC236}">
                  <a16:creationId xmlns:a16="http://schemas.microsoft.com/office/drawing/2014/main" id="{A03C78C7-01D7-5466-ED37-744C276A5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0" name="Line 10">
              <a:extLst>
                <a:ext uri="{FF2B5EF4-FFF2-40B4-BE49-F238E27FC236}">
                  <a16:creationId xmlns:a16="http://schemas.microsoft.com/office/drawing/2014/main" id="{1C9D9F50-942F-A724-2817-D28622695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1" name="Line 11">
              <a:extLst>
                <a:ext uri="{FF2B5EF4-FFF2-40B4-BE49-F238E27FC236}">
                  <a16:creationId xmlns:a16="http://schemas.microsoft.com/office/drawing/2014/main" id="{CCC7A581-2094-BA5E-CF39-CF324D667A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2" name="Line 12">
              <a:extLst>
                <a:ext uri="{FF2B5EF4-FFF2-40B4-BE49-F238E27FC236}">
                  <a16:creationId xmlns:a16="http://schemas.microsoft.com/office/drawing/2014/main" id="{9E12EFEE-68CF-95E7-CB83-6859CB511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3" name="Line 13">
              <a:extLst>
                <a:ext uri="{FF2B5EF4-FFF2-40B4-BE49-F238E27FC236}">
                  <a16:creationId xmlns:a16="http://schemas.microsoft.com/office/drawing/2014/main" id="{38E2D19F-7D80-6221-B78C-6EE0D1720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4" name="Line 14">
              <a:extLst>
                <a:ext uri="{FF2B5EF4-FFF2-40B4-BE49-F238E27FC236}">
                  <a16:creationId xmlns:a16="http://schemas.microsoft.com/office/drawing/2014/main" id="{7354AE53-7542-FA28-7711-CD49069D5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5" name="Line 15">
              <a:extLst>
                <a:ext uri="{FF2B5EF4-FFF2-40B4-BE49-F238E27FC236}">
                  <a16:creationId xmlns:a16="http://schemas.microsoft.com/office/drawing/2014/main" id="{89CE8026-E0DC-C3C9-895B-B80182267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6" name="Line 16">
              <a:extLst>
                <a:ext uri="{FF2B5EF4-FFF2-40B4-BE49-F238E27FC236}">
                  <a16:creationId xmlns:a16="http://schemas.microsoft.com/office/drawing/2014/main" id="{318D7CE3-45F0-842E-C25A-32280DF46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7" name="Line 17">
              <a:extLst>
                <a:ext uri="{FF2B5EF4-FFF2-40B4-BE49-F238E27FC236}">
                  <a16:creationId xmlns:a16="http://schemas.microsoft.com/office/drawing/2014/main" id="{1417DCA4-4B86-07E1-54CE-5A58BFC30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18" name="Oval 18">
              <a:extLst>
                <a:ext uri="{FF2B5EF4-FFF2-40B4-BE49-F238E27FC236}">
                  <a16:creationId xmlns:a16="http://schemas.microsoft.com/office/drawing/2014/main" id="{0F5A2057-4B40-659E-634C-41C87CE27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51219" name="Line 19">
              <a:extLst>
                <a:ext uri="{FF2B5EF4-FFF2-40B4-BE49-F238E27FC236}">
                  <a16:creationId xmlns:a16="http://schemas.microsoft.com/office/drawing/2014/main" id="{1A36CB07-9880-0E13-ADEA-2DD3445C7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20" name="Line 20">
              <a:extLst>
                <a:ext uri="{FF2B5EF4-FFF2-40B4-BE49-F238E27FC236}">
                  <a16:creationId xmlns:a16="http://schemas.microsoft.com/office/drawing/2014/main" id="{1BA09139-1C5E-897B-C8CF-6C8A90EC2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21" name="Oval 21">
              <a:extLst>
                <a:ext uri="{FF2B5EF4-FFF2-40B4-BE49-F238E27FC236}">
                  <a16:creationId xmlns:a16="http://schemas.microsoft.com/office/drawing/2014/main" id="{FE776063-342E-8A09-D90C-C3EFCA8A3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51222" name="Line 22">
              <a:extLst>
                <a:ext uri="{FF2B5EF4-FFF2-40B4-BE49-F238E27FC236}">
                  <a16:creationId xmlns:a16="http://schemas.microsoft.com/office/drawing/2014/main" id="{9750B44D-C4BE-CD12-BF25-719971316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23" name="Line 23">
              <a:extLst>
                <a:ext uri="{FF2B5EF4-FFF2-40B4-BE49-F238E27FC236}">
                  <a16:creationId xmlns:a16="http://schemas.microsoft.com/office/drawing/2014/main" id="{BB896BAB-6162-CC35-F684-C571EF8B5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224" name="Line 24">
              <a:extLst>
                <a:ext uri="{FF2B5EF4-FFF2-40B4-BE49-F238E27FC236}">
                  <a16:creationId xmlns:a16="http://schemas.microsoft.com/office/drawing/2014/main" id="{D14ED95A-853D-447C-16F2-B98FB18B6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8375A85-5EDC-0D2F-1177-08A9F914FC5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415FA52-264B-DC63-6B81-E8E4D5F80DF5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52227" name="Oval 3">
              <a:extLst>
                <a:ext uri="{FF2B5EF4-FFF2-40B4-BE49-F238E27FC236}">
                  <a16:creationId xmlns:a16="http://schemas.microsoft.com/office/drawing/2014/main" id="{14606DCA-502E-C1E9-9993-F889309F2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52228" name="Oval 4">
              <a:extLst>
                <a:ext uri="{FF2B5EF4-FFF2-40B4-BE49-F238E27FC236}">
                  <a16:creationId xmlns:a16="http://schemas.microsoft.com/office/drawing/2014/main" id="{3B388549-74E3-95A4-52ED-6F7FA97CD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2229" name="Oval 5">
              <a:extLst>
                <a:ext uri="{FF2B5EF4-FFF2-40B4-BE49-F238E27FC236}">
                  <a16:creationId xmlns:a16="http://schemas.microsoft.com/office/drawing/2014/main" id="{DFD5E9ED-7A66-7BC9-D0A2-234F65372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52230" name="Oval 6">
              <a:extLst>
                <a:ext uri="{FF2B5EF4-FFF2-40B4-BE49-F238E27FC236}">
                  <a16:creationId xmlns:a16="http://schemas.microsoft.com/office/drawing/2014/main" id="{528A690E-6050-BB85-24CA-631E0FE97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52231" name="Oval 7">
              <a:extLst>
                <a:ext uri="{FF2B5EF4-FFF2-40B4-BE49-F238E27FC236}">
                  <a16:creationId xmlns:a16="http://schemas.microsoft.com/office/drawing/2014/main" id="{3C4E2D4B-BE30-3712-0792-E72773CA6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52232" name="Oval 8">
              <a:extLst>
                <a:ext uri="{FF2B5EF4-FFF2-40B4-BE49-F238E27FC236}">
                  <a16:creationId xmlns:a16="http://schemas.microsoft.com/office/drawing/2014/main" id="{7B023D88-618D-461D-9BB5-A8DAC2E3B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52233" name="Line 9">
              <a:extLst>
                <a:ext uri="{FF2B5EF4-FFF2-40B4-BE49-F238E27FC236}">
                  <a16:creationId xmlns:a16="http://schemas.microsoft.com/office/drawing/2014/main" id="{F766F6FA-3D0A-B3C5-DE0F-31177FE18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34" name="Line 10">
              <a:extLst>
                <a:ext uri="{FF2B5EF4-FFF2-40B4-BE49-F238E27FC236}">
                  <a16:creationId xmlns:a16="http://schemas.microsoft.com/office/drawing/2014/main" id="{D42D6F74-2FBE-64DE-519B-917E2A0DB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35" name="Line 11">
              <a:extLst>
                <a:ext uri="{FF2B5EF4-FFF2-40B4-BE49-F238E27FC236}">
                  <a16:creationId xmlns:a16="http://schemas.microsoft.com/office/drawing/2014/main" id="{E296B980-6313-91C7-00D0-6695C18CD2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36" name="Line 12">
              <a:extLst>
                <a:ext uri="{FF2B5EF4-FFF2-40B4-BE49-F238E27FC236}">
                  <a16:creationId xmlns:a16="http://schemas.microsoft.com/office/drawing/2014/main" id="{9D6576C9-2902-7D3B-7100-C2E4181C0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37" name="Line 13">
              <a:extLst>
                <a:ext uri="{FF2B5EF4-FFF2-40B4-BE49-F238E27FC236}">
                  <a16:creationId xmlns:a16="http://schemas.microsoft.com/office/drawing/2014/main" id="{6631B525-3B1D-3F32-56BF-06CB473CBE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38" name="Line 14">
              <a:extLst>
                <a:ext uri="{FF2B5EF4-FFF2-40B4-BE49-F238E27FC236}">
                  <a16:creationId xmlns:a16="http://schemas.microsoft.com/office/drawing/2014/main" id="{D626D012-06DA-90ED-0FC9-934CFD01A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39" name="Line 15">
              <a:extLst>
                <a:ext uri="{FF2B5EF4-FFF2-40B4-BE49-F238E27FC236}">
                  <a16:creationId xmlns:a16="http://schemas.microsoft.com/office/drawing/2014/main" id="{B104F645-1E0C-95B7-705E-DD65CC5A8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0" name="Line 16">
              <a:extLst>
                <a:ext uri="{FF2B5EF4-FFF2-40B4-BE49-F238E27FC236}">
                  <a16:creationId xmlns:a16="http://schemas.microsoft.com/office/drawing/2014/main" id="{8C30DB89-3C26-964B-D002-E3976233D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1" name="Line 17">
              <a:extLst>
                <a:ext uri="{FF2B5EF4-FFF2-40B4-BE49-F238E27FC236}">
                  <a16:creationId xmlns:a16="http://schemas.microsoft.com/office/drawing/2014/main" id="{F2E2ECF5-B4A6-7A99-ADF2-F31660FF0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2" name="Oval 18">
              <a:extLst>
                <a:ext uri="{FF2B5EF4-FFF2-40B4-BE49-F238E27FC236}">
                  <a16:creationId xmlns:a16="http://schemas.microsoft.com/office/drawing/2014/main" id="{99653AA3-2BB7-0CCF-E821-470DC84AD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52243" name="Line 19">
              <a:extLst>
                <a:ext uri="{FF2B5EF4-FFF2-40B4-BE49-F238E27FC236}">
                  <a16:creationId xmlns:a16="http://schemas.microsoft.com/office/drawing/2014/main" id="{663202C8-5FC6-6EFC-4689-C15101CFB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4" name="Line 20">
              <a:extLst>
                <a:ext uri="{FF2B5EF4-FFF2-40B4-BE49-F238E27FC236}">
                  <a16:creationId xmlns:a16="http://schemas.microsoft.com/office/drawing/2014/main" id="{2885B194-0192-4888-F45A-BE7DFCDD3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5" name="Oval 21">
              <a:extLst>
                <a:ext uri="{FF2B5EF4-FFF2-40B4-BE49-F238E27FC236}">
                  <a16:creationId xmlns:a16="http://schemas.microsoft.com/office/drawing/2014/main" id="{C66DB3CA-0EC2-DA68-42E4-D0DE05D37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52246" name="Line 22">
              <a:extLst>
                <a:ext uri="{FF2B5EF4-FFF2-40B4-BE49-F238E27FC236}">
                  <a16:creationId xmlns:a16="http://schemas.microsoft.com/office/drawing/2014/main" id="{903C5D85-12B0-C6C5-735C-0A2A5BD59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7" name="Line 23">
              <a:extLst>
                <a:ext uri="{FF2B5EF4-FFF2-40B4-BE49-F238E27FC236}">
                  <a16:creationId xmlns:a16="http://schemas.microsoft.com/office/drawing/2014/main" id="{5E264D74-AE52-BC90-4190-9A7186E84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248" name="Line 24">
              <a:extLst>
                <a:ext uri="{FF2B5EF4-FFF2-40B4-BE49-F238E27FC236}">
                  <a16:creationId xmlns:a16="http://schemas.microsoft.com/office/drawing/2014/main" id="{D4CF8B4C-A0C1-AD02-B2D6-EE0614CC4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144AB59-3FE5-EE2D-47D9-22033D8A6A4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E647F9-1A2F-C412-8580-AD69E58FB97B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53251" name="Oval 3">
              <a:extLst>
                <a:ext uri="{FF2B5EF4-FFF2-40B4-BE49-F238E27FC236}">
                  <a16:creationId xmlns:a16="http://schemas.microsoft.com/office/drawing/2014/main" id="{6B0E43D8-BF6B-C23B-1AD4-F60DCAA12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53252" name="Oval 4">
              <a:extLst>
                <a:ext uri="{FF2B5EF4-FFF2-40B4-BE49-F238E27FC236}">
                  <a16:creationId xmlns:a16="http://schemas.microsoft.com/office/drawing/2014/main" id="{88223FC9-D8AC-0B80-EDE3-1EA40267E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3253" name="Oval 5">
              <a:extLst>
                <a:ext uri="{FF2B5EF4-FFF2-40B4-BE49-F238E27FC236}">
                  <a16:creationId xmlns:a16="http://schemas.microsoft.com/office/drawing/2014/main" id="{895EB9EE-0B3E-5F65-7D6D-F9FCC90F4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53254" name="Oval 6">
              <a:extLst>
                <a:ext uri="{FF2B5EF4-FFF2-40B4-BE49-F238E27FC236}">
                  <a16:creationId xmlns:a16="http://schemas.microsoft.com/office/drawing/2014/main" id="{EDA3C93D-69B6-D2EE-413B-D977D080B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53255" name="Oval 7">
              <a:extLst>
                <a:ext uri="{FF2B5EF4-FFF2-40B4-BE49-F238E27FC236}">
                  <a16:creationId xmlns:a16="http://schemas.microsoft.com/office/drawing/2014/main" id="{CD3EAC37-7C54-2A5B-179C-E60F02A02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53256" name="Oval 8">
              <a:extLst>
                <a:ext uri="{FF2B5EF4-FFF2-40B4-BE49-F238E27FC236}">
                  <a16:creationId xmlns:a16="http://schemas.microsoft.com/office/drawing/2014/main" id="{BD7ECF8C-F330-BFE6-4FEB-6487197E8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53257" name="Line 9">
              <a:extLst>
                <a:ext uri="{FF2B5EF4-FFF2-40B4-BE49-F238E27FC236}">
                  <a16:creationId xmlns:a16="http://schemas.microsoft.com/office/drawing/2014/main" id="{259F808F-DDDC-FEF5-8FB6-CFE147B8C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58" name="Line 10">
              <a:extLst>
                <a:ext uri="{FF2B5EF4-FFF2-40B4-BE49-F238E27FC236}">
                  <a16:creationId xmlns:a16="http://schemas.microsoft.com/office/drawing/2014/main" id="{267D7F66-832C-908D-ABE5-00CFB17F6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59" name="Line 11">
              <a:extLst>
                <a:ext uri="{FF2B5EF4-FFF2-40B4-BE49-F238E27FC236}">
                  <a16:creationId xmlns:a16="http://schemas.microsoft.com/office/drawing/2014/main" id="{56018780-3735-B16F-D80B-3F9EF0388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0" name="Line 12">
              <a:extLst>
                <a:ext uri="{FF2B5EF4-FFF2-40B4-BE49-F238E27FC236}">
                  <a16:creationId xmlns:a16="http://schemas.microsoft.com/office/drawing/2014/main" id="{EF8E7F6B-6CCC-B3DA-2515-ACDD931E1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1" name="Line 13">
              <a:extLst>
                <a:ext uri="{FF2B5EF4-FFF2-40B4-BE49-F238E27FC236}">
                  <a16:creationId xmlns:a16="http://schemas.microsoft.com/office/drawing/2014/main" id="{8E59F08F-CFF4-BA8A-DFA3-04B0A2C2D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2" name="Line 14">
              <a:extLst>
                <a:ext uri="{FF2B5EF4-FFF2-40B4-BE49-F238E27FC236}">
                  <a16:creationId xmlns:a16="http://schemas.microsoft.com/office/drawing/2014/main" id="{57563DF6-B29B-420F-EA2E-A4E5044E9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3" name="Line 15">
              <a:extLst>
                <a:ext uri="{FF2B5EF4-FFF2-40B4-BE49-F238E27FC236}">
                  <a16:creationId xmlns:a16="http://schemas.microsoft.com/office/drawing/2014/main" id="{FAC4BE1F-5304-7F9D-F52F-EBF35F13C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4" name="Line 16">
              <a:extLst>
                <a:ext uri="{FF2B5EF4-FFF2-40B4-BE49-F238E27FC236}">
                  <a16:creationId xmlns:a16="http://schemas.microsoft.com/office/drawing/2014/main" id="{4E244D7E-3C72-9377-2663-CF50B7C95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5" name="Line 17">
              <a:extLst>
                <a:ext uri="{FF2B5EF4-FFF2-40B4-BE49-F238E27FC236}">
                  <a16:creationId xmlns:a16="http://schemas.microsoft.com/office/drawing/2014/main" id="{BF1F8D59-0ABA-AC2B-FAEB-E5DC3FC78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6" name="Oval 18">
              <a:extLst>
                <a:ext uri="{FF2B5EF4-FFF2-40B4-BE49-F238E27FC236}">
                  <a16:creationId xmlns:a16="http://schemas.microsoft.com/office/drawing/2014/main" id="{6B58CB2C-8094-E048-FBC4-198DCAE66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53267" name="Line 19">
              <a:extLst>
                <a:ext uri="{FF2B5EF4-FFF2-40B4-BE49-F238E27FC236}">
                  <a16:creationId xmlns:a16="http://schemas.microsoft.com/office/drawing/2014/main" id="{5B52B4A4-50DB-8CD6-23F8-18411CDDC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8" name="Line 20">
              <a:extLst>
                <a:ext uri="{FF2B5EF4-FFF2-40B4-BE49-F238E27FC236}">
                  <a16:creationId xmlns:a16="http://schemas.microsoft.com/office/drawing/2014/main" id="{07C3A724-4663-CD97-3719-C21A496BA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69" name="Oval 21">
              <a:extLst>
                <a:ext uri="{FF2B5EF4-FFF2-40B4-BE49-F238E27FC236}">
                  <a16:creationId xmlns:a16="http://schemas.microsoft.com/office/drawing/2014/main" id="{7F96AF76-416B-E3D2-1775-DDF7CCB4F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53270" name="Line 22">
              <a:extLst>
                <a:ext uri="{FF2B5EF4-FFF2-40B4-BE49-F238E27FC236}">
                  <a16:creationId xmlns:a16="http://schemas.microsoft.com/office/drawing/2014/main" id="{BE832193-4655-C610-055B-CC8FC1FD2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71" name="Line 23">
              <a:extLst>
                <a:ext uri="{FF2B5EF4-FFF2-40B4-BE49-F238E27FC236}">
                  <a16:creationId xmlns:a16="http://schemas.microsoft.com/office/drawing/2014/main" id="{A4A9CB2E-032D-09DD-68E0-B7A841035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272" name="Line 24">
              <a:extLst>
                <a:ext uri="{FF2B5EF4-FFF2-40B4-BE49-F238E27FC236}">
                  <a16:creationId xmlns:a16="http://schemas.microsoft.com/office/drawing/2014/main" id="{98EBB0B3-847B-217E-62E2-840E4DD44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BBFC1F-2B0F-5FF6-9772-73F8573772D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497C389-20E4-F556-E23A-D7E235486A3C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54275" name="Oval 3">
              <a:extLst>
                <a:ext uri="{FF2B5EF4-FFF2-40B4-BE49-F238E27FC236}">
                  <a16:creationId xmlns:a16="http://schemas.microsoft.com/office/drawing/2014/main" id="{C4A11973-8412-20E0-8153-61E290693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54276" name="Oval 4">
              <a:extLst>
                <a:ext uri="{FF2B5EF4-FFF2-40B4-BE49-F238E27FC236}">
                  <a16:creationId xmlns:a16="http://schemas.microsoft.com/office/drawing/2014/main" id="{102CEAA7-6CF0-9DDE-1E66-E0109274E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4277" name="Oval 5">
              <a:extLst>
                <a:ext uri="{FF2B5EF4-FFF2-40B4-BE49-F238E27FC236}">
                  <a16:creationId xmlns:a16="http://schemas.microsoft.com/office/drawing/2014/main" id="{7EEA9357-B088-3CD8-D70E-72BDB4203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54278" name="Oval 6">
              <a:extLst>
                <a:ext uri="{FF2B5EF4-FFF2-40B4-BE49-F238E27FC236}">
                  <a16:creationId xmlns:a16="http://schemas.microsoft.com/office/drawing/2014/main" id="{90227215-9F72-5BBA-056B-C9C9DB813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54279" name="Oval 7">
              <a:extLst>
                <a:ext uri="{FF2B5EF4-FFF2-40B4-BE49-F238E27FC236}">
                  <a16:creationId xmlns:a16="http://schemas.microsoft.com/office/drawing/2014/main" id="{5BE6BBF1-6AB2-ACE5-BCF8-ECE334940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54280" name="Oval 8">
              <a:extLst>
                <a:ext uri="{FF2B5EF4-FFF2-40B4-BE49-F238E27FC236}">
                  <a16:creationId xmlns:a16="http://schemas.microsoft.com/office/drawing/2014/main" id="{F8D1D2A8-737D-4EAC-9DF5-5958D1ED8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54281" name="Line 9">
              <a:extLst>
                <a:ext uri="{FF2B5EF4-FFF2-40B4-BE49-F238E27FC236}">
                  <a16:creationId xmlns:a16="http://schemas.microsoft.com/office/drawing/2014/main" id="{EC33A51F-FDB6-3115-1898-7913FDBE1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2" name="Line 10">
              <a:extLst>
                <a:ext uri="{FF2B5EF4-FFF2-40B4-BE49-F238E27FC236}">
                  <a16:creationId xmlns:a16="http://schemas.microsoft.com/office/drawing/2014/main" id="{E3915828-1AD1-3285-E566-64178753D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3" name="Line 11">
              <a:extLst>
                <a:ext uri="{FF2B5EF4-FFF2-40B4-BE49-F238E27FC236}">
                  <a16:creationId xmlns:a16="http://schemas.microsoft.com/office/drawing/2014/main" id="{4850E311-C337-49E6-491A-DCF7EC42C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4" name="Line 12">
              <a:extLst>
                <a:ext uri="{FF2B5EF4-FFF2-40B4-BE49-F238E27FC236}">
                  <a16:creationId xmlns:a16="http://schemas.microsoft.com/office/drawing/2014/main" id="{DC8CA223-2FAD-BB52-8A56-07D5C64CF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5" name="Line 13">
              <a:extLst>
                <a:ext uri="{FF2B5EF4-FFF2-40B4-BE49-F238E27FC236}">
                  <a16:creationId xmlns:a16="http://schemas.microsoft.com/office/drawing/2014/main" id="{1D0C52BB-340A-206D-7D67-6E983EDDCC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6" name="Line 14">
              <a:extLst>
                <a:ext uri="{FF2B5EF4-FFF2-40B4-BE49-F238E27FC236}">
                  <a16:creationId xmlns:a16="http://schemas.microsoft.com/office/drawing/2014/main" id="{52AA52F4-4A28-4104-92FD-F20F7F8B5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7" name="Line 15">
              <a:extLst>
                <a:ext uri="{FF2B5EF4-FFF2-40B4-BE49-F238E27FC236}">
                  <a16:creationId xmlns:a16="http://schemas.microsoft.com/office/drawing/2014/main" id="{6D5D45F3-DF53-BC7C-6CE6-F848C6A8A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8" name="Line 16">
              <a:extLst>
                <a:ext uri="{FF2B5EF4-FFF2-40B4-BE49-F238E27FC236}">
                  <a16:creationId xmlns:a16="http://schemas.microsoft.com/office/drawing/2014/main" id="{2430FDD8-A89C-9020-7B8C-A45BCC457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89" name="Line 17">
              <a:extLst>
                <a:ext uri="{FF2B5EF4-FFF2-40B4-BE49-F238E27FC236}">
                  <a16:creationId xmlns:a16="http://schemas.microsoft.com/office/drawing/2014/main" id="{A1FEA400-DFC7-312A-E4C2-A121146AE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90" name="Oval 18">
              <a:extLst>
                <a:ext uri="{FF2B5EF4-FFF2-40B4-BE49-F238E27FC236}">
                  <a16:creationId xmlns:a16="http://schemas.microsoft.com/office/drawing/2014/main" id="{96422DB1-14E7-6B00-1463-DE83DADD3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54291" name="Line 19">
              <a:extLst>
                <a:ext uri="{FF2B5EF4-FFF2-40B4-BE49-F238E27FC236}">
                  <a16:creationId xmlns:a16="http://schemas.microsoft.com/office/drawing/2014/main" id="{FD02408A-8FD8-9799-06E6-AEB722AEC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92" name="Line 20">
              <a:extLst>
                <a:ext uri="{FF2B5EF4-FFF2-40B4-BE49-F238E27FC236}">
                  <a16:creationId xmlns:a16="http://schemas.microsoft.com/office/drawing/2014/main" id="{D2E94ED6-1C06-5F2B-C7D5-33AD8A8BF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93" name="Oval 21">
              <a:extLst>
                <a:ext uri="{FF2B5EF4-FFF2-40B4-BE49-F238E27FC236}">
                  <a16:creationId xmlns:a16="http://schemas.microsoft.com/office/drawing/2014/main" id="{046BB25A-3B9F-14A2-D99B-E0EFCE7E0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54294" name="Line 22">
              <a:extLst>
                <a:ext uri="{FF2B5EF4-FFF2-40B4-BE49-F238E27FC236}">
                  <a16:creationId xmlns:a16="http://schemas.microsoft.com/office/drawing/2014/main" id="{0C3A12FD-1A5D-EF76-20AB-BB75FB6B5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95" name="Line 23">
              <a:extLst>
                <a:ext uri="{FF2B5EF4-FFF2-40B4-BE49-F238E27FC236}">
                  <a16:creationId xmlns:a16="http://schemas.microsoft.com/office/drawing/2014/main" id="{D41AE0EA-359B-E09D-CE2E-202A6804C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296" name="Line 24">
              <a:extLst>
                <a:ext uri="{FF2B5EF4-FFF2-40B4-BE49-F238E27FC236}">
                  <a16:creationId xmlns:a16="http://schemas.microsoft.com/office/drawing/2014/main" id="{1ADD759A-5F5A-D30B-88CE-681173CEC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B5B2B8-591E-6E21-995D-D220E976C47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EA6995-286C-57E0-0947-4AA0CE815E8F}"/>
              </a:ext>
            </a:extLst>
          </p:cNvPr>
          <p:cNvGrpSpPr/>
          <p:nvPr/>
        </p:nvGrpSpPr>
        <p:grpSpPr>
          <a:xfrm>
            <a:off x="2501106" y="1851818"/>
            <a:ext cx="4141788" cy="3154363"/>
            <a:chOff x="250825" y="936625"/>
            <a:chExt cx="4141788" cy="3154363"/>
          </a:xfrm>
        </p:grpSpPr>
        <p:sp>
          <p:nvSpPr>
            <p:cNvPr id="55299" name="Oval 3">
              <a:extLst>
                <a:ext uri="{FF2B5EF4-FFF2-40B4-BE49-F238E27FC236}">
                  <a16:creationId xmlns:a16="http://schemas.microsoft.com/office/drawing/2014/main" id="{316A9322-AF0E-0777-8E2A-C3D6B2033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3" y="1955800"/>
              <a:ext cx="392112" cy="490538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55300" name="Oval 4">
              <a:extLst>
                <a:ext uri="{FF2B5EF4-FFF2-40B4-BE49-F238E27FC236}">
                  <a16:creationId xmlns:a16="http://schemas.microsoft.com/office/drawing/2014/main" id="{ECBB6803-23CE-8572-656B-53BEF06C3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738" y="1749425"/>
              <a:ext cx="396875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5301" name="Oval 5">
              <a:extLst>
                <a:ext uri="{FF2B5EF4-FFF2-40B4-BE49-F238E27FC236}">
                  <a16:creationId xmlns:a16="http://schemas.microsoft.com/office/drawing/2014/main" id="{9B225FDB-EA02-AB53-991E-83F4B8968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863" y="2430463"/>
              <a:ext cx="428625" cy="490537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55302" name="Oval 6">
              <a:extLst>
                <a:ext uri="{FF2B5EF4-FFF2-40B4-BE49-F238E27FC236}">
                  <a16:creationId xmlns:a16="http://schemas.microsoft.com/office/drawing/2014/main" id="{95C6897B-4D1B-DB14-4005-DF071E9EC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936625"/>
              <a:ext cx="398463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55303" name="Oval 7">
              <a:extLst>
                <a:ext uri="{FF2B5EF4-FFF2-40B4-BE49-F238E27FC236}">
                  <a16:creationId xmlns:a16="http://schemas.microsoft.com/office/drawing/2014/main" id="{29A30C51-472A-F8E7-9EC3-FCF13AC38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113" y="3517900"/>
              <a:ext cx="3921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55304" name="Oval 8">
              <a:extLst>
                <a:ext uri="{FF2B5EF4-FFF2-40B4-BE49-F238E27FC236}">
                  <a16:creationId xmlns:a16="http://schemas.microsoft.com/office/drawing/2014/main" id="{6AE46B11-BE3F-30A6-4A48-E536F72B3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3" y="936625"/>
              <a:ext cx="430212" cy="4905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55305" name="Line 9">
              <a:extLst>
                <a:ext uri="{FF2B5EF4-FFF2-40B4-BE49-F238E27FC236}">
                  <a16:creationId xmlns:a16="http://schemas.microsoft.com/office/drawing/2014/main" id="{1AB8A0B1-6BCA-CD3A-619A-AD6C94CD6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75" y="1385888"/>
              <a:ext cx="0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06" name="Line 10">
              <a:extLst>
                <a:ext uri="{FF2B5EF4-FFF2-40B4-BE49-F238E27FC236}">
                  <a16:creationId xmlns:a16="http://schemas.microsoft.com/office/drawing/2014/main" id="{5E4B859D-E75F-A146-5068-48EFBB09D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317625"/>
              <a:ext cx="1516063" cy="814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07" name="Line 11">
              <a:extLst>
                <a:ext uri="{FF2B5EF4-FFF2-40B4-BE49-F238E27FC236}">
                  <a16:creationId xmlns:a16="http://schemas.microsoft.com/office/drawing/2014/main" id="{C0E41F2B-5F80-E077-B82A-5BC9E07D7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2403475"/>
              <a:ext cx="827087" cy="115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08" name="Line 12">
              <a:extLst>
                <a:ext uri="{FF2B5EF4-FFF2-40B4-BE49-F238E27FC236}">
                  <a16:creationId xmlns:a16="http://schemas.microsoft.com/office/drawing/2014/main" id="{4F833A59-D6FE-BFBE-B30B-3257CB3AA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5488" y="2879725"/>
              <a:ext cx="117157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09" name="Line 13">
              <a:extLst>
                <a:ext uri="{FF2B5EF4-FFF2-40B4-BE49-F238E27FC236}">
                  <a16:creationId xmlns:a16="http://schemas.microsoft.com/office/drawing/2014/main" id="{3B2C92BB-EF2A-BC31-9ABC-98A64C230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1181100"/>
              <a:ext cx="1447800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0" name="Line 14">
              <a:extLst>
                <a:ext uri="{FF2B5EF4-FFF2-40B4-BE49-F238E27FC236}">
                  <a16:creationId xmlns:a16="http://schemas.microsoft.com/office/drawing/2014/main" id="{571D8478-CCAB-36BE-F1C8-736324313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5638" y="1385888"/>
              <a:ext cx="758825" cy="217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1" name="Line 15">
              <a:extLst>
                <a:ext uri="{FF2B5EF4-FFF2-40B4-BE49-F238E27FC236}">
                  <a16:creationId xmlns:a16="http://schemas.microsoft.com/office/drawing/2014/main" id="{0583FF1A-A306-60C9-9892-D2ADBF1E8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385888"/>
              <a:ext cx="344487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2" name="Line 16">
              <a:extLst>
                <a:ext uri="{FF2B5EF4-FFF2-40B4-BE49-F238E27FC236}">
                  <a16:creationId xmlns:a16="http://schemas.microsoft.com/office/drawing/2014/main" id="{312D9353-1E9A-70D7-6B8B-325BA38AA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838" y="1249363"/>
              <a:ext cx="1171575" cy="611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3" name="Line 17">
              <a:extLst>
                <a:ext uri="{FF2B5EF4-FFF2-40B4-BE49-F238E27FC236}">
                  <a16:creationId xmlns:a16="http://schemas.microsoft.com/office/drawing/2014/main" id="{9FA23FAE-A3B7-CF12-1CAF-5AD239B22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1550" y="2200275"/>
              <a:ext cx="550863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4" name="Oval 18">
              <a:extLst>
                <a:ext uri="{FF2B5EF4-FFF2-40B4-BE49-F238E27FC236}">
                  <a16:creationId xmlns:a16="http://schemas.microsoft.com/office/drawing/2014/main" id="{71686D1D-94D5-50C0-8BDA-020391121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0" y="3600450"/>
              <a:ext cx="415925" cy="490538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G</a:t>
              </a:r>
            </a:p>
          </p:txBody>
        </p:sp>
        <p:sp>
          <p:nvSpPr>
            <p:cNvPr id="55315" name="Line 19">
              <a:extLst>
                <a:ext uri="{FF2B5EF4-FFF2-40B4-BE49-F238E27FC236}">
                  <a16:creationId xmlns:a16="http://schemas.microsoft.com/office/drawing/2014/main" id="{AC102FC4-A3E4-83CC-3F4F-77EE402EA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830638"/>
              <a:ext cx="758825" cy="68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6" name="Line 20">
              <a:extLst>
                <a:ext uri="{FF2B5EF4-FFF2-40B4-BE49-F238E27FC236}">
                  <a16:creationId xmlns:a16="http://schemas.microsoft.com/office/drawing/2014/main" id="{FA62A37F-6EF0-51AC-7BDA-06AB063F9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8950" y="2879725"/>
              <a:ext cx="276225" cy="747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7" name="Oval 21">
              <a:extLst>
                <a:ext uri="{FF2B5EF4-FFF2-40B4-BE49-F238E27FC236}">
                  <a16:creationId xmlns:a16="http://schemas.microsoft.com/office/drawing/2014/main" id="{477D2DF6-C2D3-C436-CDE0-DDB31B807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2989263"/>
              <a:ext cx="442913" cy="490537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Comic Sans MS" panose="030F0702030302020204" pitchFamily="66" charset="0"/>
                </a:rPr>
                <a:t>H</a:t>
              </a:r>
            </a:p>
          </p:txBody>
        </p:sp>
        <p:sp>
          <p:nvSpPr>
            <p:cNvPr id="55318" name="Line 22">
              <a:extLst>
                <a:ext uri="{FF2B5EF4-FFF2-40B4-BE49-F238E27FC236}">
                  <a16:creationId xmlns:a16="http://schemas.microsoft.com/office/drawing/2014/main" id="{ABD793BB-6BE0-75FC-6B60-292597E39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688" y="2336800"/>
              <a:ext cx="276225" cy="746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19" name="Line 23">
              <a:extLst>
                <a:ext uri="{FF2B5EF4-FFF2-40B4-BE49-F238E27FC236}">
                  <a16:creationId xmlns:a16="http://schemas.microsoft.com/office/drawing/2014/main" id="{DC3B3D18-F219-0B15-1380-1011F687C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538" y="3354388"/>
              <a:ext cx="1033462" cy="339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320" name="Line 24">
              <a:extLst>
                <a:ext uri="{FF2B5EF4-FFF2-40B4-BE49-F238E27FC236}">
                  <a16:creationId xmlns:a16="http://schemas.microsoft.com/office/drawing/2014/main" id="{736C9CA8-0F69-774B-BFCD-618C2A091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425" y="1317625"/>
              <a:ext cx="274638" cy="1698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5322" name="Text Box 26">
            <a:extLst>
              <a:ext uri="{FF2B5EF4-FFF2-40B4-BE49-F238E27FC236}">
                <a16:creationId xmlns:a16="http://schemas.microsoft.com/office/drawing/2014/main" id="{2460157E-9295-4000-567A-9889D4058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281" y="5419725"/>
            <a:ext cx="1339850" cy="366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omic Sans MS" panose="030F0702030302020204" pitchFamily="66" charset="0"/>
              </a:rPr>
              <a:t>Solution !!!!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4E81B-F650-FADE-CB32-989A6CC1863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Example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Oval 3">
            <a:extLst>
              <a:ext uri="{FF2B5EF4-FFF2-40B4-BE49-F238E27FC236}">
                <a16:creationId xmlns:a16="http://schemas.microsoft.com/office/drawing/2014/main" id="{B8071700-6EF5-E86E-3264-D31204B7A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348" name="Oval 4">
            <a:extLst>
              <a:ext uri="{FF2B5EF4-FFF2-40B4-BE49-F238E27FC236}">
                <a16:creationId xmlns:a16="http://schemas.microsoft.com/office/drawing/2014/main" id="{7DABEDEE-1238-E584-CD43-F3F082F7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349" name="Oval 5">
            <a:extLst>
              <a:ext uri="{FF2B5EF4-FFF2-40B4-BE49-F238E27FC236}">
                <a16:creationId xmlns:a16="http://schemas.microsoft.com/office/drawing/2014/main" id="{98E97F81-B061-C1FF-EDD1-0C713BE6D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350" name="Oval 6">
            <a:extLst>
              <a:ext uri="{FF2B5EF4-FFF2-40B4-BE49-F238E27FC236}">
                <a16:creationId xmlns:a16="http://schemas.microsoft.com/office/drawing/2014/main" id="{EA8ECF08-EDE6-F370-3C01-2290BB0FF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351" name="Oval 7">
            <a:extLst>
              <a:ext uri="{FF2B5EF4-FFF2-40B4-BE49-F238E27FC236}">
                <a16:creationId xmlns:a16="http://schemas.microsoft.com/office/drawing/2014/main" id="{94393D1E-78A2-6DDA-614C-4472CBA1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352" name="Line 8">
            <a:extLst>
              <a:ext uri="{FF2B5EF4-FFF2-40B4-BE49-F238E27FC236}">
                <a16:creationId xmlns:a16="http://schemas.microsoft.com/office/drawing/2014/main" id="{E3A17F3C-9AEC-BB83-4FA3-78B0E0023F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3" name="Line 9">
            <a:extLst>
              <a:ext uri="{FF2B5EF4-FFF2-40B4-BE49-F238E27FC236}">
                <a16:creationId xmlns:a16="http://schemas.microsoft.com/office/drawing/2014/main" id="{95B0EFC9-5100-7166-935F-C1E84CE72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4" name="Line 10">
            <a:extLst>
              <a:ext uri="{FF2B5EF4-FFF2-40B4-BE49-F238E27FC236}">
                <a16:creationId xmlns:a16="http://schemas.microsoft.com/office/drawing/2014/main" id="{D66EF366-5E1C-8AD5-43EF-4B1EEDA70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Line 11">
            <a:extLst>
              <a:ext uri="{FF2B5EF4-FFF2-40B4-BE49-F238E27FC236}">
                <a16:creationId xmlns:a16="http://schemas.microsoft.com/office/drawing/2014/main" id="{46250440-19F0-4287-BEB0-D44FDD109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6" name="Line 12">
            <a:extLst>
              <a:ext uri="{FF2B5EF4-FFF2-40B4-BE49-F238E27FC236}">
                <a16:creationId xmlns:a16="http://schemas.microsoft.com/office/drawing/2014/main" id="{00FABAA5-65BF-223A-C5B2-6F426BBEA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7" name="Line 13">
            <a:extLst>
              <a:ext uri="{FF2B5EF4-FFF2-40B4-BE49-F238E27FC236}">
                <a16:creationId xmlns:a16="http://schemas.microsoft.com/office/drawing/2014/main" id="{AA88A32B-2E14-FB00-18BE-7812E86BC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8" name="Line 14">
            <a:extLst>
              <a:ext uri="{FF2B5EF4-FFF2-40B4-BE49-F238E27FC236}">
                <a16:creationId xmlns:a16="http://schemas.microsoft.com/office/drawing/2014/main" id="{7D711AE9-E544-E1BD-B299-EE1C55E74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9" name="Text Box 15">
            <a:extLst>
              <a:ext uri="{FF2B5EF4-FFF2-40B4-BE49-F238E27FC236}">
                <a16:creationId xmlns:a16="http://schemas.microsoft.com/office/drawing/2014/main" id="{71420E64-F78A-0E48-D397-44F6136FA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7360" name="Text Box 16">
            <a:extLst>
              <a:ext uri="{FF2B5EF4-FFF2-40B4-BE49-F238E27FC236}">
                <a16:creationId xmlns:a16="http://schemas.microsoft.com/office/drawing/2014/main" id="{C5738730-2CBC-6F20-D3C4-D6E3E23D4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7361" name="Text Box 17">
            <a:extLst>
              <a:ext uri="{FF2B5EF4-FFF2-40B4-BE49-F238E27FC236}">
                <a16:creationId xmlns:a16="http://schemas.microsoft.com/office/drawing/2014/main" id="{A7F9F2B5-5179-87EA-59D6-30626B827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7362" name="Text Box 18">
            <a:extLst>
              <a:ext uri="{FF2B5EF4-FFF2-40B4-BE49-F238E27FC236}">
                <a16:creationId xmlns:a16="http://schemas.microsoft.com/office/drawing/2014/main" id="{BF43ADBE-783B-3CFA-D5DB-CD7CDD878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7363" name="Text Box 19">
            <a:extLst>
              <a:ext uri="{FF2B5EF4-FFF2-40B4-BE49-F238E27FC236}">
                <a16:creationId xmlns:a16="http://schemas.microsoft.com/office/drawing/2014/main" id="{A85202DD-4F9F-0A40-33D3-53E9A5182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7FABA-75CD-9F9B-8F9D-6A4894F41E9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5E8A1-B71A-4CEB-7337-DC5C1C424AAF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D6F98-4A33-5D0D-BFFB-A98022D02805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85FEA-A514-0060-850A-38FF9BBC4E85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8A4A4-9DF3-818C-3534-1FD861FDC7B7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C2AA9-5749-60BF-907A-8D61D049797D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Oval 3">
            <a:extLst>
              <a:ext uri="{FF2B5EF4-FFF2-40B4-BE49-F238E27FC236}">
                <a16:creationId xmlns:a16="http://schemas.microsoft.com/office/drawing/2014/main" id="{A3E8C499-CAF1-DF0C-7BA5-0CD0916BF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2" name="Oval 4">
            <a:extLst>
              <a:ext uri="{FF2B5EF4-FFF2-40B4-BE49-F238E27FC236}">
                <a16:creationId xmlns:a16="http://schemas.microsoft.com/office/drawing/2014/main" id="{89116EB3-F8EF-0BD1-A515-4392D5564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3" name="Oval 5">
            <a:extLst>
              <a:ext uri="{FF2B5EF4-FFF2-40B4-BE49-F238E27FC236}">
                <a16:creationId xmlns:a16="http://schemas.microsoft.com/office/drawing/2014/main" id="{7000D86F-AE33-84E0-2F69-F4311AA5B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4" name="Oval 6">
            <a:extLst>
              <a:ext uri="{FF2B5EF4-FFF2-40B4-BE49-F238E27FC236}">
                <a16:creationId xmlns:a16="http://schemas.microsoft.com/office/drawing/2014/main" id="{AFE22382-3799-5C6D-120C-E72923293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5" name="Oval 7">
            <a:extLst>
              <a:ext uri="{FF2B5EF4-FFF2-40B4-BE49-F238E27FC236}">
                <a16:creationId xmlns:a16="http://schemas.microsoft.com/office/drawing/2014/main" id="{AC3D02B4-1829-D50D-0714-7AF904033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6" name="Line 8">
            <a:extLst>
              <a:ext uri="{FF2B5EF4-FFF2-40B4-BE49-F238E27FC236}">
                <a16:creationId xmlns:a16="http://schemas.microsoft.com/office/drawing/2014/main" id="{6B6647AB-2C6C-B586-C18D-1F7000E3C3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7" name="Line 9">
            <a:extLst>
              <a:ext uri="{FF2B5EF4-FFF2-40B4-BE49-F238E27FC236}">
                <a16:creationId xmlns:a16="http://schemas.microsoft.com/office/drawing/2014/main" id="{06213BF2-6C39-7972-A5FD-2FBDCA086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8" name="Line 10">
            <a:extLst>
              <a:ext uri="{FF2B5EF4-FFF2-40B4-BE49-F238E27FC236}">
                <a16:creationId xmlns:a16="http://schemas.microsoft.com/office/drawing/2014/main" id="{FBA98BB8-80CA-D61D-797E-07ED50C0B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Line 11">
            <a:extLst>
              <a:ext uri="{FF2B5EF4-FFF2-40B4-BE49-F238E27FC236}">
                <a16:creationId xmlns:a16="http://schemas.microsoft.com/office/drawing/2014/main" id="{E0C80FC5-1EA9-CB3A-5D26-B808AE098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0" name="Line 12">
            <a:extLst>
              <a:ext uri="{FF2B5EF4-FFF2-40B4-BE49-F238E27FC236}">
                <a16:creationId xmlns:a16="http://schemas.microsoft.com/office/drawing/2014/main" id="{8CCC06C5-C88E-8E08-3197-CBD86B69D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1" name="Line 13">
            <a:extLst>
              <a:ext uri="{FF2B5EF4-FFF2-40B4-BE49-F238E27FC236}">
                <a16:creationId xmlns:a16="http://schemas.microsoft.com/office/drawing/2014/main" id="{FADEE541-91A2-4729-0424-8EC790860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2" name="Line 14">
            <a:extLst>
              <a:ext uri="{FF2B5EF4-FFF2-40B4-BE49-F238E27FC236}">
                <a16:creationId xmlns:a16="http://schemas.microsoft.com/office/drawing/2014/main" id="{D55D0B17-6748-EB5C-B1C4-09BA24E1D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3" name="Text Box 15">
            <a:extLst>
              <a:ext uri="{FF2B5EF4-FFF2-40B4-BE49-F238E27FC236}">
                <a16:creationId xmlns:a16="http://schemas.microsoft.com/office/drawing/2014/main" id="{84AF52AE-0FAF-4F76-F15C-BE6C9D977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8384" name="Text Box 16">
            <a:extLst>
              <a:ext uri="{FF2B5EF4-FFF2-40B4-BE49-F238E27FC236}">
                <a16:creationId xmlns:a16="http://schemas.microsoft.com/office/drawing/2014/main" id="{3E945E4F-9CE3-DBDE-56BC-ADE7A3A49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8385" name="Text Box 17">
            <a:extLst>
              <a:ext uri="{FF2B5EF4-FFF2-40B4-BE49-F238E27FC236}">
                <a16:creationId xmlns:a16="http://schemas.microsoft.com/office/drawing/2014/main" id="{AE08D2FD-4E7D-364F-B2E5-1B6E943D3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8386" name="Text Box 18">
            <a:extLst>
              <a:ext uri="{FF2B5EF4-FFF2-40B4-BE49-F238E27FC236}">
                <a16:creationId xmlns:a16="http://schemas.microsoft.com/office/drawing/2014/main" id="{30D98007-9FA4-136E-BAD7-2BA140699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8387" name="Text Box 19">
            <a:extLst>
              <a:ext uri="{FF2B5EF4-FFF2-40B4-BE49-F238E27FC236}">
                <a16:creationId xmlns:a16="http://schemas.microsoft.com/office/drawing/2014/main" id="{D02B2D8E-DBD9-59E5-4242-A9CB089A7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08F0F1-4597-1E20-1743-AF70F77AD0C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4A07A-BDA7-D195-A203-0C8BD3A49141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0B41E-C7FB-FB11-015A-65A36AED6439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8AE56-1C90-04D9-EB0E-DE3A3FBF1C35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34E-D4F0-7192-AF1D-A3642F6D83E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A21ED-065A-08AE-8FB9-45E239DEEA71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Oval 3">
            <a:extLst>
              <a:ext uri="{FF2B5EF4-FFF2-40B4-BE49-F238E27FC236}">
                <a16:creationId xmlns:a16="http://schemas.microsoft.com/office/drawing/2014/main" id="{F6EA89F7-3471-BCE4-1E18-3524A1C2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6" name="Oval 4">
            <a:extLst>
              <a:ext uri="{FF2B5EF4-FFF2-40B4-BE49-F238E27FC236}">
                <a16:creationId xmlns:a16="http://schemas.microsoft.com/office/drawing/2014/main" id="{1F3AF1C2-92A6-C044-5D52-30BB37E5A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7" name="Oval 5">
            <a:extLst>
              <a:ext uri="{FF2B5EF4-FFF2-40B4-BE49-F238E27FC236}">
                <a16:creationId xmlns:a16="http://schemas.microsoft.com/office/drawing/2014/main" id="{2C45E64F-2131-46F9-8F55-21AF18DBA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8" name="Oval 6">
            <a:extLst>
              <a:ext uri="{FF2B5EF4-FFF2-40B4-BE49-F238E27FC236}">
                <a16:creationId xmlns:a16="http://schemas.microsoft.com/office/drawing/2014/main" id="{11AB49C0-FEE9-4DA2-E074-0BA503858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9" name="Oval 7">
            <a:extLst>
              <a:ext uri="{FF2B5EF4-FFF2-40B4-BE49-F238E27FC236}">
                <a16:creationId xmlns:a16="http://schemas.microsoft.com/office/drawing/2014/main" id="{7DCE553E-06F4-E468-7964-6A990C7C4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400" name="Line 8">
            <a:extLst>
              <a:ext uri="{FF2B5EF4-FFF2-40B4-BE49-F238E27FC236}">
                <a16:creationId xmlns:a16="http://schemas.microsoft.com/office/drawing/2014/main" id="{9DE3C9A2-54A1-7564-D18A-9DA72E14D6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Line 9">
            <a:extLst>
              <a:ext uri="{FF2B5EF4-FFF2-40B4-BE49-F238E27FC236}">
                <a16:creationId xmlns:a16="http://schemas.microsoft.com/office/drawing/2014/main" id="{981C6D16-C4B2-9BF0-ECB1-38F97EA56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2" name="Line 10">
            <a:extLst>
              <a:ext uri="{FF2B5EF4-FFF2-40B4-BE49-F238E27FC236}">
                <a16:creationId xmlns:a16="http://schemas.microsoft.com/office/drawing/2014/main" id="{6990A6E3-216E-DBD6-A2B5-482A2CBCF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Line 11">
            <a:extLst>
              <a:ext uri="{FF2B5EF4-FFF2-40B4-BE49-F238E27FC236}">
                <a16:creationId xmlns:a16="http://schemas.microsoft.com/office/drawing/2014/main" id="{DE15A673-35ED-47A3-5314-52156AEA3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4" name="Line 12">
            <a:extLst>
              <a:ext uri="{FF2B5EF4-FFF2-40B4-BE49-F238E27FC236}">
                <a16:creationId xmlns:a16="http://schemas.microsoft.com/office/drawing/2014/main" id="{F213207F-69DA-0C8D-01FC-07D3973CA8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5" name="Line 13">
            <a:extLst>
              <a:ext uri="{FF2B5EF4-FFF2-40B4-BE49-F238E27FC236}">
                <a16:creationId xmlns:a16="http://schemas.microsoft.com/office/drawing/2014/main" id="{7CA531AB-807B-AA12-4380-B4734C378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Line 14">
            <a:extLst>
              <a:ext uri="{FF2B5EF4-FFF2-40B4-BE49-F238E27FC236}">
                <a16:creationId xmlns:a16="http://schemas.microsoft.com/office/drawing/2014/main" id="{9D22CBF2-6B84-3636-9650-DACE8AE90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7" name="Text Box 15">
            <a:extLst>
              <a:ext uri="{FF2B5EF4-FFF2-40B4-BE49-F238E27FC236}">
                <a16:creationId xmlns:a16="http://schemas.microsoft.com/office/drawing/2014/main" id="{AAD6688E-00D6-F4A2-7A4A-8214CA610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9408" name="Text Box 16">
            <a:extLst>
              <a:ext uri="{FF2B5EF4-FFF2-40B4-BE49-F238E27FC236}">
                <a16:creationId xmlns:a16="http://schemas.microsoft.com/office/drawing/2014/main" id="{A71FA0CF-716E-EAAF-1B62-567AFDC4A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9409" name="Text Box 17">
            <a:extLst>
              <a:ext uri="{FF2B5EF4-FFF2-40B4-BE49-F238E27FC236}">
                <a16:creationId xmlns:a16="http://schemas.microsoft.com/office/drawing/2014/main" id="{06106E85-1F3C-5B80-7AFD-2FE4D8E42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9410" name="Text Box 18">
            <a:extLst>
              <a:ext uri="{FF2B5EF4-FFF2-40B4-BE49-F238E27FC236}">
                <a16:creationId xmlns:a16="http://schemas.microsoft.com/office/drawing/2014/main" id="{152B3621-3EE2-007E-296C-B632570CD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59411" name="Text Box 19">
            <a:extLst>
              <a:ext uri="{FF2B5EF4-FFF2-40B4-BE49-F238E27FC236}">
                <a16:creationId xmlns:a16="http://schemas.microsoft.com/office/drawing/2014/main" id="{A36E00F6-BB1E-B4E7-8D20-2B8DA19E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A75A62-B56C-7C42-D8EC-CFE640A829F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E06DB-8398-53FB-27BA-5AA9A1ACE94B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ABF4F-F3AE-E968-0B8C-C7760D2F06A0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928D8-DFFF-1012-D617-BDCCE61DE055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58E1A-9BD9-FED8-862F-3DC75211E22A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5D4D8-DF67-BFBF-3838-E1F45652ED0D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Oval 3">
            <a:extLst>
              <a:ext uri="{FF2B5EF4-FFF2-40B4-BE49-F238E27FC236}">
                <a16:creationId xmlns:a16="http://schemas.microsoft.com/office/drawing/2014/main" id="{919B88D6-9BEF-0902-A978-217C0454C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0420" name="Oval 4">
            <a:extLst>
              <a:ext uri="{FF2B5EF4-FFF2-40B4-BE49-F238E27FC236}">
                <a16:creationId xmlns:a16="http://schemas.microsoft.com/office/drawing/2014/main" id="{26E5BE8A-E891-457F-204A-C7EA83592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0421" name="Oval 5">
            <a:extLst>
              <a:ext uri="{FF2B5EF4-FFF2-40B4-BE49-F238E27FC236}">
                <a16:creationId xmlns:a16="http://schemas.microsoft.com/office/drawing/2014/main" id="{89849B69-E59C-2B6F-2C28-6DE37E6F0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0422" name="Oval 6">
            <a:extLst>
              <a:ext uri="{FF2B5EF4-FFF2-40B4-BE49-F238E27FC236}">
                <a16:creationId xmlns:a16="http://schemas.microsoft.com/office/drawing/2014/main" id="{7CAB007F-2D0F-B73D-1022-62B993A7E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0423" name="Oval 7">
            <a:extLst>
              <a:ext uri="{FF2B5EF4-FFF2-40B4-BE49-F238E27FC236}">
                <a16:creationId xmlns:a16="http://schemas.microsoft.com/office/drawing/2014/main" id="{1F64FA83-F15C-09EB-11CD-DD762D066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0424" name="Line 8">
            <a:extLst>
              <a:ext uri="{FF2B5EF4-FFF2-40B4-BE49-F238E27FC236}">
                <a16:creationId xmlns:a16="http://schemas.microsoft.com/office/drawing/2014/main" id="{E7D80AD2-51D0-6E31-DD56-92DEFB1063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5" name="Line 9">
            <a:extLst>
              <a:ext uri="{FF2B5EF4-FFF2-40B4-BE49-F238E27FC236}">
                <a16:creationId xmlns:a16="http://schemas.microsoft.com/office/drawing/2014/main" id="{31ED6E31-151C-A184-4A54-5C7E02E9C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6" name="Line 10">
            <a:extLst>
              <a:ext uri="{FF2B5EF4-FFF2-40B4-BE49-F238E27FC236}">
                <a16:creationId xmlns:a16="http://schemas.microsoft.com/office/drawing/2014/main" id="{F10A3A6F-4FA1-7F39-A2D0-0E73A5E31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Line 11">
            <a:extLst>
              <a:ext uri="{FF2B5EF4-FFF2-40B4-BE49-F238E27FC236}">
                <a16:creationId xmlns:a16="http://schemas.microsoft.com/office/drawing/2014/main" id="{1E12708D-2AEA-779E-8E58-023EF970C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8" name="Line 12">
            <a:extLst>
              <a:ext uri="{FF2B5EF4-FFF2-40B4-BE49-F238E27FC236}">
                <a16:creationId xmlns:a16="http://schemas.microsoft.com/office/drawing/2014/main" id="{91588C88-56EB-6E0E-7232-6194A93AA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9" name="Line 13">
            <a:extLst>
              <a:ext uri="{FF2B5EF4-FFF2-40B4-BE49-F238E27FC236}">
                <a16:creationId xmlns:a16="http://schemas.microsoft.com/office/drawing/2014/main" id="{9CDFF612-89CC-5D07-6242-350A71B3C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Line 14">
            <a:extLst>
              <a:ext uri="{FF2B5EF4-FFF2-40B4-BE49-F238E27FC236}">
                <a16:creationId xmlns:a16="http://schemas.microsoft.com/office/drawing/2014/main" id="{71717670-3E4B-842E-E0C7-9485FAA5E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1" name="Text Box 15">
            <a:extLst>
              <a:ext uri="{FF2B5EF4-FFF2-40B4-BE49-F238E27FC236}">
                <a16:creationId xmlns:a16="http://schemas.microsoft.com/office/drawing/2014/main" id="{ECF69349-5832-4A10-C033-6909E1B03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0432" name="Text Box 16">
            <a:extLst>
              <a:ext uri="{FF2B5EF4-FFF2-40B4-BE49-F238E27FC236}">
                <a16:creationId xmlns:a16="http://schemas.microsoft.com/office/drawing/2014/main" id="{DD99445A-C889-1D60-6290-A4A3C8112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0433" name="Text Box 17">
            <a:extLst>
              <a:ext uri="{FF2B5EF4-FFF2-40B4-BE49-F238E27FC236}">
                <a16:creationId xmlns:a16="http://schemas.microsoft.com/office/drawing/2014/main" id="{6042C767-AD70-3428-AC9F-4B831D81B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0434" name="Text Box 18">
            <a:extLst>
              <a:ext uri="{FF2B5EF4-FFF2-40B4-BE49-F238E27FC236}">
                <a16:creationId xmlns:a16="http://schemas.microsoft.com/office/drawing/2014/main" id="{872B03BA-F437-3260-E618-A025F774B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0435" name="Text Box 19">
            <a:extLst>
              <a:ext uri="{FF2B5EF4-FFF2-40B4-BE49-F238E27FC236}">
                <a16:creationId xmlns:a16="http://schemas.microsoft.com/office/drawing/2014/main" id="{C5497E20-CAD2-5DA6-7369-8F97ECE2B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FEE151-29A7-13C4-5DC4-577C658C3A9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24686-BFDB-2615-9371-4DF3AE3464CF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6F4CC-7685-3315-4BE2-C421BF575ABB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38CB8-E7E2-8AE1-8E58-F969D6B47DC0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D08DF-118C-98E4-9A52-716033A15799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DDFFA-76D0-7863-DE51-BA244B8905D0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Oval 3">
            <a:extLst>
              <a:ext uri="{FF2B5EF4-FFF2-40B4-BE49-F238E27FC236}">
                <a16:creationId xmlns:a16="http://schemas.microsoft.com/office/drawing/2014/main" id="{3643F460-DB7E-4101-B1C0-6AB02BC3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444" name="Oval 4">
            <a:extLst>
              <a:ext uri="{FF2B5EF4-FFF2-40B4-BE49-F238E27FC236}">
                <a16:creationId xmlns:a16="http://schemas.microsoft.com/office/drawing/2014/main" id="{59C13C69-B4F8-1095-DAA1-F28D9AEC7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445" name="Oval 5">
            <a:extLst>
              <a:ext uri="{FF2B5EF4-FFF2-40B4-BE49-F238E27FC236}">
                <a16:creationId xmlns:a16="http://schemas.microsoft.com/office/drawing/2014/main" id="{832C2FB4-F3AD-3937-31E1-519A6E74C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446" name="Oval 6">
            <a:extLst>
              <a:ext uri="{FF2B5EF4-FFF2-40B4-BE49-F238E27FC236}">
                <a16:creationId xmlns:a16="http://schemas.microsoft.com/office/drawing/2014/main" id="{90D587B8-7A17-C1A5-EA7D-C574B6BF1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447" name="Oval 7">
            <a:extLst>
              <a:ext uri="{FF2B5EF4-FFF2-40B4-BE49-F238E27FC236}">
                <a16:creationId xmlns:a16="http://schemas.microsoft.com/office/drawing/2014/main" id="{14ABA6D5-E9C4-C33C-D2A3-3F4D48E8B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448" name="Line 8">
            <a:extLst>
              <a:ext uri="{FF2B5EF4-FFF2-40B4-BE49-F238E27FC236}">
                <a16:creationId xmlns:a16="http://schemas.microsoft.com/office/drawing/2014/main" id="{38772BA6-3746-D96D-7547-88D7B9C2DF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9" name="Line 9">
            <a:extLst>
              <a:ext uri="{FF2B5EF4-FFF2-40B4-BE49-F238E27FC236}">
                <a16:creationId xmlns:a16="http://schemas.microsoft.com/office/drawing/2014/main" id="{6F40F66D-F96B-6572-9302-ACCC0EF6C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0" name="Line 10">
            <a:extLst>
              <a:ext uri="{FF2B5EF4-FFF2-40B4-BE49-F238E27FC236}">
                <a16:creationId xmlns:a16="http://schemas.microsoft.com/office/drawing/2014/main" id="{805E81A6-6BD4-46C2-C314-E539667CA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Line 11">
            <a:extLst>
              <a:ext uri="{FF2B5EF4-FFF2-40B4-BE49-F238E27FC236}">
                <a16:creationId xmlns:a16="http://schemas.microsoft.com/office/drawing/2014/main" id="{F92266E7-4F56-EE6A-E7B7-1292D9711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2" name="Line 12">
            <a:extLst>
              <a:ext uri="{FF2B5EF4-FFF2-40B4-BE49-F238E27FC236}">
                <a16:creationId xmlns:a16="http://schemas.microsoft.com/office/drawing/2014/main" id="{44AB53CB-5035-11FA-D8BD-2C7FF0661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3" name="Line 13">
            <a:extLst>
              <a:ext uri="{FF2B5EF4-FFF2-40B4-BE49-F238E27FC236}">
                <a16:creationId xmlns:a16="http://schemas.microsoft.com/office/drawing/2014/main" id="{BE7812A9-9841-C412-F0AD-E9B68044E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4" name="Line 14">
            <a:extLst>
              <a:ext uri="{FF2B5EF4-FFF2-40B4-BE49-F238E27FC236}">
                <a16:creationId xmlns:a16="http://schemas.microsoft.com/office/drawing/2014/main" id="{1C23B210-6EC3-0FC5-4DCE-348169187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5" name="Text Box 15">
            <a:extLst>
              <a:ext uri="{FF2B5EF4-FFF2-40B4-BE49-F238E27FC236}">
                <a16:creationId xmlns:a16="http://schemas.microsoft.com/office/drawing/2014/main" id="{787D4F59-DB19-4CE7-786F-55F3F10BB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1456" name="Text Box 16">
            <a:extLst>
              <a:ext uri="{FF2B5EF4-FFF2-40B4-BE49-F238E27FC236}">
                <a16:creationId xmlns:a16="http://schemas.microsoft.com/office/drawing/2014/main" id="{F43F009E-4A04-E833-C170-E5C5B268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1457" name="Text Box 17">
            <a:extLst>
              <a:ext uri="{FF2B5EF4-FFF2-40B4-BE49-F238E27FC236}">
                <a16:creationId xmlns:a16="http://schemas.microsoft.com/office/drawing/2014/main" id="{FEC990A5-F166-5971-CABC-C3A962354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1458" name="Text Box 18">
            <a:extLst>
              <a:ext uri="{FF2B5EF4-FFF2-40B4-BE49-F238E27FC236}">
                <a16:creationId xmlns:a16="http://schemas.microsoft.com/office/drawing/2014/main" id="{6E2E22D6-CEC4-8C0D-2B37-99F2C2AC0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1459" name="Text Box 19">
            <a:extLst>
              <a:ext uri="{FF2B5EF4-FFF2-40B4-BE49-F238E27FC236}">
                <a16:creationId xmlns:a16="http://schemas.microsoft.com/office/drawing/2014/main" id="{79777DAE-6B05-501F-BD88-ADE9A5962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64E39-BE82-1DA6-C7C3-5FF6E1B85C3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CD53A-5DFD-0AE2-C6B3-E0154919902D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003E5-94D9-5161-2EA1-AE62FE14984F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3B4B3-9B8C-DAC5-0472-C1973E625C05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14A48-BD49-BB25-0893-16D9543FDECB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7BD33-B859-7F29-F0C9-7621AA6FED31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Oval 3">
            <a:extLst>
              <a:ext uri="{FF2B5EF4-FFF2-40B4-BE49-F238E27FC236}">
                <a16:creationId xmlns:a16="http://schemas.microsoft.com/office/drawing/2014/main" id="{9A2437E4-6906-02D6-3C11-4AB61C55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468" name="Oval 4">
            <a:extLst>
              <a:ext uri="{FF2B5EF4-FFF2-40B4-BE49-F238E27FC236}">
                <a16:creationId xmlns:a16="http://schemas.microsoft.com/office/drawing/2014/main" id="{A6409BD1-F772-CB93-98A8-E2E90BA98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469" name="Oval 5">
            <a:extLst>
              <a:ext uri="{FF2B5EF4-FFF2-40B4-BE49-F238E27FC236}">
                <a16:creationId xmlns:a16="http://schemas.microsoft.com/office/drawing/2014/main" id="{1EAB3171-56BE-8CC3-9516-398A199A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470" name="Oval 6">
            <a:extLst>
              <a:ext uri="{FF2B5EF4-FFF2-40B4-BE49-F238E27FC236}">
                <a16:creationId xmlns:a16="http://schemas.microsoft.com/office/drawing/2014/main" id="{B2646BC3-C992-4865-D373-A81472C09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471" name="Oval 7">
            <a:extLst>
              <a:ext uri="{FF2B5EF4-FFF2-40B4-BE49-F238E27FC236}">
                <a16:creationId xmlns:a16="http://schemas.microsoft.com/office/drawing/2014/main" id="{24B09EEA-9591-6FA0-404C-578AE8025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727434EE-4D44-199C-88B0-7CCEB5946F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3" name="Line 9">
            <a:extLst>
              <a:ext uri="{FF2B5EF4-FFF2-40B4-BE49-F238E27FC236}">
                <a16:creationId xmlns:a16="http://schemas.microsoft.com/office/drawing/2014/main" id="{17DA43C4-C6AF-551C-9FF9-56AB402E0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4" name="Line 10">
            <a:extLst>
              <a:ext uri="{FF2B5EF4-FFF2-40B4-BE49-F238E27FC236}">
                <a16:creationId xmlns:a16="http://schemas.microsoft.com/office/drawing/2014/main" id="{B827464C-571E-D03C-5937-80AFFFAF2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Line 11">
            <a:extLst>
              <a:ext uri="{FF2B5EF4-FFF2-40B4-BE49-F238E27FC236}">
                <a16:creationId xmlns:a16="http://schemas.microsoft.com/office/drawing/2014/main" id="{6C348CD8-C18F-38FD-DE5F-C63D8B670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6" name="Line 12">
            <a:extLst>
              <a:ext uri="{FF2B5EF4-FFF2-40B4-BE49-F238E27FC236}">
                <a16:creationId xmlns:a16="http://schemas.microsoft.com/office/drawing/2014/main" id="{2141B64C-AD19-47C4-CB50-FDFC59A61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7" name="Line 13">
            <a:extLst>
              <a:ext uri="{FF2B5EF4-FFF2-40B4-BE49-F238E27FC236}">
                <a16:creationId xmlns:a16="http://schemas.microsoft.com/office/drawing/2014/main" id="{39FEAE87-A237-7724-AB0F-2AB24EF57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8" name="Line 14">
            <a:extLst>
              <a:ext uri="{FF2B5EF4-FFF2-40B4-BE49-F238E27FC236}">
                <a16:creationId xmlns:a16="http://schemas.microsoft.com/office/drawing/2014/main" id="{8728F5EE-B125-09C6-8928-7AEAA80E7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9" name="Text Box 15">
            <a:extLst>
              <a:ext uri="{FF2B5EF4-FFF2-40B4-BE49-F238E27FC236}">
                <a16:creationId xmlns:a16="http://schemas.microsoft.com/office/drawing/2014/main" id="{2B8EE130-586D-F9A6-784E-214ABDCAF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2480" name="Text Box 16">
            <a:extLst>
              <a:ext uri="{FF2B5EF4-FFF2-40B4-BE49-F238E27FC236}">
                <a16:creationId xmlns:a16="http://schemas.microsoft.com/office/drawing/2014/main" id="{34AFD07E-6204-96D0-EFC7-FD4CD8391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2481" name="Text Box 17">
            <a:extLst>
              <a:ext uri="{FF2B5EF4-FFF2-40B4-BE49-F238E27FC236}">
                <a16:creationId xmlns:a16="http://schemas.microsoft.com/office/drawing/2014/main" id="{96CE520B-3605-0EEA-0253-A8770CEF2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2482" name="Text Box 18">
            <a:extLst>
              <a:ext uri="{FF2B5EF4-FFF2-40B4-BE49-F238E27FC236}">
                <a16:creationId xmlns:a16="http://schemas.microsoft.com/office/drawing/2014/main" id="{FBE9CC95-2720-D5AA-32B3-CD7540F69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2483" name="Text Box 19">
            <a:extLst>
              <a:ext uri="{FF2B5EF4-FFF2-40B4-BE49-F238E27FC236}">
                <a16:creationId xmlns:a16="http://schemas.microsoft.com/office/drawing/2014/main" id="{009591EF-E015-36C0-1A82-8BF0DF5C3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2484" name="Text Box 20">
            <a:extLst>
              <a:ext uri="{FF2B5EF4-FFF2-40B4-BE49-F238E27FC236}">
                <a16:creationId xmlns:a16="http://schemas.microsoft.com/office/drawing/2014/main" id="{3C02CB03-404D-1AC4-EFA5-E7078F817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5435599"/>
            <a:ext cx="304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Dead End → Backtrack</a:t>
            </a:r>
            <a:endParaRPr lang="en-GB" altLang="en-US" sz="2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2B10F-0B39-E29C-1046-8BECE3AF8BE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F0612-6C6E-1AD5-6A0B-D621A77E9B9B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3BA34-0843-C48F-D798-0351D96770E4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77DA6-85BB-1CF3-A795-29799269D56D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7FA-D869-5561-3B39-2FEBFDC53871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99FE9-F20C-DF4F-C666-2C14C5DCBAD4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Oval 3">
            <a:extLst>
              <a:ext uri="{FF2B5EF4-FFF2-40B4-BE49-F238E27FC236}">
                <a16:creationId xmlns:a16="http://schemas.microsoft.com/office/drawing/2014/main" id="{0CB65EDD-7E1A-A72F-E933-D471EC953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2" name="Oval 4">
            <a:extLst>
              <a:ext uri="{FF2B5EF4-FFF2-40B4-BE49-F238E27FC236}">
                <a16:creationId xmlns:a16="http://schemas.microsoft.com/office/drawing/2014/main" id="{718F23BA-FE61-8E21-A2E5-6CCDAD701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3" name="Oval 5">
            <a:extLst>
              <a:ext uri="{FF2B5EF4-FFF2-40B4-BE49-F238E27FC236}">
                <a16:creationId xmlns:a16="http://schemas.microsoft.com/office/drawing/2014/main" id="{377AE658-061E-E7EA-A983-577CC6708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4" name="Oval 6">
            <a:extLst>
              <a:ext uri="{FF2B5EF4-FFF2-40B4-BE49-F238E27FC236}">
                <a16:creationId xmlns:a16="http://schemas.microsoft.com/office/drawing/2014/main" id="{9A4F339B-776A-CBFE-1E33-82FCC7177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5" name="Oval 7">
            <a:extLst>
              <a:ext uri="{FF2B5EF4-FFF2-40B4-BE49-F238E27FC236}">
                <a16:creationId xmlns:a16="http://schemas.microsoft.com/office/drawing/2014/main" id="{9A67E63B-B035-29B1-6EAB-AB9B328D2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6" name="Line 8">
            <a:extLst>
              <a:ext uri="{FF2B5EF4-FFF2-40B4-BE49-F238E27FC236}">
                <a16:creationId xmlns:a16="http://schemas.microsoft.com/office/drawing/2014/main" id="{2D3886B7-0E2F-BB65-31D2-17B53BE232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9">
            <a:extLst>
              <a:ext uri="{FF2B5EF4-FFF2-40B4-BE49-F238E27FC236}">
                <a16:creationId xmlns:a16="http://schemas.microsoft.com/office/drawing/2014/main" id="{C11A974D-75B1-4C91-4748-20FDF5B1E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Line 10">
            <a:extLst>
              <a:ext uri="{FF2B5EF4-FFF2-40B4-BE49-F238E27FC236}">
                <a16:creationId xmlns:a16="http://schemas.microsoft.com/office/drawing/2014/main" id="{569BDF8B-5E9C-0CC5-975C-54A81A56C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Line 11">
            <a:extLst>
              <a:ext uri="{FF2B5EF4-FFF2-40B4-BE49-F238E27FC236}">
                <a16:creationId xmlns:a16="http://schemas.microsoft.com/office/drawing/2014/main" id="{8E0AC3AE-415F-6057-A7A1-C9D0B9650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12">
            <a:extLst>
              <a:ext uri="{FF2B5EF4-FFF2-40B4-BE49-F238E27FC236}">
                <a16:creationId xmlns:a16="http://schemas.microsoft.com/office/drawing/2014/main" id="{C0602F26-92DC-3AB3-7A02-A29FC5005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1" name="Line 13">
            <a:extLst>
              <a:ext uri="{FF2B5EF4-FFF2-40B4-BE49-F238E27FC236}">
                <a16:creationId xmlns:a16="http://schemas.microsoft.com/office/drawing/2014/main" id="{50766D85-5CC9-06BE-E028-4A4E2E349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2" name="Line 14">
            <a:extLst>
              <a:ext uri="{FF2B5EF4-FFF2-40B4-BE49-F238E27FC236}">
                <a16:creationId xmlns:a16="http://schemas.microsoft.com/office/drawing/2014/main" id="{00E36E5A-E620-A742-4B5E-E28387B89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3" name="Text Box 15">
            <a:extLst>
              <a:ext uri="{FF2B5EF4-FFF2-40B4-BE49-F238E27FC236}">
                <a16:creationId xmlns:a16="http://schemas.microsoft.com/office/drawing/2014/main" id="{D8D9C293-70FB-D0FD-BDC3-D15A8DE97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3504" name="Text Box 16">
            <a:extLst>
              <a:ext uri="{FF2B5EF4-FFF2-40B4-BE49-F238E27FC236}">
                <a16:creationId xmlns:a16="http://schemas.microsoft.com/office/drawing/2014/main" id="{4535C3A9-1ADC-D682-D100-4140D3F6D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3505" name="Text Box 17">
            <a:extLst>
              <a:ext uri="{FF2B5EF4-FFF2-40B4-BE49-F238E27FC236}">
                <a16:creationId xmlns:a16="http://schemas.microsoft.com/office/drawing/2014/main" id="{64C67D31-8F16-9725-1203-EDA7A0CF9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3506" name="Text Box 18">
            <a:extLst>
              <a:ext uri="{FF2B5EF4-FFF2-40B4-BE49-F238E27FC236}">
                <a16:creationId xmlns:a16="http://schemas.microsoft.com/office/drawing/2014/main" id="{1E4B0707-27AA-E20B-C407-7EB7C81BB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3507" name="Text Box 19">
            <a:extLst>
              <a:ext uri="{FF2B5EF4-FFF2-40B4-BE49-F238E27FC236}">
                <a16:creationId xmlns:a16="http://schemas.microsoft.com/office/drawing/2014/main" id="{36C61502-4C23-04D9-5CF6-64888BEB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032DDD-7D0B-490A-4305-9D0DAAD743E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C4F61-5FB2-8BF1-55DD-87B6752FABF4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57A96-3215-A858-5CB0-E4F64B9E988A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AB27B-73EB-C273-F086-21A40087141D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AEF6F-C4F8-FC77-DCE1-949384DE30FA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3D6AA-D4B2-BCF7-3953-5A13333A6AC4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Oval 3">
            <a:extLst>
              <a:ext uri="{FF2B5EF4-FFF2-40B4-BE49-F238E27FC236}">
                <a16:creationId xmlns:a16="http://schemas.microsoft.com/office/drawing/2014/main" id="{9FB95135-07D5-140F-DA3E-4797DA148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6" name="Oval 4">
            <a:extLst>
              <a:ext uri="{FF2B5EF4-FFF2-40B4-BE49-F238E27FC236}">
                <a16:creationId xmlns:a16="http://schemas.microsoft.com/office/drawing/2014/main" id="{8FF5F596-D341-25EE-25D9-8A0C3D548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CE9F2D0D-A08D-FD86-5E86-B3D1B4A08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4241C277-1C36-942A-2CF9-3F92BFE02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9" name="Oval 7">
            <a:extLst>
              <a:ext uri="{FF2B5EF4-FFF2-40B4-BE49-F238E27FC236}">
                <a16:creationId xmlns:a16="http://schemas.microsoft.com/office/drawing/2014/main" id="{9E13DE7F-AD8B-1D6E-ABC0-19CDE614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20" name="Line 8">
            <a:extLst>
              <a:ext uri="{FF2B5EF4-FFF2-40B4-BE49-F238E27FC236}">
                <a16:creationId xmlns:a16="http://schemas.microsoft.com/office/drawing/2014/main" id="{AD442334-AEDA-E8C5-2E9A-2C985DD5AD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1" name="Line 9">
            <a:extLst>
              <a:ext uri="{FF2B5EF4-FFF2-40B4-BE49-F238E27FC236}">
                <a16:creationId xmlns:a16="http://schemas.microsoft.com/office/drawing/2014/main" id="{F7D47916-EB63-6B48-BC47-94C431D1F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2" name="Line 10">
            <a:extLst>
              <a:ext uri="{FF2B5EF4-FFF2-40B4-BE49-F238E27FC236}">
                <a16:creationId xmlns:a16="http://schemas.microsoft.com/office/drawing/2014/main" id="{7D9839D5-2882-37F1-A50D-9DAFEE7E8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3" name="Line 11">
            <a:extLst>
              <a:ext uri="{FF2B5EF4-FFF2-40B4-BE49-F238E27FC236}">
                <a16:creationId xmlns:a16="http://schemas.microsoft.com/office/drawing/2014/main" id="{11697C4F-E44C-6951-B5CD-8BC329246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4" name="Line 12">
            <a:extLst>
              <a:ext uri="{FF2B5EF4-FFF2-40B4-BE49-F238E27FC236}">
                <a16:creationId xmlns:a16="http://schemas.microsoft.com/office/drawing/2014/main" id="{3A4CA311-5955-3EF7-9098-A9A5AD9FC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5" name="Line 13">
            <a:extLst>
              <a:ext uri="{FF2B5EF4-FFF2-40B4-BE49-F238E27FC236}">
                <a16:creationId xmlns:a16="http://schemas.microsoft.com/office/drawing/2014/main" id="{7A15F1F7-0D3A-B05E-4741-CBD41F6B8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6" name="Line 14">
            <a:extLst>
              <a:ext uri="{FF2B5EF4-FFF2-40B4-BE49-F238E27FC236}">
                <a16:creationId xmlns:a16="http://schemas.microsoft.com/office/drawing/2014/main" id="{C7D8B415-E22A-598C-D8F3-6D443F595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7" name="Text Box 15">
            <a:extLst>
              <a:ext uri="{FF2B5EF4-FFF2-40B4-BE49-F238E27FC236}">
                <a16:creationId xmlns:a16="http://schemas.microsoft.com/office/drawing/2014/main" id="{B32376AA-6FDD-0A72-8466-A5614222C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4528" name="Text Box 16">
            <a:extLst>
              <a:ext uri="{FF2B5EF4-FFF2-40B4-BE49-F238E27FC236}">
                <a16:creationId xmlns:a16="http://schemas.microsoft.com/office/drawing/2014/main" id="{3B566232-B774-27A0-643F-89D015975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4529" name="Text Box 17">
            <a:extLst>
              <a:ext uri="{FF2B5EF4-FFF2-40B4-BE49-F238E27FC236}">
                <a16:creationId xmlns:a16="http://schemas.microsoft.com/office/drawing/2014/main" id="{9AA51F02-BD6B-6E10-6D88-7B471210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4530" name="Text Box 18">
            <a:extLst>
              <a:ext uri="{FF2B5EF4-FFF2-40B4-BE49-F238E27FC236}">
                <a16:creationId xmlns:a16="http://schemas.microsoft.com/office/drawing/2014/main" id="{0DD021C1-9B2B-9C41-0029-B8A890920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4531" name="Text Box 19">
            <a:extLst>
              <a:ext uri="{FF2B5EF4-FFF2-40B4-BE49-F238E27FC236}">
                <a16:creationId xmlns:a16="http://schemas.microsoft.com/office/drawing/2014/main" id="{248F9227-E9A5-021A-0400-E96D961E8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771EC-86F4-7406-FA99-B60F79246AD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D462B-FEA1-1CFC-00F4-5856CBF128F6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DD458-A41E-2160-DC84-145B3BD41456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1EB09-271B-53DD-A111-796DFF41C08A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94CE4-A9BB-38F6-106A-2B2683F5B2B3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3BAD8-3EA8-36B3-C3C5-8B5E779FDDFE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Oval 3">
            <a:extLst>
              <a:ext uri="{FF2B5EF4-FFF2-40B4-BE49-F238E27FC236}">
                <a16:creationId xmlns:a16="http://schemas.microsoft.com/office/drawing/2014/main" id="{926233F6-8328-7F0B-A2F3-F758FB2E7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40" name="Oval 4">
            <a:extLst>
              <a:ext uri="{FF2B5EF4-FFF2-40B4-BE49-F238E27FC236}">
                <a16:creationId xmlns:a16="http://schemas.microsoft.com/office/drawing/2014/main" id="{D80774C5-2AB9-1A67-0982-BB0F4F7B2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41" name="Oval 5">
            <a:extLst>
              <a:ext uri="{FF2B5EF4-FFF2-40B4-BE49-F238E27FC236}">
                <a16:creationId xmlns:a16="http://schemas.microsoft.com/office/drawing/2014/main" id="{8A6BC5EA-5641-1362-A192-725021B42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42" name="Oval 6">
            <a:extLst>
              <a:ext uri="{FF2B5EF4-FFF2-40B4-BE49-F238E27FC236}">
                <a16:creationId xmlns:a16="http://schemas.microsoft.com/office/drawing/2014/main" id="{5AE67DBE-A55D-80E9-1696-176D8E684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43" name="Oval 7">
            <a:extLst>
              <a:ext uri="{FF2B5EF4-FFF2-40B4-BE49-F238E27FC236}">
                <a16:creationId xmlns:a16="http://schemas.microsoft.com/office/drawing/2014/main" id="{333B8AD0-29BA-F599-9892-5CF9A0593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44" name="Line 8">
            <a:extLst>
              <a:ext uri="{FF2B5EF4-FFF2-40B4-BE49-F238E27FC236}">
                <a16:creationId xmlns:a16="http://schemas.microsoft.com/office/drawing/2014/main" id="{FC8228EA-9B2B-A4FA-39CF-2E2F113845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5" name="Line 9">
            <a:extLst>
              <a:ext uri="{FF2B5EF4-FFF2-40B4-BE49-F238E27FC236}">
                <a16:creationId xmlns:a16="http://schemas.microsoft.com/office/drawing/2014/main" id="{2F5AEF46-7473-EDC7-CD96-B6767AECC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6" name="Line 10">
            <a:extLst>
              <a:ext uri="{FF2B5EF4-FFF2-40B4-BE49-F238E27FC236}">
                <a16:creationId xmlns:a16="http://schemas.microsoft.com/office/drawing/2014/main" id="{D8C69D80-FF4D-5A8B-E1F8-60EABCA5A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Line 11">
            <a:extLst>
              <a:ext uri="{FF2B5EF4-FFF2-40B4-BE49-F238E27FC236}">
                <a16:creationId xmlns:a16="http://schemas.microsoft.com/office/drawing/2014/main" id="{2F0C942E-B50B-4D97-3898-EE408229EE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8" name="Line 12">
            <a:extLst>
              <a:ext uri="{FF2B5EF4-FFF2-40B4-BE49-F238E27FC236}">
                <a16:creationId xmlns:a16="http://schemas.microsoft.com/office/drawing/2014/main" id="{8E135C4E-13A9-7135-08CD-43396E5A8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9" name="Line 13">
            <a:extLst>
              <a:ext uri="{FF2B5EF4-FFF2-40B4-BE49-F238E27FC236}">
                <a16:creationId xmlns:a16="http://schemas.microsoft.com/office/drawing/2014/main" id="{4B68B892-84F7-D807-31F5-5DD0CF4D9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0" name="Line 14">
            <a:extLst>
              <a:ext uri="{FF2B5EF4-FFF2-40B4-BE49-F238E27FC236}">
                <a16:creationId xmlns:a16="http://schemas.microsoft.com/office/drawing/2014/main" id="{CAAB9A71-1051-C2FB-5D92-8BF87C7D8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1" name="Text Box 15">
            <a:extLst>
              <a:ext uri="{FF2B5EF4-FFF2-40B4-BE49-F238E27FC236}">
                <a16:creationId xmlns:a16="http://schemas.microsoft.com/office/drawing/2014/main" id="{C915633B-7807-77C6-9DCF-A861C2E6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5552" name="Text Box 16">
            <a:extLst>
              <a:ext uri="{FF2B5EF4-FFF2-40B4-BE49-F238E27FC236}">
                <a16:creationId xmlns:a16="http://schemas.microsoft.com/office/drawing/2014/main" id="{02327A2D-FB2D-CEFA-9E60-06ED7000C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5553" name="Text Box 17">
            <a:extLst>
              <a:ext uri="{FF2B5EF4-FFF2-40B4-BE49-F238E27FC236}">
                <a16:creationId xmlns:a16="http://schemas.microsoft.com/office/drawing/2014/main" id="{35780263-D0B9-2F81-2F69-C4BD02492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5554" name="Text Box 18">
            <a:extLst>
              <a:ext uri="{FF2B5EF4-FFF2-40B4-BE49-F238E27FC236}">
                <a16:creationId xmlns:a16="http://schemas.microsoft.com/office/drawing/2014/main" id="{FA90B341-BEE2-A2FE-CCA2-BCF6ACFED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5555" name="Text Box 19">
            <a:extLst>
              <a:ext uri="{FF2B5EF4-FFF2-40B4-BE49-F238E27FC236}">
                <a16:creationId xmlns:a16="http://schemas.microsoft.com/office/drawing/2014/main" id="{10526908-886C-CDB7-4654-76427A31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65556" name="Text Box 20">
            <a:extLst>
              <a:ext uri="{FF2B5EF4-FFF2-40B4-BE49-F238E27FC236}">
                <a16:creationId xmlns:a16="http://schemas.microsoft.com/office/drawing/2014/main" id="{3B40C7F7-A2F8-3B96-3C3D-EBE68FFA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699" y="5481935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j-lt"/>
              </a:rPr>
              <a:t>Solution !</a:t>
            </a:r>
            <a:endParaRPr lang="en-GB" altLang="en-US" sz="24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FD7028-F56A-D615-CE94-7C745747D6E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Search: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34810-7AEF-0E41-A4A3-8783ACB8ADE1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1FDEBD-3E25-253B-DFE8-090E1C1FF38B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FC8E3-647C-097A-899A-EC9917BD0BBE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91E3D-4DFC-5EDC-56A9-0CAF15A7436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A9BDA-F1A8-C030-3F6F-C948BD606173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AF1F3-B072-2D14-FEC5-AC0C91A3C53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Improving Backtracking 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9E3BF-12CA-2093-AC0F-3B822263AADC}"/>
              </a:ext>
            </a:extLst>
          </p:cNvPr>
          <p:cNvSpPr txBox="1"/>
          <p:nvPr/>
        </p:nvSpPr>
        <p:spPr>
          <a:xfrm>
            <a:off x="452966" y="2868206"/>
            <a:ext cx="8238067" cy="193899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General-purpose heuristics can give huge gains in speed: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Which 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variable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should be assigned next?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 what 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order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should its values be tried?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Can we detect inevitable 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failure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early?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2" name="Picture 4" descr="australia-most-constrained-variable">
            <a:extLst>
              <a:ext uri="{FF2B5EF4-FFF2-40B4-BE49-F238E27FC236}">
                <a16:creationId xmlns:a16="http://schemas.microsoft.com/office/drawing/2014/main" id="{1D296923-85F4-FEC4-0B0F-DF28BDF13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6" y="5034280"/>
            <a:ext cx="61055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6A0BA9-FFBB-9038-45CC-8A9AE3C8FDB9}"/>
              </a:ext>
            </a:extLst>
          </p:cNvPr>
          <p:cNvSpPr txBox="1"/>
          <p:nvPr/>
        </p:nvSpPr>
        <p:spPr>
          <a:xfrm>
            <a:off x="452966" y="1692146"/>
            <a:ext cx="8238067" cy="30469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Most constrained variable: choose the variable with the fewest legal values.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Called Minimum Remaining Values (MRV) heuristic.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“fail-first” heuristic: picks a variable which will cause failure as soon as possible, allowing the tree to be pruned.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 MRV heuristic usually performs better than a random or static ordering.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BEC84-C2F9-354F-4468-6B6F1A71FF9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Minimum Remaining Values (MRV)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9ADEAF-94F0-466D-9264-6B3DCC583879}"/>
              </a:ext>
            </a:extLst>
          </p:cNvPr>
          <p:cNvGrpSpPr/>
          <p:nvPr/>
        </p:nvGrpSpPr>
        <p:grpSpPr>
          <a:xfrm>
            <a:off x="74601" y="1760598"/>
            <a:ext cx="3873240" cy="404640"/>
            <a:chOff x="74601" y="1760598"/>
            <a:chExt cx="387324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A3D7AC-83FB-4ACB-880B-7A719F9F7191}"/>
                    </a:ext>
                  </a:extLst>
                </p14:cNvPr>
                <p14:cNvContentPartPr/>
                <p14:nvPr/>
              </p14:nvContentPartPr>
              <p14:xfrm>
                <a:off x="74601" y="1760598"/>
                <a:ext cx="397800" cy="227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A3D7AC-83FB-4ACB-880B-7A719F9F71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601" y="1751598"/>
                  <a:ext cx="415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0D2F82-E0C7-44F0-A293-357FB1DDC0FA}"/>
                    </a:ext>
                  </a:extLst>
                </p14:cNvPr>
                <p14:cNvContentPartPr/>
                <p14:nvPr/>
              </p14:nvContentPartPr>
              <p14:xfrm>
                <a:off x="261081" y="1828278"/>
                <a:ext cx="326880" cy="234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0D2F82-E0C7-44F0-A293-357FB1DDC0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2081" y="1819278"/>
                  <a:ext cx="344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E295DC0-9033-4B08-ABB9-6A9F7D7D17AF}"/>
                    </a:ext>
                  </a:extLst>
                </p14:cNvPr>
                <p14:cNvContentPartPr/>
                <p14:nvPr/>
              </p14:nvContentPartPr>
              <p14:xfrm>
                <a:off x="979641" y="2079558"/>
                <a:ext cx="2968200" cy="85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E295DC0-9033-4B08-ABB9-6A9F7D7D17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1001" y="2070558"/>
                  <a:ext cx="298584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99EA9D2-117F-4ED1-B066-049F16038E41}"/>
                  </a:ext>
                </a:extLst>
              </p14:cNvPr>
              <p14:cNvContentPartPr/>
              <p14:nvPr/>
            </p14:nvContentPartPr>
            <p14:xfrm>
              <a:off x="970281" y="3472758"/>
              <a:ext cx="2071080" cy="92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99EA9D2-117F-4ED1-B066-049F16038E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1281" y="3463758"/>
                <a:ext cx="2088720" cy="10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1115A-2DBC-F287-C1F9-11475C22650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07B98-300E-5D65-FDC8-AE97815ECB86}"/>
              </a:ext>
            </a:extLst>
          </p:cNvPr>
          <p:cNvSpPr txBox="1"/>
          <p:nvPr/>
        </p:nvSpPr>
        <p:spPr>
          <a:xfrm>
            <a:off x="452965" y="3244334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Choose the variable with the fewest legal values.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Oval 3">
            <a:extLst>
              <a:ext uri="{FF2B5EF4-FFF2-40B4-BE49-F238E27FC236}">
                <a16:creationId xmlns:a16="http://schemas.microsoft.com/office/drawing/2014/main" id="{3DF7FFB0-8BC2-49D8-73AC-7A648ADED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0" name="Oval 4">
            <a:extLst>
              <a:ext uri="{FF2B5EF4-FFF2-40B4-BE49-F238E27FC236}">
                <a16:creationId xmlns:a16="http://schemas.microsoft.com/office/drawing/2014/main" id="{90A56534-9B4E-E7CA-8FBE-0B2C7C86D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1" name="Oval 5">
            <a:extLst>
              <a:ext uri="{FF2B5EF4-FFF2-40B4-BE49-F238E27FC236}">
                <a16:creationId xmlns:a16="http://schemas.microsoft.com/office/drawing/2014/main" id="{8516B633-E2BE-AC92-3197-A1F0917D8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2" name="Oval 6">
            <a:extLst>
              <a:ext uri="{FF2B5EF4-FFF2-40B4-BE49-F238E27FC236}">
                <a16:creationId xmlns:a16="http://schemas.microsoft.com/office/drawing/2014/main" id="{F5818B13-4567-97F3-62C0-B04F579C8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3" name="Oval 7">
            <a:extLst>
              <a:ext uri="{FF2B5EF4-FFF2-40B4-BE49-F238E27FC236}">
                <a16:creationId xmlns:a16="http://schemas.microsoft.com/office/drawing/2014/main" id="{E5D59B8E-98B0-9346-4D52-2847BB5A8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4" name="Line 8">
            <a:extLst>
              <a:ext uri="{FF2B5EF4-FFF2-40B4-BE49-F238E27FC236}">
                <a16:creationId xmlns:a16="http://schemas.microsoft.com/office/drawing/2014/main" id="{EEBD5F65-D295-8DBF-531E-047BF421C7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5" name="Line 9">
            <a:extLst>
              <a:ext uri="{FF2B5EF4-FFF2-40B4-BE49-F238E27FC236}">
                <a16:creationId xmlns:a16="http://schemas.microsoft.com/office/drawing/2014/main" id="{89EEFD22-24B0-7A7F-A4F3-FB19D02392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6" name="Line 10">
            <a:extLst>
              <a:ext uri="{FF2B5EF4-FFF2-40B4-BE49-F238E27FC236}">
                <a16:creationId xmlns:a16="http://schemas.microsoft.com/office/drawing/2014/main" id="{EF0C3A3F-424D-A999-3708-D98795A33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Line 11">
            <a:extLst>
              <a:ext uri="{FF2B5EF4-FFF2-40B4-BE49-F238E27FC236}">
                <a16:creationId xmlns:a16="http://schemas.microsoft.com/office/drawing/2014/main" id="{305EFD94-760C-3843-C8AF-F11EA8CF9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8" name="Line 12">
            <a:extLst>
              <a:ext uri="{FF2B5EF4-FFF2-40B4-BE49-F238E27FC236}">
                <a16:creationId xmlns:a16="http://schemas.microsoft.com/office/drawing/2014/main" id="{72EB3323-7F75-B166-204D-7F2282FA7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9" name="Line 13">
            <a:extLst>
              <a:ext uri="{FF2B5EF4-FFF2-40B4-BE49-F238E27FC236}">
                <a16:creationId xmlns:a16="http://schemas.microsoft.com/office/drawing/2014/main" id="{4F0F3DFA-521B-2C47-373E-F71AA400C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0" name="Line 14">
            <a:extLst>
              <a:ext uri="{FF2B5EF4-FFF2-40B4-BE49-F238E27FC236}">
                <a16:creationId xmlns:a16="http://schemas.microsoft.com/office/drawing/2014/main" id="{3DFE4D6E-3226-EDD5-97E1-39BEFD19B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1" name="Text Box 15">
            <a:extLst>
              <a:ext uri="{FF2B5EF4-FFF2-40B4-BE49-F238E27FC236}">
                <a16:creationId xmlns:a16="http://schemas.microsoft.com/office/drawing/2014/main" id="{7123FAF4-7AE9-5BBE-E2E9-3AFE47526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0672" name="Text Box 16">
            <a:extLst>
              <a:ext uri="{FF2B5EF4-FFF2-40B4-BE49-F238E27FC236}">
                <a16:creationId xmlns:a16="http://schemas.microsoft.com/office/drawing/2014/main" id="{B5830E32-8F8F-2A73-1A30-854F201AA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0673" name="Text Box 17">
            <a:extLst>
              <a:ext uri="{FF2B5EF4-FFF2-40B4-BE49-F238E27FC236}">
                <a16:creationId xmlns:a16="http://schemas.microsoft.com/office/drawing/2014/main" id="{9F78E6CC-E5B8-DB8D-BB60-2C09D2EED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0674" name="Text Box 18">
            <a:extLst>
              <a:ext uri="{FF2B5EF4-FFF2-40B4-BE49-F238E27FC236}">
                <a16:creationId xmlns:a16="http://schemas.microsoft.com/office/drawing/2014/main" id="{31C75719-8A2B-25B9-F495-A48B646DD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0675" name="Text Box 19">
            <a:extLst>
              <a:ext uri="{FF2B5EF4-FFF2-40B4-BE49-F238E27FC236}">
                <a16:creationId xmlns:a16="http://schemas.microsoft.com/office/drawing/2014/main" id="{98C83ABF-E737-E180-6A16-5E2423676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06A81B-1E5A-8D3C-9E37-70D626AE215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20B47-C5DC-30FB-3F75-2EABF9B6A556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082AE-09E8-4025-0C97-D3924DA5FB22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EE8C-78FC-3673-7A00-DCF2F3D24C57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7B1FA-8AB6-EF64-B589-5DD81CFE3C08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73BCC-B55D-4C71-92DD-92986A623FE8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Oval 3">
            <a:extLst>
              <a:ext uri="{FF2B5EF4-FFF2-40B4-BE49-F238E27FC236}">
                <a16:creationId xmlns:a16="http://schemas.microsoft.com/office/drawing/2014/main" id="{E6270A95-17C6-D7B6-90F3-1352235B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4" name="Oval 4">
            <a:extLst>
              <a:ext uri="{FF2B5EF4-FFF2-40B4-BE49-F238E27FC236}">
                <a16:creationId xmlns:a16="http://schemas.microsoft.com/office/drawing/2014/main" id="{863127DC-6B81-1193-E39E-7D710D1A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5" name="Oval 5">
            <a:extLst>
              <a:ext uri="{FF2B5EF4-FFF2-40B4-BE49-F238E27FC236}">
                <a16:creationId xmlns:a16="http://schemas.microsoft.com/office/drawing/2014/main" id="{9C832E06-5683-E4DC-7ACA-1B58CCBF8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6" name="Oval 6">
            <a:extLst>
              <a:ext uri="{FF2B5EF4-FFF2-40B4-BE49-F238E27FC236}">
                <a16:creationId xmlns:a16="http://schemas.microsoft.com/office/drawing/2014/main" id="{EE7236E2-B247-3F88-20A2-FF062101D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7" name="Oval 7">
            <a:extLst>
              <a:ext uri="{FF2B5EF4-FFF2-40B4-BE49-F238E27FC236}">
                <a16:creationId xmlns:a16="http://schemas.microsoft.com/office/drawing/2014/main" id="{A83C6A8D-751A-23C2-3D04-3295E8EA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8" name="Line 8">
            <a:extLst>
              <a:ext uri="{FF2B5EF4-FFF2-40B4-BE49-F238E27FC236}">
                <a16:creationId xmlns:a16="http://schemas.microsoft.com/office/drawing/2014/main" id="{4F70059C-1AEA-02A1-A39E-E9A6930EB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9" name="Line 9">
            <a:extLst>
              <a:ext uri="{FF2B5EF4-FFF2-40B4-BE49-F238E27FC236}">
                <a16:creationId xmlns:a16="http://schemas.microsoft.com/office/drawing/2014/main" id="{45C51C1C-F8CC-940B-A5D4-11BA091B7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0" name="Line 10">
            <a:extLst>
              <a:ext uri="{FF2B5EF4-FFF2-40B4-BE49-F238E27FC236}">
                <a16:creationId xmlns:a16="http://schemas.microsoft.com/office/drawing/2014/main" id="{18E9C914-6263-B3E6-2C27-D259BBD06C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1" name="Line 11">
            <a:extLst>
              <a:ext uri="{FF2B5EF4-FFF2-40B4-BE49-F238E27FC236}">
                <a16:creationId xmlns:a16="http://schemas.microsoft.com/office/drawing/2014/main" id="{2E6973C9-DB94-8EFF-8C69-99A2240AB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2" name="Line 12">
            <a:extLst>
              <a:ext uri="{FF2B5EF4-FFF2-40B4-BE49-F238E27FC236}">
                <a16:creationId xmlns:a16="http://schemas.microsoft.com/office/drawing/2014/main" id="{6B200731-BB68-7EE0-EE3E-9FF9C9D00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3" name="Line 13">
            <a:extLst>
              <a:ext uri="{FF2B5EF4-FFF2-40B4-BE49-F238E27FC236}">
                <a16:creationId xmlns:a16="http://schemas.microsoft.com/office/drawing/2014/main" id="{77AD47B7-D2D4-2434-B150-53A374F1E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4" name="Line 14">
            <a:extLst>
              <a:ext uri="{FF2B5EF4-FFF2-40B4-BE49-F238E27FC236}">
                <a16:creationId xmlns:a16="http://schemas.microsoft.com/office/drawing/2014/main" id="{CC6454A7-C9E9-5862-8442-D3D319DE0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5" name="Text Box 15">
            <a:extLst>
              <a:ext uri="{FF2B5EF4-FFF2-40B4-BE49-F238E27FC236}">
                <a16:creationId xmlns:a16="http://schemas.microsoft.com/office/drawing/2014/main" id="{760EBAD4-D59F-C2EF-1C92-6A2DCCD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1696" name="Text Box 16">
            <a:extLst>
              <a:ext uri="{FF2B5EF4-FFF2-40B4-BE49-F238E27FC236}">
                <a16:creationId xmlns:a16="http://schemas.microsoft.com/office/drawing/2014/main" id="{FDB13086-56F7-F3C2-F98D-4493B240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1697" name="Text Box 17">
            <a:extLst>
              <a:ext uri="{FF2B5EF4-FFF2-40B4-BE49-F238E27FC236}">
                <a16:creationId xmlns:a16="http://schemas.microsoft.com/office/drawing/2014/main" id="{FA08AA66-9B14-9F49-D4A4-13F10830A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1698" name="Text Box 18">
            <a:extLst>
              <a:ext uri="{FF2B5EF4-FFF2-40B4-BE49-F238E27FC236}">
                <a16:creationId xmlns:a16="http://schemas.microsoft.com/office/drawing/2014/main" id="{54D7BBD2-CBE9-075D-A83E-B40D62BEC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1699" name="Text Box 19">
            <a:extLst>
              <a:ext uri="{FF2B5EF4-FFF2-40B4-BE49-F238E27FC236}">
                <a16:creationId xmlns:a16="http://schemas.microsoft.com/office/drawing/2014/main" id="{D1DE1FE5-553A-355E-B6BA-66990E53B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8B4E33-1E7F-7C4A-B89E-47FB644579B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189D0-F67A-845F-26C1-94E0E22B4DE3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694D6-8880-C383-AC53-98E35A294140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E32C0-FB60-D3A6-2A2E-EC63DD097210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EF32F-F547-CE98-DBFA-4AD44909D097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97793-9806-72EE-C0D8-A582EA19C73E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Oval 3">
            <a:extLst>
              <a:ext uri="{FF2B5EF4-FFF2-40B4-BE49-F238E27FC236}">
                <a16:creationId xmlns:a16="http://schemas.microsoft.com/office/drawing/2014/main" id="{0D2EC5E3-C7AA-48B2-C816-C669E758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08" name="Oval 4">
            <a:extLst>
              <a:ext uri="{FF2B5EF4-FFF2-40B4-BE49-F238E27FC236}">
                <a16:creationId xmlns:a16="http://schemas.microsoft.com/office/drawing/2014/main" id="{BA5F9DD2-F0A0-07F9-2D6D-BE04CCE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09" name="Oval 5">
            <a:extLst>
              <a:ext uri="{FF2B5EF4-FFF2-40B4-BE49-F238E27FC236}">
                <a16:creationId xmlns:a16="http://schemas.microsoft.com/office/drawing/2014/main" id="{2C67D9C6-DA5E-0662-8B91-2D6AB1802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10" name="Oval 6">
            <a:extLst>
              <a:ext uri="{FF2B5EF4-FFF2-40B4-BE49-F238E27FC236}">
                <a16:creationId xmlns:a16="http://schemas.microsoft.com/office/drawing/2014/main" id="{A134F6F2-4B9D-895E-56C4-58E48B62A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11" name="Oval 7">
            <a:extLst>
              <a:ext uri="{FF2B5EF4-FFF2-40B4-BE49-F238E27FC236}">
                <a16:creationId xmlns:a16="http://schemas.microsoft.com/office/drawing/2014/main" id="{705F413E-029E-B114-38FE-4B67C067C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12" name="Line 8">
            <a:extLst>
              <a:ext uri="{FF2B5EF4-FFF2-40B4-BE49-F238E27FC236}">
                <a16:creationId xmlns:a16="http://schemas.microsoft.com/office/drawing/2014/main" id="{FA4E15C1-0FB2-8244-D7B3-6B7853AB11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3" name="Line 9">
            <a:extLst>
              <a:ext uri="{FF2B5EF4-FFF2-40B4-BE49-F238E27FC236}">
                <a16:creationId xmlns:a16="http://schemas.microsoft.com/office/drawing/2014/main" id="{E224BA2C-2CB7-FB1D-229F-C5864FD28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4" name="Line 10">
            <a:extLst>
              <a:ext uri="{FF2B5EF4-FFF2-40B4-BE49-F238E27FC236}">
                <a16:creationId xmlns:a16="http://schemas.microsoft.com/office/drawing/2014/main" id="{F9690876-E17F-E388-EF3D-A7443A21D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5" name="Line 11">
            <a:extLst>
              <a:ext uri="{FF2B5EF4-FFF2-40B4-BE49-F238E27FC236}">
                <a16:creationId xmlns:a16="http://schemas.microsoft.com/office/drawing/2014/main" id="{E8344EB9-6C22-CE87-FE4E-0F5DF5D6F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6" name="Line 12">
            <a:extLst>
              <a:ext uri="{FF2B5EF4-FFF2-40B4-BE49-F238E27FC236}">
                <a16:creationId xmlns:a16="http://schemas.microsoft.com/office/drawing/2014/main" id="{91067F8A-10B9-75D2-49F0-538FB55BB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7" name="Line 13">
            <a:extLst>
              <a:ext uri="{FF2B5EF4-FFF2-40B4-BE49-F238E27FC236}">
                <a16:creationId xmlns:a16="http://schemas.microsoft.com/office/drawing/2014/main" id="{429A609A-47C9-6A19-6B57-60E136351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8" name="Line 14">
            <a:extLst>
              <a:ext uri="{FF2B5EF4-FFF2-40B4-BE49-F238E27FC236}">
                <a16:creationId xmlns:a16="http://schemas.microsoft.com/office/drawing/2014/main" id="{F06846F7-F348-F52A-BA0E-86FC8367A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9" name="Text Box 15">
            <a:extLst>
              <a:ext uri="{FF2B5EF4-FFF2-40B4-BE49-F238E27FC236}">
                <a16:creationId xmlns:a16="http://schemas.microsoft.com/office/drawing/2014/main" id="{248C90A5-6B77-83AF-57DC-2E7407DFD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2720" name="Text Box 16">
            <a:extLst>
              <a:ext uri="{FF2B5EF4-FFF2-40B4-BE49-F238E27FC236}">
                <a16:creationId xmlns:a16="http://schemas.microsoft.com/office/drawing/2014/main" id="{58488075-76F6-25EA-46DA-457A12C21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2721" name="Text Box 17">
            <a:extLst>
              <a:ext uri="{FF2B5EF4-FFF2-40B4-BE49-F238E27FC236}">
                <a16:creationId xmlns:a16="http://schemas.microsoft.com/office/drawing/2014/main" id="{6162EC85-A185-28CB-4E0C-B11FADE16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2722" name="Text Box 18">
            <a:extLst>
              <a:ext uri="{FF2B5EF4-FFF2-40B4-BE49-F238E27FC236}">
                <a16:creationId xmlns:a16="http://schemas.microsoft.com/office/drawing/2014/main" id="{F5FD8851-E856-777A-3FB7-689427E24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2723" name="Text Box 19">
            <a:extLst>
              <a:ext uri="{FF2B5EF4-FFF2-40B4-BE49-F238E27FC236}">
                <a16:creationId xmlns:a16="http://schemas.microsoft.com/office/drawing/2014/main" id="{DAD0A6FB-2DE9-6E49-78D5-1B348F13A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501114-F43D-88CB-F7AD-FE2B2B83DC2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153D9-D75F-D1FE-5893-8383A6EC3D9E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7D94E-92B8-CEB5-A0D7-9BEE35EC4E8C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713A9-18A8-7870-2FD2-06114F35137E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74A42-3A9C-D4B2-57D2-3B5BBB735A96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149F8-92ED-1B05-7BBE-D8662A8E259A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Oval 3">
            <a:extLst>
              <a:ext uri="{FF2B5EF4-FFF2-40B4-BE49-F238E27FC236}">
                <a16:creationId xmlns:a16="http://schemas.microsoft.com/office/drawing/2014/main" id="{2D3DD55F-063B-AA90-C07C-876C530D2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2" name="Oval 4">
            <a:extLst>
              <a:ext uri="{FF2B5EF4-FFF2-40B4-BE49-F238E27FC236}">
                <a16:creationId xmlns:a16="http://schemas.microsoft.com/office/drawing/2014/main" id="{461ED587-772B-3034-321E-606386288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3" name="Oval 5">
            <a:extLst>
              <a:ext uri="{FF2B5EF4-FFF2-40B4-BE49-F238E27FC236}">
                <a16:creationId xmlns:a16="http://schemas.microsoft.com/office/drawing/2014/main" id="{FA43028D-B758-09CC-A97D-AD3D3BC0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4" name="Oval 6">
            <a:extLst>
              <a:ext uri="{FF2B5EF4-FFF2-40B4-BE49-F238E27FC236}">
                <a16:creationId xmlns:a16="http://schemas.microsoft.com/office/drawing/2014/main" id="{79B89628-B9A1-EFD6-40FC-885CF1C7F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5" name="Oval 7">
            <a:extLst>
              <a:ext uri="{FF2B5EF4-FFF2-40B4-BE49-F238E27FC236}">
                <a16:creationId xmlns:a16="http://schemas.microsoft.com/office/drawing/2014/main" id="{D0A6929C-C6C6-1CE1-CCE1-C262508E9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6" name="Line 8">
            <a:extLst>
              <a:ext uri="{FF2B5EF4-FFF2-40B4-BE49-F238E27FC236}">
                <a16:creationId xmlns:a16="http://schemas.microsoft.com/office/drawing/2014/main" id="{F83B44F2-A6DA-6E86-1580-18780A9D38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7" name="Line 9">
            <a:extLst>
              <a:ext uri="{FF2B5EF4-FFF2-40B4-BE49-F238E27FC236}">
                <a16:creationId xmlns:a16="http://schemas.microsoft.com/office/drawing/2014/main" id="{1F1B8597-CAA4-B1DB-7A91-5A05EF52C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8" name="Line 10">
            <a:extLst>
              <a:ext uri="{FF2B5EF4-FFF2-40B4-BE49-F238E27FC236}">
                <a16:creationId xmlns:a16="http://schemas.microsoft.com/office/drawing/2014/main" id="{D01AEF36-8AC8-E884-9205-C764C491C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9" name="Line 11">
            <a:extLst>
              <a:ext uri="{FF2B5EF4-FFF2-40B4-BE49-F238E27FC236}">
                <a16:creationId xmlns:a16="http://schemas.microsoft.com/office/drawing/2014/main" id="{1610F3D4-93A8-4E0C-CA08-75247FC8C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0" name="Line 12">
            <a:extLst>
              <a:ext uri="{FF2B5EF4-FFF2-40B4-BE49-F238E27FC236}">
                <a16:creationId xmlns:a16="http://schemas.microsoft.com/office/drawing/2014/main" id="{48155411-9629-06C4-8508-F59122798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1" name="Line 13">
            <a:extLst>
              <a:ext uri="{FF2B5EF4-FFF2-40B4-BE49-F238E27FC236}">
                <a16:creationId xmlns:a16="http://schemas.microsoft.com/office/drawing/2014/main" id="{11AFF488-5D62-E160-23D0-B983A0146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2" name="Line 14">
            <a:extLst>
              <a:ext uri="{FF2B5EF4-FFF2-40B4-BE49-F238E27FC236}">
                <a16:creationId xmlns:a16="http://schemas.microsoft.com/office/drawing/2014/main" id="{A49C6A46-765F-A037-BF95-84946B9BB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3" name="Text Box 15">
            <a:extLst>
              <a:ext uri="{FF2B5EF4-FFF2-40B4-BE49-F238E27FC236}">
                <a16:creationId xmlns:a16="http://schemas.microsoft.com/office/drawing/2014/main" id="{213022BC-E018-4D79-3B48-7D518ED7B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3744" name="Text Box 16">
            <a:extLst>
              <a:ext uri="{FF2B5EF4-FFF2-40B4-BE49-F238E27FC236}">
                <a16:creationId xmlns:a16="http://schemas.microsoft.com/office/drawing/2014/main" id="{623820FB-BA93-944F-D7A9-B3FB115DA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3745" name="Text Box 17">
            <a:extLst>
              <a:ext uri="{FF2B5EF4-FFF2-40B4-BE49-F238E27FC236}">
                <a16:creationId xmlns:a16="http://schemas.microsoft.com/office/drawing/2014/main" id="{26CA4116-13A5-003F-DE1A-41B336682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3746" name="Text Box 18">
            <a:extLst>
              <a:ext uri="{FF2B5EF4-FFF2-40B4-BE49-F238E27FC236}">
                <a16:creationId xmlns:a16="http://schemas.microsoft.com/office/drawing/2014/main" id="{C8D16443-E74C-FD4F-2BD4-EB70AE02E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3747" name="Text Box 19">
            <a:extLst>
              <a:ext uri="{FF2B5EF4-FFF2-40B4-BE49-F238E27FC236}">
                <a16:creationId xmlns:a16="http://schemas.microsoft.com/office/drawing/2014/main" id="{E30C388A-D392-C577-315E-5F516A4AB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u="sng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7333059-DC77-966A-DAED-F04CF79811AA}"/>
              </a:ext>
            </a:extLst>
          </p:cNvPr>
          <p:cNvSpPr txBox="1">
            <a:spLocks noChangeArrowheads="1"/>
          </p:cNvSpPr>
          <p:nvPr/>
        </p:nvSpPr>
        <p:spPr>
          <a:xfrm>
            <a:off x="952499" y="5624513"/>
            <a:ext cx="7239000" cy="457200"/>
          </a:xfrm>
          <a:prstGeom prst="rect">
            <a:avLst/>
          </a:prstGeom>
        </p:spPr>
        <p:txBody>
          <a:bodyPr/>
          <a:lstStyle/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n-US" sz="2600" b="1" dirty="0">
                <a:solidFill>
                  <a:schemeClr val="accent2"/>
                </a:solidFill>
                <a:latin typeface="+mn-lt"/>
                <a:cs typeface="+mn-cs"/>
              </a:rPr>
              <a:t>choose the variable with the fewest legal values</a:t>
            </a:r>
            <a:endParaRPr lang="en-GB" sz="2600" b="1" dirty="0">
              <a:solidFill>
                <a:schemeClr val="accent2"/>
              </a:solidFill>
              <a:latin typeface="+mn-lt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BF9BA-F117-8F8E-783D-DA39D683EFD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FD708-A043-8866-80D2-189AD3265CF2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B1181-551D-3B05-ED60-E7457179EDAE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CEA11-955F-EA2A-93FA-2E4BEF3AA083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F14E6-F868-470C-7E27-BC7EA1E131C7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9D170-5F50-D23F-DE68-7C14BE27C494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Oval 3">
            <a:extLst>
              <a:ext uri="{FF2B5EF4-FFF2-40B4-BE49-F238E27FC236}">
                <a16:creationId xmlns:a16="http://schemas.microsoft.com/office/drawing/2014/main" id="{88012169-9473-37E4-6888-4681B6203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4756" name="Oval 4">
            <a:extLst>
              <a:ext uri="{FF2B5EF4-FFF2-40B4-BE49-F238E27FC236}">
                <a16:creationId xmlns:a16="http://schemas.microsoft.com/office/drawing/2014/main" id="{7527DC2D-6ABB-09BE-1A30-C0D85EF7E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4757" name="Oval 5">
            <a:extLst>
              <a:ext uri="{FF2B5EF4-FFF2-40B4-BE49-F238E27FC236}">
                <a16:creationId xmlns:a16="http://schemas.microsoft.com/office/drawing/2014/main" id="{EE5E3BA1-629E-3A02-9F2D-5EBA73101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4758" name="Oval 6">
            <a:extLst>
              <a:ext uri="{FF2B5EF4-FFF2-40B4-BE49-F238E27FC236}">
                <a16:creationId xmlns:a16="http://schemas.microsoft.com/office/drawing/2014/main" id="{ECAD2328-15DC-892C-6FB6-CF7EABD99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4759" name="Oval 7">
            <a:extLst>
              <a:ext uri="{FF2B5EF4-FFF2-40B4-BE49-F238E27FC236}">
                <a16:creationId xmlns:a16="http://schemas.microsoft.com/office/drawing/2014/main" id="{34243021-88BF-E693-8209-78A978B6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4760" name="Line 8">
            <a:extLst>
              <a:ext uri="{FF2B5EF4-FFF2-40B4-BE49-F238E27FC236}">
                <a16:creationId xmlns:a16="http://schemas.microsoft.com/office/drawing/2014/main" id="{7CC7B5BC-3320-7F2F-3C93-701331402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1" name="Line 9">
            <a:extLst>
              <a:ext uri="{FF2B5EF4-FFF2-40B4-BE49-F238E27FC236}">
                <a16:creationId xmlns:a16="http://schemas.microsoft.com/office/drawing/2014/main" id="{CCAFC165-5603-8DA6-D4F1-34FED7805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2" name="Line 10">
            <a:extLst>
              <a:ext uri="{FF2B5EF4-FFF2-40B4-BE49-F238E27FC236}">
                <a16:creationId xmlns:a16="http://schemas.microsoft.com/office/drawing/2014/main" id="{7899A46A-75C8-657A-178F-3C4FD09BB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3" name="Line 11">
            <a:extLst>
              <a:ext uri="{FF2B5EF4-FFF2-40B4-BE49-F238E27FC236}">
                <a16:creationId xmlns:a16="http://schemas.microsoft.com/office/drawing/2014/main" id="{CCA5221A-B24E-41A6-B742-D25C61B91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4" name="Line 12">
            <a:extLst>
              <a:ext uri="{FF2B5EF4-FFF2-40B4-BE49-F238E27FC236}">
                <a16:creationId xmlns:a16="http://schemas.microsoft.com/office/drawing/2014/main" id="{65B7F12F-9E6B-DD98-BF4E-0241DB08C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5" name="Line 13">
            <a:extLst>
              <a:ext uri="{FF2B5EF4-FFF2-40B4-BE49-F238E27FC236}">
                <a16:creationId xmlns:a16="http://schemas.microsoft.com/office/drawing/2014/main" id="{62FB0D97-9E5E-54D2-2DB8-21AA691D9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6" name="Line 14">
            <a:extLst>
              <a:ext uri="{FF2B5EF4-FFF2-40B4-BE49-F238E27FC236}">
                <a16:creationId xmlns:a16="http://schemas.microsoft.com/office/drawing/2014/main" id="{DD5B8375-3424-0794-A786-3CBD40FDB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7" name="Text Box 15">
            <a:extLst>
              <a:ext uri="{FF2B5EF4-FFF2-40B4-BE49-F238E27FC236}">
                <a16:creationId xmlns:a16="http://schemas.microsoft.com/office/drawing/2014/main" id="{7B805AB3-755A-A58B-6ED9-6DEE2FB04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4768" name="Text Box 16">
            <a:extLst>
              <a:ext uri="{FF2B5EF4-FFF2-40B4-BE49-F238E27FC236}">
                <a16:creationId xmlns:a16="http://schemas.microsoft.com/office/drawing/2014/main" id="{ED1A5C1B-033D-45A6-3D49-C79D4700E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u="sng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4769" name="Text Box 17">
            <a:extLst>
              <a:ext uri="{FF2B5EF4-FFF2-40B4-BE49-F238E27FC236}">
                <a16:creationId xmlns:a16="http://schemas.microsoft.com/office/drawing/2014/main" id="{EE081547-2199-1E4B-5C66-6955D22C2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4770" name="Text Box 18">
            <a:extLst>
              <a:ext uri="{FF2B5EF4-FFF2-40B4-BE49-F238E27FC236}">
                <a16:creationId xmlns:a16="http://schemas.microsoft.com/office/drawing/2014/main" id="{0E076929-E933-5E59-968F-05FCD93D9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4771" name="Text Box 19">
            <a:extLst>
              <a:ext uri="{FF2B5EF4-FFF2-40B4-BE49-F238E27FC236}">
                <a16:creationId xmlns:a16="http://schemas.microsoft.com/office/drawing/2014/main" id="{C640E71F-204A-621C-29E1-4C955716D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 u="sng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4FCCD8E-8706-643F-7E19-D427FF8E2808}"/>
              </a:ext>
            </a:extLst>
          </p:cNvPr>
          <p:cNvSpPr txBox="1">
            <a:spLocks noChangeArrowheads="1"/>
          </p:cNvSpPr>
          <p:nvPr/>
        </p:nvSpPr>
        <p:spPr>
          <a:xfrm>
            <a:off x="952499" y="5700713"/>
            <a:ext cx="7239000" cy="457200"/>
          </a:xfrm>
          <a:prstGeom prst="rect">
            <a:avLst/>
          </a:prstGeom>
        </p:spPr>
        <p:txBody>
          <a:bodyPr/>
          <a:lstStyle/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n-US" sz="2600" b="1" dirty="0">
                <a:solidFill>
                  <a:schemeClr val="accent2"/>
                </a:solidFill>
                <a:latin typeface="+mn-lt"/>
                <a:cs typeface="+mn-cs"/>
              </a:rPr>
              <a:t>choose the variable with the fewest legal values</a:t>
            </a:r>
            <a:endParaRPr lang="en-GB" sz="2600" b="1" dirty="0">
              <a:solidFill>
                <a:schemeClr val="accent2"/>
              </a:solidFill>
              <a:latin typeface="+mn-lt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9454C-82E8-D56E-BAE4-02C38B78128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FAA31-C352-28A2-6246-7870E5CED4DA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FA708-139F-EC78-4864-15FA5DDC546E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0CBD1-9615-C9FE-2951-44AAAF8402DA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6C52E-6D38-925B-0BF8-9A6C3F7EA8F3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9439B-339A-10FC-6D84-6B83F83C708E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Oval 3">
            <a:extLst>
              <a:ext uri="{FF2B5EF4-FFF2-40B4-BE49-F238E27FC236}">
                <a16:creationId xmlns:a16="http://schemas.microsoft.com/office/drawing/2014/main" id="{DBDAD304-3CA4-73E8-83DD-FB54443D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0" name="Oval 4">
            <a:extLst>
              <a:ext uri="{FF2B5EF4-FFF2-40B4-BE49-F238E27FC236}">
                <a16:creationId xmlns:a16="http://schemas.microsoft.com/office/drawing/2014/main" id="{251AB4EC-B844-9226-1742-044E296AD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1" name="Oval 5">
            <a:extLst>
              <a:ext uri="{FF2B5EF4-FFF2-40B4-BE49-F238E27FC236}">
                <a16:creationId xmlns:a16="http://schemas.microsoft.com/office/drawing/2014/main" id="{280FF2CC-AB15-35FF-D2DE-7C812DA32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2" name="Oval 6">
            <a:extLst>
              <a:ext uri="{FF2B5EF4-FFF2-40B4-BE49-F238E27FC236}">
                <a16:creationId xmlns:a16="http://schemas.microsoft.com/office/drawing/2014/main" id="{75F3EFBB-A0C0-3849-B6D4-F4BD8BF8C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3" name="Oval 7">
            <a:extLst>
              <a:ext uri="{FF2B5EF4-FFF2-40B4-BE49-F238E27FC236}">
                <a16:creationId xmlns:a16="http://schemas.microsoft.com/office/drawing/2014/main" id="{822CE9BA-59F7-1FC3-FFCB-CE8FDE14E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4" name="Line 8">
            <a:extLst>
              <a:ext uri="{FF2B5EF4-FFF2-40B4-BE49-F238E27FC236}">
                <a16:creationId xmlns:a16="http://schemas.microsoft.com/office/drawing/2014/main" id="{F20D6C36-0371-BF89-B55F-B1CAA5AFF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5" name="Line 9">
            <a:extLst>
              <a:ext uri="{FF2B5EF4-FFF2-40B4-BE49-F238E27FC236}">
                <a16:creationId xmlns:a16="http://schemas.microsoft.com/office/drawing/2014/main" id="{47035512-64A8-F582-FF0C-2925D4681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Line 10">
            <a:extLst>
              <a:ext uri="{FF2B5EF4-FFF2-40B4-BE49-F238E27FC236}">
                <a16:creationId xmlns:a16="http://schemas.microsoft.com/office/drawing/2014/main" id="{82CD1D1A-869A-C546-DAD9-CB2994E3A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B57F93B5-839B-35E9-734D-600B21809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8" name="Line 12">
            <a:extLst>
              <a:ext uri="{FF2B5EF4-FFF2-40B4-BE49-F238E27FC236}">
                <a16:creationId xmlns:a16="http://schemas.microsoft.com/office/drawing/2014/main" id="{A2FF5A40-3E3F-DFD2-4F72-86ACDB195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9" name="Line 13">
            <a:extLst>
              <a:ext uri="{FF2B5EF4-FFF2-40B4-BE49-F238E27FC236}">
                <a16:creationId xmlns:a16="http://schemas.microsoft.com/office/drawing/2014/main" id="{97FEB17E-CD8A-DC9D-8F71-CFDC4AD5F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0" name="Line 14">
            <a:extLst>
              <a:ext uri="{FF2B5EF4-FFF2-40B4-BE49-F238E27FC236}">
                <a16:creationId xmlns:a16="http://schemas.microsoft.com/office/drawing/2014/main" id="{AF458901-5E97-620E-2B17-A09D681C3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1" name="Text Box 15">
            <a:extLst>
              <a:ext uri="{FF2B5EF4-FFF2-40B4-BE49-F238E27FC236}">
                <a16:creationId xmlns:a16="http://schemas.microsoft.com/office/drawing/2014/main" id="{18B6E8DF-9993-02FE-0569-3BBE55B4F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00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5792" name="Text Box 16">
            <a:extLst>
              <a:ext uri="{FF2B5EF4-FFF2-40B4-BE49-F238E27FC236}">
                <a16:creationId xmlns:a16="http://schemas.microsoft.com/office/drawing/2014/main" id="{5686BA21-68AE-12EA-8A32-47CBAEC26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5793" name="Text Box 17">
            <a:extLst>
              <a:ext uri="{FF2B5EF4-FFF2-40B4-BE49-F238E27FC236}">
                <a16:creationId xmlns:a16="http://schemas.microsoft.com/office/drawing/2014/main" id="{CC63AFC3-A9A7-0652-0DB4-35FCB5475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4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5794" name="Text Box 18">
            <a:extLst>
              <a:ext uri="{FF2B5EF4-FFF2-40B4-BE49-F238E27FC236}">
                <a16:creationId xmlns:a16="http://schemas.microsoft.com/office/drawing/2014/main" id="{5A0B6926-5F9C-973E-7D91-D578ED718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49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5795" name="Text Box 19">
            <a:extLst>
              <a:ext uri="{FF2B5EF4-FFF2-40B4-BE49-F238E27FC236}">
                <a16:creationId xmlns:a16="http://schemas.microsoft.com/office/drawing/2014/main" id="{BF53064D-E337-65A4-65A4-0A7B038F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2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75796" name="Text Box 20">
            <a:extLst>
              <a:ext uri="{FF2B5EF4-FFF2-40B4-BE49-F238E27FC236}">
                <a16:creationId xmlns:a16="http://schemas.microsoft.com/office/drawing/2014/main" id="{EE659192-363E-4837-34A7-F9609989E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559" y="5472113"/>
            <a:ext cx="22148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j-lt"/>
              </a:rPr>
              <a:t>Solution !</a:t>
            </a:r>
            <a:endParaRPr lang="en-GB" altLang="en-US" sz="24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E231B4-E8B2-EBF3-64CB-360C721B17C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with MRV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D7E15-6E87-CAB8-D0B8-BB208AE472C7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C43F3-DC1C-3B3B-D153-F43E38A549D1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7337-CB34-E77D-C717-C5F41CC88EA4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CC3EE-B618-ECE3-A448-F423BAE2D608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104DD-9338-7336-CB0F-7A4EE7B8DC81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 descr="australia-most-constraining-variable">
            <a:extLst>
              <a:ext uri="{FF2B5EF4-FFF2-40B4-BE49-F238E27FC236}">
                <a16:creationId xmlns:a16="http://schemas.microsoft.com/office/drawing/2014/main" id="{33713AB0-2E21-D2DB-1FF5-445417CAB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4971467"/>
            <a:ext cx="7620000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0BC269-7B98-C735-3265-3A1D96B365C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Most Constraint Variable (MCV)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1A286-F409-3E13-3502-B778DC289B68}"/>
              </a:ext>
            </a:extLst>
          </p:cNvPr>
          <p:cNvSpPr txBox="1"/>
          <p:nvPr/>
        </p:nvSpPr>
        <p:spPr>
          <a:xfrm>
            <a:off x="452965" y="1787311"/>
            <a:ext cx="8238067" cy="26007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MRV doesn’t help in choosing the first region to color.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Most Constraining Variable: choose the variable with the most constraints on remaining variables.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Select variable that is involved in the largest number of constraints - edges in graph on other unassigned variables.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MRV heuristic is usually more powerful, but MCV can be useful as tie-breaker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28CB-F2A4-97F0-FA3D-7D63FD37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1C3159-ED6A-3B1D-7E60-E7F58D0304C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Least Constraint Variable (LCV)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36036-DB73-AC69-ADA9-9A2F6B3A185A}"/>
              </a:ext>
            </a:extLst>
          </p:cNvPr>
          <p:cNvSpPr txBox="1"/>
          <p:nvPr/>
        </p:nvSpPr>
        <p:spPr>
          <a:xfrm>
            <a:off x="452966" y="2189487"/>
            <a:ext cx="8238067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Given a variable, choose the least constraining value: the one that rules out (eliminate) the fewest values in the remaining variables. </a:t>
            </a:r>
          </a:p>
        </p:txBody>
      </p:sp>
      <p:pic>
        <p:nvPicPr>
          <p:cNvPr id="77830" name="Picture 4" descr="australia-least-constraining-value">
            <a:extLst>
              <a:ext uri="{FF2B5EF4-FFF2-40B4-BE49-F238E27FC236}">
                <a16:creationId xmlns:a16="http://schemas.microsoft.com/office/drawing/2014/main" id="{967109BF-2780-7EF1-4323-F833A7784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799" y="3652851"/>
            <a:ext cx="62484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29983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C59FF-1CCC-63C5-03E2-CE8FC2C6DD8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+ Forward Checking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332AB9-FBE2-8014-1B3D-8D92F18D7D43}"/>
                  </a:ext>
                </a:extLst>
              </p:cNvPr>
              <p:cNvSpPr txBox="1"/>
              <p:nvPr/>
            </p:nvSpPr>
            <p:spPr>
              <a:xfrm>
                <a:off x="452965" y="2239109"/>
                <a:ext cx="8238067" cy="3185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Assigns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</m:oMath>
                </a14:m>
                <a:endParaRPr lang="en-US" sz="24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Looks at each unassigned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𝑌</m:t>
                    </m:r>
                  </m:oMath>
                </a14:m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, connected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</m:oMath>
                </a14:m>
                <a:r>
                  <a:rPr lang="en-US" sz="2400" dirty="0"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and delete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’s domain any value inconsistent with X’s assignment.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Eliminates branching on certain variables by propagating information.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 forward checking detects a dead end, algorithm will backtrack immediately.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332AB9-FBE2-8014-1B3D-8D92F18D7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2239109"/>
                <a:ext cx="8238067" cy="3185487"/>
              </a:xfrm>
              <a:prstGeom prst="rect">
                <a:avLst/>
              </a:prstGeom>
              <a:blipFill>
                <a:blip r:embed="rId2"/>
                <a:stretch>
                  <a:fillRect l="-2071" t="-2486" r="-2219" b="-5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5872B-B88E-606E-397B-8E2EE9096730}"/>
              </a:ext>
            </a:extLst>
          </p:cNvPr>
          <p:cNvSpPr txBox="1"/>
          <p:nvPr/>
        </p:nvSpPr>
        <p:spPr>
          <a:xfrm>
            <a:off x="452965" y="1952734"/>
            <a:ext cx="8238067" cy="16312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Main Concept: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Keep track of remaining legal values for unassigned variables.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Terminate search when any variable has no legal values. </a:t>
            </a:r>
            <a:endParaRPr lang="en-US" sz="24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079CC-5ABE-A6DD-EA1A-E3CD72C07E6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</a:t>
            </a:r>
            <a:endParaRPr lang="en-US" sz="3600" dirty="0">
              <a:solidFill>
                <a:schemeClr val="accent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81922" name="Picture 4" descr="forward-checking-progress1c">
            <a:extLst>
              <a:ext uri="{FF2B5EF4-FFF2-40B4-BE49-F238E27FC236}">
                <a16:creationId xmlns:a16="http://schemas.microsoft.com/office/drawing/2014/main" id="{FE12E466-49DD-ED02-8C72-A4D51D0FD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5" y="4332816"/>
            <a:ext cx="513397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6" descr="australia">
            <a:extLst>
              <a:ext uri="{FF2B5EF4-FFF2-40B4-BE49-F238E27FC236}">
                <a16:creationId xmlns:a16="http://schemas.microsoft.com/office/drawing/2014/main" id="{25BBF6AD-4A0B-0543-3318-84FECFBE8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933" y="4332816"/>
            <a:ext cx="2705100" cy="223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CC16-FEAC-6F31-D8CD-17361619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E1C80-DF33-6974-4C22-BBDB6FB4892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</a:t>
            </a:r>
          </a:p>
        </p:txBody>
      </p:sp>
      <p:pic>
        <p:nvPicPr>
          <p:cNvPr id="81922" name="Picture 4" descr="forward-checking-progress1c">
            <a:extLst>
              <a:ext uri="{FF2B5EF4-FFF2-40B4-BE49-F238E27FC236}">
                <a16:creationId xmlns:a16="http://schemas.microsoft.com/office/drawing/2014/main" id="{C2D5CC39-BB22-21D1-3F6E-2A7F0643E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5" y="4332816"/>
            <a:ext cx="513397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6" descr="australia">
            <a:extLst>
              <a:ext uri="{FF2B5EF4-FFF2-40B4-BE49-F238E27FC236}">
                <a16:creationId xmlns:a16="http://schemas.microsoft.com/office/drawing/2014/main" id="{F5D80D80-0E93-948F-F544-CB810EBF0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933" y="4332816"/>
            <a:ext cx="2705100" cy="223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BAB0DD-A71C-6803-D9B8-549332762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926757"/>
              </p:ext>
            </p:extLst>
          </p:nvPr>
        </p:nvGraphicFramePr>
        <p:xfrm>
          <a:off x="452964" y="1579622"/>
          <a:ext cx="823806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6867">
                  <a:extLst>
                    <a:ext uri="{9D8B030D-6E8A-4147-A177-3AD203B41FA5}">
                      <a16:colId xmlns:a16="http://schemas.microsoft.com/office/drawing/2014/main" val="302436264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351065402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847719046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15230545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878413747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73131248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659594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2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40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14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0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4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77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3796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CE70BB-46C9-173B-6066-35F7D97DC8F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</a:t>
            </a:r>
          </a:p>
        </p:txBody>
      </p:sp>
      <p:pic>
        <p:nvPicPr>
          <p:cNvPr id="3" name="Picture 4" descr="forward-checking-progress2c">
            <a:extLst>
              <a:ext uri="{FF2B5EF4-FFF2-40B4-BE49-F238E27FC236}">
                <a16:creationId xmlns:a16="http://schemas.microsoft.com/office/drawing/2014/main" id="{84D92CAC-3ED8-08F0-2075-760B1D5E0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4" y="4332816"/>
            <a:ext cx="513397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294E9D-0F40-CA7F-B4CE-99B303F24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292666"/>
              </p:ext>
            </p:extLst>
          </p:nvPr>
        </p:nvGraphicFramePr>
        <p:xfrm>
          <a:off x="452964" y="1579622"/>
          <a:ext cx="823806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6867">
                  <a:extLst>
                    <a:ext uri="{9D8B030D-6E8A-4147-A177-3AD203B41FA5}">
                      <a16:colId xmlns:a16="http://schemas.microsoft.com/office/drawing/2014/main" val="302436264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351065402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847719046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15230545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878413747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73131248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659594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2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40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14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0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4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77140"/>
                  </a:ext>
                </a:extLst>
              </a:tr>
            </a:tbl>
          </a:graphicData>
        </a:graphic>
      </p:graphicFrame>
      <p:pic>
        <p:nvPicPr>
          <p:cNvPr id="5" name="Picture 56" descr="australia">
            <a:extLst>
              <a:ext uri="{FF2B5EF4-FFF2-40B4-BE49-F238E27FC236}">
                <a16:creationId xmlns:a16="http://schemas.microsoft.com/office/drawing/2014/main" id="{C05FC348-A808-BC9F-3911-94C2CD90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933" y="4332816"/>
            <a:ext cx="2705100" cy="223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5658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924E-62C2-08C1-F243-04FB0911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5FF428-DE10-E906-4BC5-DD886A07FB4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C6C482-32D4-C354-7849-1CCE2E7AA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145984"/>
              </p:ext>
            </p:extLst>
          </p:nvPr>
        </p:nvGraphicFramePr>
        <p:xfrm>
          <a:off x="452964" y="1579622"/>
          <a:ext cx="823806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6867">
                  <a:extLst>
                    <a:ext uri="{9D8B030D-6E8A-4147-A177-3AD203B41FA5}">
                      <a16:colId xmlns:a16="http://schemas.microsoft.com/office/drawing/2014/main" val="302436264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351065402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847719046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15230545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878413747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73131248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659594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2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40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14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 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0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4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77140"/>
                  </a:ext>
                </a:extLst>
              </a:tr>
            </a:tbl>
          </a:graphicData>
        </a:graphic>
      </p:graphicFrame>
      <p:pic>
        <p:nvPicPr>
          <p:cNvPr id="5" name="Picture 4" descr="forward-checking-progress3c">
            <a:extLst>
              <a:ext uri="{FF2B5EF4-FFF2-40B4-BE49-F238E27FC236}">
                <a16:creationId xmlns:a16="http://schemas.microsoft.com/office/drawing/2014/main" id="{EF0CCCE1-C747-2C16-CFDC-DFF0424FC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4" y="4332816"/>
            <a:ext cx="51339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6" descr="australia">
            <a:extLst>
              <a:ext uri="{FF2B5EF4-FFF2-40B4-BE49-F238E27FC236}">
                <a16:creationId xmlns:a16="http://schemas.microsoft.com/office/drawing/2014/main" id="{C3591EF5-0F16-BFFB-3286-B105586FC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933" y="4332816"/>
            <a:ext cx="2705100" cy="223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82721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6EF62-568B-8C7F-2FCC-1EB05B79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6" descr="australia">
            <a:extLst>
              <a:ext uri="{FF2B5EF4-FFF2-40B4-BE49-F238E27FC236}">
                <a16:creationId xmlns:a16="http://schemas.microsoft.com/office/drawing/2014/main" id="{D5736696-C0C7-5CA9-118C-9B670C2F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933" y="4332816"/>
            <a:ext cx="2705100" cy="223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D1933E-922A-4B77-47EF-DE72EFA30AE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919D8C-C031-0D31-B6CA-0F8ADAD54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41608"/>
              </p:ext>
            </p:extLst>
          </p:nvPr>
        </p:nvGraphicFramePr>
        <p:xfrm>
          <a:off x="452964" y="1579622"/>
          <a:ext cx="823806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6867">
                  <a:extLst>
                    <a:ext uri="{9D8B030D-6E8A-4147-A177-3AD203B41FA5}">
                      <a16:colId xmlns:a16="http://schemas.microsoft.com/office/drawing/2014/main" val="302436264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351065402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847719046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115230545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878413747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731312485"/>
                    </a:ext>
                  </a:extLst>
                </a:gridCol>
                <a:gridCol w="1176867">
                  <a:extLst>
                    <a:ext uri="{9D8B030D-6E8A-4147-A177-3AD203B41FA5}">
                      <a16:colId xmlns:a16="http://schemas.microsoft.com/office/drawing/2014/main" val="2659594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2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40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14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 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0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R</a:t>
                      </a:r>
                      <a:r>
                        <a:rPr lang="en-US" sz="2000" dirty="0">
                          <a:solidFill>
                            <a:srgbClr val="00CC00"/>
                          </a:solidFill>
                        </a:rPr>
                        <a:t>G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4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77140"/>
                  </a:ext>
                </a:extLst>
              </a:tr>
            </a:tbl>
          </a:graphicData>
        </a:graphic>
      </p:graphicFrame>
      <p:pic>
        <p:nvPicPr>
          <p:cNvPr id="3" name="Picture 4" descr="forward-checking-progress4c">
            <a:extLst>
              <a:ext uri="{FF2B5EF4-FFF2-40B4-BE49-F238E27FC236}">
                <a16:creationId xmlns:a16="http://schemas.microsoft.com/office/drawing/2014/main" id="{733CC63E-C31C-1F6E-A6A7-6934A1389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4" y="4332816"/>
            <a:ext cx="51339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E88CAFD4-9F37-69F3-8A86-FC6CC8D58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6883" y="6209181"/>
            <a:ext cx="1371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Dead End</a:t>
            </a:r>
            <a:endParaRPr lang="en-GB" altLang="en-US" sz="20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36288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3" name="Group 3">
            <a:extLst>
              <a:ext uri="{FF2B5EF4-FFF2-40B4-BE49-F238E27FC236}">
                <a16:creationId xmlns:a16="http://schemas.microsoft.com/office/drawing/2014/main" id="{4184C677-76F6-6476-A9A7-CC13D699B22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7057" name="Group 4">
              <a:extLst>
                <a:ext uri="{FF2B5EF4-FFF2-40B4-BE49-F238E27FC236}">
                  <a16:creationId xmlns:a16="http://schemas.microsoft.com/office/drawing/2014/main" id="{88A1D65E-0FEE-3969-B3A0-F8A067F91C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7066" name="Rectangle 5">
                <a:extLst>
                  <a:ext uri="{FF2B5EF4-FFF2-40B4-BE49-F238E27FC236}">
                    <a16:creationId xmlns:a16="http://schemas.microsoft.com/office/drawing/2014/main" id="{5C17F9DE-306E-6823-72E6-3A4C658F6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67" name="Rectangle 6">
                <a:extLst>
                  <a:ext uri="{FF2B5EF4-FFF2-40B4-BE49-F238E27FC236}">
                    <a16:creationId xmlns:a16="http://schemas.microsoft.com/office/drawing/2014/main" id="{93E9BDFA-E0E1-69DE-567B-AE8B12512C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68" name="Rectangle 7">
                <a:extLst>
                  <a:ext uri="{FF2B5EF4-FFF2-40B4-BE49-F238E27FC236}">
                    <a16:creationId xmlns:a16="http://schemas.microsoft.com/office/drawing/2014/main" id="{871A6CB1-62F8-3F9C-0DEF-E277E8E04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69" name="Rectangle 8">
                <a:extLst>
                  <a:ext uri="{FF2B5EF4-FFF2-40B4-BE49-F238E27FC236}">
                    <a16:creationId xmlns:a16="http://schemas.microsoft.com/office/drawing/2014/main" id="{14076EA5-B9C0-2DE2-8BDA-3343AC862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70" name="Rectangle 9">
                <a:extLst>
                  <a:ext uri="{FF2B5EF4-FFF2-40B4-BE49-F238E27FC236}">
                    <a16:creationId xmlns:a16="http://schemas.microsoft.com/office/drawing/2014/main" id="{D5969281-FC6D-2634-705E-AB3005018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71" name="Rectangle 10">
                <a:extLst>
                  <a:ext uri="{FF2B5EF4-FFF2-40B4-BE49-F238E27FC236}">
                    <a16:creationId xmlns:a16="http://schemas.microsoft.com/office/drawing/2014/main" id="{48E26ECC-DCE9-DB0D-0574-B6BB39F09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72" name="Rectangle 11">
                <a:extLst>
                  <a:ext uri="{FF2B5EF4-FFF2-40B4-BE49-F238E27FC236}">
                    <a16:creationId xmlns:a16="http://schemas.microsoft.com/office/drawing/2014/main" id="{9448B891-5025-BD5A-B661-CF5AC6705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73" name="Rectangle 12">
                <a:extLst>
                  <a:ext uri="{FF2B5EF4-FFF2-40B4-BE49-F238E27FC236}">
                    <a16:creationId xmlns:a16="http://schemas.microsoft.com/office/drawing/2014/main" id="{2725A7E4-F252-6A8B-BEEB-E3E48E411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074" name="Rectangle 13">
                <a:extLst>
                  <a:ext uri="{FF2B5EF4-FFF2-40B4-BE49-F238E27FC236}">
                    <a16:creationId xmlns:a16="http://schemas.microsoft.com/office/drawing/2014/main" id="{D0D788B6-F54C-242B-6F78-80B8DC42A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7058" name="Text Box 14">
              <a:extLst>
                <a:ext uri="{FF2B5EF4-FFF2-40B4-BE49-F238E27FC236}">
                  <a16:creationId xmlns:a16="http://schemas.microsoft.com/office/drawing/2014/main" id="{0E679C89-E185-95A4-2869-020ED9B14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7059" name="Text Box 15">
              <a:extLst>
                <a:ext uri="{FF2B5EF4-FFF2-40B4-BE49-F238E27FC236}">
                  <a16:creationId xmlns:a16="http://schemas.microsoft.com/office/drawing/2014/main" id="{DFF33C81-45E6-2A92-3F06-90E4AACAF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7060" name="Text Box 16">
              <a:extLst>
                <a:ext uri="{FF2B5EF4-FFF2-40B4-BE49-F238E27FC236}">
                  <a16:creationId xmlns:a16="http://schemas.microsoft.com/office/drawing/2014/main" id="{7F577D21-3E26-D13B-4245-5FC91A9F8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7061" name="Text Box 17">
              <a:extLst>
                <a:ext uri="{FF2B5EF4-FFF2-40B4-BE49-F238E27FC236}">
                  <a16:creationId xmlns:a16="http://schemas.microsoft.com/office/drawing/2014/main" id="{0B21A091-43FC-32C2-C9D9-ABB196688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7062" name="Text Box 18">
              <a:extLst>
                <a:ext uri="{FF2B5EF4-FFF2-40B4-BE49-F238E27FC236}">
                  <a16:creationId xmlns:a16="http://schemas.microsoft.com/office/drawing/2014/main" id="{B58BDBB6-82CE-1897-28AE-A215C5ED9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7063" name="Text Box 19">
              <a:extLst>
                <a:ext uri="{FF2B5EF4-FFF2-40B4-BE49-F238E27FC236}">
                  <a16:creationId xmlns:a16="http://schemas.microsoft.com/office/drawing/2014/main" id="{20C56942-54B9-956C-9738-E9FA5244C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7064" name="Text Box 20">
              <a:extLst>
                <a:ext uri="{FF2B5EF4-FFF2-40B4-BE49-F238E27FC236}">
                  <a16:creationId xmlns:a16="http://schemas.microsoft.com/office/drawing/2014/main" id="{4DEDA76C-BBBB-BCB0-DF02-53D90FF7E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7065" name="Text Box 21">
              <a:extLst>
                <a:ext uri="{FF2B5EF4-FFF2-40B4-BE49-F238E27FC236}">
                  <a16:creationId xmlns:a16="http://schemas.microsoft.com/office/drawing/2014/main" id="{BC54AC85-80DE-BE30-02CC-A3E5EFF81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7044" name="Group 22">
            <a:extLst>
              <a:ext uri="{FF2B5EF4-FFF2-40B4-BE49-F238E27FC236}">
                <a16:creationId xmlns:a16="http://schemas.microsoft.com/office/drawing/2014/main" id="{2DFDBEA0-EAB7-CA17-72B0-919223C392F6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33600"/>
            <a:ext cx="3714750" cy="3276600"/>
            <a:chOff x="2445" y="1344"/>
            <a:chExt cx="2340" cy="2064"/>
          </a:xfrm>
        </p:grpSpPr>
        <p:grpSp>
          <p:nvGrpSpPr>
            <p:cNvPr id="87046" name="Group 23">
              <a:extLst>
                <a:ext uri="{FF2B5EF4-FFF2-40B4-BE49-F238E27FC236}">
                  <a16:creationId xmlns:a16="http://schemas.microsoft.com/office/drawing/2014/main" id="{CF358CCC-808B-8504-B49C-1D5A0506D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5" y="1344"/>
              <a:ext cx="2340" cy="2064"/>
              <a:chOff x="2445" y="1344"/>
              <a:chExt cx="2340" cy="2064"/>
            </a:xfrm>
          </p:grpSpPr>
          <p:sp>
            <p:nvSpPr>
              <p:cNvPr id="87053" name="Text Box 24">
                <a:extLst>
                  <a:ext uri="{FF2B5EF4-FFF2-40B4-BE49-F238E27FC236}">
                    <a16:creationId xmlns:a16="http://schemas.microsoft.com/office/drawing/2014/main" id="{B728BA4B-CFE3-7035-73BE-08E040FF0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7054" name="Text Box 25">
                <a:extLst>
                  <a:ext uri="{FF2B5EF4-FFF2-40B4-BE49-F238E27FC236}">
                    <a16:creationId xmlns:a16="http://schemas.microsoft.com/office/drawing/2014/main" id="{BDEB9135-931D-AA02-2F31-9BA3E2474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7055" name="Text Box 26">
                <a:extLst>
                  <a:ext uri="{FF2B5EF4-FFF2-40B4-BE49-F238E27FC236}">
                    <a16:creationId xmlns:a16="http://schemas.microsoft.com/office/drawing/2014/main" id="{2C57894B-4598-0153-0EDF-02305F672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7056" name="Text Box 27">
                <a:extLst>
                  <a:ext uri="{FF2B5EF4-FFF2-40B4-BE49-F238E27FC236}">
                    <a16:creationId xmlns:a16="http://schemas.microsoft.com/office/drawing/2014/main" id="{9CAD490E-10DE-19EC-058A-AACBD4A460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</p:grpSp>
        <p:sp>
          <p:nvSpPr>
            <p:cNvPr id="87047" name="Line 28">
              <a:extLst>
                <a:ext uri="{FF2B5EF4-FFF2-40B4-BE49-F238E27FC236}">
                  <a16:creationId xmlns:a16="http://schemas.microsoft.com/office/drawing/2014/main" id="{6CEEA1D7-DC5A-37D9-2912-FA754C046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48" name="Line 29">
              <a:extLst>
                <a:ext uri="{FF2B5EF4-FFF2-40B4-BE49-F238E27FC236}">
                  <a16:creationId xmlns:a16="http://schemas.microsoft.com/office/drawing/2014/main" id="{53074E35-4FBD-1C99-6543-6BA26F974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49" name="Line 30">
              <a:extLst>
                <a:ext uri="{FF2B5EF4-FFF2-40B4-BE49-F238E27FC236}">
                  <a16:creationId xmlns:a16="http://schemas.microsoft.com/office/drawing/2014/main" id="{684FC9D1-BE8F-8156-1A15-CD796E7E1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50" name="Line 31">
              <a:extLst>
                <a:ext uri="{FF2B5EF4-FFF2-40B4-BE49-F238E27FC236}">
                  <a16:creationId xmlns:a16="http://schemas.microsoft.com/office/drawing/2014/main" id="{FA7C5308-4A2F-5A6E-E644-B5A2ACA8F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51" name="Line 32">
              <a:extLst>
                <a:ext uri="{FF2B5EF4-FFF2-40B4-BE49-F238E27FC236}">
                  <a16:creationId xmlns:a16="http://schemas.microsoft.com/office/drawing/2014/main" id="{5B7EDA72-8A0E-1782-7DE5-A04C64C78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52" name="Line 33">
              <a:extLst>
                <a:ext uri="{FF2B5EF4-FFF2-40B4-BE49-F238E27FC236}">
                  <a16:creationId xmlns:a16="http://schemas.microsoft.com/office/drawing/2014/main" id="{B4E9CA2E-27CE-D1EA-27EF-DBA14BBE2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722345-BFE1-B3F2-3A35-627568446CE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1" name="Group 3">
            <a:extLst>
              <a:ext uri="{FF2B5EF4-FFF2-40B4-BE49-F238E27FC236}">
                <a16:creationId xmlns:a16="http://schemas.microsoft.com/office/drawing/2014/main" id="{67D5C626-74E5-8B17-096E-C8B70EB1DC5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768" y="1680"/>
            <a:chExt cx="1344" cy="1392"/>
          </a:xfrm>
        </p:grpSpPr>
        <p:grpSp>
          <p:nvGrpSpPr>
            <p:cNvPr id="89112" name="Group 4">
              <a:extLst>
                <a:ext uri="{FF2B5EF4-FFF2-40B4-BE49-F238E27FC236}">
                  <a16:creationId xmlns:a16="http://schemas.microsoft.com/office/drawing/2014/main" id="{B2C92BD9-517B-8E37-4AC3-F6CBFC7BB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920"/>
              <a:ext cx="1152" cy="1152"/>
              <a:chOff x="576" y="1728"/>
              <a:chExt cx="1152" cy="1152"/>
            </a:xfrm>
          </p:grpSpPr>
          <p:sp>
            <p:nvSpPr>
              <p:cNvPr id="89121" name="Rectangle 5">
                <a:extLst>
                  <a:ext uri="{FF2B5EF4-FFF2-40B4-BE49-F238E27FC236}">
                    <a16:creationId xmlns:a16="http://schemas.microsoft.com/office/drawing/2014/main" id="{40814F11-02A8-C10E-E191-4A6CE9164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2" name="Rectangle 6">
                <a:extLst>
                  <a:ext uri="{FF2B5EF4-FFF2-40B4-BE49-F238E27FC236}">
                    <a16:creationId xmlns:a16="http://schemas.microsoft.com/office/drawing/2014/main" id="{DB3ACE5A-AA6D-6550-8D63-B573172EA5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3" name="Rectangle 7">
                <a:extLst>
                  <a:ext uri="{FF2B5EF4-FFF2-40B4-BE49-F238E27FC236}">
                    <a16:creationId xmlns:a16="http://schemas.microsoft.com/office/drawing/2014/main" id="{D879F5A5-06A0-0EE8-5A4A-1BB76B476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4" name="Rectangle 8">
                <a:extLst>
                  <a:ext uri="{FF2B5EF4-FFF2-40B4-BE49-F238E27FC236}">
                    <a16:creationId xmlns:a16="http://schemas.microsoft.com/office/drawing/2014/main" id="{1C5BEA8C-DE30-C69F-1F45-1643F5EC2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5" name="Rectangle 9">
                <a:extLst>
                  <a:ext uri="{FF2B5EF4-FFF2-40B4-BE49-F238E27FC236}">
                    <a16:creationId xmlns:a16="http://schemas.microsoft.com/office/drawing/2014/main" id="{E834BE80-8969-1323-5506-8B5770FF5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6" name="Rectangle 10">
                <a:extLst>
                  <a:ext uri="{FF2B5EF4-FFF2-40B4-BE49-F238E27FC236}">
                    <a16:creationId xmlns:a16="http://schemas.microsoft.com/office/drawing/2014/main" id="{30A9E3E8-4E5E-25DF-C7DE-27522EBDE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7" name="Rectangle 11">
                <a:extLst>
                  <a:ext uri="{FF2B5EF4-FFF2-40B4-BE49-F238E27FC236}">
                    <a16:creationId xmlns:a16="http://schemas.microsoft.com/office/drawing/2014/main" id="{EA2EA7C1-DF2F-9A48-A8BE-A27A78E38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8" name="Rectangle 12">
                <a:extLst>
                  <a:ext uri="{FF2B5EF4-FFF2-40B4-BE49-F238E27FC236}">
                    <a16:creationId xmlns:a16="http://schemas.microsoft.com/office/drawing/2014/main" id="{D19C74CA-0DDD-77D4-8657-F1C3DE9FC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129" name="Rectangle 13">
                <a:extLst>
                  <a:ext uri="{FF2B5EF4-FFF2-40B4-BE49-F238E27FC236}">
                    <a16:creationId xmlns:a16="http://schemas.microsoft.com/office/drawing/2014/main" id="{D3EB7F2B-3ADE-051D-ADB1-1536BCD54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9113" name="Text Box 14">
              <a:extLst>
                <a:ext uri="{FF2B5EF4-FFF2-40B4-BE49-F238E27FC236}">
                  <a16:creationId xmlns:a16="http://schemas.microsoft.com/office/drawing/2014/main" id="{857499DD-3708-4623-CC36-B3E137BC4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92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9114" name="Text Box 15">
              <a:extLst>
                <a:ext uri="{FF2B5EF4-FFF2-40B4-BE49-F238E27FC236}">
                  <a16:creationId xmlns:a16="http://schemas.microsoft.com/office/drawing/2014/main" id="{907D39B3-75F3-C204-C1CB-7BFE8AB87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49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9115" name="Text Box 16">
              <a:extLst>
                <a:ext uri="{FF2B5EF4-FFF2-40B4-BE49-F238E27FC236}">
                  <a16:creationId xmlns:a16="http://schemas.microsoft.com/office/drawing/2014/main" id="{C574F5FE-7CCC-5814-EA98-B1224A388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208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9116" name="Text Box 17">
              <a:extLst>
                <a:ext uri="{FF2B5EF4-FFF2-40B4-BE49-F238E27FC236}">
                  <a16:creationId xmlns:a16="http://schemas.microsoft.com/office/drawing/2014/main" id="{BAF66609-8DD0-4288-D87F-94698F646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78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9117" name="Text Box 18">
              <a:extLst>
                <a:ext uri="{FF2B5EF4-FFF2-40B4-BE49-F238E27FC236}">
                  <a16:creationId xmlns:a16="http://schemas.microsoft.com/office/drawing/2014/main" id="{1214BFDA-AE1A-56D9-EA24-23FBCFB36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9118" name="Text Box 19">
              <a:extLst>
                <a:ext uri="{FF2B5EF4-FFF2-40B4-BE49-F238E27FC236}">
                  <a16:creationId xmlns:a16="http://schemas.microsoft.com/office/drawing/2014/main" id="{86E6A3EB-14A1-A11C-D3CF-E9FAF5084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9119" name="Text Box 20">
              <a:extLst>
                <a:ext uri="{FF2B5EF4-FFF2-40B4-BE49-F238E27FC236}">
                  <a16:creationId xmlns:a16="http://schemas.microsoft.com/office/drawing/2014/main" id="{91BDB7B3-677D-B5BE-BECB-15401CAF6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9120" name="Text Box 21">
              <a:extLst>
                <a:ext uri="{FF2B5EF4-FFF2-40B4-BE49-F238E27FC236}">
                  <a16:creationId xmlns:a16="http://schemas.microsoft.com/office/drawing/2014/main" id="{1B9F31EC-B17B-4FA6-81AA-664D4F62B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9092" name="Group 22">
            <a:extLst>
              <a:ext uri="{FF2B5EF4-FFF2-40B4-BE49-F238E27FC236}">
                <a16:creationId xmlns:a16="http://schemas.microsoft.com/office/drawing/2014/main" id="{D8CD0A50-42B0-7357-C55A-B8548D9CE8A9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33600"/>
            <a:ext cx="3714750" cy="3276600"/>
            <a:chOff x="2445" y="1344"/>
            <a:chExt cx="2340" cy="2064"/>
          </a:xfrm>
        </p:grpSpPr>
        <p:grpSp>
          <p:nvGrpSpPr>
            <p:cNvPr id="89101" name="Group 23">
              <a:extLst>
                <a:ext uri="{FF2B5EF4-FFF2-40B4-BE49-F238E27FC236}">
                  <a16:creationId xmlns:a16="http://schemas.microsoft.com/office/drawing/2014/main" id="{4B87BEE5-A392-592C-D5C4-B1F9791F0C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5" y="1344"/>
              <a:ext cx="2340" cy="2064"/>
              <a:chOff x="2445" y="1344"/>
              <a:chExt cx="2340" cy="2064"/>
            </a:xfrm>
          </p:grpSpPr>
          <p:sp>
            <p:nvSpPr>
              <p:cNvPr id="89108" name="Text Box 24">
                <a:extLst>
                  <a:ext uri="{FF2B5EF4-FFF2-40B4-BE49-F238E27FC236}">
                    <a16:creationId xmlns:a16="http://schemas.microsoft.com/office/drawing/2014/main" id="{F819BD98-C82A-688E-2692-6DFB2C1FC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9109" name="Text Box 25">
                <a:extLst>
                  <a:ext uri="{FF2B5EF4-FFF2-40B4-BE49-F238E27FC236}">
                    <a16:creationId xmlns:a16="http://schemas.microsoft.com/office/drawing/2014/main" id="{363B2701-EA9F-9ED6-0563-DB6D11487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9110" name="Text Box 26">
                <a:extLst>
                  <a:ext uri="{FF2B5EF4-FFF2-40B4-BE49-F238E27FC236}">
                    <a16:creationId xmlns:a16="http://schemas.microsoft.com/office/drawing/2014/main" id="{F9443BA6-45E7-8670-524F-4A42593879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9111" name="Text Box 27">
                <a:extLst>
                  <a:ext uri="{FF2B5EF4-FFF2-40B4-BE49-F238E27FC236}">
                    <a16:creationId xmlns:a16="http://schemas.microsoft.com/office/drawing/2014/main" id="{E0091F9D-290C-DB12-F669-A503A64A7D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</p:grpSp>
        <p:sp>
          <p:nvSpPr>
            <p:cNvPr id="89102" name="Line 28">
              <a:extLst>
                <a:ext uri="{FF2B5EF4-FFF2-40B4-BE49-F238E27FC236}">
                  <a16:creationId xmlns:a16="http://schemas.microsoft.com/office/drawing/2014/main" id="{D81DE5BE-0164-4F53-9FD5-C67CA2F71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3" name="Line 29">
              <a:extLst>
                <a:ext uri="{FF2B5EF4-FFF2-40B4-BE49-F238E27FC236}">
                  <a16:creationId xmlns:a16="http://schemas.microsoft.com/office/drawing/2014/main" id="{BDF225E4-5922-17BE-8079-EF58265EA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4" name="Line 30">
              <a:extLst>
                <a:ext uri="{FF2B5EF4-FFF2-40B4-BE49-F238E27FC236}">
                  <a16:creationId xmlns:a16="http://schemas.microsoft.com/office/drawing/2014/main" id="{EAB28A16-7344-010D-06F0-53B88D0BD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5" name="Line 31">
              <a:extLst>
                <a:ext uri="{FF2B5EF4-FFF2-40B4-BE49-F238E27FC236}">
                  <a16:creationId xmlns:a16="http://schemas.microsoft.com/office/drawing/2014/main" id="{BFDE13FA-DFCC-357B-3F49-FF434380F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6" name="Line 32">
              <a:extLst>
                <a:ext uri="{FF2B5EF4-FFF2-40B4-BE49-F238E27FC236}">
                  <a16:creationId xmlns:a16="http://schemas.microsoft.com/office/drawing/2014/main" id="{F9908CDF-83A8-2B14-AB27-C14542CAF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7" name="Line 33">
              <a:extLst>
                <a:ext uri="{FF2B5EF4-FFF2-40B4-BE49-F238E27FC236}">
                  <a16:creationId xmlns:a16="http://schemas.microsoft.com/office/drawing/2014/main" id="{DAC041DD-69C7-6683-D68A-36C1EE7ED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9093" name="AutoShape 34">
            <a:extLst>
              <a:ext uri="{FF2B5EF4-FFF2-40B4-BE49-F238E27FC236}">
                <a16:creationId xmlns:a16="http://schemas.microsoft.com/office/drawing/2014/main" id="{AA027233-44BC-A9A8-35DB-FBD75262A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594C225B-2FD8-56C6-0E11-484842962D5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89095" name="Oval 36">
              <a:extLst>
                <a:ext uri="{FF2B5EF4-FFF2-40B4-BE49-F238E27FC236}">
                  <a16:creationId xmlns:a16="http://schemas.microsoft.com/office/drawing/2014/main" id="{A0B4434B-257C-17E3-82A6-FE41CC04C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9096" name="Oval 37">
              <a:extLst>
                <a:ext uri="{FF2B5EF4-FFF2-40B4-BE49-F238E27FC236}">
                  <a16:creationId xmlns:a16="http://schemas.microsoft.com/office/drawing/2014/main" id="{4C31702C-FCC3-36A4-971D-C43CC90E2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9097" name="Oval 38">
              <a:extLst>
                <a:ext uri="{FF2B5EF4-FFF2-40B4-BE49-F238E27FC236}">
                  <a16:creationId xmlns:a16="http://schemas.microsoft.com/office/drawing/2014/main" id="{397201B2-3411-5369-B246-70DF5281E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9098" name="Oval 39">
              <a:extLst>
                <a:ext uri="{FF2B5EF4-FFF2-40B4-BE49-F238E27FC236}">
                  <a16:creationId xmlns:a16="http://schemas.microsoft.com/office/drawing/2014/main" id="{94E9C2BD-0872-9228-5BC3-AE11191A0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9099" name="Oval 40">
              <a:extLst>
                <a:ext uri="{FF2B5EF4-FFF2-40B4-BE49-F238E27FC236}">
                  <a16:creationId xmlns:a16="http://schemas.microsoft.com/office/drawing/2014/main" id="{1F8BABD2-8068-F0E6-F152-489E452A7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9100" name="Oval 41">
              <a:extLst>
                <a:ext uri="{FF2B5EF4-FFF2-40B4-BE49-F238E27FC236}">
                  <a16:creationId xmlns:a16="http://schemas.microsoft.com/office/drawing/2014/main" id="{6C6346A8-33EC-EF19-BBC2-D4F68405C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A49129-6EA6-78CA-ED06-8A058C8B1F5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5" name="Group 3">
            <a:extLst>
              <a:ext uri="{FF2B5EF4-FFF2-40B4-BE49-F238E27FC236}">
                <a16:creationId xmlns:a16="http://schemas.microsoft.com/office/drawing/2014/main" id="{12967C2D-AB4C-B6B3-1D70-CCA05DCBEA69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0136" name="Group 4">
              <a:extLst>
                <a:ext uri="{FF2B5EF4-FFF2-40B4-BE49-F238E27FC236}">
                  <a16:creationId xmlns:a16="http://schemas.microsoft.com/office/drawing/2014/main" id="{602EA44D-DA57-5F87-0368-CD81F2502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0145" name="Rectangle 5">
                <a:extLst>
                  <a:ext uri="{FF2B5EF4-FFF2-40B4-BE49-F238E27FC236}">
                    <a16:creationId xmlns:a16="http://schemas.microsoft.com/office/drawing/2014/main" id="{93BD8569-7502-DF6A-F40B-537090A8A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46" name="Rectangle 6">
                <a:extLst>
                  <a:ext uri="{FF2B5EF4-FFF2-40B4-BE49-F238E27FC236}">
                    <a16:creationId xmlns:a16="http://schemas.microsoft.com/office/drawing/2014/main" id="{F4185D36-E507-F79D-90B6-15D15EAD9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47" name="Rectangle 7">
                <a:extLst>
                  <a:ext uri="{FF2B5EF4-FFF2-40B4-BE49-F238E27FC236}">
                    <a16:creationId xmlns:a16="http://schemas.microsoft.com/office/drawing/2014/main" id="{D13324C7-8EC7-8C78-41DF-0E1A06DC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48" name="Rectangle 8">
                <a:extLst>
                  <a:ext uri="{FF2B5EF4-FFF2-40B4-BE49-F238E27FC236}">
                    <a16:creationId xmlns:a16="http://schemas.microsoft.com/office/drawing/2014/main" id="{374F3097-8730-E658-C0F7-BA24454D8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49" name="Rectangle 9">
                <a:extLst>
                  <a:ext uri="{FF2B5EF4-FFF2-40B4-BE49-F238E27FC236}">
                    <a16:creationId xmlns:a16="http://schemas.microsoft.com/office/drawing/2014/main" id="{659D3A0E-A9CC-97AB-441F-0B6893B4A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50" name="Rectangle 10">
                <a:extLst>
                  <a:ext uri="{FF2B5EF4-FFF2-40B4-BE49-F238E27FC236}">
                    <a16:creationId xmlns:a16="http://schemas.microsoft.com/office/drawing/2014/main" id="{52885F7F-2563-9808-BF4A-953683FA0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51" name="Rectangle 11">
                <a:extLst>
                  <a:ext uri="{FF2B5EF4-FFF2-40B4-BE49-F238E27FC236}">
                    <a16:creationId xmlns:a16="http://schemas.microsoft.com/office/drawing/2014/main" id="{A73D6FDE-2BF0-F513-5D57-6B31E6E04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52" name="Rectangle 12">
                <a:extLst>
                  <a:ext uri="{FF2B5EF4-FFF2-40B4-BE49-F238E27FC236}">
                    <a16:creationId xmlns:a16="http://schemas.microsoft.com/office/drawing/2014/main" id="{A29AB625-A469-61CC-BC70-BBE8A4D41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153" name="Rectangle 13">
                <a:extLst>
                  <a:ext uri="{FF2B5EF4-FFF2-40B4-BE49-F238E27FC236}">
                    <a16:creationId xmlns:a16="http://schemas.microsoft.com/office/drawing/2014/main" id="{8A0B3E3A-A58F-0840-556E-4396B56FD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0137" name="Text Box 14">
              <a:extLst>
                <a:ext uri="{FF2B5EF4-FFF2-40B4-BE49-F238E27FC236}">
                  <a16:creationId xmlns:a16="http://schemas.microsoft.com/office/drawing/2014/main" id="{0A40D3B5-52D1-6AFA-C32D-82B912F59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0138" name="Text Box 15">
              <a:extLst>
                <a:ext uri="{FF2B5EF4-FFF2-40B4-BE49-F238E27FC236}">
                  <a16:creationId xmlns:a16="http://schemas.microsoft.com/office/drawing/2014/main" id="{B0E5EDD2-D697-56A9-5FB9-0F70264F8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0139" name="Text Box 16">
              <a:extLst>
                <a:ext uri="{FF2B5EF4-FFF2-40B4-BE49-F238E27FC236}">
                  <a16:creationId xmlns:a16="http://schemas.microsoft.com/office/drawing/2014/main" id="{04D757C0-7D29-8B31-815E-A1996A0C4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0140" name="Text Box 17">
              <a:extLst>
                <a:ext uri="{FF2B5EF4-FFF2-40B4-BE49-F238E27FC236}">
                  <a16:creationId xmlns:a16="http://schemas.microsoft.com/office/drawing/2014/main" id="{A640B9D7-8E44-C00B-E1A7-9EC1720CC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0141" name="Text Box 18">
              <a:extLst>
                <a:ext uri="{FF2B5EF4-FFF2-40B4-BE49-F238E27FC236}">
                  <a16:creationId xmlns:a16="http://schemas.microsoft.com/office/drawing/2014/main" id="{1E5F2EFF-70A3-A178-4835-EC705EE06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0142" name="Text Box 19">
              <a:extLst>
                <a:ext uri="{FF2B5EF4-FFF2-40B4-BE49-F238E27FC236}">
                  <a16:creationId xmlns:a16="http://schemas.microsoft.com/office/drawing/2014/main" id="{E1972A66-227C-AAA0-C0B3-8D8ABEF2C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0143" name="Text Box 20">
              <a:extLst>
                <a:ext uri="{FF2B5EF4-FFF2-40B4-BE49-F238E27FC236}">
                  <a16:creationId xmlns:a16="http://schemas.microsoft.com/office/drawing/2014/main" id="{09669885-BF82-F341-F738-18484B1B1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0144" name="Text Box 21">
              <a:extLst>
                <a:ext uri="{FF2B5EF4-FFF2-40B4-BE49-F238E27FC236}">
                  <a16:creationId xmlns:a16="http://schemas.microsoft.com/office/drawing/2014/main" id="{E919CB53-ABD6-909F-39B5-26F7683A3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0116" name="Group 22">
            <a:extLst>
              <a:ext uri="{FF2B5EF4-FFF2-40B4-BE49-F238E27FC236}">
                <a16:creationId xmlns:a16="http://schemas.microsoft.com/office/drawing/2014/main" id="{114B3E74-706B-4CF0-10AD-D7820D475E76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62375" cy="3276600"/>
            <a:chOff x="2429" y="1344"/>
            <a:chExt cx="2370" cy="2064"/>
          </a:xfrm>
        </p:grpSpPr>
        <p:grpSp>
          <p:nvGrpSpPr>
            <p:cNvPr id="90125" name="Group 23">
              <a:extLst>
                <a:ext uri="{FF2B5EF4-FFF2-40B4-BE49-F238E27FC236}">
                  <a16:creationId xmlns:a16="http://schemas.microsoft.com/office/drawing/2014/main" id="{8FA27078-825F-BA92-8E1E-114DFA882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0" cy="2064"/>
              <a:chOff x="2429" y="1344"/>
              <a:chExt cx="2370" cy="2064"/>
            </a:xfrm>
          </p:grpSpPr>
          <p:sp>
            <p:nvSpPr>
              <p:cNvPr id="90132" name="Text Box 24">
                <a:extLst>
                  <a:ext uri="{FF2B5EF4-FFF2-40B4-BE49-F238E27FC236}">
                    <a16:creationId xmlns:a16="http://schemas.microsoft.com/office/drawing/2014/main" id="{1F2EB251-0142-E3A1-1EB0-3E1E7B4BE1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90133" name="Text Box 25">
                <a:extLst>
                  <a:ext uri="{FF2B5EF4-FFF2-40B4-BE49-F238E27FC236}">
                    <a16:creationId xmlns:a16="http://schemas.microsoft.com/office/drawing/2014/main" id="{7181D18F-8F5B-D9D4-DB54-B62AEAD624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dirty="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dirty="0">
                    <a:latin typeface="Tahoma" panose="020B0604030504040204" pitchFamily="34" charset="0"/>
                  </a:rPr>
                  <a:t>{ </a:t>
                </a:r>
                <a:r>
                  <a:rPr lang="en-US" altLang="en-US" sz="2400" dirty="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 dirty="0">
                    <a:latin typeface="Tahoma" panose="020B0604030504040204" pitchFamily="34" charset="0"/>
                  </a:rPr>
                  <a:t>,2,</a:t>
                </a:r>
                <a:r>
                  <a:rPr lang="en-US" altLang="en-US" sz="2400" dirty="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 dirty="0">
                    <a:latin typeface="Tahoma" panose="020B0604030504040204" pitchFamily="34" charset="0"/>
                  </a:rPr>
                  <a:t>,4}</a:t>
                </a:r>
              </a:p>
            </p:txBody>
          </p:sp>
          <p:sp>
            <p:nvSpPr>
              <p:cNvPr id="90134" name="Text Box 26">
                <a:extLst>
                  <a:ext uri="{FF2B5EF4-FFF2-40B4-BE49-F238E27FC236}">
                    <a16:creationId xmlns:a16="http://schemas.microsoft.com/office/drawing/2014/main" id="{48F12246-CB66-D678-214A-D7854AC08E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0135" name="Text Box 27">
                <a:extLst>
                  <a:ext uri="{FF2B5EF4-FFF2-40B4-BE49-F238E27FC236}">
                    <a16:creationId xmlns:a16="http://schemas.microsoft.com/office/drawing/2014/main" id="{5B1D9A21-2726-6B45-60A1-6876AC2F09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1344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 ,  ,3,4}</a:t>
                </a:r>
              </a:p>
            </p:txBody>
          </p:sp>
        </p:grpSp>
        <p:sp>
          <p:nvSpPr>
            <p:cNvPr id="90126" name="Line 28">
              <a:extLst>
                <a:ext uri="{FF2B5EF4-FFF2-40B4-BE49-F238E27FC236}">
                  <a16:creationId xmlns:a16="http://schemas.microsoft.com/office/drawing/2014/main" id="{34D80B59-CC09-D5EC-BC8C-EED3F9A5F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27" name="Line 29">
              <a:extLst>
                <a:ext uri="{FF2B5EF4-FFF2-40B4-BE49-F238E27FC236}">
                  <a16:creationId xmlns:a16="http://schemas.microsoft.com/office/drawing/2014/main" id="{F34554E4-1092-A1CA-DFDC-2A3D75498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28" name="Line 30">
              <a:extLst>
                <a:ext uri="{FF2B5EF4-FFF2-40B4-BE49-F238E27FC236}">
                  <a16:creationId xmlns:a16="http://schemas.microsoft.com/office/drawing/2014/main" id="{3C1D2474-9B72-E6A4-6129-E0BDAF848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29" name="Line 31">
              <a:extLst>
                <a:ext uri="{FF2B5EF4-FFF2-40B4-BE49-F238E27FC236}">
                  <a16:creationId xmlns:a16="http://schemas.microsoft.com/office/drawing/2014/main" id="{29826172-F023-F54E-F167-8FDEA188E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30" name="Line 32">
              <a:extLst>
                <a:ext uri="{FF2B5EF4-FFF2-40B4-BE49-F238E27FC236}">
                  <a16:creationId xmlns:a16="http://schemas.microsoft.com/office/drawing/2014/main" id="{014C1276-2D0A-449E-8935-EC4DD6F8C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31" name="Line 33">
              <a:extLst>
                <a:ext uri="{FF2B5EF4-FFF2-40B4-BE49-F238E27FC236}">
                  <a16:creationId xmlns:a16="http://schemas.microsoft.com/office/drawing/2014/main" id="{538F4BEA-65F6-6B5B-B578-7910A71ED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0117" name="AutoShape 34">
            <a:extLst>
              <a:ext uri="{FF2B5EF4-FFF2-40B4-BE49-F238E27FC236}">
                <a16:creationId xmlns:a16="http://schemas.microsoft.com/office/drawing/2014/main" id="{93F1B3A0-FF05-42AC-056A-6581FD59C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90118" name="Group 35">
            <a:extLst>
              <a:ext uri="{FF2B5EF4-FFF2-40B4-BE49-F238E27FC236}">
                <a16:creationId xmlns:a16="http://schemas.microsoft.com/office/drawing/2014/main" id="{8F681867-8FBB-AF21-EDAD-E94CF9205AC0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0119" name="Oval 36">
              <a:extLst>
                <a:ext uri="{FF2B5EF4-FFF2-40B4-BE49-F238E27FC236}">
                  <a16:creationId xmlns:a16="http://schemas.microsoft.com/office/drawing/2014/main" id="{22067CE5-3FE6-4390-E83D-3519F5783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0120" name="Oval 37">
              <a:extLst>
                <a:ext uri="{FF2B5EF4-FFF2-40B4-BE49-F238E27FC236}">
                  <a16:creationId xmlns:a16="http://schemas.microsoft.com/office/drawing/2014/main" id="{4BBA26CB-DB36-BB21-951B-1B8274740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0121" name="Oval 38">
              <a:extLst>
                <a:ext uri="{FF2B5EF4-FFF2-40B4-BE49-F238E27FC236}">
                  <a16:creationId xmlns:a16="http://schemas.microsoft.com/office/drawing/2014/main" id="{2262938E-E38C-9206-E502-A789BC8AF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0122" name="Oval 39">
              <a:extLst>
                <a:ext uri="{FF2B5EF4-FFF2-40B4-BE49-F238E27FC236}">
                  <a16:creationId xmlns:a16="http://schemas.microsoft.com/office/drawing/2014/main" id="{51747EFD-567B-03E1-BEC0-E469DB794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0123" name="Oval 40">
              <a:extLst>
                <a:ext uri="{FF2B5EF4-FFF2-40B4-BE49-F238E27FC236}">
                  <a16:creationId xmlns:a16="http://schemas.microsoft.com/office/drawing/2014/main" id="{71F8F678-6093-4DF1-1E7F-041F893C3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0124" name="Oval 41">
              <a:extLst>
                <a:ext uri="{FF2B5EF4-FFF2-40B4-BE49-F238E27FC236}">
                  <a16:creationId xmlns:a16="http://schemas.microsoft.com/office/drawing/2014/main" id="{1441D3DE-BA48-41AC-4B44-F36F5259D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03CF16-57E6-2665-A387-47F9E3B4DAC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9" name="Group 3">
            <a:extLst>
              <a:ext uri="{FF2B5EF4-FFF2-40B4-BE49-F238E27FC236}">
                <a16:creationId xmlns:a16="http://schemas.microsoft.com/office/drawing/2014/main" id="{7800B6AC-5647-18F0-3677-725D9EB0B00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1163" name="Group 4">
              <a:extLst>
                <a:ext uri="{FF2B5EF4-FFF2-40B4-BE49-F238E27FC236}">
                  <a16:creationId xmlns:a16="http://schemas.microsoft.com/office/drawing/2014/main" id="{116B6404-FB44-53E7-F474-3639359019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1172" name="Rectangle 5">
                <a:extLst>
                  <a:ext uri="{FF2B5EF4-FFF2-40B4-BE49-F238E27FC236}">
                    <a16:creationId xmlns:a16="http://schemas.microsoft.com/office/drawing/2014/main" id="{0365204C-C0E4-0460-0ED6-7E9422C8E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3" name="Rectangle 6">
                <a:extLst>
                  <a:ext uri="{FF2B5EF4-FFF2-40B4-BE49-F238E27FC236}">
                    <a16:creationId xmlns:a16="http://schemas.microsoft.com/office/drawing/2014/main" id="{E7ED26C6-2FDC-A1C0-75D1-61C681DD1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4" name="Rectangle 7">
                <a:extLst>
                  <a:ext uri="{FF2B5EF4-FFF2-40B4-BE49-F238E27FC236}">
                    <a16:creationId xmlns:a16="http://schemas.microsoft.com/office/drawing/2014/main" id="{7B1196DC-9BAB-1612-E2BE-72705A148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5" name="Rectangle 8">
                <a:extLst>
                  <a:ext uri="{FF2B5EF4-FFF2-40B4-BE49-F238E27FC236}">
                    <a16:creationId xmlns:a16="http://schemas.microsoft.com/office/drawing/2014/main" id="{C9B18DDF-1677-36B6-012A-58566325C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6" name="Rectangle 9">
                <a:extLst>
                  <a:ext uri="{FF2B5EF4-FFF2-40B4-BE49-F238E27FC236}">
                    <a16:creationId xmlns:a16="http://schemas.microsoft.com/office/drawing/2014/main" id="{DA668F6C-AE07-A6BB-8D20-256AD1CD1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7" name="Rectangle 10">
                <a:extLst>
                  <a:ext uri="{FF2B5EF4-FFF2-40B4-BE49-F238E27FC236}">
                    <a16:creationId xmlns:a16="http://schemas.microsoft.com/office/drawing/2014/main" id="{AFFF1877-A815-8419-DB7F-7863889AE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8" name="Rectangle 11">
                <a:extLst>
                  <a:ext uri="{FF2B5EF4-FFF2-40B4-BE49-F238E27FC236}">
                    <a16:creationId xmlns:a16="http://schemas.microsoft.com/office/drawing/2014/main" id="{1CA674E5-F30B-4A28-2808-94292B083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79" name="Rectangle 12">
                <a:extLst>
                  <a:ext uri="{FF2B5EF4-FFF2-40B4-BE49-F238E27FC236}">
                    <a16:creationId xmlns:a16="http://schemas.microsoft.com/office/drawing/2014/main" id="{15827FFB-953C-42B8-D2B4-CEB085A93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80" name="Rectangle 13">
                <a:extLst>
                  <a:ext uri="{FF2B5EF4-FFF2-40B4-BE49-F238E27FC236}">
                    <a16:creationId xmlns:a16="http://schemas.microsoft.com/office/drawing/2014/main" id="{7B3BC4AB-84CB-386E-F467-23A2FD1EF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1164" name="Text Box 14">
              <a:extLst>
                <a:ext uri="{FF2B5EF4-FFF2-40B4-BE49-F238E27FC236}">
                  <a16:creationId xmlns:a16="http://schemas.microsoft.com/office/drawing/2014/main" id="{A4F8AE54-F122-2958-F416-80345F1E1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1165" name="Text Box 15">
              <a:extLst>
                <a:ext uri="{FF2B5EF4-FFF2-40B4-BE49-F238E27FC236}">
                  <a16:creationId xmlns:a16="http://schemas.microsoft.com/office/drawing/2014/main" id="{4526D997-4AF5-2357-3953-496903A7C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1166" name="Text Box 16">
              <a:extLst>
                <a:ext uri="{FF2B5EF4-FFF2-40B4-BE49-F238E27FC236}">
                  <a16:creationId xmlns:a16="http://schemas.microsoft.com/office/drawing/2014/main" id="{E74DF9C1-0009-8830-E6AA-C4EC0C85C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1167" name="Text Box 17">
              <a:extLst>
                <a:ext uri="{FF2B5EF4-FFF2-40B4-BE49-F238E27FC236}">
                  <a16:creationId xmlns:a16="http://schemas.microsoft.com/office/drawing/2014/main" id="{C5EC2E31-A427-12C7-85D3-1A7F3BC1F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1168" name="Text Box 18">
              <a:extLst>
                <a:ext uri="{FF2B5EF4-FFF2-40B4-BE49-F238E27FC236}">
                  <a16:creationId xmlns:a16="http://schemas.microsoft.com/office/drawing/2014/main" id="{6B595B58-1507-CB2C-0465-27E2B7F6E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1169" name="Text Box 19">
              <a:extLst>
                <a:ext uri="{FF2B5EF4-FFF2-40B4-BE49-F238E27FC236}">
                  <a16:creationId xmlns:a16="http://schemas.microsoft.com/office/drawing/2014/main" id="{26F3FF08-E908-2662-FA5F-F7D4476A2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1170" name="Text Box 20">
              <a:extLst>
                <a:ext uri="{FF2B5EF4-FFF2-40B4-BE49-F238E27FC236}">
                  <a16:creationId xmlns:a16="http://schemas.microsoft.com/office/drawing/2014/main" id="{309A7FBD-C69A-21D4-A7D9-9145E334F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1171" name="Text Box 21">
              <a:extLst>
                <a:ext uri="{FF2B5EF4-FFF2-40B4-BE49-F238E27FC236}">
                  <a16:creationId xmlns:a16="http://schemas.microsoft.com/office/drawing/2014/main" id="{B149A9AF-0EB2-BFE5-0410-273B63018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1140" name="Group 22">
            <a:extLst>
              <a:ext uri="{FF2B5EF4-FFF2-40B4-BE49-F238E27FC236}">
                <a16:creationId xmlns:a16="http://schemas.microsoft.com/office/drawing/2014/main" id="{20D8E5F4-9748-0A2E-FC8F-4C4E7A8501A9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62375" cy="3276600"/>
            <a:chOff x="2429" y="1344"/>
            <a:chExt cx="2370" cy="2064"/>
          </a:xfrm>
        </p:grpSpPr>
        <p:grpSp>
          <p:nvGrpSpPr>
            <p:cNvPr id="91152" name="Group 23">
              <a:extLst>
                <a:ext uri="{FF2B5EF4-FFF2-40B4-BE49-F238E27FC236}">
                  <a16:creationId xmlns:a16="http://schemas.microsoft.com/office/drawing/2014/main" id="{6F27B23C-2CAC-7916-59A7-4F578FB05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0" cy="2064"/>
              <a:chOff x="2429" y="1344"/>
              <a:chExt cx="2370" cy="2064"/>
            </a:xfrm>
          </p:grpSpPr>
          <p:sp>
            <p:nvSpPr>
              <p:cNvPr id="91159" name="Text Box 24">
                <a:extLst>
                  <a:ext uri="{FF2B5EF4-FFF2-40B4-BE49-F238E27FC236}">
                    <a16:creationId xmlns:a16="http://schemas.microsoft.com/office/drawing/2014/main" id="{2E498D12-0FD7-9756-0789-46385F134F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91160" name="Text Box 25">
                <a:extLst>
                  <a:ext uri="{FF2B5EF4-FFF2-40B4-BE49-F238E27FC236}">
                    <a16:creationId xmlns:a16="http://schemas.microsoft.com/office/drawing/2014/main" id="{6A310BF1-F9EF-051A-55C6-30C1E89EE7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,2,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  <p:sp>
            <p:nvSpPr>
              <p:cNvPr id="91161" name="Text Box 26">
                <a:extLst>
                  <a:ext uri="{FF2B5EF4-FFF2-40B4-BE49-F238E27FC236}">
                    <a16:creationId xmlns:a16="http://schemas.microsoft.com/office/drawing/2014/main" id="{66289619-B98E-145F-F515-7F475737B5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1162" name="Text Box 27">
                <a:extLst>
                  <a:ext uri="{FF2B5EF4-FFF2-40B4-BE49-F238E27FC236}">
                    <a16:creationId xmlns:a16="http://schemas.microsoft.com/office/drawing/2014/main" id="{482A1D4D-3B4F-541E-E36C-E1D673A931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1344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3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</p:grpSp>
        <p:sp>
          <p:nvSpPr>
            <p:cNvPr id="91153" name="Line 28">
              <a:extLst>
                <a:ext uri="{FF2B5EF4-FFF2-40B4-BE49-F238E27FC236}">
                  <a16:creationId xmlns:a16="http://schemas.microsoft.com/office/drawing/2014/main" id="{94814DE6-3D94-E3FA-40BB-CEBA03B7F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4" name="Line 29">
              <a:extLst>
                <a:ext uri="{FF2B5EF4-FFF2-40B4-BE49-F238E27FC236}">
                  <a16:creationId xmlns:a16="http://schemas.microsoft.com/office/drawing/2014/main" id="{0273AC4A-2521-8E91-C5AA-4C260CB78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5" name="Line 30">
              <a:extLst>
                <a:ext uri="{FF2B5EF4-FFF2-40B4-BE49-F238E27FC236}">
                  <a16:creationId xmlns:a16="http://schemas.microsoft.com/office/drawing/2014/main" id="{95AE8022-F244-66F4-3F85-1869DBF90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6" name="Line 31">
              <a:extLst>
                <a:ext uri="{FF2B5EF4-FFF2-40B4-BE49-F238E27FC236}">
                  <a16:creationId xmlns:a16="http://schemas.microsoft.com/office/drawing/2014/main" id="{6D0B3A60-C80E-6A1F-62F7-967E79636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7" name="Line 32">
              <a:extLst>
                <a:ext uri="{FF2B5EF4-FFF2-40B4-BE49-F238E27FC236}">
                  <a16:creationId xmlns:a16="http://schemas.microsoft.com/office/drawing/2014/main" id="{AB60220A-C7DA-1601-C89A-A44A1D15F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8" name="Line 33">
              <a:extLst>
                <a:ext uri="{FF2B5EF4-FFF2-40B4-BE49-F238E27FC236}">
                  <a16:creationId xmlns:a16="http://schemas.microsoft.com/office/drawing/2014/main" id="{4945E506-0C8F-0611-21F1-2D9006394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1141" name="AutoShape 34">
            <a:extLst>
              <a:ext uri="{FF2B5EF4-FFF2-40B4-BE49-F238E27FC236}">
                <a16:creationId xmlns:a16="http://schemas.microsoft.com/office/drawing/2014/main" id="{C7F0A56A-3BC5-9F8F-DEB0-83F4579EC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2" name="Oval 35">
            <a:extLst>
              <a:ext uri="{FF2B5EF4-FFF2-40B4-BE49-F238E27FC236}">
                <a16:creationId xmlns:a16="http://schemas.microsoft.com/office/drawing/2014/main" id="{E830992C-B92D-B22C-9422-0D4FC79F3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3" name="Oval 36">
            <a:extLst>
              <a:ext uri="{FF2B5EF4-FFF2-40B4-BE49-F238E27FC236}">
                <a16:creationId xmlns:a16="http://schemas.microsoft.com/office/drawing/2014/main" id="{28541442-AA80-4F11-F9FA-AC7CA225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4" name="Oval 37">
            <a:extLst>
              <a:ext uri="{FF2B5EF4-FFF2-40B4-BE49-F238E27FC236}">
                <a16:creationId xmlns:a16="http://schemas.microsoft.com/office/drawing/2014/main" id="{062D4B21-CB18-0942-F375-21E14FA70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5" name="Oval 38">
            <a:extLst>
              <a:ext uri="{FF2B5EF4-FFF2-40B4-BE49-F238E27FC236}">
                <a16:creationId xmlns:a16="http://schemas.microsoft.com/office/drawing/2014/main" id="{6FCC58B6-8BB8-A20F-9A93-117BE79EE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6" name="Oval 39">
            <a:extLst>
              <a:ext uri="{FF2B5EF4-FFF2-40B4-BE49-F238E27FC236}">
                <a16:creationId xmlns:a16="http://schemas.microsoft.com/office/drawing/2014/main" id="{1B4F909C-C2DF-8A2F-7253-AB44FAA5E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7" name="Oval 40">
            <a:extLst>
              <a:ext uri="{FF2B5EF4-FFF2-40B4-BE49-F238E27FC236}">
                <a16:creationId xmlns:a16="http://schemas.microsoft.com/office/drawing/2014/main" id="{F9ED7EBE-1DE3-A87A-AC5B-6C872411C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8" name="AutoShape 41">
            <a:extLst>
              <a:ext uri="{FF2B5EF4-FFF2-40B4-BE49-F238E27FC236}">
                <a16:creationId xmlns:a16="http://schemas.microsoft.com/office/drawing/2014/main" id="{B2CC0F1D-900A-9B56-049C-17E40AC56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49" name="Oval 42">
            <a:extLst>
              <a:ext uri="{FF2B5EF4-FFF2-40B4-BE49-F238E27FC236}">
                <a16:creationId xmlns:a16="http://schemas.microsoft.com/office/drawing/2014/main" id="{18D5291B-393E-DF4F-EC22-F01538E9A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50" name="Oval 43">
            <a:extLst>
              <a:ext uri="{FF2B5EF4-FFF2-40B4-BE49-F238E27FC236}">
                <a16:creationId xmlns:a16="http://schemas.microsoft.com/office/drawing/2014/main" id="{3E2BD2E6-3203-DC7C-2918-6A166E851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1151" name="Oval 44">
            <a:extLst>
              <a:ext uri="{FF2B5EF4-FFF2-40B4-BE49-F238E27FC236}">
                <a16:creationId xmlns:a16="http://schemas.microsoft.com/office/drawing/2014/main" id="{4B0D7ED5-4746-29A3-3CCA-4CDD00A8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2F02F5-7628-9A46-ECE9-0DC6348AB23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3" name="Group 3">
            <a:extLst>
              <a:ext uri="{FF2B5EF4-FFF2-40B4-BE49-F238E27FC236}">
                <a16:creationId xmlns:a16="http://schemas.microsoft.com/office/drawing/2014/main" id="{87CDDC3F-311C-7D47-5FE8-0B7E37F8B10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2188" name="Group 4">
              <a:extLst>
                <a:ext uri="{FF2B5EF4-FFF2-40B4-BE49-F238E27FC236}">
                  <a16:creationId xmlns:a16="http://schemas.microsoft.com/office/drawing/2014/main" id="{6EDF3D32-B633-2283-BBB5-D31CDD76B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2197" name="Rectangle 5">
                <a:extLst>
                  <a:ext uri="{FF2B5EF4-FFF2-40B4-BE49-F238E27FC236}">
                    <a16:creationId xmlns:a16="http://schemas.microsoft.com/office/drawing/2014/main" id="{A5418A8A-A1AD-92D9-1E94-6C78617D0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198" name="Rectangle 6">
                <a:extLst>
                  <a:ext uri="{FF2B5EF4-FFF2-40B4-BE49-F238E27FC236}">
                    <a16:creationId xmlns:a16="http://schemas.microsoft.com/office/drawing/2014/main" id="{A03FA882-FF78-028F-A0C7-BBF39CE06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199" name="Rectangle 7">
                <a:extLst>
                  <a:ext uri="{FF2B5EF4-FFF2-40B4-BE49-F238E27FC236}">
                    <a16:creationId xmlns:a16="http://schemas.microsoft.com/office/drawing/2014/main" id="{372E3AEF-A303-C869-6CA5-7293EB3E6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200" name="Rectangle 8">
                <a:extLst>
                  <a:ext uri="{FF2B5EF4-FFF2-40B4-BE49-F238E27FC236}">
                    <a16:creationId xmlns:a16="http://schemas.microsoft.com/office/drawing/2014/main" id="{FF1DF6DC-3A27-4BA9-D99A-C5AB9C53F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201" name="Rectangle 9">
                <a:extLst>
                  <a:ext uri="{FF2B5EF4-FFF2-40B4-BE49-F238E27FC236}">
                    <a16:creationId xmlns:a16="http://schemas.microsoft.com/office/drawing/2014/main" id="{EC359280-E245-F969-0C97-90BE8E86F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202" name="Rectangle 10">
                <a:extLst>
                  <a:ext uri="{FF2B5EF4-FFF2-40B4-BE49-F238E27FC236}">
                    <a16:creationId xmlns:a16="http://schemas.microsoft.com/office/drawing/2014/main" id="{04A3C75E-0973-8FB3-769D-4039705C7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203" name="Rectangle 11">
                <a:extLst>
                  <a:ext uri="{FF2B5EF4-FFF2-40B4-BE49-F238E27FC236}">
                    <a16:creationId xmlns:a16="http://schemas.microsoft.com/office/drawing/2014/main" id="{C85D6644-BFD0-D250-5D61-446523003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204" name="Rectangle 12">
                <a:extLst>
                  <a:ext uri="{FF2B5EF4-FFF2-40B4-BE49-F238E27FC236}">
                    <a16:creationId xmlns:a16="http://schemas.microsoft.com/office/drawing/2014/main" id="{48824EB7-3E9F-8472-3C13-FFCC4751A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205" name="Rectangle 13">
                <a:extLst>
                  <a:ext uri="{FF2B5EF4-FFF2-40B4-BE49-F238E27FC236}">
                    <a16:creationId xmlns:a16="http://schemas.microsoft.com/office/drawing/2014/main" id="{56501C79-49C1-DAD2-3D2D-9959A7D33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2189" name="Text Box 14">
              <a:extLst>
                <a:ext uri="{FF2B5EF4-FFF2-40B4-BE49-F238E27FC236}">
                  <a16:creationId xmlns:a16="http://schemas.microsoft.com/office/drawing/2014/main" id="{D523522E-3129-C192-74F8-78724166A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2190" name="Text Box 15">
              <a:extLst>
                <a:ext uri="{FF2B5EF4-FFF2-40B4-BE49-F238E27FC236}">
                  <a16:creationId xmlns:a16="http://schemas.microsoft.com/office/drawing/2014/main" id="{F6A2C4BA-6E02-C596-0CF7-32D879F9A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2191" name="Text Box 16">
              <a:extLst>
                <a:ext uri="{FF2B5EF4-FFF2-40B4-BE49-F238E27FC236}">
                  <a16:creationId xmlns:a16="http://schemas.microsoft.com/office/drawing/2014/main" id="{2E83BD46-01C5-75F6-7C4B-1CA17433B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2192" name="Text Box 17">
              <a:extLst>
                <a:ext uri="{FF2B5EF4-FFF2-40B4-BE49-F238E27FC236}">
                  <a16:creationId xmlns:a16="http://schemas.microsoft.com/office/drawing/2014/main" id="{B20312FC-E7F6-D94A-2AEA-045B9919A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2193" name="Text Box 18">
              <a:extLst>
                <a:ext uri="{FF2B5EF4-FFF2-40B4-BE49-F238E27FC236}">
                  <a16:creationId xmlns:a16="http://schemas.microsoft.com/office/drawing/2014/main" id="{44CBEE93-CBD3-691F-97E8-BC3E34C4A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2194" name="Text Box 19">
              <a:extLst>
                <a:ext uri="{FF2B5EF4-FFF2-40B4-BE49-F238E27FC236}">
                  <a16:creationId xmlns:a16="http://schemas.microsoft.com/office/drawing/2014/main" id="{C20CA97E-2843-2A77-2221-CCC10A451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2195" name="Text Box 20">
              <a:extLst>
                <a:ext uri="{FF2B5EF4-FFF2-40B4-BE49-F238E27FC236}">
                  <a16:creationId xmlns:a16="http://schemas.microsoft.com/office/drawing/2014/main" id="{5C220596-EC9E-167C-0261-B413F1AD2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2196" name="Text Box 21">
              <a:extLst>
                <a:ext uri="{FF2B5EF4-FFF2-40B4-BE49-F238E27FC236}">
                  <a16:creationId xmlns:a16="http://schemas.microsoft.com/office/drawing/2014/main" id="{C02D8FFD-8038-8434-41F7-688228E33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2164" name="Group 22">
            <a:extLst>
              <a:ext uri="{FF2B5EF4-FFF2-40B4-BE49-F238E27FC236}">
                <a16:creationId xmlns:a16="http://schemas.microsoft.com/office/drawing/2014/main" id="{25FCCCE5-DB90-88C4-8ED8-86DC9493DBDE}"/>
              </a:ext>
            </a:extLst>
          </p:cNvPr>
          <p:cNvGrpSpPr>
            <a:grpSpLocks/>
          </p:cNvGrpSpPr>
          <p:nvPr/>
        </p:nvGrpSpPr>
        <p:grpSpPr bwMode="auto">
          <a:xfrm>
            <a:off x="4216400" y="2133600"/>
            <a:ext cx="3787775" cy="3276600"/>
            <a:chOff x="2413" y="1344"/>
            <a:chExt cx="2386" cy="2064"/>
          </a:xfrm>
        </p:grpSpPr>
        <p:grpSp>
          <p:nvGrpSpPr>
            <p:cNvPr id="92177" name="Group 23">
              <a:extLst>
                <a:ext uri="{FF2B5EF4-FFF2-40B4-BE49-F238E27FC236}">
                  <a16:creationId xmlns:a16="http://schemas.microsoft.com/office/drawing/2014/main" id="{D0EE745E-1EF5-7778-551C-9114F34A5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3" y="1344"/>
              <a:ext cx="2386" cy="2064"/>
              <a:chOff x="2413" y="1344"/>
              <a:chExt cx="2386" cy="2064"/>
            </a:xfrm>
          </p:grpSpPr>
          <p:sp>
            <p:nvSpPr>
              <p:cNvPr id="92184" name="Text Box 24">
                <a:extLst>
                  <a:ext uri="{FF2B5EF4-FFF2-40B4-BE49-F238E27FC236}">
                    <a16:creationId xmlns:a16="http://schemas.microsoft.com/office/drawing/2014/main" id="{2C2E5E89-2402-6CD8-6189-6EF288DAC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92185" name="Text Box 25">
                <a:extLst>
                  <a:ext uri="{FF2B5EF4-FFF2-40B4-BE49-F238E27FC236}">
                    <a16:creationId xmlns:a16="http://schemas.microsoft.com/office/drawing/2014/main" id="{86DFF472-2B7E-03D1-EDE8-638182A0D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2880"/>
                <a:ext cx="96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2186" name="Text Box 26">
                <a:extLst>
                  <a:ext uri="{FF2B5EF4-FFF2-40B4-BE49-F238E27FC236}">
                    <a16:creationId xmlns:a16="http://schemas.microsoft.com/office/drawing/2014/main" id="{4744074D-0F5A-5565-7B41-278BBD2BB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" y="2880"/>
                <a:ext cx="88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,2, 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2187" name="Text Box 27">
                <a:extLst>
                  <a:ext uri="{FF2B5EF4-FFF2-40B4-BE49-F238E27FC236}">
                    <a16:creationId xmlns:a16="http://schemas.microsoft.com/office/drawing/2014/main" id="{2C8A04F5-8446-81D5-18DD-AF4AFADC1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1344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3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</p:grpSp>
        <p:sp>
          <p:nvSpPr>
            <p:cNvPr id="92178" name="Line 28">
              <a:extLst>
                <a:ext uri="{FF2B5EF4-FFF2-40B4-BE49-F238E27FC236}">
                  <a16:creationId xmlns:a16="http://schemas.microsoft.com/office/drawing/2014/main" id="{705E4B91-5224-5D3F-74F3-F76960D49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79" name="Line 29">
              <a:extLst>
                <a:ext uri="{FF2B5EF4-FFF2-40B4-BE49-F238E27FC236}">
                  <a16:creationId xmlns:a16="http://schemas.microsoft.com/office/drawing/2014/main" id="{4788FD34-D1FC-2326-275D-8E7348EBD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0" name="Line 30">
              <a:extLst>
                <a:ext uri="{FF2B5EF4-FFF2-40B4-BE49-F238E27FC236}">
                  <a16:creationId xmlns:a16="http://schemas.microsoft.com/office/drawing/2014/main" id="{A02236E7-02B3-67A5-BB07-2602E3E6E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1" name="Line 31">
              <a:extLst>
                <a:ext uri="{FF2B5EF4-FFF2-40B4-BE49-F238E27FC236}">
                  <a16:creationId xmlns:a16="http://schemas.microsoft.com/office/drawing/2014/main" id="{26E46668-D128-C678-443C-D78E26DDB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2" name="Line 32">
              <a:extLst>
                <a:ext uri="{FF2B5EF4-FFF2-40B4-BE49-F238E27FC236}">
                  <a16:creationId xmlns:a16="http://schemas.microsoft.com/office/drawing/2014/main" id="{BC1769C7-9FF7-3D97-C08E-E7306FAB4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3" name="Line 33">
              <a:extLst>
                <a:ext uri="{FF2B5EF4-FFF2-40B4-BE49-F238E27FC236}">
                  <a16:creationId xmlns:a16="http://schemas.microsoft.com/office/drawing/2014/main" id="{9BCF282A-B218-5109-7EB0-630DD4F91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2165" name="AutoShape 34">
            <a:extLst>
              <a:ext uri="{FF2B5EF4-FFF2-40B4-BE49-F238E27FC236}">
                <a16:creationId xmlns:a16="http://schemas.microsoft.com/office/drawing/2014/main" id="{F02477BC-BE4D-336E-A9D4-CBA6AB9B9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66" name="Oval 35">
            <a:extLst>
              <a:ext uri="{FF2B5EF4-FFF2-40B4-BE49-F238E27FC236}">
                <a16:creationId xmlns:a16="http://schemas.microsoft.com/office/drawing/2014/main" id="{E7C876FF-5452-6E11-F93C-E869D9662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67" name="Oval 36">
            <a:extLst>
              <a:ext uri="{FF2B5EF4-FFF2-40B4-BE49-F238E27FC236}">
                <a16:creationId xmlns:a16="http://schemas.microsoft.com/office/drawing/2014/main" id="{C9272697-C14D-6C55-753E-50768220B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68" name="Oval 37">
            <a:extLst>
              <a:ext uri="{FF2B5EF4-FFF2-40B4-BE49-F238E27FC236}">
                <a16:creationId xmlns:a16="http://schemas.microsoft.com/office/drawing/2014/main" id="{18EBC953-B842-F41B-430E-4A9FEE733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69" name="Oval 38">
            <a:extLst>
              <a:ext uri="{FF2B5EF4-FFF2-40B4-BE49-F238E27FC236}">
                <a16:creationId xmlns:a16="http://schemas.microsoft.com/office/drawing/2014/main" id="{8F5DFA13-5941-3662-929A-BD7EFCF44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0" name="Oval 39">
            <a:extLst>
              <a:ext uri="{FF2B5EF4-FFF2-40B4-BE49-F238E27FC236}">
                <a16:creationId xmlns:a16="http://schemas.microsoft.com/office/drawing/2014/main" id="{04231B2F-DC47-52B1-223F-695720AC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1" name="Oval 40">
            <a:extLst>
              <a:ext uri="{FF2B5EF4-FFF2-40B4-BE49-F238E27FC236}">
                <a16:creationId xmlns:a16="http://schemas.microsoft.com/office/drawing/2014/main" id="{D235842D-C439-18C7-E136-7E5EF0C34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2" name="AutoShape 41">
            <a:extLst>
              <a:ext uri="{FF2B5EF4-FFF2-40B4-BE49-F238E27FC236}">
                <a16:creationId xmlns:a16="http://schemas.microsoft.com/office/drawing/2014/main" id="{859BE2E8-CF42-C3F8-E93F-5FB2D7EF0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3" name="Oval 42">
            <a:extLst>
              <a:ext uri="{FF2B5EF4-FFF2-40B4-BE49-F238E27FC236}">
                <a16:creationId xmlns:a16="http://schemas.microsoft.com/office/drawing/2014/main" id="{61903F88-9345-B06F-4DA7-35A334F96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4" name="Oval 43">
            <a:extLst>
              <a:ext uri="{FF2B5EF4-FFF2-40B4-BE49-F238E27FC236}">
                <a16:creationId xmlns:a16="http://schemas.microsoft.com/office/drawing/2014/main" id="{4AC88CDB-9438-CEBD-171C-2C5514531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5" name="Oval 44">
            <a:extLst>
              <a:ext uri="{FF2B5EF4-FFF2-40B4-BE49-F238E27FC236}">
                <a16:creationId xmlns:a16="http://schemas.microsoft.com/office/drawing/2014/main" id="{8BB03C4D-C5BA-9FB0-AE98-F7898AF8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76" name="Text Box 45">
            <a:extLst>
              <a:ext uri="{FF2B5EF4-FFF2-40B4-BE49-F238E27FC236}">
                <a16:creationId xmlns:a16="http://schemas.microsoft.com/office/drawing/2014/main" id="{974DD2F9-2F8B-1318-658B-1F7F97074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49277"/>
            <a:ext cx="289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Dead End → Backtrack</a:t>
            </a:r>
            <a:endParaRPr lang="en-GB" altLang="en-US" sz="2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EBA157-4D32-15DA-50A6-DB6DF595F2D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7" name="Group 3">
            <a:extLst>
              <a:ext uri="{FF2B5EF4-FFF2-40B4-BE49-F238E27FC236}">
                <a16:creationId xmlns:a16="http://schemas.microsoft.com/office/drawing/2014/main" id="{F44F21A2-6537-1C8A-C2BB-8A8A39923E3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3210" name="Group 4">
              <a:extLst>
                <a:ext uri="{FF2B5EF4-FFF2-40B4-BE49-F238E27FC236}">
                  <a16:creationId xmlns:a16="http://schemas.microsoft.com/office/drawing/2014/main" id="{F5318DF6-3E1F-2DEE-7AA6-D395E5F68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3219" name="Rectangle 5">
                <a:extLst>
                  <a:ext uri="{FF2B5EF4-FFF2-40B4-BE49-F238E27FC236}">
                    <a16:creationId xmlns:a16="http://schemas.microsoft.com/office/drawing/2014/main" id="{3CFA5B25-4E68-F239-B8B7-3D6AE6A07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0" name="Rectangle 6">
                <a:extLst>
                  <a:ext uri="{FF2B5EF4-FFF2-40B4-BE49-F238E27FC236}">
                    <a16:creationId xmlns:a16="http://schemas.microsoft.com/office/drawing/2014/main" id="{E16DC2A5-EAF2-4C9D-2989-B102C0F7B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1" name="Rectangle 7">
                <a:extLst>
                  <a:ext uri="{FF2B5EF4-FFF2-40B4-BE49-F238E27FC236}">
                    <a16:creationId xmlns:a16="http://schemas.microsoft.com/office/drawing/2014/main" id="{78CD0A8E-ACD5-E411-EA4A-FBC5B920F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2" name="Rectangle 8">
                <a:extLst>
                  <a:ext uri="{FF2B5EF4-FFF2-40B4-BE49-F238E27FC236}">
                    <a16:creationId xmlns:a16="http://schemas.microsoft.com/office/drawing/2014/main" id="{E44B26CD-D048-35E6-FF8E-2F317514F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3" name="Rectangle 9">
                <a:extLst>
                  <a:ext uri="{FF2B5EF4-FFF2-40B4-BE49-F238E27FC236}">
                    <a16:creationId xmlns:a16="http://schemas.microsoft.com/office/drawing/2014/main" id="{2D6C70C0-1208-400F-B7B9-CB082F81F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4" name="Rectangle 10">
                <a:extLst>
                  <a:ext uri="{FF2B5EF4-FFF2-40B4-BE49-F238E27FC236}">
                    <a16:creationId xmlns:a16="http://schemas.microsoft.com/office/drawing/2014/main" id="{9CF7B8D0-7DAB-1816-8A91-0FE080A2A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5" name="Rectangle 11">
                <a:extLst>
                  <a:ext uri="{FF2B5EF4-FFF2-40B4-BE49-F238E27FC236}">
                    <a16:creationId xmlns:a16="http://schemas.microsoft.com/office/drawing/2014/main" id="{05210913-9D6B-006D-9B51-7F540B7C0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6" name="Rectangle 12">
                <a:extLst>
                  <a:ext uri="{FF2B5EF4-FFF2-40B4-BE49-F238E27FC236}">
                    <a16:creationId xmlns:a16="http://schemas.microsoft.com/office/drawing/2014/main" id="{3056A438-9953-FBA7-3AF0-C487D9923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27" name="Rectangle 13">
                <a:extLst>
                  <a:ext uri="{FF2B5EF4-FFF2-40B4-BE49-F238E27FC236}">
                    <a16:creationId xmlns:a16="http://schemas.microsoft.com/office/drawing/2014/main" id="{EF8EF882-977B-E80C-3558-23A32D423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3211" name="Text Box 14">
              <a:extLst>
                <a:ext uri="{FF2B5EF4-FFF2-40B4-BE49-F238E27FC236}">
                  <a16:creationId xmlns:a16="http://schemas.microsoft.com/office/drawing/2014/main" id="{8E408715-2810-9C1A-5E30-B3B14D7AA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3212" name="Text Box 15">
              <a:extLst>
                <a:ext uri="{FF2B5EF4-FFF2-40B4-BE49-F238E27FC236}">
                  <a16:creationId xmlns:a16="http://schemas.microsoft.com/office/drawing/2014/main" id="{A462F8A4-B2B6-5A9F-88AC-887937BA84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3213" name="Text Box 16">
              <a:extLst>
                <a:ext uri="{FF2B5EF4-FFF2-40B4-BE49-F238E27FC236}">
                  <a16:creationId xmlns:a16="http://schemas.microsoft.com/office/drawing/2014/main" id="{949DD6AA-FDAD-C541-7BCA-75F7354BF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3214" name="Text Box 17">
              <a:extLst>
                <a:ext uri="{FF2B5EF4-FFF2-40B4-BE49-F238E27FC236}">
                  <a16:creationId xmlns:a16="http://schemas.microsoft.com/office/drawing/2014/main" id="{BC1237A5-138B-4DA7-4962-CA6E8B825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3215" name="Text Box 18">
              <a:extLst>
                <a:ext uri="{FF2B5EF4-FFF2-40B4-BE49-F238E27FC236}">
                  <a16:creationId xmlns:a16="http://schemas.microsoft.com/office/drawing/2014/main" id="{A7F88796-9D08-551F-1F6E-0886E4914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3216" name="Text Box 19">
              <a:extLst>
                <a:ext uri="{FF2B5EF4-FFF2-40B4-BE49-F238E27FC236}">
                  <a16:creationId xmlns:a16="http://schemas.microsoft.com/office/drawing/2014/main" id="{C641B685-EC45-C674-40E6-C9D13B77B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3217" name="Text Box 20">
              <a:extLst>
                <a:ext uri="{FF2B5EF4-FFF2-40B4-BE49-F238E27FC236}">
                  <a16:creationId xmlns:a16="http://schemas.microsoft.com/office/drawing/2014/main" id="{85EE3DDF-316E-91E0-1B0E-CDF1788E4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3218" name="Text Box 21">
              <a:extLst>
                <a:ext uri="{FF2B5EF4-FFF2-40B4-BE49-F238E27FC236}">
                  <a16:creationId xmlns:a16="http://schemas.microsoft.com/office/drawing/2014/main" id="{B197BC44-203F-903B-A768-805FF2B01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3188" name="Group 22">
            <a:extLst>
              <a:ext uri="{FF2B5EF4-FFF2-40B4-BE49-F238E27FC236}">
                <a16:creationId xmlns:a16="http://schemas.microsoft.com/office/drawing/2014/main" id="{15BE9833-9347-949D-D659-E349BECCBEDA}"/>
              </a:ext>
            </a:extLst>
          </p:cNvPr>
          <p:cNvGrpSpPr>
            <a:grpSpLocks/>
          </p:cNvGrpSpPr>
          <p:nvPr/>
        </p:nvGrpSpPr>
        <p:grpSpPr bwMode="auto">
          <a:xfrm>
            <a:off x="4133850" y="2133600"/>
            <a:ext cx="3833813" cy="3270250"/>
            <a:chOff x="2361" y="1344"/>
            <a:chExt cx="2415" cy="2060"/>
          </a:xfrm>
        </p:grpSpPr>
        <p:grpSp>
          <p:nvGrpSpPr>
            <p:cNvPr id="93199" name="Group 23">
              <a:extLst>
                <a:ext uri="{FF2B5EF4-FFF2-40B4-BE49-F238E27FC236}">
                  <a16:creationId xmlns:a16="http://schemas.microsoft.com/office/drawing/2014/main" id="{C47FE7BA-AEAD-361B-67B9-750514A5A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1" y="1344"/>
              <a:ext cx="2415" cy="2060"/>
              <a:chOff x="2361" y="1344"/>
              <a:chExt cx="2415" cy="2060"/>
            </a:xfrm>
          </p:grpSpPr>
          <p:sp>
            <p:nvSpPr>
              <p:cNvPr id="93206" name="Text Box 24">
                <a:extLst>
                  <a:ext uri="{FF2B5EF4-FFF2-40B4-BE49-F238E27FC236}">
                    <a16:creationId xmlns:a16="http://schemas.microsoft.com/office/drawing/2014/main" id="{B04BB018-9CF0-42B5-2235-939638F84B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93207" name="Text Box 25">
                <a:extLst>
                  <a:ext uri="{FF2B5EF4-FFF2-40B4-BE49-F238E27FC236}">
                    <a16:creationId xmlns:a16="http://schemas.microsoft.com/office/drawing/2014/main" id="{B393ED9D-1E30-5DED-BD4B-215F133608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2880"/>
                <a:ext cx="106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2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3208" name="Text Box 26">
                <a:extLst>
                  <a:ext uri="{FF2B5EF4-FFF2-40B4-BE49-F238E27FC236}">
                    <a16:creationId xmlns:a16="http://schemas.microsoft.com/office/drawing/2014/main" id="{92587E85-D0E7-DB51-CC12-8511B8388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" y="2880"/>
                <a:ext cx="88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,3,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3209" name="Text Box 27">
                <a:extLst>
                  <a:ext uri="{FF2B5EF4-FFF2-40B4-BE49-F238E27FC236}">
                    <a16:creationId xmlns:a16="http://schemas.microsoft.com/office/drawing/2014/main" id="{5D5A0159-AC1B-3D87-B827-106848E3F6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" y="1344"/>
                <a:ext cx="88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 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3200" name="Line 28">
              <a:extLst>
                <a:ext uri="{FF2B5EF4-FFF2-40B4-BE49-F238E27FC236}">
                  <a16:creationId xmlns:a16="http://schemas.microsoft.com/office/drawing/2014/main" id="{EDD564F2-17AC-7B3D-C17D-A00FFA84F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1" name="Line 29">
              <a:extLst>
                <a:ext uri="{FF2B5EF4-FFF2-40B4-BE49-F238E27FC236}">
                  <a16:creationId xmlns:a16="http://schemas.microsoft.com/office/drawing/2014/main" id="{192D8206-CFF2-4B17-A2AE-2F40C5E83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2" name="Line 30">
              <a:extLst>
                <a:ext uri="{FF2B5EF4-FFF2-40B4-BE49-F238E27FC236}">
                  <a16:creationId xmlns:a16="http://schemas.microsoft.com/office/drawing/2014/main" id="{B57C39DD-7F56-81E7-A285-233BAA9E1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3" name="Line 31">
              <a:extLst>
                <a:ext uri="{FF2B5EF4-FFF2-40B4-BE49-F238E27FC236}">
                  <a16:creationId xmlns:a16="http://schemas.microsoft.com/office/drawing/2014/main" id="{774BC1B5-E4C9-FEC0-FC87-A977B0ECD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4" name="Line 32">
              <a:extLst>
                <a:ext uri="{FF2B5EF4-FFF2-40B4-BE49-F238E27FC236}">
                  <a16:creationId xmlns:a16="http://schemas.microsoft.com/office/drawing/2014/main" id="{18FFAC74-8188-7482-E179-8CF685C33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5" name="Line 33">
              <a:extLst>
                <a:ext uri="{FF2B5EF4-FFF2-40B4-BE49-F238E27FC236}">
                  <a16:creationId xmlns:a16="http://schemas.microsoft.com/office/drawing/2014/main" id="{8268A965-EFE4-BB84-4514-28C330457A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3189" name="AutoShape 34">
            <a:extLst>
              <a:ext uri="{FF2B5EF4-FFF2-40B4-BE49-F238E27FC236}">
                <a16:creationId xmlns:a16="http://schemas.microsoft.com/office/drawing/2014/main" id="{5DB4714D-B7BD-4244-061E-5F319823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0" name="Oval 35">
            <a:extLst>
              <a:ext uri="{FF2B5EF4-FFF2-40B4-BE49-F238E27FC236}">
                <a16:creationId xmlns:a16="http://schemas.microsoft.com/office/drawing/2014/main" id="{0C99247C-12E8-4A5A-949F-D2A0B5775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1" name="Oval 36">
            <a:extLst>
              <a:ext uri="{FF2B5EF4-FFF2-40B4-BE49-F238E27FC236}">
                <a16:creationId xmlns:a16="http://schemas.microsoft.com/office/drawing/2014/main" id="{0B90F8FB-8AFE-679D-4DC0-8B9367582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2" name="Oval 37">
            <a:extLst>
              <a:ext uri="{FF2B5EF4-FFF2-40B4-BE49-F238E27FC236}">
                <a16:creationId xmlns:a16="http://schemas.microsoft.com/office/drawing/2014/main" id="{8A24FE93-B74C-5A8A-DDFC-661D60EE6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3" name="Oval 38">
            <a:extLst>
              <a:ext uri="{FF2B5EF4-FFF2-40B4-BE49-F238E27FC236}">
                <a16:creationId xmlns:a16="http://schemas.microsoft.com/office/drawing/2014/main" id="{6ABF2709-7D3A-74D2-DB71-3D80170C4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4" name="Oval 39">
            <a:extLst>
              <a:ext uri="{FF2B5EF4-FFF2-40B4-BE49-F238E27FC236}">
                <a16:creationId xmlns:a16="http://schemas.microsoft.com/office/drawing/2014/main" id="{0CCF3F98-0BC8-6A25-BDD0-5722A669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5" name="Oval 40">
            <a:extLst>
              <a:ext uri="{FF2B5EF4-FFF2-40B4-BE49-F238E27FC236}">
                <a16:creationId xmlns:a16="http://schemas.microsoft.com/office/drawing/2014/main" id="{B1443356-7424-AE08-D521-DF20AAAD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6" name="AutoShape 41">
            <a:extLst>
              <a:ext uri="{FF2B5EF4-FFF2-40B4-BE49-F238E27FC236}">
                <a16:creationId xmlns:a16="http://schemas.microsoft.com/office/drawing/2014/main" id="{FBE4A909-639C-D2FC-5088-57E79CAF2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7" name="Oval 42">
            <a:extLst>
              <a:ext uri="{FF2B5EF4-FFF2-40B4-BE49-F238E27FC236}">
                <a16:creationId xmlns:a16="http://schemas.microsoft.com/office/drawing/2014/main" id="{E09324D6-3995-C40B-25A2-D383AD7FB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3198" name="Oval 44">
            <a:extLst>
              <a:ext uri="{FF2B5EF4-FFF2-40B4-BE49-F238E27FC236}">
                <a16:creationId xmlns:a16="http://schemas.microsoft.com/office/drawing/2014/main" id="{9DD861E1-4445-0962-AAC9-4EF45CC1F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EBE5D9-F994-723C-4983-B349A0E95A4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1" name="Group 3">
            <a:extLst>
              <a:ext uri="{FF2B5EF4-FFF2-40B4-BE49-F238E27FC236}">
                <a16:creationId xmlns:a16="http://schemas.microsoft.com/office/drawing/2014/main" id="{6C860C8B-4845-63EB-8096-9B20AE2D43B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4237" name="Group 4">
              <a:extLst>
                <a:ext uri="{FF2B5EF4-FFF2-40B4-BE49-F238E27FC236}">
                  <a16:creationId xmlns:a16="http://schemas.microsoft.com/office/drawing/2014/main" id="{88371D88-F33B-1EFC-7874-9902857BE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4246" name="Rectangle 5">
                <a:extLst>
                  <a:ext uri="{FF2B5EF4-FFF2-40B4-BE49-F238E27FC236}">
                    <a16:creationId xmlns:a16="http://schemas.microsoft.com/office/drawing/2014/main" id="{17169970-EBA6-44C9-588D-7DF0E0B25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47" name="Rectangle 6">
                <a:extLst>
                  <a:ext uri="{FF2B5EF4-FFF2-40B4-BE49-F238E27FC236}">
                    <a16:creationId xmlns:a16="http://schemas.microsoft.com/office/drawing/2014/main" id="{F8EC275F-C372-51A8-B822-769BCCF24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48" name="Rectangle 7">
                <a:extLst>
                  <a:ext uri="{FF2B5EF4-FFF2-40B4-BE49-F238E27FC236}">
                    <a16:creationId xmlns:a16="http://schemas.microsoft.com/office/drawing/2014/main" id="{390411E0-B41C-0EDF-3C10-1E2A256D0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49" name="Rectangle 8">
                <a:extLst>
                  <a:ext uri="{FF2B5EF4-FFF2-40B4-BE49-F238E27FC236}">
                    <a16:creationId xmlns:a16="http://schemas.microsoft.com/office/drawing/2014/main" id="{392832CC-B36D-4B3C-B3CF-E84475195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50" name="Rectangle 9">
                <a:extLst>
                  <a:ext uri="{FF2B5EF4-FFF2-40B4-BE49-F238E27FC236}">
                    <a16:creationId xmlns:a16="http://schemas.microsoft.com/office/drawing/2014/main" id="{74BCBCA4-63CD-35E5-C49F-49F4659D8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51" name="Rectangle 10">
                <a:extLst>
                  <a:ext uri="{FF2B5EF4-FFF2-40B4-BE49-F238E27FC236}">
                    <a16:creationId xmlns:a16="http://schemas.microsoft.com/office/drawing/2014/main" id="{35059D96-D1CE-F18C-4695-9529FE564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52" name="Rectangle 11">
                <a:extLst>
                  <a:ext uri="{FF2B5EF4-FFF2-40B4-BE49-F238E27FC236}">
                    <a16:creationId xmlns:a16="http://schemas.microsoft.com/office/drawing/2014/main" id="{BA48B283-637C-F063-7646-9CA6CB337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53" name="Rectangle 12">
                <a:extLst>
                  <a:ext uri="{FF2B5EF4-FFF2-40B4-BE49-F238E27FC236}">
                    <a16:creationId xmlns:a16="http://schemas.microsoft.com/office/drawing/2014/main" id="{BBA17DCD-7DF6-A68D-202C-D13290684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254" name="Rectangle 13">
                <a:extLst>
                  <a:ext uri="{FF2B5EF4-FFF2-40B4-BE49-F238E27FC236}">
                    <a16:creationId xmlns:a16="http://schemas.microsoft.com/office/drawing/2014/main" id="{E83DE493-7C36-4A67-AD84-74DF51749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4238" name="Text Box 14">
              <a:extLst>
                <a:ext uri="{FF2B5EF4-FFF2-40B4-BE49-F238E27FC236}">
                  <a16:creationId xmlns:a16="http://schemas.microsoft.com/office/drawing/2014/main" id="{A396DCE1-8FD4-7724-5484-4B48E2095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4239" name="Text Box 15">
              <a:extLst>
                <a:ext uri="{FF2B5EF4-FFF2-40B4-BE49-F238E27FC236}">
                  <a16:creationId xmlns:a16="http://schemas.microsoft.com/office/drawing/2014/main" id="{2B9F6DF8-01B9-8873-21DF-78041FA00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4240" name="Text Box 16">
              <a:extLst>
                <a:ext uri="{FF2B5EF4-FFF2-40B4-BE49-F238E27FC236}">
                  <a16:creationId xmlns:a16="http://schemas.microsoft.com/office/drawing/2014/main" id="{65AE9E16-4B1C-C618-25E8-C35BE59D4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4241" name="Text Box 17">
              <a:extLst>
                <a:ext uri="{FF2B5EF4-FFF2-40B4-BE49-F238E27FC236}">
                  <a16:creationId xmlns:a16="http://schemas.microsoft.com/office/drawing/2014/main" id="{85689BDD-72A2-C22F-45D7-19B1287C0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4242" name="Text Box 18">
              <a:extLst>
                <a:ext uri="{FF2B5EF4-FFF2-40B4-BE49-F238E27FC236}">
                  <a16:creationId xmlns:a16="http://schemas.microsoft.com/office/drawing/2014/main" id="{D883D85B-7B58-1ADD-6715-078EE93F7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4243" name="Text Box 19">
              <a:extLst>
                <a:ext uri="{FF2B5EF4-FFF2-40B4-BE49-F238E27FC236}">
                  <a16:creationId xmlns:a16="http://schemas.microsoft.com/office/drawing/2014/main" id="{9281D29E-A411-B14A-BC8C-38DF3CC0A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4244" name="Text Box 20">
              <a:extLst>
                <a:ext uri="{FF2B5EF4-FFF2-40B4-BE49-F238E27FC236}">
                  <a16:creationId xmlns:a16="http://schemas.microsoft.com/office/drawing/2014/main" id="{F40AD38D-4BD1-EE59-F7B5-B2F30DB9F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4245" name="Text Box 21">
              <a:extLst>
                <a:ext uri="{FF2B5EF4-FFF2-40B4-BE49-F238E27FC236}">
                  <a16:creationId xmlns:a16="http://schemas.microsoft.com/office/drawing/2014/main" id="{A3BB82B3-B1A8-C64F-D725-A71F80722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4212" name="Group 22">
            <a:extLst>
              <a:ext uri="{FF2B5EF4-FFF2-40B4-BE49-F238E27FC236}">
                <a16:creationId xmlns:a16="http://schemas.microsoft.com/office/drawing/2014/main" id="{B822764E-F8E8-F225-E303-F217AB61C190}"/>
              </a:ext>
            </a:extLst>
          </p:cNvPr>
          <p:cNvGrpSpPr>
            <a:grpSpLocks/>
          </p:cNvGrpSpPr>
          <p:nvPr/>
        </p:nvGrpSpPr>
        <p:grpSpPr bwMode="auto">
          <a:xfrm>
            <a:off x="4133850" y="2133600"/>
            <a:ext cx="3881438" cy="3270250"/>
            <a:chOff x="2361" y="1344"/>
            <a:chExt cx="2445" cy="2060"/>
          </a:xfrm>
        </p:grpSpPr>
        <p:grpSp>
          <p:nvGrpSpPr>
            <p:cNvPr id="94226" name="Group 23">
              <a:extLst>
                <a:ext uri="{FF2B5EF4-FFF2-40B4-BE49-F238E27FC236}">
                  <a16:creationId xmlns:a16="http://schemas.microsoft.com/office/drawing/2014/main" id="{AE658376-FFAF-75A4-8BB3-1DCCE6D75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1" y="1344"/>
              <a:ext cx="2445" cy="2060"/>
              <a:chOff x="2361" y="1344"/>
              <a:chExt cx="2445" cy="2060"/>
            </a:xfrm>
          </p:grpSpPr>
          <p:sp>
            <p:nvSpPr>
              <p:cNvPr id="94233" name="Text Box 24">
                <a:extLst>
                  <a:ext uri="{FF2B5EF4-FFF2-40B4-BE49-F238E27FC236}">
                    <a16:creationId xmlns:a16="http://schemas.microsoft.com/office/drawing/2014/main" id="{CEC5C8EB-232E-03D8-98ED-AAED60AC4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94234" name="Text Box 25">
                <a:extLst>
                  <a:ext uri="{FF2B5EF4-FFF2-40B4-BE49-F238E27FC236}">
                    <a16:creationId xmlns:a16="http://schemas.microsoft.com/office/drawing/2014/main" id="{85F47C8D-5862-7FDA-A9E4-D110353D8E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2880"/>
                <a:ext cx="106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4235" name="Text Box 26">
                <a:extLst>
                  <a:ext uri="{FF2B5EF4-FFF2-40B4-BE49-F238E27FC236}">
                    <a16:creationId xmlns:a16="http://schemas.microsoft.com/office/drawing/2014/main" id="{88E54DD8-FFDA-DCB5-52AB-1355ACF15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3" y="2880"/>
                <a:ext cx="840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, 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94236" name="Text Box 27">
                <a:extLst>
                  <a:ext uri="{FF2B5EF4-FFF2-40B4-BE49-F238E27FC236}">
                    <a16:creationId xmlns:a16="http://schemas.microsoft.com/office/drawing/2014/main" id="{1224B554-F7FC-B99C-F9FD-638925D716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  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4227" name="Line 28">
              <a:extLst>
                <a:ext uri="{FF2B5EF4-FFF2-40B4-BE49-F238E27FC236}">
                  <a16:creationId xmlns:a16="http://schemas.microsoft.com/office/drawing/2014/main" id="{8FD83201-0755-62AD-DA68-097E4A9D3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28" name="Line 29">
              <a:extLst>
                <a:ext uri="{FF2B5EF4-FFF2-40B4-BE49-F238E27FC236}">
                  <a16:creationId xmlns:a16="http://schemas.microsoft.com/office/drawing/2014/main" id="{CCC482EB-6B32-B69D-4297-0853E5A2E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29" name="Line 30">
              <a:extLst>
                <a:ext uri="{FF2B5EF4-FFF2-40B4-BE49-F238E27FC236}">
                  <a16:creationId xmlns:a16="http://schemas.microsoft.com/office/drawing/2014/main" id="{51571FF4-32E4-7B61-39BE-433C25731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30" name="Line 31">
              <a:extLst>
                <a:ext uri="{FF2B5EF4-FFF2-40B4-BE49-F238E27FC236}">
                  <a16:creationId xmlns:a16="http://schemas.microsoft.com/office/drawing/2014/main" id="{377B7972-C254-8638-B469-74DC99BF0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31" name="Line 32">
              <a:extLst>
                <a:ext uri="{FF2B5EF4-FFF2-40B4-BE49-F238E27FC236}">
                  <a16:creationId xmlns:a16="http://schemas.microsoft.com/office/drawing/2014/main" id="{B8DFDFA4-5EE7-8B47-A7F5-CA30D8B3F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32" name="Line 33">
              <a:extLst>
                <a:ext uri="{FF2B5EF4-FFF2-40B4-BE49-F238E27FC236}">
                  <a16:creationId xmlns:a16="http://schemas.microsoft.com/office/drawing/2014/main" id="{479EB806-DB06-48DB-094C-38F886743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4213" name="AutoShape 34">
            <a:extLst>
              <a:ext uri="{FF2B5EF4-FFF2-40B4-BE49-F238E27FC236}">
                <a16:creationId xmlns:a16="http://schemas.microsoft.com/office/drawing/2014/main" id="{33A0C55B-66C4-FE02-070C-ACEE45BCC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4" name="Oval 35">
            <a:extLst>
              <a:ext uri="{FF2B5EF4-FFF2-40B4-BE49-F238E27FC236}">
                <a16:creationId xmlns:a16="http://schemas.microsoft.com/office/drawing/2014/main" id="{1963907C-4BB3-A477-1EEF-68E4E4DE2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5" name="Oval 36">
            <a:extLst>
              <a:ext uri="{FF2B5EF4-FFF2-40B4-BE49-F238E27FC236}">
                <a16:creationId xmlns:a16="http://schemas.microsoft.com/office/drawing/2014/main" id="{86CD4EE2-C99D-3818-2BA6-24F3D5E04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6" name="Oval 37">
            <a:extLst>
              <a:ext uri="{FF2B5EF4-FFF2-40B4-BE49-F238E27FC236}">
                <a16:creationId xmlns:a16="http://schemas.microsoft.com/office/drawing/2014/main" id="{71884F8B-6B4D-3F7F-66C7-8E3E9263B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7" name="Oval 38">
            <a:extLst>
              <a:ext uri="{FF2B5EF4-FFF2-40B4-BE49-F238E27FC236}">
                <a16:creationId xmlns:a16="http://schemas.microsoft.com/office/drawing/2014/main" id="{79EDF1A1-4493-C1D9-92CA-58C1C7502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8" name="Oval 39">
            <a:extLst>
              <a:ext uri="{FF2B5EF4-FFF2-40B4-BE49-F238E27FC236}">
                <a16:creationId xmlns:a16="http://schemas.microsoft.com/office/drawing/2014/main" id="{3AAE6333-2AF7-F584-C9FD-75199521C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9" name="Oval 40">
            <a:extLst>
              <a:ext uri="{FF2B5EF4-FFF2-40B4-BE49-F238E27FC236}">
                <a16:creationId xmlns:a16="http://schemas.microsoft.com/office/drawing/2014/main" id="{E9DC011B-9254-E8A1-AD0C-DEEF075D2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20" name="AutoShape 41">
            <a:extLst>
              <a:ext uri="{FF2B5EF4-FFF2-40B4-BE49-F238E27FC236}">
                <a16:creationId xmlns:a16="http://schemas.microsoft.com/office/drawing/2014/main" id="{8AC0B53F-C616-CC06-320C-BBBBD997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21" name="Oval 42">
            <a:extLst>
              <a:ext uri="{FF2B5EF4-FFF2-40B4-BE49-F238E27FC236}">
                <a16:creationId xmlns:a16="http://schemas.microsoft.com/office/drawing/2014/main" id="{76F2DFD1-B09A-94F6-CDA3-BAEDED648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22" name="Oval 46">
            <a:extLst>
              <a:ext uri="{FF2B5EF4-FFF2-40B4-BE49-F238E27FC236}">
                <a16:creationId xmlns:a16="http://schemas.microsoft.com/office/drawing/2014/main" id="{C4796B46-45BC-F3C7-4CBA-C80DB7FB3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23" name="AutoShape 47">
            <a:extLst>
              <a:ext uri="{FF2B5EF4-FFF2-40B4-BE49-F238E27FC236}">
                <a16:creationId xmlns:a16="http://schemas.microsoft.com/office/drawing/2014/main" id="{1D5E0B2C-2B71-C7D2-F961-A27564948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24" name="Oval 48">
            <a:extLst>
              <a:ext uri="{FF2B5EF4-FFF2-40B4-BE49-F238E27FC236}">
                <a16:creationId xmlns:a16="http://schemas.microsoft.com/office/drawing/2014/main" id="{A3DA89C2-6AE3-93C2-382D-41591138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3B1E1-B95B-0C8E-98F6-5B25D02CD77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6FA8F007-AF33-A1EB-8C4B-248467C1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49277"/>
            <a:ext cx="289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Dead End → Backtrack</a:t>
            </a:r>
            <a:endParaRPr lang="en-GB" alt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5" name="Group 3">
            <a:extLst>
              <a:ext uri="{FF2B5EF4-FFF2-40B4-BE49-F238E27FC236}">
                <a16:creationId xmlns:a16="http://schemas.microsoft.com/office/drawing/2014/main" id="{FDD27E9C-D8A2-9637-76DE-7A0447D8E45E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5256" name="Group 4">
              <a:extLst>
                <a:ext uri="{FF2B5EF4-FFF2-40B4-BE49-F238E27FC236}">
                  <a16:creationId xmlns:a16="http://schemas.microsoft.com/office/drawing/2014/main" id="{DD27B6A0-DAB2-B65F-4082-199AA68862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5265" name="Rectangle 5">
                <a:extLst>
                  <a:ext uri="{FF2B5EF4-FFF2-40B4-BE49-F238E27FC236}">
                    <a16:creationId xmlns:a16="http://schemas.microsoft.com/office/drawing/2014/main" id="{96D25BD1-5492-3DA6-5975-55C713BB3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66" name="Rectangle 6">
                <a:extLst>
                  <a:ext uri="{FF2B5EF4-FFF2-40B4-BE49-F238E27FC236}">
                    <a16:creationId xmlns:a16="http://schemas.microsoft.com/office/drawing/2014/main" id="{8B66C164-DFF7-C3B5-90EF-14B28D9F9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67" name="Rectangle 7">
                <a:extLst>
                  <a:ext uri="{FF2B5EF4-FFF2-40B4-BE49-F238E27FC236}">
                    <a16:creationId xmlns:a16="http://schemas.microsoft.com/office/drawing/2014/main" id="{33687865-514B-CBF0-3CB6-2BE0ADD70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68" name="Rectangle 8">
                <a:extLst>
                  <a:ext uri="{FF2B5EF4-FFF2-40B4-BE49-F238E27FC236}">
                    <a16:creationId xmlns:a16="http://schemas.microsoft.com/office/drawing/2014/main" id="{17853A85-CE38-A14F-78F1-A3FD54527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69" name="Rectangle 9">
                <a:extLst>
                  <a:ext uri="{FF2B5EF4-FFF2-40B4-BE49-F238E27FC236}">
                    <a16:creationId xmlns:a16="http://schemas.microsoft.com/office/drawing/2014/main" id="{B8763ABB-B95D-23B1-8F04-2446C8F15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70" name="Rectangle 10">
                <a:extLst>
                  <a:ext uri="{FF2B5EF4-FFF2-40B4-BE49-F238E27FC236}">
                    <a16:creationId xmlns:a16="http://schemas.microsoft.com/office/drawing/2014/main" id="{48407ECC-6C15-73C5-ADF2-416A8DB72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71" name="Rectangle 11">
                <a:extLst>
                  <a:ext uri="{FF2B5EF4-FFF2-40B4-BE49-F238E27FC236}">
                    <a16:creationId xmlns:a16="http://schemas.microsoft.com/office/drawing/2014/main" id="{876AB9B5-276A-03AD-FC0E-32E76A02F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72" name="Rectangle 12">
                <a:extLst>
                  <a:ext uri="{FF2B5EF4-FFF2-40B4-BE49-F238E27FC236}">
                    <a16:creationId xmlns:a16="http://schemas.microsoft.com/office/drawing/2014/main" id="{3D881360-137F-C225-1050-CD0ECABFD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273" name="Rectangle 13">
                <a:extLst>
                  <a:ext uri="{FF2B5EF4-FFF2-40B4-BE49-F238E27FC236}">
                    <a16:creationId xmlns:a16="http://schemas.microsoft.com/office/drawing/2014/main" id="{0D208E93-BABB-1DF0-2BA6-3F5BD2B11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5257" name="Text Box 14">
              <a:extLst>
                <a:ext uri="{FF2B5EF4-FFF2-40B4-BE49-F238E27FC236}">
                  <a16:creationId xmlns:a16="http://schemas.microsoft.com/office/drawing/2014/main" id="{F8614961-910C-FE3F-8AFB-6EBB8C28F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5258" name="Text Box 15">
              <a:extLst>
                <a:ext uri="{FF2B5EF4-FFF2-40B4-BE49-F238E27FC236}">
                  <a16:creationId xmlns:a16="http://schemas.microsoft.com/office/drawing/2014/main" id="{B6D5BAB6-D207-F72E-7905-5549094A9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5259" name="Text Box 16">
              <a:extLst>
                <a:ext uri="{FF2B5EF4-FFF2-40B4-BE49-F238E27FC236}">
                  <a16:creationId xmlns:a16="http://schemas.microsoft.com/office/drawing/2014/main" id="{2E3E3FFD-B77D-E007-C3E2-DE585B014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5260" name="Text Box 17">
              <a:extLst>
                <a:ext uri="{FF2B5EF4-FFF2-40B4-BE49-F238E27FC236}">
                  <a16:creationId xmlns:a16="http://schemas.microsoft.com/office/drawing/2014/main" id="{39F649B2-39F6-19CE-5347-6932FE985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5261" name="Text Box 18">
              <a:extLst>
                <a:ext uri="{FF2B5EF4-FFF2-40B4-BE49-F238E27FC236}">
                  <a16:creationId xmlns:a16="http://schemas.microsoft.com/office/drawing/2014/main" id="{1F71FDE9-0CF3-672A-F0A0-CA24737E0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5262" name="Text Box 19">
              <a:extLst>
                <a:ext uri="{FF2B5EF4-FFF2-40B4-BE49-F238E27FC236}">
                  <a16:creationId xmlns:a16="http://schemas.microsoft.com/office/drawing/2014/main" id="{C8BA6CEE-003C-10E9-CBBA-8820B9C8D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5263" name="Text Box 20">
              <a:extLst>
                <a:ext uri="{FF2B5EF4-FFF2-40B4-BE49-F238E27FC236}">
                  <a16:creationId xmlns:a16="http://schemas.microsoft.com/office/drawing/2014/main" id="{502FE9D5-4F1C-CDF4-97CC-6407F0638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5264" name="Text Box 21">
              <a:extLst>
                <a:ext uri="{FF2B5EF4-FFF2-40B4-BE49-F238E27FC236}">
                  <a16:creationId xmlns:a16="http://schemas.microsoft.com/office/drawing/2014/main" id="{C7979178-A275-DE4F-4F88-982BE4209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5236" name="Group 22">
            <a:extLst>
              <a:ext uri="{FF2B5EF4-FFF2-40B4-BE49-F238E27FC236}">
                <a16:creationId xmlns:a16="http://schemas.microsoft.com/office/drawing/2014/main" id="{6BDFB28A-F2DE-E422-3E60-CC122D7F3365}"/>
              </a:ext>
            </a:extLst>
          </p:cNvPr>
          <p:cNvGrpSpPr>
            <a:grpSpLocks/>
          </p:cNvGrpSpPr>
          <p:nvPr/>
        </p:nvGrpSpPr>
        <p:grpSpPr bwMode="auto">
          <a:xfrm>
            <a:off x="4254500" y="2133600"/>
            <a:ext cx="3727450" cy="3276600"/>
            <a:chOff x="2437" y="1344"/>
            <a:chExt cx="2348" cy="2064"/>
          </a:xfrm>
        </p:grpSpPr>
        <p:grpSp>
          <p:nvGrpSpPr>
            <p:cNvPr id="95245" name="Group 23">
              <a:extLst>
                <a:ext uri="{FF2B5EF4-FFF2-40B4-BE49-F238E27FC236}">
                  <a16:creationId xmlns:a16="http://schemas.microsoft.com/office/drawing/2014/main" id="{30A0B9C0-4C6D-B897-CE8E-EC2F86847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" y="1344"/>
              <a:ext cx="2348" cy="2064"/>
              <a:chOff x="2437" y="1344"/>
              <a:chExt cx="2348" cy="2064"/>
            </a:xfrm>
          </p:grpSpPr>
          <p:sp>
            <p:nvSpPr>
              <p:cNvPr id="95252" name="Text Box 24">
                <a:extLst>
                  <a:ext uri="{FF2B5EF4-FFF2-40B4-BE49-F238E27FC236}">
                    <a16:creationId xmlns:a16="http://schemas.microsoft.com/office/drawing/2014/main" id="{2EFE2431-5595-F7AA-C37B-ACEFF5AB4F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5253" name="Text Box 25">
                <a:extLst>
                  <a:ext uri="{FF2B5EF4-FFF2-40B4-BE49-F238E27FC236}">
                    <a16:creationId xmlns:a16="http://schemas.microsoft.com/office/drawing/2014/main" id="{A9212E0A-47AA-000C-1B05-F57FE41165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95254" name="Text Box 26">
                <a:extLst>
                  <a:ext uri="{FF2B5EF4-FFF2-40B4-BE49-F238E27FC236}">
                    <a16:creationId xmlns:a16="http://schemas.microsoft.com/office/drawing/2014/main" id="{7C8EB81E-8960-CA0F-B1ED-34BCA5CD32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95255" name="Text Box 27">
                <a:extLst>
                  <a:ext uri="{FF2B5EF4-FFF2-40B4-BE49-F238E27FC236}">
                    <a16:creationId xmlns:a16="http://schemas.microsoft.com/office/drawing/2014/main" id="{BA54AFD0-C8C5-DE14-F717-089D140077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</p:grpSp>
        <p:sp>
          <p:nvSpPr>
            <p:cNvPr id="95246" name="Line 28">
              <a:extLst>
                <a:ext uri="{FF2B5EF4-FFF2-40B4-BE49-F238E27FC236}">
                  <a16:creationId xmlns:a16="http://schemas.microsoft.com/office/drawing/2014/main" id="{6DA7547C-B55F-D3AF-50E1-6733BFCB2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47" name="Line 29">
              <a:extLst>
                <a:ext uri="{FF2B5EF4-FFF2-40B4-BE49-F238E27FC236}">
                  <a16:creationId xmlns:a16="http://schemas.microsoft.com/office/drawing/2014/main" id="{653BA3DA-CAB0-2E21-6723-3C8A440B8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48" name="Line 30">
              <a:extLst>
                <a:ext uri="{FF2B5EF4-FFF2-40B4-BE49-F238E27FC236}">
                  <a16:creationId xmlns:a16="http://schemas.microsoft.com/office/drawing/2014/main" id="{2B3A6D26-2391-DFA5-5C35-C404D6AA5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49" name="Line 31">
              <a:extLst>
                <a:ext uri="{FF2B5EF4-FFF2-40B4-BE49-F238E27FC236}">
                  <a16:creationId xmlns:a16="http://schemas.microsoft.com/office/drawing/2014/main" id="{6BF10B10-FBD9-E953-4125-A415B051B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0" name="Line 32">
              <a:extLst>
                <a:ext uri="{FF2B5EF4-FFF2-40B4-BE49-F238E27FC236}">
                  <a16:creationId xmlns:a16="http://schemas.microsoft.com/office/drawing/2014/main" id="{AB693EEB-88F1-0526-0CDD-045328647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1" name="Line 33">
              <a:extLst>
                <a:ext uri="{FF2B5EF4-FFF2-40B4-BE49-F238E27FC236}">
                  <a16:creationId xmlns:a16="http://schemas.microsoft.com/office/drawing/2014/main" id="{B731DF7A-029C-50D3-78DC-799E083E10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5237" name="AutoShape 34">
            <a:extLst>
              <a:ext uri="{FF2B5EF4-FFF2-40B4-BE49-F238E27FC236}">
                <a16:creationId xmlns:a16="http://schemas.microsoft.com/office/drawing/2014/main" id="{21C3F19E-2132-28CA-31E3-3116BA1FB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687B6DD2-74BE-582D-5F20-2E4061C3BE1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5239" name="Oval 36">
              <a:extLst>
                <a:ext uri="{FF2B5EF4-FFF2-40B4-BE49-F238E27FC236}">
                  <a16:creationId xmlns:a16="http://schemas.microsoft.com/office/drawing/2014/main" id="{59E42ADE-8908-F275-8C52-77AF1F9D5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5240" name="Oval 37">
              <a:extLst>
                <a:ext uri="{FF2B5EF4-FFF2-40B4-BE49-F238E27FC236}">
                  <a16:creationId xmlns:a16="http://schemas.microsoft.com/office/drawing/2014/main" id="{5D1B4ED4-5D01-0AE5-2909-0BB792A20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5241" name="Oval 38">
              <a:extLst>
                <a:ext uri="{FF2B5EF4-FFF2-40B4-BE49-F238E27FC236}">
                  <a16:creationId xmlns:a16="http://schemas.microsoft.com/office/drawing/2014/main" id="{1325CC0F-BAA3-4302-94D3-9EA99C4E0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5242" name="Oval 39">
              <a:extLst>
                <a:ext uri="{FF2B5EF4-FFF2-40B4-BE49-F238E27FC236}">
                  <a16:creationId xmlns:a16="http://schemas.microsoft.com/office/drawing/2014/main" id="{82FF6D3E-F765-D4ED-215C-D23C552AE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5243" name="Oval 40">
              <a:extLst>
                <a:ext uri="{FF2B5EF4-FFF2-40B4-BE49-F238E27FC236}">
                  <a16:creationId xmlns:a16="http://schemas.microsoft.com/office/drawing/2014/main" id="{8482F1E6-6BAA-25A0-76CF-DAA93B9E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5244" name="Oval 41">
              <a:extLst>
                <a:ext uri="{FF2B5EF4-FFF2-40B4-BE49-F238E27FC236}">
                  <a16:creationId xmlns:a16="http://schemas.microsoft.com/office/drawing/2014/main" id="{E8159256-E7BB-E946-4F20-A37979DAB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4D3C7B-3A0E-A381-0C7A-E050B5B0B78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9" name="Group 3">
            <a:extLst>
              <a:ext uri="{FF2B5EF4-FFF2-40B4-BE49-F238E27FC236}">
                <a16:creationId xmlns:a16="http://schemas.microsoft.com/office/drawing/2014/main" id="{D463CEF6-3582-0974-6B5B-9CA51966FB9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6280" name="Group 4">
              <a:extLst>
                <a:ext uri="{FF2B5EF4-FFF2-40B4-BE49-F238E27FC236}">
                  <a16:creationId xmlns:a16="http://schemas.microsoft.com/office/drawing/2014/main" id="{A7E11E6C-2B0D-0798-F182-0607C924E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6289" name="Rectangle 5">
                <a:extLst>
                  <a:ext uri="{FF2B5EF4-FFF2-40B4-BE49-F238E27FC236}">
                    <a16:creationId xmlns:a16="http://schemas.microsoft.com/office/drawing/2014/main" id="{FBC03D26-33D7-25E0-0348-717C50EE8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0" name="Rectangle 6">
                <a:extLst>
                  <a:ext uri="{FF2B5EF4-FFF2-40B4-BE49-F238E27FC236}">
                    <a16:creationId xmlns:a16="http://schemas.microsoft.com/office/drawing/2014/main" id="{D2C71713-44BE-3749-9D65-3BFD6BA3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1" name="Rectangle 7">
                <a:extLst>
                  <a:ext uri="{FF2B5EF4-FFF2-40B4-BE49-F238E27FC236}">
                    <a16:creationId xmlns:a16="http://schemas.microsoft.com/office/drawing/2014/main" id="{AD35FC07-8613-04DE-8A85-7E295499E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2" name="Rectangle 8">
                <a:extLst>
                  <a:ext uri="{FF2B5EF4-FFF2-40B4-BE49-F238E27FC236}">
                    <a16:creationId xmlns:a16="http://schemas.microsoft.com/office/drawing/2014/main" id="{FD7DE3C1-EC6B-281A-4699-62E7EB6BE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3" name="Rectangle 9">
                <a:extLst>
                  <a:ext uri="{FF2B5EF4-FFF2-40B4-BE49-F238E27FC236}">
                    <a16:creationId xmlns:a16="http://schemas.microsoft.com/office/drawing/2014/main" id="{03FB12B4-E763-220F-9AED-693A56024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4" name="Rectangle 10">
                <a:extLst>
                  <a:ext uri="{FF2B5EF4-FFF2-40B4-BE49-F238E27FC236}">
                    <a16:creationId xmlns:a16="http://schemas.microsoft.com/office/drawing/2014/main" id="{DA2FE9F6-7EA5-E6B7-A42D-4F5CD6B9C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5" name="Rectangle 11">
                <a:extLst>
                  <a:ext uri="{FF2B5EF4-FFF2-40B4-BE49-F238E27FC236}">
                    <a16:creationId xmlns:a16="http://schemas.microsoft.com/office/drawing/2014/main" id="{930C949C-22D5-5D49-D721-D536B2B69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6" name="Rectangle 12">
                <a:extLst>
                  <a:ext uri="{FF2B5EF4-FFF2-40B4-BE49-F238E27FC236}">
                    <a16:creationId xmlns:a16="http://schemas.microsoft.com/office/drawing/2014/main" id="{308C3DF4-C08E-A34F-6FF0-6E10D89A5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297" name="Rectangle 13">
                <a:extLst>
                  <a:ext uri="{FF2B5EF4-FFF2-40B4-BE49-F238E27FC236}">
                    <a16:creationId xmlns:a16="http://schemas.microsoft.com/office/drawing/2014/main" id="{BAE9A329-3013-2630-3ED0-D3E32B7F8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6281" name="Text Box 14">
              <a:extLst>
                <a:ext uri="{FF2B5EF4-FFF2-40B4-BE49-F238E27FC236}">
                  <a16:creationId xmlns:a16="http://schemas.microsoft.com/office/drawing/2014/main" id="{05F84F6A-FEC3-05AC-4729-885E53386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6282" name="Text Box 15">
              <a:extLst>
                <a:ext uri="{FF2B5EF4-FFF2-40B4-BE49-F238E27FC236}">
                  <a16:creationId xmlns:a16="http://schemas.microsoft.com/office/drawing/2014/main" id="{350F21B4-22A5-F134-C3EF-D0184F30F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6283" name="Text Box 16">
              <a:extLst>
                <a:ext uri="{FF2B5EF4-FFF2-40B4-BE49-F238E27FC236}">
                  <a16:creationId xmlns:a16="http://schemas.microsoft.com/office/drawing/2014/main" id="{C99841A8-82D0-B06B-4A63-761B06D17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6284" name="Text Box 17">
              <a:extLst>
                <a:ext uri="{FF2B5EF4-FFF2-40B4-BE49-F238E27FC236}">
                  <a16:creationId xmlns:a16="http://schemas.microsoft.com/office/drawing/2014/main" id="{22B458BE-3EC7-46FB-3E9B-BD338AE20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6285" name="Text Box 18">
              <a:extLst>
                <a:ext uri="{FF2B5EF4-FFF2-40B4-BE49-F238E27FC236}">
                  <a16:creationId xmlns:a16="http://schemas.microsoft.com/office/drawing/2014/main" id="{0CB6FF26-4258-F17B-6BA0-876D751DD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6286" name="Text Box 19">
              <a:extLst>
                <a:ext uri="{FF2B5EF4-FFF2-40B4-BE49-F238E27FC236}">
                  <a16:creationId xmlns:a16="http://schemas.microsoft.com/office/drawing/2014/main" id="{0B156CB8-939F-A97D-CC2A-5E1529B67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6287" name="Text Box 20">
              <a:extLst>
                <a:ext uri="{FF2B5EF4-FFF2-40B4-BE49-F238E27FC236}">
                  <a16:creationId xmlns:a16="http://schemas.microsoft.com/office/drawing/2014/main" id="{B60C9BA5-C0EF-1390-F63B-B63462ED1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6288" name="Text Box 21">
              <a:extLst>
                <a:ext uri="{FF2B5EF4-FFF2-40B4-BE49-F238E27FC236}">
                  <a16:creationId xmlns:a16="http://schemas.microsoft.com/office/drawing/2014/main" id="{4811ED5A-0780-2834-31F5-8536EE077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6260" name="Group 22">
            <a:extLst>
              <a:ext uri="{FF2B5EF4-FFF2-40B4-BE49-F238E27FC236}">
                <a16:creationId xmlns:a16="http://schemas.microsoft.com/office/drawing/2014/main" id="{52E97E79-3F63-F6BE-3A5B-769AD478628D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73488" cy="3276600"/>
            <a:chOff x="2429" y="1344"/>
            <a:chExt cx="2377" cy="2064"/>
          </a:xfrm>
        </p:grpSpPr>
        <p:grpSp>
          <p:nvGrpSpPr>
            <p:cNvPr id="96269" name="Group 23">
              <a:extLst>
                <a:ext uri="{FF2B5EF4-FFF2-40B4-BE49-F238E27FC236}">
                  <a16:creationId xmlns:a16="http://schemas.microsoft.com/office/drawing/2014/main" id="{B9187E36-9784-684A-C989-3C74F599B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7" cy="2064"/>
              <a:chOff x="2429" y="1344"/>
              <a:chExt cx="2377" cy="2064"/>
            </a:xfrm>
          </p:grpSpPr>
          <p:sp>
            <p:nvSpPr>
              <p:cNvPr id="96276" name="Text Box 24">
                <a:extLst>
                  <a:ext uri="{FF2B5EF4-FFF2-40B4-BE49-F238E27FC236}">
                    <a16:creationId xmlns:a16="http://schemas.microsoft.com/office/drawing/2014/main" id="{BAC60645-AFE1-B39F-EB62-E71AD9F659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6277" name="Text Box 25">
                <a:extLst>
                  <a:ext uri="{FF2B5EF4-FFF2-40B4-BE49-F238E27FC236}">
                    <a16:creationId xmlns:a16="http://schemas.microsoft.com/office/drawing/2014/main" id="{C3350E78-7BE3-F1D3-F614-41C561B448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6278" name="Text Box 26">
                <a:extLst>
                  <a:ext uri="{FF2B5EF4-FFF2-40B4-BE49-F238E27FC236}">
                    <a16:creationId xmlns:a16="http://schemas.microsoft.com/office/drawing/2014/main" id="{A51E1943-E493-02BA-E33B-C86CFAC93B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7" y="2880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,3,4}</a:t>
                </a:r>
              </a:p>
            </p:txBody>
          </p:sp>
          <p:sp>
            <p:nvSpPr>
              <p:cNvPr id="96279" name="Text Box 27">
                <a:extLst>
                  <a:ext uri="{FF2B5EF4-FFF2-40B4-BE49-F238E27FC236}">
                    <a16:creationId xmlns:a16="http://schemas.microsoft.com/office/drawing/2014/main" id="{582190C3-D4A4-48D0-F09C-20BDDE20A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</p:grpSp>
        <p:sp>
          <p:nvSpPr>
            <p:cNvPr id="96270" name="Line 28">
              <a:extLst>
                <a:ext uri="{FF2B5EF4-FFF2-40B4-BE49-F238E27FC236}">
                  <a16:creationId xmlns:a16="http://schemas.microsoft.com/office/drawing/2014/main" id="{8CB851A6-8E91-1515-8A00-E896B6F2B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71" name="Line 29">
              <a:extLst>
                <a:ext uri="{FF2B5EF4-FFF2-40B4-BE49-F238E27FC236}">
                  <a16:creationId xmlns:a16="http://schemas.microsoft.com/office/drawing/2014/main" id="{FEDEDD79-2487-78DD-6B8D-7AD444EB2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72" name="Line 30">
              <a:extLst>
                <a:ext uri="{FF2B5EF4-FFF2-40B4-BE49-F238E27FC236}">
                  <a16:creationId xmlns:a16="http://schemas.microsoft.com/office/drawing/2014/main" id="{32548E58-653E-0BD6-7EE3-6F0DB6FF3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73" name="Line 31">
              <a:extLst>
                <a:ext uri="{FF2B5EF4-FFF2-40B4-BE49-F238E27FC236}">
                  <a16:creationId xmlns:a16="http://schemas.microsoft.com/office/drawing/2014/main" id="{D93BC7F4-B0DF-2A77-840C-3D2AF38A8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74" name="Line 32">
              <a:extLst>
                <a:ext uri="{FF2B5EF4-FFF2-40B4-BE49-F238E27FC236}">
                  <a16:creationId xmlns:a16="http://schemas.microsoft.com/office/drawing/2014/main" id="{4FE68D8C-8C8C-5FC4-3589-D486432F5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75" name="Line 33">
              <a:extLst>
                <a:ext uri="{FF2B5EF4-FFF2-40B4-BE49-F238E27FC236}">
                  <a16:creationId xmlns:a16="http://schemas.microsoft.com/office/drawing/2014/main" id="{467DC331-42B3-9AB9-9E82-50D61E190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6261" name="AutoShape 34">
            <a:extLst>
              <a:ext uri="{FF2B5EF4-FFF2-40B4-BE49-F238E27FC236}">
                <a16:creationId xmlns:a16="http://schemas.microsoft.com/office/drawing/2014/main" id="{F2F9E223-2261-3775-25DE-C3ED2E9F5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96262" name="Group 35">
            <a:extLst>
              <a:ext uri="{FF2B5EF4-FFF2-40B4-BE49-F238E27FC236}">
                <a16:creationId xmlns:a16="http://schemas.microsoft.com/office/drawing/2014/main" id="{D9555FBF-C51F-AEE0-3631-183DD72CEFE0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6263" name="Oval 36">
              <a:extLst>
                <a:ext uri="{FF2B5EF4-FFF2-40B4-BE49-F238E27FC236}">
                  <a16:creationId xmlns:a16="http://schemas.microsoft.com/office/drawing/2014/main" id="{B7E75F9C-D412-A6CD-0284-C78400DB6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6264" name="Oval 37">
              <a:extLst>
                <a:ext uri="{FF2B5EF4-FFF2-40B4-BE49-F238E27FC236}">
                  <a16:creationId xmlns:a16="http://schemas.microsoft.com/office/drawing/2014/main" id="{3001F373-1193-9CD9-57FF-8030772F8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6265" name="Oval 38">
              <a:extLst>
                <a:ext uri="{FF2B5EF4-FFF2-40B4-BE49-F238E27FC236}">
                  <a16:creationId xmlns:a16="http://schemas.microsoft.com/office/drawing/2014/main" id="{A0598316-388D-BDFD-D83D-C7651CB37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6266" name="Oval 39">
              <a:extLst>
                <a:ext uri="{FF2B5EF4-FFF2-40B4-BE49-F238E27FC236}">
                  <a16:creationId xmlns:a16="http://schemas.microsoft.com/office/drawing/2014/main" id="{FEF15A04-3F60-2036-A97F-9F62F4E43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6267" name="Oval 40">
              <a:extLst>
                <a:ext uri="{FF2B5EF4-FFF2-40B4-BE49-F238E27FC236}">
                  <a16:creationId xmlns:a16="http://schemas.microsoft.com/office/drawing/2014/main" id="{BD18B86F-C62A-751E-4435-DA5E06F7D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6268" name="Oval 41">
              <a:extLst>
                <a:ext uri="{FF2B5EF4-FFF2-40B4-BE49-F238E27FC236}">
                  <a16:creationId xmlns:a16="http://schemas.microsoft.com/office/drawing/2014/main" id="{7E64E709-310D-A5C8-21EF-CF7B20672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D0E3A09-D97C-81D3-6B49-F70642DE42D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3" name="Group 3">
            <a:extLst>
              <a:ext uri="{FF2B5EF4-FFF2-40B4-BE49-F238E27FC236}">
                <a16:creationId xmlns:a16="http://schemas.microsoft.com/office/drawing/2014/main" id="{FCFFBFBE-2B31-005D-9728-7B966EECFCF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7307" name="Group 4">
              <a:extLst>
                <a:ext uri="{FF2B5EF4-FFF2-40B4-BE49-F238E27FC236}">
                  <a16:creationId xmlns:a16="http://schemas.microsoft.com/office/drawing/2014/main" id="{2B8FEEF0-8532-33A4-830E-AFB8571ED3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7316" name="Rectangle 5">
                <a:extLst>
                  <a:ext uri="{FF2B5EF4-FFF2-40B4-BE49-F238E27FC236}">
                    <a16:creationId xmlns:a16="http://schemas.microsoft.com/office/drawing/2014/main" id="{AE635D43-79B4-1CAD-ADD3-F44D1256A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17" name="Rectangle 6">
                <a:extLst>
                  <a:ext uri="{FF2B5EF4-FFF2-40B4-BE49-F238E27FC236}">
                    <a16:creationId xmlns:a16="http://schemas.microsoft.com/office/drawing/2014/main" id="{5A2C4AB3-C8F4-7FF1-0D85-9A1611046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18" name="Rectangle 7">
                <a:extLst>
                  <a:ext uri="{FF2B5EF4-FFF2-40B4-BE49-F238E27FC236}">
                    <a16:creationId xmlns:a16="http://schemas.microsoft.com/office/drawing/2014/main" id="{462FF45B-F3C9-0BEE-C847-5CAB6EB42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19" name="Rectangle 8">
                <a:extLst>
                  <a:ext uri="{FF2B5EF4-FFF2-40B4-BE49-F238E27FC236}">
                    <a16:creationId xmlns:a16="http://schemas.microsoft.com/office/drawing/2014/main" id="{AF131C54-158A-99BD-E911-5A8AC662E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20" name="Rectangle 9">
                <a:extLst>
                  <a:ext uri="{FF2B5EF4-FFF2-40B4-BE49-F238E27FC236}">
                    <a16:creationId xmlns:a16="http://schemas.microsoft.com/office/drawing/2014/main" id="{5DCFFC43-D271-BFAD-9062-0B1E20E56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21" name="Rectangle 10">
                <a:extLst>
                  <a:ext uri="{FF2B5EF4-FFF2-40B4-BE49-F238E27FC236}">
                    <a16:creationId xmlns:a16="http://schemas.microsoft.com/office/drawing/2014/main" id="{777BDE6E-B6B1-E594-0330-8BF81ACA4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22" name="Rectangle 11">
                <a:extLst>
                  <a:ext uri="{FF2B5EF4-FFF2-40B4-BE49-F238E27FC236}">
                    <a16:creationId xmlns:a16="http://schemas.microsoft.com/office/drawing/2014/main" id="{5C864F4A-FE52-9B08-EA06-BF4F23814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23" name="Rectangle 12">
                <a:extLst>
                  <a:ext uri="{FF2B5EF4-FFF2-40B4-BE49-F238E27FC236}">
                    <a16:creationId xmlns:a16="http://schemas.microsoft.com/office/drawing/2014/main" id="{0A418CFA-E11D-1B5A-998E-388A6431C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324" name="Rectangle 13">
                <a:extLst>
                  <a:ext uri="{FF2B5EF4-FFF2-40B4-BE49-F238E27FC236}">
                    <a16:creationId xmlns:a16="http://schemas.microsoft.com/office/drawing/2014/main" id="{312FCCFC-061A-1BCB-97CF-0B422BA1D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7308" name="Text Box 14">
              <a:extLst>
                <a:ext uri="{FF2B5EF4-FFF2-40B4-BE49-F238E27FC236}">
                  <a16:creationId xmlns:a16="http://schemas.microsoft.com/office/drawing/2014/main" id="{968DEB68-B9E6-5730-1B9A-3F2992D68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7309" name="Text Box 15">
              <a:extLst>
                <a:ext uri="{FF2B5EF4-FFF2-40B4-BE49-F238E27FC236}">
                  <a16:creationId xmlns:a16="http://schemas.microsoft.com/office/drawing/2014/main" id="{306A071A-0D50-3A2C-99A7-7F927E42A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7310" name="Text Box 16">
              <a:extLst>
                <a:ext uri="{FF2B5EF4-FFF2-40B4-BE49-F238E27FC236}">
                  <a16:creationId xmlns:a16="http://schemas.microsoft.com/office/drawing/2014/main" id="{2ADBBF97-2FE3-25BD-24B4-9B054D2DA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7311" name="Text Box 17">
              <a:extLst>
                <a:ext uri="{FF2B5EF4-FFF2-40B4-BE49-F238E27FC236}">
                  <a16:creationId xmlns:a16="http://schemas.microsoft.com/office/drawing/2014/main" id="{5DCD0AED-0D7C-2194-8A7B-49138508E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7312" name="Text Box 18">
              <a:extLst>
                <a:ext uri="{FF2B5EF4-FFF2-40B4-BE49-F238E27FC236}">
                  <a16:creationId xmlns:a16="http://schemas.microsoft.com/office/drawing/2014/main" id="{03987C49-3F03-D862-23A8-AF4809DBB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7313" name="Text Box 19">
              <a:extLst>
                <a:ext uri="{FF2B5EF4-FFF2-40B4-BE49-F238E27FC236}">
                  <a16:creationId xmlns:a16="http://schemas.microsoft.com/office/drawing/2014/main" id="{41AA6138-CFDA-4B86-D3BE-C2F6D3F0A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7314" name="Text Box 20">
              <a:extLst>
                <a:ext uri="{FF2B5EF4-FFF2-40B4-BE49-F238E27FC236}">
                  <a16:creationId xmlns:a16="http://schemas.microsoft.com/office/drawing/2014/main" id="{2F60C70B-886B-E045-99CB-C609CDB06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7315" name="Text Box 21">
              <a:extLst>
                <a:ext uri="{FF2B5EF4-FFF2-40B4-BE49-F238E27FC236}">
                  <a16:creationId xmlns:a16="http://schemas.microsoft.com/office/drawing/2014/main" id="{AD86DD27-CFB1-2042-B87D-4DD2FD3E8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7284" name="Group 22">
            <a:extLst>
              <a:ext uri="{FF2B5EF4-FFF2-40B4-BE49-F238E27FC236}">
                <a16:creationId xmlns:a16="http://schemas.microsoft.com/office/drawing/2014/main" id="{A309FC69-73D3-AD82-2227-013ABF9DC182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73488" cy="3276600"/>
            <a:chOff x="2429" y="1344"/>
            <a:chExt cx="2377" cy="2064"/>
          </a:xfrm>
        </p:grpSpPr>
        <p:grpSp>
          <p:nvGrpSpPr>
            <p:cNvPr id="97296" name="Group 23">
              <a:extLst>
                <a:ext uri="{FF2B5EF4-FFF2-40B4-BE49-F238E27FC236}">
                  <a16:creationId xmlns:a16="http://schemas.microsoft.com/office/drawing/2014/main" id="{3BC6C0E4-3138-667D-C5EB-5211A2BFA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7" cy="2064"/>
              <a:chOff x="2429" y="1344"/>
              <a:chExt cx="2377" cy="2064"/>
            </a:xfrm>
          </p:grpSpPr>
          <p:sp>
            <p:nvSpPr>
              <p:cNvPr id="97303" name="Text Box 24">
                <a:extLst>
                  <a:ext uri="{FF2B5EF4-FFF2-40B4-BE49-F238E27FC236}">
                    <a16:creationId xmlns:a16="http://schemas.microsoft.com/office/drawing/2014/main" id="{EE9C862C-89F4-06BB-8749-90C649F7EF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7304" name="Text Box 25">
                <a:extLst>
                  <a:ext uri="{FF2B5EF4-FFF2-40B4-BE49-F238E27FC236}">
                    <a16:creationId xmlns:a16="http://schemas.microsoft.com/office/drawing/2014/main" id="{2C8505DD-2B44-E477-D5A3-9B16B71728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7305" name="Text Box 26">
                <a:extLst>
                  <a:ext uri="{FF2B5EF4-FFF2-40B4-BE49-F238E27FC236}">
                    <a16:creationId xmlns:a16="http://schemas.microsoft.com/office/drawing/2014/main" id="{714BC5D3-4976-2BF4-A4A1-E73A17531D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7" y="2880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,3,4}</a:t>
                </a:r>
              </a:p>
            </p:txBody>
          </p:sp>
          <p:sp>
            <p:nvSpPr>
              <p:cNvPr id="97306" name="Text Box 27">
                <a:extLst>
                  <a:ext uri="{FF2B5EF4-FFF2-40B4-BE49-F238E27FC236}">
                    <a16:creationId xmlns:a16="http://schemas.microsoft.com/office/drawing/2014/main" id="{6E88F81B-F6D4-FD84-62C8-9A217EC91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7297" name="Line 28">
              <a:extLst>
                <a:ext uri="{FF2B5EF4-FFF2-40B4-BE49-F238E27FC236}">
                  <a16:creationId xmlns:a16="http://schemas.microsoft.com/office/drawing/2014/main" id="{55BEE4E9-A9E7-1BCB-493C-B9FE3CBDE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298" name="Line 29">
              <a:extLst>
                <a:ext uri="{FF2B5EF4-FFF2-40B4-BE49-F238E27FC236}">
                  <a16:creationId xmlns:a16="http://schemas.microsoft.com/office/drawing/2014/main" id="{9329D142-0987-00A0-B518-D2F8C530D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299" name="Line 30">
              <a:extLst>
                <a:ext uri="{FF2B5EF4-FFF2-40B4-BE49-F238E27FC236}">
                  <a16:creationId xmlns:a16="http://schemas.microsoft.com/office/drawing/2014/main" id="{199D51F4-3035-B42C-8C23-455C391EA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300" name="Line 31">
              <a:extLst>
                <a:ext uri="{FF2B5EF4-FFF2-40B4-BE49-F238E27FC236}">
                  <a16:creationId xmlns:a16="http://schemas.microsoft.com/office/drawing/2014/main" id="{31CF1E67-0C6A-2DAC-A8DF-DD61F57B4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301" name="Line 32">
              <a:extLst>
                <a:ext uri="{FF2B5EF4-FFF2-40B4-BE49-F238E27FC236}">
                  <a16:creationId xmlns:a16="http://schemas.microsoft.com/office/drawing/2014/main" id="{099101BD-9CDE-16A8-5BB5-344018C53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302" name="Line 33">
              <a:extLst>
                <a:ext uri="{FF2B5EF4-FFF2-40B4-BE49-F238E27FC236}">
                  <a16:creationId xmlns:a16="http://schemas.microsoft.com/office/drawing/2014/main" id="{5DE7AA37-8B5C-8447-A421-719CE245D2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7285" name="AutoShape 34">
            <a:extLst>
              <a:ext uri="{FF2B5EF4-FFF2-40B4-BE49-F238E27FC236}">
                <a16:creationId xmlns:a16="http://schemas.microsoft.com/office/drawing/2014/main" id="{E7F931E6-62A3-6E27-ED62-435620487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97286" name="Group 35">
            <a:extLst>
              <a:ext uri="{FF2B5EF4-FFF2-40B4-BE49-F238E27FC236}">
                <a16:creationId xmlns:a16="http://schemas.microsoft.com/office/drawing/2014/main" id="{CE822DEC-3B99-7984-9D5A-96B6EE15759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7290" name="Oval 36">
              <a:extLst>
                <a:ext uri="{FF2B5EF4-FFF2-40B4-BE49-F238E27FC236}">
                  <a16:creationId xmlns:a16="http://schemas.microsoft.com/office/drawing/2014/main" id="{2B9AAA1F-5DFF-7562-1E9A-40C931695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7291" name="Oval 37">
              <a:extLst>
                <a:ext uri="{FF2B5EF4-FFF2-40B4-BE49-F238E27FC236}">
                  <a16:creationId xmlns:a16="http://schemas.microsoft.com/office/drawing/2014/main" id="{D224FD41-DD49-6F52-7688-31A3C33D7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7292" name="Oval 38">
              <a:extLst>
                <a:ext uri="{FF2B5EF4-FFF2-40B4-BE49-F238E27FC236}">
                  <a16:creationId xmlns:a16="http://schemas.microsoft.com/office/drawing/2014/main" id="{C0660ECF-55D5-49C6-E887-33C991E32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7293" name="Oval 39">
              <a:extLst>
                <a:ext uri="{FF2B5EF4-FFF2-40B4-BE49-F238E27FC236}">
                  <a16:creationId xmlns:a16="http://schemas.microsoft.com/office/drawing/2014/main" id="{923ACC00-0175-37C3-DD1A-FAA29F073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7294" name="Oval 40">
              <a:extLst>
                <a:ext uri="{FF2B5EF4-FFF2-40B4-BE49-F238E27FC236}">
                  <a16:creationId xmlns:a16="http://schemas.microsoft.com/office/drawing/2014/main" id="{6F7B8E05-89F7-B963-FDD9-557B3C1E2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7295" name="Oval 41">
              <a:extLst>
                <a:ext uri="{FF2B5EF4-FFF2-40B4-BE49-F238E27FC236}">
                  <a16:creationId xmlns:a16="http://schemas.microsoft.com/office/drawing/2014/main" id="{E1720BFA-74FE-2F69-8197-75591D6EE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97287" name="AutoShape 42">
            <a:extLst>
              <a:ext uri="{FF2B5EF4-FFF2-40B4-BE49-F238E27FC236}">
                <a16:creationId xmlns:a16="http://schemas.microsoft.com/office/drawing/2014/main" id="{E0E08810-A69C-59EA-D0B3-C9DFF3C1C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7288" name="Oval 43">
            <a:extLst>
              <a:ext uri="{FF2B5EF4-FFF2-40B4-BE49-F238E27FC236}">
                <a16:creationId xmlns:a16="http://schemas.microsoft.com/office/drawing/2014/main" id="{CB883601-044A-4BEC-16FE-880FC3D5C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7289" name="Oval 44">
            <a:extLst>
              <a:ext uri="{FF2B5EF4-FFF2-40B4-BE49-F238E27FC236}">
                <a16:creationId xmlns:a16="http://schemas.microsoft.com/office/drawing/2014/main" id="{001E72A5-D808-7871-10A1-5CC6509D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72146-C0EA-BA68-1D84-A5B3C401761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C3E77687-9035-8BEA-F7CA-FA930AD7DF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4113" y="687388"/>
            <a:ext cx="7989887" cy="1082675"/>
          </a:xfrm>
        </p:spPr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8307" name="Group 3">
            <a:extLst>
              <a:ext uri="{FF2B5EF4-FFF2-40B4-BE49-F238E27FC236}">
                <a16:creationId xmlns:a16="http://schemas.microsoft.com/office/drawing/2014/main" id="{5FC2BD08-3B59-B444-76DB-77EA7184959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8331" name="Group 4">
              <a:extLst>
                <a:ext uri="{FF2B5EF4-FFF2-40B4-BE49-F238E27FC236}">
                  <a16:creationId xmlns:a16="http://schemas.microsoft.com/office/drawing/2014/main" id="{0DCD29FC-19F4-6F2C-1034-93396CE3FF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8340" name="Rectangle 5">
                <a:extLst>
                  <a:ext uri="{FF2B5EF4-FFF2-40B4-BE49-F238E27FC236}">
                    <a16:creationId xmlns:a16="http://schemas.microsoft.com/office/drawing/2014/main" id="{66FBEDEE-83FB-7476-10DF-7DBBBCF69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1" name="Rectangle 6">
                <a:extLst>
                  <a:ext uri="{FF2B5EF4-FFF2-40B4-BE49-F238E27FC236}">
                    <a16:creationId xmlns:a16="http://schemas.microsoft.com/office/drawing/2014/main" id="{3EACFF71-B325-26CD-689A-38B18A21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2" name="Rectangle 7">
                <a:extLst>
                  <a:ext uri="{FF2B5EF4-FFF2-40B4-BE49-F238E27FC236}">
                    <a16:creationId xmlns:a16="http://schemas.microsoft.com/office/drawing/2014/main" id="{B29D80D1-2B2D-D008-00DB-EAEB1BA7E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3" name="Rectangle 8">
                <a:extLst>
                  <a:ext uri="{FF2B5EF4-FFF2-40B4-BE49-F238E27FC236}">
                    <a16:creationId xmlns:a16="http://schemas.microsoft.com/office/drawing/2014/main" id="{20718BE2-4D32-2210-EF20-864E67F0A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4" name="Rectangle 9">
                <a:extLst>
                  <a:ext uri="{FF2B5EF4-FFF2-40B4-BE49-F238E27FC236}">
                    <a16:creationId xmlns:a16="http://schemas.microsoft.com/office/drawing/2014/main" id="{504D8197-EC78-B2FD-AD42-1CD5A715A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5" name="Rectangle 10">
                <a:extLst>
                  <a:ext uri="{FF2B5EF4-FFF2-40B4-BE49-F238E27FC236}">
                    <a16:creationId xmlns:a16="http://schemas.microsoft.com/office/drawing/2014/main" id="{94A5B7F3-3B00-FEE8-BB3D-E775F9333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6" name="Rectangle 11">
                <a:extLst>
                  <a:ext uri="{FF2B5EF4-FFF2-40B4-BE49-F238E27FC236}">
                    <a16:creationId xmlns:a16="http://schemas.microsoft.com/office/drawing/2014/main" id="{1208A862-12EC-F1C9-4615-767717489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7" name="Rectangle 12">
                <a:extLst>
                  <a:ext uri="{FF2B5EF4-FFF2-40B4-BE49-F238E27FC236}">
                    <a16:creationId xmlns:a16="http://schemas.microsoft.com/office/drawing/2014/main" id="{C9B2965B-675D-4BCB-233E-B0230786B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48" name="Rectangle 13">
                <a:extLst>
                  <a:ext uri="{FF2B5EF4-FFF2-40B4-BE49-F238E27FC236}">
                    <a16:creationId xmlns:a16="http://schemas.microsoft.com/office/drawing/2014/main" id="{ACA497E1-096D-753C-036F-233CCE813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8332" name="Text Box 14">
              <a:extLst>
                <a:ext uri="{FF2B5EF4-FFF2-40B4-BE49-F238E27FC236}">
                  <a16:creationId xmlns:a16="http://schemas.microsoft.com/office/drawing/2014/main" id="{413BE526-6BDD-FD60-1FBA-0461830DD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8333" name="Text Box 15">
              <a:extLst>
                <a:ext uri="{FF2B5EF4-FFF2-40B4-BE49-F238E27FC236}">
                  <a16:creationId xmlns:a16="http://schemas.microsoft.com/office/drawing/2014/main" id="{F2808411-E0DD-CDC7-991F-59A983F0D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8334" name="Text Box 16">
              <a:extLst>
                <a:ext uri="{FF2B5EF4-FFF2-40B4-BE49-F238E27FC236}">
                  <a16:creationId xmlns:a16="http://schemas.microsoft.com/office/drawing/2014/main" id="{7CB0C4DB-B2DE-59F9-995D-14BB73BC9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8335" name="Text Box 17">
              <a:extLst>
                <a:ext uri="{FF2B5EF4-FFF2-40B4-BE49-F238E27FC236}">
                  <a16:creationId xmlns:a16="http://schemas.microsoft.com/office/drawing/2014/main" id="{26BED58F-D6DE-B1EC-3480-E489253AB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8336" name="Text Box 18">
              <a:extLst>
                <a:ext uri="{FF2B5EF4-FFF2-40B4-BE49-F238E27FC236}">
                  <a16:creationId xmlns:a16="http://schemas.microsoft.com/office/drawing/2014/main" id="{1ADA2DE5-6756-20EA-C325-512F8EFB8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8337" name="Text Box 19">
              <a:extLst>
                <a:ext uri="{FF2B5EF4-FFF2-40B4-BE49-F238E27FC236}">
                  <a16:creationId xmlns:a16="http://schemas.microsoft.com/office/drawing/2014/main" id="{197F5DC8-48FE-CCED-7A8C-B6B25C522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8338" name="Text Box 20">
              <a:extLst>
                <a:ext uri="{FF2B5EF4-FFF2-40B4-BE49-F238E27FC236}">
                  <a16:creationId xmlns:a16="http://schemas.microsoft.com/office/drawing/2014/main" id="{D0527063-5BC5-A3BC-DDF7-EDD3ED1B6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8339" name="Text Box 21">
              <a:extLst>
                <a:ext uri="{FF2B5EF4-FFF2-40B4-BE49-F238E27FC236}">
                  <a16:creationId xmlns:a16="http://schemas.microsoft.com/office/drawing/2014/main" id="{A3043AA2-B3AB-81A4-1A7E-67B20F7E0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8308" name="Group 22">
            <a:extLst>
              <a:ext uri="{FF2B5EF4-FFF2-40B4-BE49-F238E27FC236}">
                <a16:creationId xmlns:a16="http://schemas.microsoft.com/office/drawing/2014/main" id="{8CC32B29-231E-6F61-A4F7-4ED16CCF7E8E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98320" name="Group 23">
              <a:extLst>
                <a:ext uri="{FF2B5EF4-FFF2-40B4-BE49-F238E27FC236}">
                  <a16:creationId xmlns:a16="http://schemas.microsoft.com/office/drawing/2014/main" id="{783D83F9-EC9A-FB63-4AB8-F6AE08BFA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98327" name="Text Box 24">
                <a:extLst>
                  <a:ext uri="{FF2B5EF4-FFF2-40B4-BE49-F238E27FC236}">
                    <a16:creationId xmlns:a16="http://schemas.microsoft.com/office/drawing/2014/main" id="{6D9C87D8-4B93-1234-D283-BD3C7A5FAF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8328" name="Text Box 25">
                <a:extLst>
                  <a:ext uri="{FF2B5EF4-FFF2-40B4-BE49-F238E27FC236}">
                    <a16:creationId xmlns:a16="http://schemas.microsoft.com/office/drawing/2014/main" id="{3B27D128-FE6E-5159-359D-31B147FF5E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  ,  }</a:t>
                </a:r>
              </a:p>
            </p:txBody>
          </p:sp>
          <p:sp>
            <p:nvSpPr>
              <p:cNvPr id="98329" name="Text Box 26">
                <a:extLst>
                  <a:ext uri="{FF2B5EF4-FFF2-40B4-BE49-F238E27FC236}">
                    <a16:creationId xmlns:a16="http://schemas.microsoft.com/office/drawing/2014/main" id="{81DE6AA8-CA9A-D7DF-2594-303F616105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8330" name="Text Box 27">
                <a:extLst>
                  <a:ext uri="{FF2B5EF4-FFF2-40B4-BE49-F238E27FC236}">
                    <a16:creationId xmlns:a16="http://schemas.microsoft.com/office/drawing/2014/main" id="{38924B43-3CFE-1BC2-2263-CA7EF573D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8321" name="Line 28">
              <a:extLst>
                <a:ext uri="{FF2B5EF4-FFF2-40B4-BE49-F238E27FC236}">
                  <a16:creationId xmlns:a16="http://schemas.microsoft.com/office/drawing/2014/main" id="{FE117E35-BABC-44FB-81A4-77C5423B6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322" name="Line 29">
              <a:extLst>
                <a:ext uri="{FF2B5EF4-FFF2-40B4-BE49-F238E27FC236}">
                  <a16:creationId xmlns:a16="http://schemas.microsoft.com/office/drawing/2014/main" id="{85709732-22C9-BEB3-F6CF-71B44B069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323" name="Line 30">
              <a:extLst>
                <a:ext uri="{FF2B5EF4-FFF2-40B4-BE49-F238E27FC236}">
                  <a16:creationId xmlns:a16="http://schemas.microsoft.com/office/drawing/2014/main" id="{D494258C-AF8C-62D5-A2FD-C83201688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324" name="Line 31">
              <a:extLst>
                <a:ext uri="{FF2B5EF4-FFF2-40B4-BE49-F238E27FC236}">
                  <a16:creationId xmlns:a16="http://schemas.microsoft.com/office/drawing/2014/main" id="{402A6C41-18B8-DE94-5D03-E24EAE4E6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325" name="Line 32">
              <a:extLst>
                <a:ext uri="{FF2B5EF4-FFF2-40B4-BE49-F238E27FC236}">
                  <a16:creationId xmlns:a16="http://schemas.microsoft.com/office/drawing/2014/main" id="{9284756A-A6FA-6EC6-F325-725470CCD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326" name="Line 33">
              <a:extLst>
                <a:ext uri="{FF2B5EF4-FFF2-40B4-BE49-F238E27FC236}">
                  <a16:creationId xmlns:a16="http://schemas.microsoft.com/office/drawing/2014/main" id="{42BFA018-A374-7FFB-B57D-1AE88B733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8309" name="AutoShape 34">
            <a:extLst>
              <a:ext uri="{FF2B5EF4-FFF2-40B4-BE49-F238E27FC236}">
                <a16:creationId xmlns:a16="http://schemas.microsoft.com/office/drawing/2014/main" id="{AF1CA489-961F-5DFD-ED98-37435840D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98310" name="Group 35">
            <a:extLst>
              <a:ext uri="{FF2B5EF4-FFF2-40B4-BE49-F238E27FC236}">
                <a16:creationId xmlns:a16="http://schemas.microsoft.com/office/drawing/2014/main" id="{D5BAEA51-B3AB-17F2-6793-52FBDCDBEB6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8314" name="Oval 36">
              <a:extLst>
                <a:ext uri="{FF2B5EF4-FFF2-40B4-BE49-F238E27FC236}">
                  <a16:creationId xmlns:a16="http://schemas.microsoft.com/office/drawing/2014/main" id="{808D3F49-0901-1E2A-ED00-93CA9F62F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8315" name="Oval 37">
              <a:extLst>
                <a:ext uri="{FF2B5EF4-FFF2-40B4-BE49-F238E27FC236}">
                  <a16:creationId xmlns:a16="http://schemas.microsoft.com/office/drawing/2014/main" id="{C6E8B99D-8DDF-47EA-8274-95DAFB81E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8316" name="Oval 38">
              <a:extLst>
                <a:ext uri="{FF2B5EF4-FFF2-40B4-BE49-F238E27FC236}">
                  <a16:creationId xmlns:a16="http://schemas.microsoft.com/office/drawing/2014/main" id="{B5BECC85-0807-EAAE-20D0-B0F3755D6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8317" name="Oval 39">
              <a:extLst>
                <a:ext uri="{FF2B5EF4-FFF2-40B4-BE49-F238E27FC236}">
                  <a16:creationId xmlns:a16="http://schemas.microsoft.com/office/drawing/2014/main" id="{7E681767-A221-09EB-09A4-CF2A4531C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8318" name="Oval 40">
              <a:extLst>
                <a:ext uri="{FF2B5EF4-FFF2-40B4-BE49-F238E27FC236}">
                  <a16:creationId xmlns:a16="http://schemas.microsoft.com/office/drawing/2014/main" id="{A0463A7C-53B5-48E1-B829-585BD81F9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8319" name="Oval 41">
              <a:extLst>
                <a:ext uri="{FF2B5EF4-FFF2-40B4-BE49-F238E27FC236}">
                  <a16:creationId xmlns:a16="http://schemas.microsoft.com/office/drawing/2014/main" id="{0C2E0214-D581-7F8F-2FCA-095D52D55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98311" name="AutoShape 42">
            <a:extLst>
              <a:ext uri="{FF2B5EF4-FFF2-40B4-BE49-F238E27FC236}">
                <a16:creationId xmlns:a16="http://schemas.microsoft.com/office/drawing/2014/main" id="{1E67CF5D-6FF6-454C-731C-1F365E048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8312" name="Oval 43">
            <a:extLst>
              <a:ext uri="{FF2B5EF4-FFF2-40B4-BE49-F238E27FC236}">
                <a16:creationId xmlns:a16="http://schemas.microsoft.com/office/drawing/2014/main" id="{F3240D9E-F935-1EC3-9608-717380AB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8313" name="Oval 44">
            <a:extLst>
              <a:ext uri="{FF2B5EF4-FFF2-40B4-BE49-F238E27FC236}">
                <a16:creationId xmlns:a16="http://schemas.microsoft.com/office/drawing/2014/main" id="{AD367BA9-31F3-66F1-3B83-2A547CFB8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1" name="Group 3">
            <a:extLst>
              <a:ext uri="{FF2B5EF4-FFF2-40B4-BE49-F238E27FC236}">
                <a16:creationId xmlns:a16="http://schemas.microsoft.com/office/drawing/2014/main" id="{4C512EF0-A20D-403A-B9E3-91BEFAF2BCA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9357" name="Group 4">
              <a:extLst>
                <a:ext uri="{FF2B5EF4-FFF2-40B4-BE49-F238E27FC236}">
                  <a16:creationId xmlns:a16="http://schemas.microsoft.com/office/drawing/2014/main" id="{7B762F99-2969-5644-FDBE-D0233DF26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9366" name="Rectangle 5">
                <a:extLst>
                  <a:ext uri="{FF2B5EF4-FFF2-40B4-BE49-F238E27FC236}">
                    <a16:creationId xmlns:a16="http://schemas.microsoft.com/office/drawing/2014/main" id="{BA3022E2-3824-2DA5-0C04-46D127D04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67" name="Rectangle 6">
                <a:extLst>
                  <a:ext uri="{FF2B5EF4-FFF2-40B4-BE49-F238E27FC236}">
                    <a16:creationId xmlns:a16="http://schemas.microsoft.com/office/drawing/2014/main" id="{E2B764EC-9326-1F19-1079-B6549997B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68" name="Rectangle 7">
                <a:extLst>
                  <a:ext uri="{FF2B5EF4-FFF2-40B4-BE49-F238E27FC236}">
                    <a16:creationId xmlns:a16="http://schemas.microsoft.com/office/drawing/2014/main" id="{607E0577-A8EF-BC7E-C5C1-D347873B5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69" name="Rectangle 8">
                <a:extLst>
                  <a:ext uri="{FF2B5EF4-FFF2-40B4-BE49-F238E27FC236}">
                    <a16:creationId xmlns:a16="http://schemas.microsoft.com/office/drawing/2014/main" id="{9F419402-B3F0-60DF-8F9E-5117186D4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70" name="Rectangle 9">
                <a:extLst>
                  <a:ext uri="{FF2B5EF4-FFF2-40B4-BE49-F238E27FC236}">
                    <a16:creationId xmlns:a16="http://schemas.microsoft.com/office/drawing/2014/main" id="{6D3FF29F-BD7A-83C1-810A-E86B29392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71" name="Rectangle 10">
                <a:extLst>
                  <a:ext uri="{FF2B5EF4-FFF2-40B4-BE49-F238E27FC236}">
                    <a16:creationId xmlns:a16="http://schemas.microsoft.com/office/drawing/2014/main" id="{190374D8-AF57-95CF-EE57-46C8C296E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72" name="Rectangle 11">
                <a:extLst>
                  <a:ext uri="{FF2B5EF4-FFF2-40B4-BE49-F238E27FC236}">
                    <a16:creationId xmlns:a16="http://schemas.microsoft.com/office/drawing/2014/main" id="{36DC18A4-F019-36EA-83FD-B00669BB1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73" name="Rectangle 12">
                <a:extLst>
                  <a:ext uri="{FF2B5EF4-FFF2-40B4-BE49-F238E27FC236}">
                    <a16:creationId xmlns:a16="http://schemas.microsoft.com/office/drawing/2014/main" id="{E57ADE02-F395-0D3D-222B-AD815751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374" name="Rectangle 13">
                <a:extLst>
                  <a:ext uri="{FF2B5EF4-FFF2-40B4-BE49-F238E27FC236}">
                    <a16:creationId xmlns:a16="http://schemas.microsoft.com/office/drawing/2014/main" id="{DB117603-823F-FB50-42BE-71E8D81C9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9358" name="Text Box 14">
              <a:extLst>
                <a:ext uri="{FF2B5EF4-FFF2-40B4-BE49-F238E27FC236}">
                  <a16:creationId xmlns:a16="http://schemas.microsoft.com/office/drawing/2014/main" id="{F98CE3E6-D913-D48D-70A3-56692B768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9359" name="Text Box 15">
              <a:extLst>
                <a:ext uri="{FF2B5EF4-FFF2-40B4-BE49-F238E27FC236}">
                  <a16:creationId xmlns:a16="http://schemas.microsoft.com/office/drawing/2014/main" id="{603DE1C5-6E02-86E9-BC2D-D24DF4492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9360" name="Text Box 16">
              <a:extLst>
                <a:ext uri="{FF2B5EF4-FFF2-40B4-BE49-F238E27FC236}">
                  <a16:creationId xmlns:a16="http://schemas.microsoft.com/office/drawing/2014/main" id="{FFC4ED90-D4A1-E407-2CE6-265EE6A9E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9361" name="Text Box 17">
              <a:extLst>
                <a:ext uri="{FF2B5EF4-FFF2-40B4-BE49-F238E27FC236}">
                  <a16:creationId xmlns:a16="http://schemas.microsoft.com/office/drawing/2014/main" id="{C669391B-FEC6-349A-0BAD-64CA0BA09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9362" name="Text Box 18">
              <a:extLst>
                <a:ext uri="{FF2B5EF4-FFF2-40B4-BE49-F238E27FC236}">
                  <a16:creationId xmlns:a16="http://schemas.microsoft.com/office/drawing/2014/main" id="{8C844AC2-6C0A-FB6A-5D0C-A379852C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9363" name="Text Box 19">
              <a:extLst>
                <a:ext uri="{FF2B5EF4-FFF2-40B4-BE49-F238E27FC236}">
                  <a16:creationId xmlns:a16="http://schemas.microsoft.com/office/drawing/2014/main" id="{1CEA9917-0D36-24C5-F276-FF7A13391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9364" name="Text Box 20">
              <a:extLst>
                <a:ext uri="{FF2B5EF4-FFF2-40B4-BE49-F238E27FC236}">
                  <a16:creationId xmlns:a16="http://schemas.microsoft.com/office/drawing/2014/main" id="{AF6A392D-59ED-D625-B12C-5D1488E01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9365" name="Text Box 21">
              <a:extLst>
                <a:ext uri="{FF2B5EF4-FFF2-40B4-BE49-F238E27FC236}">
                  <a16:creationId xmlns:a16="http://schemas.microsoft.com/office/drawing/2014/main" id="{8F5C4F06-B32F-895E-2DE1-880AB6B06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9332" name="Group 22">
            <a:extLst>
              <a:ext uri="{FF2B5EF4-FFF2-40B4-BE49-F238E27FC236}">
                <a16:creationId xmlns:a16="http://schemas.microsoft.com/office/drawing/2014/main" id="{69178F2E-7D82-A3FD-D5E2-677165E71FAC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99346" name="Group 23">
              <a:extLst>
                <a:ext uri="{FF2B5EF4-FFF2-40B4-BE49-F238E27FC236}">
                  <a16:creationId xmlns:a16="http://schemas.microsoft.com/office/drawing/2014/main" id="{F4B449FB-F31E-96C7-40FB-2E1BDF707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99353" name="Text Box 24">
                <a:extLst>
                  <a:ext uri="{FF2B5EF4-FFF2-40B4-BE49-F238E27FC236}">
                    <a16:creationId xmlns:a16="http://schemas.microsoft.com/office/drawing/2014/main" id="{7CA3A2FF-25A6-A8C8-AC88-16AB4F6A6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9354" name="Text Box 25">
                <a:extLst>
                  <a:ext uri="{FF2B5EF4-FFF2-40B4-BE49-F238E27FC236}">
                    <a16:creationId xmlns:a16="http://schemas.microsoft.com/office/drawing/2014/main" id="{4BB30EFF-BA9C-AB16-1FBA-DCF922DDD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  ,  ,  }</a:t>
                </a:r>
              </a:p>
            </p:txBody>
          </p:sp>
          <p:sp>
            <p:nvSpPr>
              <p:cNvPr id="99355" name="Text Box 26">
                <a:extLst>
                  <a:ext uri="{FF2B5EF4-FFF2-40B4-BE49-F238E27FC236}">
                    <a16:creationId xmlns:a16="http://schemas.microsoft.com/office/drawing/2014/main" id="{3039B6D6-A0F1-8AC7-CA0B-5627EEF4B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9356" name="Text Box 27">
                <a:extLst>
                  <a:ext uri="{FF2B5EF4-FFF2-40B4-BE49-F238E27FC236}">
                    <a16:creationId xmlns:a16="http://schemas.microsoft.com/office/drawing/2014/main" id="{CE728C31-213E-06B5-D08C-095D0B96A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9347" name="Line 28">
              <a:extLst>
                <a:ext uri="{FF2B5EF4-FFF2-40B4-BE49-F238E27FC236}">
                  <a16:creationId xmlns:a16="http://schemas.microsoft.com/office/drawing/2014/main" id="{205BA459-CDCD-8FC7-2F97-83EA1F3A0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48" name="Line 29">
              <a:extLst>
                <a:ext uri="{FF2B5EF4-FFF2-40B4-BE49-F238E27FC236}">
                  <a16:creationId xmlns:a16="http://schemas.microsoft.com/office/drawing/2014/main" id="{6B113815-C58E-D84C-E8B2-4FB911294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49" name="Line 30">
              <a:extLst>
                <a:ext uri="{FF2B5EF4-FFF2-40B4-BE49-F238E27FC236}">
                  <a16:creationId xmlns:a16="http://schemas.microsoft.com/office/drawing/2014/main" id="{2BFF3BF1-D001-9FDD-7C36-C0A922012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0" name="Line 31">
              <a:extLst>
                <a:ext uri="{FF2B5EF4-FFF2-40B4-BE49-F238E27FC236}">
                  <a16:creationId xmlns:a16="http://schemas.microsoft.com/office/drawing/2014/main" id="{834EE973-D6C1-1D22-62FC-2BE34AAC3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1" name="Line 32">
              <a:extLst>
                <a:ext uri="{FF2B5EF4-FFF2-40B4-BE49-F238E27FC236}">
                  <a16:creationId xmlns:a16="http://schemas.microsoft.com/office/drawing/2014/main" id="{3EC2A644-AD2E-C30E-3ED8-0963F3634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2" name="Line 33">
              <a:extLst>
                <a:ext uri="{FF2B5EF4-FFF2-40B4-BE49-F238E27FC236}">
                  <a16:creationId xmlns:a16="http://schemas.microsoft.com/office/drawing/2014/main" id="{A3B204F5-A36D-3EF8-0E0A-B72B2507C6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9333" name="AutoShape 34">
            <a:extLst>
              <a:ext uri="{FF2B5EF4-FFF2-40B4-BE49-F238E27FC236}">
                <a16:creationId xmlns:a16="http://schemas.microsoft.com/office/drawing/2014/main" id="{70888C14-FE5E-DCCD-D5D0-14B480707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99334" name="Group 35">
            <a:extLst>
              <a:ext uri="{FF2B5EF4-FFF2-40B4-BE49-F238E27FC236}">
                <a16:creationId xmlns:a16="http://schemas.microsoft.com/office/drawing/2014/main" id="{A2C391A4-5417-88D3-D1B1-FA0B8AA70CB7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9340" name="Oval 36">
              <a:extLst>
                <a:ext uri="{FF2B5EF4-FFF2-40B4-BE49-F238E27FC236}">
                  <a16:creationId xmlns:a16="http://schemas.microsoft.com/office/drawing/2014/main" id="{F93A56C0-58AE-10EF-9C9C-824D8E1E0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9341" name="Oval 37">
              <a:extLst>
                <a:ext uri="{FF2B5EF4-FFF2-40B4-BE49-F238E27FC236}">
                  <a16:creationId xmlns:a16="http://schemas.microsoft.com/office/drawing/2014/main" id="{0D57332A-E514-3586-216E-84749F958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9342" name="Oval 38">
              <a:extLst>
                <a:ext uri="{FF2B5EF4-FFF2-40B4-BE49-F238E27FC236}">
                  <a16:creationId xmlns:a16="http://schemas.microsoft.com/office/drawing/2014/main" id="{8402CAFE-8C14-536E-7326-64A9EB6F9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9343" name="Oval 39">
              <a:extLst>
                <a:ext uri="{FF2B5EF4-FFF2-40B4-BE49-F238E27FC236}">
                  <a16:creationId xmlns:a16="http://schemas.microsoft.com/office/drawing/2014/main" id="{DEED247F-270B-DBFA-5FB2-0A82783CA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9344" name="Oval 40">
              <a:extLst>
                <a:ext uri="{FF2B5EF4-FFF2-40B4-BE49-F238E27FC236}">
                  <a16:creationId xmlns:a16="http://schemas.microsoft.com/office/drawing/2014/main" id="{F7B037C1-6C2C-854D-5ECC-1BE2EC734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9345" name="Oval 41">
              <a:extLst>
                <a:ext uri="{FF2B5EF4-FFF2-40B4-BE49-F238E27FC236}">
                  <a16:creationId xmlns:a16="http://schemas.microsoft.com/office/drawing/2014/main" id="{21304AB7-458F-391F-9628-3F089161D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99335" name="AutoShape 42">
            <a:extLst>
              <a:ext uri="{FF2B5EF4-FFF2-40B4-BE49-F238E27FC236}">
                <a16:creationId xmlns:a16="http://schemas.microsoft.com/office/drawing/2014/main" id="{45B6AECD-0B05-0220-B955-BBC44E653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6" name="Oval 43">
            <a:extLst>
              <a:ext uri="{FF2B5EF4-FFF2-40B4-BE49-F238E27FC236}">
                <a16:creationId xmlns:a16="http://schemas.microsoft.com/office/drawing/2014/main" id="{91F3BE52-7BA2-DBBE-D7E2-D1F111704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7" name="Oval 44">
            <a:extLst>
              <a:ext uri="{FF2B5EF4-FFF2-40B4-BE49-F238E27FC236}">
                <a16:creationId xmlns:a16="http://schemas.microsoft.com/office/drawing/2014/main" id="{6FF56824-9E0F-2059-716E-2B5614D0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8" name="AutoShape 45">
            <a:extLst>
              <a:ext uri="{FF2B5EF4-FFF2-40B4-BE49-F238E27FC236}">
                <a16:creationId xmlns:a16="http://schemas.microsoft.com/office/drawing/2014/main" id="{D717D237-61D6-5ACC-BD47-FC28582AC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9" name="Oval 46">
            <a:extLst>
              <a:ext uri="{FF2B5EF4-FFF2-40B4-BE49-F238E27FC236}">
                <a16:creationId xmlns:a16="http://schemas.microsoft.com/office/drawing/2014/main" id="{525F0D9C-C4C1-7919-170E-F445E67C6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538F22-278F-1AA4-B4A6-03D3106C4D6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55" name="Group 3">
            <a:extLst>
              <a:ext uri="{FF2B5EF4-FFF2-40B4-BE49-F238E27FC236}">
                <a16:creationId xmlns:a16="http://schemas.microsoft.com/office/drawing/2014/main" id="{1833A0B5-D9EF-D016-47E0-FE07C6397A86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100381" name="Group 4">
              <a:extLst>
                <a:ext uri="{FF2B5EF4-FFF2-40B4-BE49-F238E27FC236}">
                  <a16:creationId xmlns:a16="http://schemas.microsoft.com/office/drawing/2014/main" id="{08C3225D-8118-3619-8D86-FF0C537C7B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100390" name="Rectangle 5">
                <a:extLst>
                  <a:ext uri="{FF2B5EF4-FFF2-40B4-BE49-F238E27FC236}">
                    <a16:creationId xmlns:a16="http://schemas.microsoft.com/office/drawing/2014/main" id="{2975BCE7-3695-55C5-75AA-FCDE0C8919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1" name="Rectangle 6">
                <a:extLst>
                  <a:ext uri="{FF2B5EF4-FFF2-40B4-BE49-F238E27FC236}">
                    <a16:creationId xmlns:a16="http://schemas.microsoft.com/office/drawing/2014/main" id="{5312B959-5C5F-D247-A5C5-629456FB8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2" name="Rectangle 7">
                <a:extLst>
                  <a:ext uri="{FF2B5EF4-FFF2-40B4-BE49-F238E27FC236}">
                    <a16:creationId xmlns:a16="http://schemas.microsoft.com/office/drawing/2014/main" id="{C74D2DB1-E93B-ED76-400E-08C521266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3" name="Rectangle 8">
                <a:extLst>
                  <a:ext uri="{FF2B5EF4-FFF2-40B4-BE49-F238E27FC236}">
                    <a16:creationId xmlns:a16="http://schemas.microsoft.com/office/drawing/2014/main" id="{F892C3F7-806A-B456-8586-AD6A356DE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4" name="Rectangle 9">
                <a:extLst>
                  <a:ext uri="{FF2B5EF4-FFF2-40B4-BE49-F238E27FC236}">
                    <a16:creationId xmlns:a16="http://schemas.microsoft.com/office/drawing/2014/main" id="{B3A3FC39-C81F-A18A-49E2-81707DB47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5" name="Rectangle 10">
                <a:extLst>
                  <a:ext uri="{FF2B5EF4-FFF2-40B4-BE49-F238E27FC236}">
                    <a16:creationId xmlns:a16="http://schemas.microsoft.com/office/drawing/2014/main" id="{3E81F9DF-1935-BB2E-D0DE-9CCBE1E9A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6" name="Rectangle 11">
                <a:extLst>
                  <a:ext uri="{FF2B5EF4-FFF2-40B4-BE49-F238E27FC236}">
                    <a16:creationId xmlns:a16="http://schemas.microsoft.com/office/drawing/2014/main" id="{F7BF6754-C36B-16F8-FEF5-F19CCBD6F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7" name="Rectangle 12">
                <a:extLst>
                  <a:ext uri="{FF2B5EF4-FFF2-40B4-BE49-F238E27FC236}">
                    <a16:creationId xmlns:a16="http://schemas.microsoft.com/office/drawing/2014/main" id="{7372CEC8-8274-B46B-1AD3-55655A84A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398" name="Rectangle 13">
                <a:extLst>
                  <a:ext uri="{FF2B5EF4-FFF2-40B4-BE49-F238E27FC236}">
                    <a16:creationId xmlns:a16="http://schemas.microsoft.com/office/drawing/2014/main" id="{CB40C947-DB2B-0126-9D93-579929FB9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0382" name="Text Box 14">
              <a:extLst>
                <a:ext uri="{FF2B5EF4-FFF2-40B4-BE49-F238E27FC236}">
                  <a16:creationId xmlns:a16="http://schemas.microsoft.com/office/drawing/2014/main" id="{42B7D090-30DB-5769-9DBB-EED4B0288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0383" name="Text Box 15">
              <a:extLst>
                <a:ext uri="{FF2B5EF4-FFF2-40B4-BE49-F238E27FC236}">
                  <a16:creationId xmlns:a16="http://schemas.microsoft.com/office/drawing/2014/main" id="{FC95C5B1-5113-BEEE-E9F1-6FA5CC383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100384" name="Text Box 16">
              <a:extLst>
                <a:ext uri="{FF2B5EF4-FFF2-40B4-BE49-F238E27FC236}">
                  <a16:creationId xmlns:a16="http://schemas.microsoft.com/office/drawing/2014/main" id="{2EF219B3-8F05-BCE0-F0D1-271AFF3DA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00385" name="Text Box 17">
              <a:extLst>
                <a:ext uri="{FF2B5EF4-FFF2-40B4-BE49-F238E27FC236}">
                  <a16:creationId xmlns:a16="http://schemas.microsoft.com/office/drawing/2014/main" id="{C86C732A-58F4-AB08-4003-D8EF9FDAA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00386" name="Text Box 18">
              <a:extLst>
                <a:ext uri="{FF2B5EF4-FFF2-40B4-BE49-F238E27FC236}">
                  <a16:creationId xmlns:a16="http://schemas.microsoft.com/office/drawing/2014/main" id="{6B2E3607-132E-45F2-B6F8-895104862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100387" name="Text Box 19">
              <a:extLst>
                <a:ext uri="{FF2B5EF4-FFF2-40B4-BE49-F238E27FC236}">
                  <a16:creationId xmlns:a16="http://schemas.microsoft.com/office/drawing/2014/main" id="{76ADDA16-5953-7022-E25C-73BACC001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00388" name="Text Box 20">
              <a:extLst>
                <a:ext uri="{FF2B5EF4-FFF2-40B4-BE49-F238E27FC236}">
                  <a16:creationId xmlns:a16="http://schemas.microsoft.com/office/drawing/2014/main" id="{A5C2E8B6-5A9A-5D21-4F6B-D5EF3F879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00389" name="Text Box 21">
              <a:extLst>
                <a:ext uri="{FF2B5EF4-FFF2-40B4-BE49-F238E27FC236}">
                  <a16:creationId xmlns:a16="http://schemas.microsoft.com/office/drawing/2014/main" id="{68A62495-0C13-06E8-8589-C941E9053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100356" name="Group 22">
            <a:extLst>
              <a:ext uri="{FF2B5EF4-FFF2-40B4-BE49-F238E27FC236}">
                <a16:creationId xmlns:a16="http://schemas.microsoft.com/office/drawing/2014/main" id="{DD7BD16C-D4D2-930A-892E-E2BFC477CF49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100370" name="Group 23">
              <a:extLst>
                <a:ext uri="{FF2B5EF4-FFF2-40B4-BE49-F238E27FC236}">
                  <a16:creationId xmlns:a16="http://schemas.microsoft.com/office/drawing/2014/main" id="{4001F62F-346F-E240-EBC7-E64105373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100377" name="Text Box 24">
                <a:extLst>
                  <a:ext uri="{FF2B5EF4-FFF2-40B4-BE49-F238E27FC236}">
                    <a16:creationId xmlns:a16="http://schemas.microsoft.com/office/drawing/2014/main" id="{9F1F9D3B-D158-0F22-8A56-101F49C2ED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100378" name="Text Box 25">
                <a:extLst>
                  <a:ext uri="{FF2B5EF4-FFF2-40B4-BE49-F238E27FC236}">
                    <a16:creationId xmlns:a16="http://schemas.microsoft.com/office/drawing/2014/main" id="{27E3468D-15A0-6448-9B98-4756BA90A4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  ,  ,  }</a:t>
                </a:r>
              </a:p>
            </p:txBody>
          </p:sp>
          <p:sp>
            <p:nvSpPr>
              <p:cNvPr id="100379" name="Text Box 26">
                <a:extLst>
                  <a:ext uri="{FF2B5EF4-FFF2-40B4-BE49-F238E27FC236}">
                    <a16:creationId xmlns:a16="http://schemas.microsoft.com/office/drawing/2014/main" id="{9B343D2A-C7E4-22D2-E180-D3545E80B3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 ,  ,3,  }</a:t>
                </a:r>
              </a:p>
            </p:txBody>
          </p:sp>
          <p:sp>
            <p:nvSpPr>
              <p:cNvPr id="100380" name="Text Box 27">
                <a:extLst>
                  <a:ext uri="{FF2B5EF4-FFF2-40B4-BE49-F238E27FC236}">
                    <a16:creationId xmlns:a16="http://schemas.microsoft.com/office/drawing/2014/main" id="{2BF54E0E-3803-3C56-64B9-6DAC0E9E96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100371" name="Line 28">
              <a:extLst>
                <a:ext uri="{FF2B5EF4-FFF2-40B4-BE49-F238E27FC236}">
                  <a16:creationId xmlns:a16="http://schemas.microsoft.com/office/drawing/2014/main" id="{D4FC9183-C111-4BA9-0A88-ECF121EF4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372" name="Line 29">
              <a:extLst>
                <a:ext uri="{FF2B5EF4-FFF2-40B4-BE49-F238E27FC236}">
                  <a16:creationId xmlns:a16="http://schemas.microsoft.com/office/drawing/2014/main" id="{6311EEC5-C9B2-51B2-A9B0-D71A6744D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373" name="Line 30">
              <a:extLst>
                <a:ext uri="{FF2B5EF4-FFF2-40B4-BE49-F238E27FC236}">
                  <a16:creationId xmlns:a16="http://schemas.microsoft.com/office/drawing/2014/main" id="{5AAFB9DD-C6EF-D5FF-0494-348B3626A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374" name="Line 31">
              <a:extLst>
                <a:ext uri="{FF2B5EF4-FFF2-40B4-BE49-F238E27FC236}">
                  <a16:creationId xmlns:a16="http://schemas.microsoft.com/office/drawing/2014/main" id="{65507B58-00FB-3BDD-2EA2-87B5072043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375" name="Line 32">
              <a:extLst>
                <a:ext uri="{FF2B5EF4-FFF2-40B4-BE49-F238E27FC236}">
                  <a16:creationId xmlns:a16="http://schemas.microsoft.com/office/drawing/2014/main" id="{181A65A0-B192-C461-782C-2215F7F9C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376" name="Line 33">
              <a:extLst>
                <a:ext uri="{FF2B5EF4-FFF2-40B4-BE49-F238E27FC236}">
                  <a16:creationId xmlns:a16="http://schemas.microsoft.com/office/drawing/2014/main" id="{E4BEF6CC-ED0F-15EF-DC6B-F963BEF45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0357" name="AutoShape 34">
            <a:extLst>
              <a:ext uri="{FF2B5EF4-FFF2-40B4-BE49-F238E27FC236}">
                <a16:creationId xmlns:a16="http://schemas.microsoft.com/office/drawing/2014/main" id="{5D6B9045-6BDA-2E10-A77D-AF7317E8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100358" name="Group 35">
            <a:extLst>
              <a:ext uri="{FF2B5EF4-FFF2-40B4-BE49-F238E27FC236}">
                <a16:creationId xmlns:a16="http://schemas.microsoft.com/office/drawing/2014/main" id="{51F57E1C-12B9-E3AB-0884-5A40AF34937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100364" name="Oval 36">
              <a:extLst>
                <a:ext uri="{FF2B5EF4-FFF2-40B4-BE49-F238E27FC236}">
                  <a16:creationId xmlns:a16="http://schemas.microsoft.com/office/drawing/2014/main" id="{FB27B0D7-CFB8-443F-6B47-F21873E31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0365" name="Oval 37">
              <a:extLst>
                <a:ext uri="{FF2B5EF4-FFF2-40B4-BE49-F238E27FC236}">
                  <a16:creationId xmlns:a16="http://schemas.microsoft.com/office/drawing/2014/main" id="{861D56A4-A0F4-A760-FDEA-6F870FDAC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0366" name="Oval 38">
              <a:extLst>
                <a:ext uri="{FF2B5EF4-FFF2-40B4-BE49-F238E27FC236}">
                  <a16:creationId xmlns:a16="http://schemas.microsoft.com/office/drawing/2014/main" id="{05A72768-FB0B-4FC9-7159-A90628AE3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0367" name="Oval 39">
              <a:extLst>
                <a:ext uri="{FF2B5EF4-FFF2-40B4-BE49-F238E27FC236}">
                  <a16:creationId xmlns:a16="http://schemas.microsoft.com/office/drawing/2014/main" id="{0C29D2BD-DDF6-7080-BFDA-7EB48543F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0368" name="Oval 40">
              <a:extLst>
                <a:ext uri="{FF2B5EF4-FFF2-40B4-BE49-F238E27FC236}">
                  <a16:creationId xmlns:a16="http://schemas.microsoft.com/office/drawing/2014/main" id="{6694C7FE-0A73-4019-AB95-CF9974659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0369" name="Oval 41">
              <a:extLst>
                <a:ext uri="{FF2B5EF4-FFF2-40B4-BE49-F238E27FC236}">
                  <a16:creationId xmlns:a16="http://schemas.microsoft.com/office/drawing/2014/main" id="{BFBC8239-B54F-17FF-3C05-29062CE87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00359" name="AutoShape 42">
            <a:extLst>
              <a:ext uri="{FF2B5EF4-FFF2-40B4-BE49-F238E27FC236}">
                <a16:creationId xmlns:a16="http://schemas.microsoft.com/office/drawing/2014/main" id="{F8F38DEB-DE3B-524B-177B-3F0D03114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0360" name="Oval 43">
            <a:extLst>
              <a:ext uri="{FF2B5EF4-FFF2-40B4-BE49-F238E27FC236}">
                <a16:creationId xmlns:a16="http://schemas.microsoft.com/office/drawing/2014/main" id="{823F7269-10D1-431D-4D34-293DBB2F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0361" name="Oval 44">
            <a:extLst>
              <a:ext uri="{FF2B5EF4-FFF2-40B4-BE49-F238E27FC236}">
                <a16:creationId xmlns:a16="http://schemas.microsoft.com/office/drawing/2014/main" id="{C958B684-02C0-65A8-4BC8-456CC5987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0362" name="AutoShape 45">
            <a:extLst>
              <a:ext uri="{FF2B5EF4-FFF2-40B4-BE49-F238E27FC236}">
                <a16:creationId xmlns:a16="http://schemas.microsoft.com/office/drawing/2014/main" id="{FAD9C2F5-AF97-081E-03B3-CFF958A50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0363" name="Oval 46">
            <a:extLst>
              <a:ext uri="{FF2B5EF4-FFF2-40B4-BE49-F238E27FC236}">
                <a16:creationId xmlns:a16="http://schemas.microsoft.com/office/drawing/2014/main" id="{CD10C1C8-0E7C-EF80-2D8A-64D13ED36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3B7B7-FFB0-2248-6732-9B8770BA551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9" name="Group 3">
            <a:extLst>
              <a:ext uri="{FF2B5EF4-FFF2-40B4-BE49-F238E27FC236}">
                <a16:creationId xmlns:a16="http://schemas.microsoft.com/office/drawing/2014/main" id="{A3E00427-8C06-5D5B-AADF-EC5C12AF75E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101407" name="Group 4">
              <a:extLst>
                <a:ext uri="{FF2B5EF4-FFF2-40B4-BE49-F238E27FC236}">
                  <a16:creationId xmlns:a16="http://schemas.microsoft.com/office/drawing/2014/main" id="{10A59562-487A-0CB9-5B07-A96AE9050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101416" name="Rectangle 5">
                <a:extLst>
                  <a:ext uri="{FF2B5EF4-FFF2-40B4-BE49-F238E27FC236}">
                    <a16:creationId xmlns:a16="http://schemas.microsoft.com/office/drawing/2014/main" id="{074C446D-5CF7-04F1-A8B2-223D8BF20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17" name="Rectangle 6">
                <a:extLst>
                  <a:ext uri="{FF2B5EF4-FFF2-40B4-BE49-F238E27FC236}">
                    <a16:creationId xmlns:a16="http://schemas.microsoft.com/office/drawing/2014/main" id="{98BDB54E-3049-342A-2164-8676B1C96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18" name="Rectangle 7">
                <a:extLst>
                  <a:ext uri="{FF2B5EF4-FFF2-40B4-BE49-F238E27FC236}">
                    <a16:creationId xmlns:a16="http://schemas.microsoft.com/office/drawing/2014/main" id="{32A8966D-2721-CF0D-8A45-0AE58F36B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19" name="Rectangle 8">
                <a:extLst>
                  <a:ext uri="{FF2B5EF4-FFF2-40B4-BE49-F238E27FC236}">
                    <a16:creationId xmlns:a16="http://schemas.microsoft.com/office/drawing/2014/main" id="{786B09A9-2F87-5673-CB42-8CAA009EA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20" name="Rectangle 9">
                <a:extLst>
                  <a:ext uri="{FF2B5EF4-FFF2-40B4-BE49-F238E27FC236}">
                    <a16:creationId xmlns:a16="http://schemas.microsoft.com/office/drawing/2014/main" id="{77895538-983E-64BF-F1AA-D53DD2E9D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21" name="Rectangle 10">
                <a:extLst>
                  <a:ext uri="{FF2B5EF4-FFF2-40B4-BE49-F238E27FC236}">
                    <a16:creationId xmlns:a16="http://schemas.microsoft.com/office/drawing/2014/main" id="{66B0FC86-622E-1DBC-110A-5AF0F9F5D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22" name="Rectangle 11">
                <a:extLst>
                  <a:ext uri="{FF2B5EF4-FFF2-40B4-BE49-F238E27FC236}">
                    <a16:creationId xmlns:a16="http://schemas.microsoft.com/office/drawing/2014/main" id="{1324EA66-7CAC-04A9-FCDA-261FC3BA0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23" name="Rectangle 12">
                <a:extLst>
                  <a:ext uri="{FF2B5EF4-FFF2-40B4-BE49-F238E27FC236}">
                    <a16:creationId xmlns:a16="http://schemas.microsoft.com/office/drawing/2014/main" id="{FB54924F-6C41-F3EA-E722-B91A240BE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424" name="Rectangle 13">
                <a:extLst>
                  <a:ext uri="{FF2B5EF4-FFF2-40B4-BE49-F238E27FC236}">
                    <a16:creationId xmlns:a16="http://schemas.microsoft.com/office/drawing/2014/main" id="{C7ED1162-DF32-3559-2777-51C0B9B82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1408" name="Text Box 14">
              <a:extLst>
                <a:ext uri="{FF2B5EF4-FFF2-40B4-BE49-F238E27FC236}">
                  <a16:creationId xmlns:a16="http://schemas.microsoft.com/office/drawing/2014/main" id="{CE8F2F61-733A-91FC-8E47-798101CE5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1409" name="Text Box 15">
              <a:extLst>
                <a:ext uri="{FF2B5EF4-FFF2-40B4-BE49-F238E27FC236}">
                  <a16:creationId xmlns:a16="http://schemas.microsoft.com/office/drawing/2014/main" id="{6531F097-6F35-13AB-9B94-6BFFA76DA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101410" name="Text Box 16">
              <a:extLst>
                <a:ext uri="{FF2B5EF4-FFF2-40B4-BE49-F238E27FC236}">
                  <a16:creationId xmlns:a16="http://schemas.microsoft.com/office/drawing/2014/main" id="{FE67FB6A-C60C-9523-3834-6FD1F4B05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01411" name="Text Box 17">
              <a:extLst>
                <a:ext uri="{FF2B5EF4-FFF2-40B4-BE49-F238E27FC236}">
                  <a16:creationId xmlns:a16="http://schemas.microsoft.com/office/drawing/2014/main" id="{56DA151E-9D17-10BB-2607-F669437F2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01412" name="Text Box 18">
              <a:extLst>
                <a:ext uri="{FF2B5EF4-FFF2-40B4-BE49-F238E27FC236}">
                  <a16:creationId xmlns:a16="http://schemas.microsoft.com/office/drawing/2014/main" id="{E68CA6A9-6127-0638-FD1B-84FDCCC1D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101413" name="Text Box 19">
              <a:extLst>
                <a:ext uri="{FF2B5EF4-FFF2-40B4-BE49-F238E27FC236}">
                  <a16:creationId xmlns:a16="http://schemas.microsoft.com/office/drawing/2014/main" id="{7BCC8428-285C-A0B0-F904-3A26FD2AE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01414" name="Text Box 20">
              <a:extLst>
                <a:ext uri="{FF2B5EF4-FFF2-40B4-BE49-F238E27FC236}">
                  <a16:creationId xmlns:a16="http://schemas.microsoft.com/office/drawing/2014/main" id="{C5C3A815-3174-7AED-C4F7-F574044AA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01415" name="Text Box 21">
              <a:extLst>
                <a:ext uri="{FF2B5EF4-FFF2-40B4-BE49-F238E27FC236}">
                  <a16:creationId xmlns:a16="http://schemas.microsoft.com/office/drawing/2014/main" id="{9F26B96A-EB6A-0B8E-330C-5754EA12E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101380" name="Group 22">
            <a:extLst>
              <a:ext uri="{FF2B5EF4-FFF2-40B4-BE49-F238E27FC236}">
                <a16:creationId xmlns:a16="http://schemas.microsoft.com/office/drawing/2014/main" id="{F131995C-5DC9-6F01-8948-672B542B4948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101396" name="Group 23">
              <a:extLst>
                <a:ext uri="{FF2B5EF4-FFF2-40B4-BE49-F238E27FC236}">
                  <a16:creationId xmlns:a16="http://schemas.microsoft.com/office/drawing/2014/main" id="{6E72C7DC-034B-99CE-A8AD-B6E423803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101403" name="Text Box 24">
                <a:extLst>
                  <a:ext uri="{FF2B5EF4-FFF2-40B4-BE49-F238E27FC236}">
                    <a16:creationId xmlns:a16="http://schemas.microsoft.com/office/drawing/2014/main" id="{1BBF5A95-7410-D75B-7CAE-1C052B0556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101404" name="Text Box 25">
                <a:extLst>
                  <a:ext uri="{FF2B5EF4-FFF2-40B4-BE49-F238E27FC236}">
                    <a16:creationId xmlns:a16="http://schemas.microsoft.com/office/drawing/2014/main" id="{5FEC9587-07F5-FE2C-1EA9-1D739CCC72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  ,  ,  }</a:t>
                </a:r>
              </a:p>
            </p:txBody>
          </p:sp>
          <p:sp>
            <p:nvSpPr>
              <p:cNvPr id="101405" name="Text Box 26">
                <a:extLst>
                  <a:ext uri="{FF2B5EF4-FFF2-40B4-BE49-F238E27FC236}">
                    <a16:creationId xmlns:a16="http://schemas.microsoft.com/office/drawing/2014/main" id="{B075930D-45BE-9B1D-6E45-4C008CAB7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  ,  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3</a:t>
                </a:r>
                <a:r>
                  <a:rPr lang="en-US" altLang="en-US" sz="2400">
                    <a:latin typeface="Tahoma" panose="020B0604030504040204" pitchFamily="34" charset="0"/>
                  </a:rPr>
                  <a:t>,  }</a:t>
                </a:r>
              </a:p>
            </p:txBody>
          </p:sp>
          <p:sp>
            <p:nvSpPr>
              <p:cNvPr id="101406" name="Text Box 27">
                <a:extLst>
                  <a:ext uri="{FF2B5EF4-FFF2-40B4-BE49-F238E27FC236}">
                    <a16:creationId xmlns:a16="http://schemas.microsoft.com/office/drawing/2014/main" id="{7FF4AB09-4875-467B-A7C9-F59824F8F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101397" name="Line 28">
              <a:extLst>
                <a:ext uri="{FF2B5EF4-FFF2-40B4-BE49-F238E27FC236}">
                  <a16:creationId xmlns:a16="http://schemas.microsoft.com/office/drawing/2014/main" id="{8E5A6661-9D81-4A2F-953C-1247EB831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398" name="Line 29">
              <a:extLst>
                <a:ext uri="{FF2B5EF4-FFF2-40B4-BE49-F238E27FC236}">
                  <a16:creationId xmlns:a16="http://schemas.microsoft.com/office/drawing/2014/main" id="{1D93A07C-D726-2B6E-03A6-B2C01D977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399" name="Line 30">
              <a:extLst>
                <a:ext uri="{FF2B5EF4-FFF2-40B4-BE49-F238E27FC236}">
                  <a16:creationId xmlns:a16="http://schemas.microsoft.com/office/drawing/2014/main" id="{1E140E65-9301-A9EE-3856-0366F67E5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400" name="Line 31">
              <a:extLst>
                <a:ext uri="{FF2B5EF4-FFF2-40B4-BE49-F238E27FC236}">
                  <a16:creationId xmlns:a16="http://schemas.microsoft.com/office/drawing/2014/main" id="{C232A275-606E-2175-4C3D-4114B968A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401" name="Line 32">
              <a:extLst>
                <a:ext uri="{FF2B5EF4-FFF2-40B4-BE49-F238E27FC236}">
                  <a16:creationId xmlns:a16="http://schemas.microsoft.com/office/drawing/2014/main" id="{C62F9EFE-E47D-F00D-1D9E-616D64FFE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402" name="Line 33">
              <a:extLst>
                <a:ext uri="{FF2B5EF4-FFF2-40B4-BE49-F238E27FC236}">
                  <a16:creationId xmlns:a16="http://schemas.microsoft.com/office/drawing/2014/main" id="{EFF839F0-C50D-43F3-B1A3-B49CCA4B49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1381" name="AutoShape 34">
            <a:extLst>
              <a:ext uri="{FF2B5EF4-FFF2-40B4-BE49-F238E27FC236}">
                <a16:creationId xmlns:a16="http://schemas.microsoft.com/office/drawing/2014/main" id="{958065A7-A9B6-C2DC-D12A-E69D330C7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101382" name="Group 35">
            <a:extLst>
              <a:ext uri="{FF2B5EF4-FFF2-40B4-BE49-F238E27FC236}">
                <a16:creationId xmlns:a16="http://schemas.microsoft.com/office/drawing/2014/main" id="{710C5E9D-E99C-9AEA-1BC7-C215C4FF53F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101390" name="Oval 36">
              <a:extLst>
                <a:ext uri="{FF2B5EF4-FFF2-40B4-BE49-F238E27FC236}">
                  <a16:creationId xmlns:a16="http://schemas.microsoft.com/office/drawing/2014/main" id="{195B8D6E-165C-CC68-584C-EDDCF1E99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1391" name="Oval 37">
              <a:extLst>
                <a:ext uri="{FF2B5EF4-FFF2-40B4-BE49-F238E27FC236}">
                  <a16:creationId xmlns:a16="http://schemas.microsoft.com/office/drawing/2014/main" id="{ECA77EB7-5E1A-E870-2CC3-892DC9108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1392" name="Oval 38">
              <a:extLst>
                <a:ext uri="{FF2B5EF4-FFF2-40B4-BE49-F238E27FC236}">
                  <a16:creationId xmlns:a16="http://schemas.microsoft.com/office/drawing/2014/main" id="{FF004A3B-67B4-FBC0-F788-A898E35E7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1393" name="Oval 39">
              <a:extLst>
                <a:ext uri="{FF2B5EF4-FFF2-40B4-BE49-F238E27FC236}">
                  <a16:creationId xmlns:a16="http://schemas.microsoft.com/office/drawing/2014/main" id="{59D5A5B2-A3E5-67D6-9F9C-22529D23C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1394" name="Oval 40">
              <a:extLst>
                <a:ext uri="{FF2B5EF4-FFF2-40B4-BE49-F238E27FC236}">
                  <a16:creationId xmlns:a16="http://schemas.microsoft.com/office/drawing/2014/main" id="{39C55E13-2B2A-FF15-9816-EF667BFA1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1395" name="Oval 41">
              <a:extLst>
                <a:ext uri="{FF2B5EF4-FFF2-40B4-BE49-F238E27FC236}">
                  <a16:creationId xmlns:a16="http://schemas.microsoft.com/office/drawing/2014/main" id="{D0140D90-27DA-8D1B-76B7-3E5D1E601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01383" name="AutoShape 42">
            <a:extLst>
              <a:ext uri="{FF2B5EF4-FFF2-40B4-BE49-F238E27FC236}">
                <a16:creationId xmlns:a16="http://schemas.microsoft.com/office/drawing/2014/main" id="{C9A5D5C8-8435-9176-990A-85681CB9A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1384" name="Oval 43">
            <a:extLst>
              <a:ext uri="{FF2B5EF4-FFF2-40B4-BE49-F238E27FC236}">
                <a16:creationId xmlns:a16="http://schemas.microsoft.com/office/drawing/2014/main" id="{9962333F-24E3-9EC1-45D7-2D442E514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1385" name="Oval 44">
            <a:extLst>
              <a:ext uri="{FF2B5EF4-FFF2-40B4-BE49-F238E27FC236}">
                <a16:creationId xmlns:a16="http://schemas.microsoft.com/office/drawing/2014/main" id="{D40C3BF5-7713-5F3F-9F78-AE8A2A962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1386" name="AutoShape 45">
            <a:extLst>
              <a:ext uri="{FF2B5EF4-FFF2-40B4-BE49-F238E27FC236}">
                <a16:creationId xmlns:a16="http://schemas.microsoft.com/office/drawing/2014/main" id="{38F38619-C825-B1B2-05B3-1D23F250D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1387" name="Oval 46">
            <a:extLst>
              <a:ext uri="{FF2B5EF4-FFF2-40B4-BE49-F238E27FC236}">
                <a16:creationId xmlns:a16="http://schemas.microsoft.com/office/drawing/2014/main" id="{1436AD5C-9D90-8885-07E3-E6CA9A649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1388" name="AutoShape 47">
            <a:extLst>
              <a:ext uri="{FF2B5EF4-FFF2-40B4-BE49-F238E27FC236}">
                <a16:creationId xmlns:a16="http://schemas.microsoft.com/office/drawing/2014/main" id="{9A7AF24C-9FA2-7A4F-2AE8-D8B442C40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962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711F5-0A72-5A55-B02D-5C578FB3D80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Example</a:t>
            </a: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8C55DF89-B5FC-6277-B1E0-B05569C26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49277"/>
            <a:ext cx="289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Solution !</a:t>
            </a:r>
            <a:endParaRPr lang="en-GB" altLang="en-US" sz="2000" dirty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Oval 3">
            <a:extLst>
              <a:ext uri="{FF2B5EF4-FFF2-40B4-BE49-F238E27FC236}">
                <a16:creationId xmlns:a16="http://schemas.microsoft.com/office/drawing/2014/main" id="{83177EF4-935E-1C3E-6B58-7374C941C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4" name="Oval 4">
            <a:extLst>
              <a:ext uri="{FF2B5EF4-FFF2-40B4-BE49-F238E27FC236}">
                <a16:creationId xmlns:a16="http://schemas.microsoft.com/office/drawing/2014/main" id="{7AC02AA3-204B-3B08-7FB7-AA1C47E42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5" name="Oval 5">
            <a:extLst>
              <a:ext uri="{FF2B5EF4-FFF2-40B4-BE49-F238E27FC236}">
                <a16:creationId xmlns:a16="http://schemas.microsoft.com/office/drawing/2014/main" id="{89BA3251-7750-3671-073D-97B6ED1BC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6" name="Oval 6">
            <a:extLst>
              <a:ext uri="{FF2B5EF4-FFF2-40B4-BE49-F238E27FC236}">
                <a16:creationId xmlns:a16="http://schemas.microsoft.com/office/drawing/2014/main" id="{CBF732A2-D423-1671-67D8-F1BAB2C8C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7" name="Oval 7">
            <a:extLst>
              <a:ext uri="{FF2B5EF4-FFF2-40B4-BE49-F238E27FC236}">
                <a16:creationId xmlns:a16="http://schemas.microsoft.com/office/drawing/2014/main" id="{3E547386-FDFB-71EF-D1B1-80E20671E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8" name="Line 8">
            <a:extLst>
              <a:ext uri="{FF2B5EF4-FFF2-40B4-BE49-F238E27FC236}">
                <a16:creationId xmlns:a16="http://schemas.microsoft.com/office/drawing/2014/main" id="{3EFCE41E-19D8-ED07-0446-F2629A1277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9" name="Line 9">
            <a:extLst>
              <a:ext uri="{FF2B5EF4-FFF2-40B4-BE49-F238E27FC236}">
                <a16:creationId xmlns:a16="http://schemas.microsoft.com/office/drawing/2014/main" id="{CC7EE5D9-318D-CB7F-465F-6B48B3E52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0" name="Line 10">
            <a:extLst>
              <a:ext uri="{FF2B5EF4-FFF2-40B4-BE49-F238E27FC236}">
                <a16:creationId xmlns:a16="http://schemas.microsoft.com/office/drawing/2014/main" id="{C1C1AA3E-1A1A-2C25-0273-952E0D51B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1" name="Line 11">
            <a:extLst>
              <a:ext uri="{FF2B5EF4-FFF2-40B4-BE49-F238E27FC236}">
                <a16:creationId xmlns:a16="http://schemas.microsoft.com/office/drawing/2014/main" id="{6C538AF6-C738-AE3E-36F5-BC7BC5371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2" name="Line 12">
            <a:extLst>
              <a:ext uri="{FF2B5EF4-FFF2-40B4-BE49-F238E27FC236}">
                <a16:creationId xmlns:a16="http://schemas.microsoft.com/office/drawing/2014/main" id="{5C59E605-460C-8462-D172-4A339E44C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3" name="Line 13">
            <a:extLst>
              <a:ext uri="{FF2B5EF4-FFF2-40B4-BE49-F238E27FC236}">
                <a16:creationId xmlns:a16="http://schemas.microsoft.com/office/drawing/2014/main" id="{4B44A8FC-046D-6545-A9ED-2AE85E966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4" name="Line 14">
            <a:extLst>
              <a:ext uri="{FF2B5EF4-FFF2-40B4-BE49-F238E27FC236}">
                <a16:creationId xmlns:a16="http://schemas.microsoft.com/office/drawing/2014/main" id="{D7EE0CCD-BA7C-AD35-04AA-19472264B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E674638B-5C9D-1B98-9DD3-886CC6195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5FEBFF8B-4F6C-BE39-04C1-AD6609733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E772E232-DE3A-E3B3-3E08-9528AF442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8" name="Text Box 18">
            <a:extLst>
              <a:ext uri="{FF2B5EF4-FFF2-40B4-BE49-F238E27FC236}">
                <a16:creationId xmlns:a16="http://schemas.microsoft.com/office/drawing/2014/main" id="{C8CC63FC-F501-5956-49A4-23E40E8CC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9" name="Text Box 19">
            <a:extLst>
              <a:ext uri="{FF2B5EF4-FFF2-40B4-BE49-F238E27FC236}">
                <a16:creationId xmlns:a16="http://schemas.microsoft.com/office/drawing/2014/main" id="{5E513323-27DF-FF14-D9DC-CA767DBC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EE1A1F-C04E-9AFA-7654-BCB110153AB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4DE29-B529-8D00-99B7-B78D1C415CEC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92A89-8BD9-814D-C217-6FCEAA8D8B01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CAE149-928A-0821-5CC2-EEF9C6B45476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D0CD6-991D-D4A2-2029-939F7C362B09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A3BE8-25DD-11F8-EBE7-6289BB648679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Oval 3">
            <a:extLst>
              <a:ext uri="{FF2B5EF4-FFF2-40B4-BE49-F238E27FC236}">
                <a16:creationId xmlns:a16="http://schemas.microsoft.com/office/drawing/2014/main" id="{6ACD8CE7-951F-2363-D0BD-3D3D6776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28" name="Oval 4">
            <a:extLst>
              <a:ext uri="{FF2B5EF4-FFF2-40B4-BE49-F238E27FC236}">
                <a16:creationId xmlns:a16="http://schemas.microsoft.com/office/drawing/2014/main" id="{9AEF15A4-F646-1BA6-94C9-805F0EEC0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29" name="Oval 5">
            <a:extLst>
              <a:ext uri="{FF2B5EF4-FFF2-40B4-BE49-F238E27FC236}">
                <a16:creationId xmlns:a16="http://schemas.microsoft.com/office/drawing/2014/main" id="{B3757708-4E72-4973-0D86-0711505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30" name="Oval 6">
            <a:extLst>
              <a:ext uri="{FF2B5EF4-FFF2-40B4-BE49-F238E27FC236}">
                <a16:creationId xmlns:a16="http://schemas.microsoft.com/office/drawing/2014/main" id="{5511C796-A3DA-A667-F69F-3415EBC0E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31" name="Oval 7">
            <a:extLst>
              <a:ext uri="{FF2B5EF4-FFF2-40B4-BE49-F238E27FC236}">
                <a16:creationId xmlns:a16="http://schemas.microsoft.com/office/drawing/2014/main" id="{A6481780-57FE-C475-551D-C828B88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32" name="Line 8">
            <a:extLst>
              <a:ext uri="{FF2B5EF4-FFF2-40B4-BE49-F238E27FC236}">
                <a16:creationId xmlns:a16="http://schemas.microsoft.com/office/drawing/2014/main" id="{5158687C-D56F-1661-C2EB-00880DC3D9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>
            <a:extLst>
              <a:ext uri="{FF2B5EF4-FFF2-40B4-BE49-F238E27FC236}">
                <a16:creationId xmlns:a16="http://schemas.microsoft.com/office/drawing/2014/main" id="{85CC04F9-6FCB-519C-96FA-493724B5A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4" name="Line 10">
            <a:extLst>
              <a:ext uri="{FF2B5EF4-FFF2-40B4-BE49-F238E27FC236}">
                <a16:creationId xmlns:a16="http://schemas.microsoft.com/office/drawing/2014/main" id="{E1C770FA-0FC3-AF5C-BAC9-3876297FA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5" name="Line 11">
            <a:extLst>
              <a:ext uri="{FF2B5EF4-FFF2-40B4-BE49-F238E27FC236}">
                <a16:creationId xmlns:a16="http://schemas.microsoft.com/office/drawing/2014/main" id="{AD068270-123A-4A77-58B4-E3AB4B701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6" name="Line 12">
            <a:extLst>
              <a:ext uri="{FF2B5EF4-FFF2-40B4-BE49-F238E27FC236}">
                <a16:creationId xmlns:a16="http://schemas.microsoft.com/office/drawing/2014/main" id="{3426DEB4-B797-A06D-3F0E-87160EAD0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7" name="Line 13">
            <a:extLst>
              <a:ext uri="{FF2B5EF4-FFF2-40B4-BE49-F238E27FC236}">
                <a16:creationId xmlns:a16="http://schemas.microsoft.com/office/drawing/2014/main" id="{05FF3754-511D-757B-73E6-60340CF0E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8" name="Line 14">
            <a:extLst>
              <a:ext uri="{FF2B5EF4-FFF2-40B4-BE49-F238E27FC236}">
                <a16:creationId xmlns:a16="http://schemas.microsoft.com/office/drawing/2014/main" id="{010D2C41-A7E2-B519-B3D1-6A180615F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9" name="Text Box 15">
            <a:extLst>
              <a:ext uri="{FF2B5EF4-FFF2-40B4-BE49-F238E27FC236}">
                <a16:creationId xmlns:a16="http://schemas.microsoft.com/office/drawing/2014/main" id="{8EF77446-7640-A768-5930-074F46ADF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0" name="Text Box 16">
            <a:extLst>
              <a:ext uri="{FF2B5EF4-FFF2-40B4-BE49-F238E27FC236}">
                <a16:creationId xmlns:a16="http://schemas.microsoft.com/office/drawing/2014/main" id="{1C4702D8-1846-2BE4-5189-C36E207AC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1" name="Text Box 17">
            <a:extLst>
              <a:ext uri="{FF2B5EF4-FFF2-40B4-BE49-F238E27FC236}">
                <a16:creationId xmlns:a16="http://schemas.microsoft.com/office/drawing/2014/main" id="{764A0569-3443-A111-F672-387656E03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2" name="Text Box 18">
            <a:extLst>
              <a:ext uri="{FF2B5EF4-FFF2-40B4-BE49-F238E27FC236}">
                <a16:creationId xmlns:a16="http://schemas.microsoft.com/office/drawing/2014/main" id="{770B93C2-5FDF-6E9B-0573-DC04B9372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3" name="Text Box 19">
            <a:extLst>
              <a:ext uri="{FF2B5EF4-FFF2-40B4-BE49-F238E27FC236}">
                <a16:creationId xmlns:a16="http://schemas.microsoft.com/office/drawing/2014/main" id="{365E4195-E38B-753E-948D-682B49F8B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25DAC7-D098-FD4E-56CF-DEBC7AEA2E1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D363-FE58-6CC8-BE2D-B14B82456ED5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6E01D-C8EF-F239-A70C-AE705F260BEA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08924-BE9C-7465-034A-5F1B872C2C57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E9AC8-3AE3-ED8B-A7A9-C2E2595B1458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77C9-363B-1F36-3297-C54BD64D44AF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BE8D1D-A4DA-4C5F-93B9-80C033FFD197}"/>
                  </a:ext>
                </a:extLst>
              </p14:cNvPr>
              <p14:cNvContentPartPr/>
              <p14:nvPr/>
            </p14:nvContentPartPr>
            <p14:xfrm>
              <a:off x="-1101159" y="20712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BE8D1D-A4DA-4C5F-93B9-80C033FFD1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110159" y="206263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Oval 3">
            <a:extLst>
              <a:ext uri="{FF2B5EF4-FFF2-40B4-BE49-F238E27FC236}">
                <a16:creationId xmlns:a16="http://schemas.microsoft.com/office/drawing/2014/main" id="{0E93D337-20D3-0022-DD7A-5EE107888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2" name="Oval 4">
            <a:extLst>
              <a:ext uri="{FF2B5EF4-FFF2-40B4-BE49-F238E27FC236}">
                <a16:creationId xmlns:a16="http://schemas.microsoft.com/office/drawing/2014/main" id="{CCEAAB87-B9CF-909E-FD95-2850DAF8A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3" name="Oval 5">
            <a:extLst>
              <a:ext uri="{FF2B5EF4-FFF2-40B4-BE49-F238E27FC236}">
                <a16:creationId xmlns:a16="http://schemas.microsoft.com/office/drawing/2014/main" id="{CCC4EC29-F51B-788B-C3F6-806A7442D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4" name="Oval 6">
            <a:extLst>
              <a:ext uri="{FF2B5EF4-FFF2-40B4-BE49-F238E27FC236}">
                <a16:creationId xmlns:a16="http://schemas.microsoft.com/office/drawing/2014/main" id="{193E418B-537A-D2D3-719E-326E5A4B1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5" name="Oval 7">
            <a:extLst>
              <a:ext uri="{FF2B5EF4-FFF2-40B4-BE49-F238E27FC236}">
                <a16:creationId xmlns:a16="http://schemas.microsoft.com/office/drawing/2014/main" id="{4C9C937C-3CDD-8A02-0038-E93E85A15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6" name="Line 8">
            <a:extLst>
              <a:ext uri="{FF2B5EF4-FFF2-40B4-BE49-F238E27FC236}">
                <a16:creationId xmlns:a16="http://schemas.microsoft.com/office/drawing/2014/main" id="{C7B00AB5-5466-E403-75A3-37A1A66B6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7" name="Line 9">
            <a:extLst>
              <a:ext uri="{FF2B5EF4-FFF2-40B4-BE49-F238E27FC236}">
                <a16:creationId xmlns:a16="http://schemas.microsoft.com/office/drawing/2014/main" id="{569FEEC9-0BE1-462A-6DD5-FE3918744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8" name="Line 10">
            <a:extLst>
              <a:ext uri="{FF2B5EF4-FFF2-40B4-BE49-F238E27FC236}">
                <a16:creationId xmlns:a16="http://schemas.microsoft.com/office/drawing/2014/main" id="{BB7ED628-AA9A-F36E-B7AD-98BE28171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9" name="Line 11">
            <a:extLst>
              <a:ext uri="{FF2B5EF4-FFF2-40B4-BE49-F238E27FC236}">
                <a16:creationId xmlns:a16="http://schemas.microsoft.com/office/drawing/2014/main" id="{5191A83E-0208-2BB1-FD32-B9D00A187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0" name="Line 12">
            <a:extLst>
              <a:ext uri="{FF2B5EF4-FFF2-40B4-BE49-F238E27FC236}">
                <a16:creationId xmlns:a16="http://schemas.microsoft.com/office/drawing/2014/main" id="{326EFC27-43DA-B5BB-7210-67FD2A1B7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1" name="Line 13">
            <a:extLst>
              <a:ext uri="{FF2B5EF4-FFF2-40B4-BE49-F238E27FC236}">
                <a16:creationId xmlns:a16="http://schemas.microsoft.com/office/drawing/2014/main" id="{119B6308-D2B7-3D14-5EB8-FA61BB9F1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2" name="Line 14">
            <a:extLst>
              <a:ext uri="{FF2B5EF4-FFF2-40B4-BE49-F238E27FC236}">
                <a16:creationId xmlns:a16="http://schemas.microsoft.com/office/drawing/2014/main" id="{72CDE20B-58E1-6D6F-6122-286185806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3" name="Text Box 15">
            <a:extLst>
              <a:ext uri="{FF2B5EF4-FFF2-40B4-BE49-F238E27FC236}">
                <a16:creationId xmlns:a16="http://schemas.microsoft.com/office/drawing/2014/main" id="{399677E9-1874-1D56-62A6-533647C37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4" name="Text Box 16">
            <a:extLst>
              <a:ext uri="{FF2B5EF4-FFF2-40B4-BE49-F238E27FC236}">
                <a16:creationId xmlns:a16="http://schemas.microsoft.com/office/drawing/2014/main" id="{B7891282-F88E-63C4-D51B-D7D923EB6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5" name="Text Box 17">
            <a:extLst>
              <a:ext uri="{FF2B5EF4-FFF2-40B4-BE49-F238E27FC236}">
                <a16:creationId xmlns:a16="http://schemas.microsoft.com/office/drawing/2014/main" id="{54C867D6-1950-250E-46AC-3D51E625B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6" name="Text Box 18">
            <a:extLst>
              <a:ext uri="{FF2B5EF4-FFF2-40B4-BE49-F238E27FC236}">
                <a16:creationId xmlns:a16="http://schemas.microsoft.com/office/drawing/2014/main" id="{B334164A-F925-6A09-413E-822037478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7" name="Text Box 19">
            <a:extLst>
              <a:ext uri="{FF2B5EF4-FFF2-40B4-BE49-F238E27FC236}">
                <a16:creationId xmlns:a16="http://schemas.microsoft.com/office/drawing/2014/main" id="{6D33CC4E-1C8F-2B32-847A-ABE8E5D25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92046D-F2A6-7E80-3F99-8669D234F81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3D76F-F740-5B6A-4E95-40666A79007C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CF169-CF7D-18B8-D51F-FB3CCB65874F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B59C8-CC94-3F6A-27ED-C79E0FE99EA9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00C64-C737-1B76-9369-2F7C0692C337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702B1-7880-BB3D-B8D0-8F0F43051962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Oval 3">
            <a:extLst>
              <a:ext uri="{FF2B5EF4-FFF2-40B4-BE49-F238E27FC236}">
                <a16:creationId xmlns:a16="http://schemas.microsoft.com/office/drawing/2014/main" id="{53BCCF16-F7B3-56E9-B6BC-60C98EF53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6" name="Oval 4">
            <a:extLst>
              <a:ext uri="{FF2B5EF4-FFF2-40B4-BE49-F238E27FC236}">
                <a16:creationId xmlns:a16="http://schemas.microsoft.com/office/drawing/2014/main" id="{618188F3-F77B-B9E0-0399-D915D32AD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7" name="Oval 5">
            <a:extLst>
              <a:ext uri="{FF2B5EF4-FFF2-40B4-BE49-F238E27FC236}">
                <a16:creationId xmlns:a16="http://schemas.microsoft.com/office/drawing/2014/main" id="{2AA209DE-AAF9-1378-C8C4-F04C2BE8B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8" name="Oval 6">
            <a:extLst>
              <a:ext uri="{FF2B5EF4-FFF2-40B4-BE49-F238E27FC236}">
                <a16:creationId xmlns:a16="http://schemas.microsoft.com/office/drawing/2014/main" id="{2681CE29-7D01-39E2-095D-C40FBC141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9" name="Oval 7">
            <a:extLst>
              <a:ext uri="{FF2B5EF4-FFF2-40B4-BE49-F238E27FC236}">
                <a16:creationId xmlns:a16="http://schemas.microsoft.com/office/drawing/2014/main" id="{1CD79A76-2BE1-13CF-F5BB-B4AD8055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80" name="Line 8">
            <a:extLst>
              <a:ext uri="{FF2B5EF4-FFF2-40B4-BE49-F238E27FC236}">
                <a16:creationId xmlns:a16="http://schemas.microsoft.com/office/drawing/2014/main" id="{506BC463-4340-C13C-6252-8A6EB2720C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1" name="Line 9">
            <a:extLst>
              <a:ext uri="{FF2B5EF4-FFF2-40B4-BE49-F238E27FC236}">
                <a16:creationId xmlns:a16="http://schemas.microsoft.com/office/drawing/2014/main" id="{169C979D-488B-1108-D11F-BA1694EF5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2" name="Line 10">
            <a:extLst>
              <a:ext uri="{FF2B5EF4-FFF2-40B4-BE49-F238E27FC236}">
                <a16:creationId xmlns:a16="http://schemas.microsoft.com/office/drawing/2014/main" id="{E38E6CE4-12BA-063E-95B7-F94D244EC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3" name="Line 11">
            <a:extLst>
              <a:ext uri="{FF2B5EF4-FFF2-40B4-BE49-F238E27FC236}">
                <a16:creationId xmlns:a16="http://schemas.microsoft.com/office/drawing/2014/main" id="{3D117C5A-5C7D-FA36-EF7C-E5333B6C8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4" name="Line 12">
            <a:extLst>
              <a:ext uri="{FF2B5EF4-FFF2-40B4-BE49-F238E27FC236}">
                <a16:creationId xmlns:a16="http://schemas.microsoft.com/office/drawing/2014/main" id="{481581E6-7807-9F4E-9D6B-3BA9E692E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5" name="Line 13">
            <a:extLst>
              <a:ext uri="{FF2B5EF4-FFF2-40B4-BE49-F238E27FC236}">
                <a16:creationId xmlns:a16="http://schemas.microsoft.com/office/drawing/2014/main" id="{7E394696-2219-5354-EA9C-7758326BC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6" name="Line 14">
            <a:extLst>
              <a:ext uri="{FF2B5EF4-FFF2-40B4-BE49-F238E27FC236}">
                <a16:creationId xmlns:a16="http://schemas.microsoft.com/office/drawing/2014/main" id="{83F1148D-4F61-4F2D-DF3A-D59DC685E1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7" name="Text Box 15">
            <a:extLst>
              <a:ext uri="{FF2B5EF4-FFF2-40B4-BE49-F238E27FC236}">
                <a16:creationId xmlns:a16="http://schemas.microsoft.com/office/drawing/2014/main" id="{6B5D6C6A-C2DE-D2DD-B172-43B11161F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88" name="Text Box 16">
            <a:extLst>
              <a:ext uri="{FF2B5EF4-FFF2-40B4-BE49-F238E27FC236}">
                <a16:creationId xmlns:a16="http://schemas.microsoft.com/office/drawing/2014/main" id="{F55F554B-1881-06BF-D3EE-5D772B4B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89" name="Text Box 17">
            <a:extLst>
              <a:ext uri="{FF2B5EF4-FFF2-40B4-BE49-F238E27FC236}">
                <a16:creationId xmlns:a16="http://schemas.microsoft.com/office/drawing/2014/main" id="{65BFCAF4-4CA5-037D-F602-88B73AAA1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90" name="Text Box 18">
            <a:extLst>
              <a:ext uri="{FF2B5EF4-FFF2-40B4-BE49-F238E27FC236}">
                <a16:creationId xmlns:a16="http://schemas.microsoft.com/office/drawing/2014/main" id="{1EB68704-CA66-8E23-9759-717B6DF33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91" name="Text Box 19">
            <a:extLst>
              <a:ext uri="{FF2B5EF4-FFF2-40B4-BE49-F238E27FC236}">
                <a16:creationId xmlns:a16="http://schemas.microsoft.com/office/drawing/2014/main" id="{74ED2848-3806-BDB6-1214-6A0804A7C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050BCF-618D-6259-0036-F3CCF231E88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1C766-F653-E8BE-E2B3-5D4BDDF8D1A7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97DF4-7E53-AB12-CE86-A7BE604CFB01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05C39-B32D-1AEB-393A-DA624AD13FBC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E73EC-7E08-58B5-17A0-C2E3BF06596B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A8EE1-73E1-3118-75EA-197515E47140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Oval 3">
            <a:extLst>
              <a:ext uri="{FF2B5EF4-FFF2-40B4-BE49-F238E27FC236}">
                <a16:creationId xmlns:a16="http://schemas.microsoft.com/office/drawing/2014/main" id="{C8050CDE-B66A-82CB-FDE3-CCDB67830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0" name="Oval 4">
            <a:extLst>
              <a:ext uri="{FF2B5EF4-FFF2-40B4-BE49-F238E27FC236}">
                <a16:creationId xmlns:a16="http://schemas.microsoft.com/office/drawing/2014/main" id="{6A29BCEF-5A7E-B156-7C57-80F707A56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1" name="Oval 5">
            <a:extLst>
              <a:ext uri="{FF2B5EF4-FFF2-40B4-BE49-F238E27FC236}">
                <a16:creationId xmlns:a16="http://schemas.microsoft.com/office/drawing/2014/main" id="{B4E85C48-C1EC-49DE-622C-8947C4A5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2" name="Oval 6">
            <a:extLst>
              <a:ext uri="{FF2B5EF4-FFF2-40B4-BE49-F238E27FC236}">
                <a16:creationId xmlns:a16="http://schemas.microsoft.com/office/drawing/2014/main" id="{01F6B707-38F8-2733-0CC3-398964829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3" name="Oval 7">
            <a:extLst>
              <a:ext uri="{FF2B5EF4-FFF2-40B4-BE49-F238E27FC236}">
                <a16:creationId xmlns:a16="http://schemas.microsoft.com/office/drawing/2014/main" id="{400DBE86-E219-772B-A6FF-EA8BEBA29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4" name="Line 8">
            <a:extLst>
              <a:ext uri="{FF2B5EF4-FFF2-40B4-BE49-F238E27FC236}">
                <a16:creationId xmlns:a16="http://schemas.microsoft.com/office/drawing/2014/main" id="{7974CDF2-0EE1-25CC-9DD9-C485C25A98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Line 9">
            <a:extLst>
              <a:ext uri="{FF2B5EF4-FFF2-40B4-BE49-F238E27FC236}">
                <a16:creationId xmlns:a16="http://schemas.microsoft.com/office/drawing/2014/main" id="{52853A26-296C-03C2-057C-9DC6DCEFF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Line 10">
            <a:extLst>
              <a:ext uri="{FF2B5EF4-FFF2-40B4-BE49-F238E27FC236}">
                <a16:creationId xmlns:a16="http://schemas.microsoft.com/office/drawing/2014/main" id="{B048F7D8-DF5F-823B-E701-704AB7AF7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7" name="Line 11">
            <a:extLst>
              <a:ext uri="{FF2B5EF4-FFF2-40B4-BE49-F238E27FC236}">
                <a16:creationId xmlns:a16="http://schemas.microsoft.com/office/drawing/2014/main" id="{350EE124-6118-EBE1-4C0D-0ED467D0C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8" name="Line 12">
            <a:extLst>
              <a:ext uri="{FF2B5EF4-FFF2-40B4-BE49-F238E27FC236}">
                <a16:creationId xmlns:a16="http://schemas.microsoft.com/office/drawing/2014/main" id="{E3E41ED7-8A06-3F70-0058-79DF9909B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9" name="Line 13">
            <a:extLst>
              <a:ext uri="{FF2B5EF4-FFF2-40B4-BE49-F238E27FC236}">
                <a16:creationId xmlns:a16="http://schemas.microsoft.com/office/drawing/2014/main" id="{4939B678-84C1-933B-6290-81EDFA810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0" name="Line 14">
            <a:extLst>
              <a:ext uri="{FF2B5EF4-FFF2-40B4-BE49-F238E27FC236}">
                <a16:creationId xmlns:a16="http://schemas.microsoft.com/office/drawing/2014/main" id="{E6A0A02C-9578-2A09-4028-F15971B6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1" name="Text Box 15">
            <a:extLst>
              <a:ext uri="{FF2B5EF4-FFF2-40B4-BE49-F238E27FC236}">
                <a16:creationId xmlns:a16="http://schemas.microsoft.com/office/drawing/2014/main" id="{C3720724-D3E3-AC13-AFD4-0FF481ACA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2" name="Text Box 16">
            <a:extLst>
              <a:ext uri="{FF2B5EF4-FFF2-40B4-BE49-F238E27FC236}">
                <a16:creationId xmlns:a16="http://schemas.microsoft.com/office/drawing/2014/main" id="{E10BEFE4-6667-EBF9-BF36-59092460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3" name="Text Box 17">
            <a:extLst>
              <a:ext uri="{FF2B5EF4-FFF2-40B4-BE49-F238E27FC236}">
                <a16:creationId xmlns:a16="http://schemas.microsoft.com/office/drawing/2014/main" id="{ADEBAC66-999F-9641-2DD8-DA555F922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4" name="Text Box 18">
            <a:extLst>
              <a:ext uri="{FF2B5EF4-FFF2-40B4-BE49-F238E27FC236}">
                <a16:creationId xmlns:a16="http://schemas.microsoft.com/office/drawing/2014/main" id="{DC503EAD-DBAD-F4E5-156B-CBCEEDA05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5" name="Text Box 19">
            <a:extLst>
              <a:ext uri="{FF2B5EF4-FFF2-40B4-BE49-F238E27FC236}">
                <a16:creationId xmlns:a16="http://schemas.microsoft.com/office/drawing/2014/main" id="{1259C241-F5BE-FF6E-7ED0-68AAD6F73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8B05A0-D83C-025D-B956-9E81C4C7061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740B5-882A-F71A-4F48-42979BB413F8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A9BA5-C19E-CA96-EF1D-EE53DB60E261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D1003-D293-38BD-754A-B3EF374CB417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7D22A-8442-33EB-9418-9B6E9010027F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2E693-96FE-B29F-C1A8-C93B729B826A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Oval 3">
            <a:extLst>
              <a:ext uri="{FF2B5EF4-FFF2-40B4-BE49-F238E27FC236}">
                <a16:creationId xmlns:a16="http://schemas.microsoft.com/office/drawing/2014/main" id="{A6805A7A-1C94-1F78-4EEF-48B18C89D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4" name="Oval 4">
            <a:extLst>
              <a:ext uri="{FF2B5EF4-FFF2-40B4-BE49-F238E27FC236}">
                <a16:creationId xmlns:a16="http://schemas.microsoft.com/office/drawing/2014/main" id="{DE594457-0DA5-1519-73E3-C8212F380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5" name="Oval 5">
            <a:extLst>
              <a:ext uri="{FF2B5EF4-FFF2-40B4-BE49-F238E27FC236}">
                <a16:creationId xmlns:a16="http://schemas.microsoft.com/office/drawing/2014/main" id="{83C688C9-19D6-860B-60D7-378C9F19A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6" name="Oval 6">
            <a:extLst>
              <a:ext uri="{FF2B5EF4-FFF2-40B4-BE49-F238E27FC236}">
                <a16:creationId xmlns:a16="http://schemas.microsoft.com/office/drawing/2014/main" id="{8512E350-0F6D-6B82-130C-8B93B5D51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7" name="Oval 7">
            <a:extLst>
              <a:ext uri="{FF2B5EF4-FFF2-40B4-BE49-F238E27FC236}">
                <a16:creationId xmlns:a16="http://schemas.microsoft.com/office/drawing/2014/main" id="{B4E0ECBE-C187-4EF6-A085-7AAD9D9F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8" name="Line 8">
            <a:extLst>
              <a:ext uri="{FF2B5EF4-FFF2-40B4-BE49-F238E27FC236}">
                <a16:creationId xmlns:a16="http://schemas.microsoft.com/office/drawing/2014/main" id="{96C09602-F868-8719-6085-FE9D42210B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9" name="Line 9">
            <a:extLst>
              <a:ext uri="{FF2B5EF4-FFF2-40B4-BE49-F238E27FC236}">
                <a16:creationId xmlns:a16="http://schemas.microsoft.com/office/drawing/2014/main" id="{66DBE88A-51B8-E129-31FC-508194B0C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0" name="Line 10">
            <a:extLst>
              <a:ext uri="{FF2B5EF4-FFF2-40B4-BE49-F238E27FC236}">
                <a16:creationId xmlns:a16="http://schemas.microsoft.com/office/drawing/2014/main" id="{0E6654D6-D2D2-B469-BA7C-623CE0369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1" name="Line 11">
            <a:extLst>
              <a:ext uri="{FF2B5EF4-FFF2-40B4-BE49-F238E27FC236}">
                <a16:creationId xmlns:a16="http://schemas.microsoft.com/office/drawing/2014/main" id="{1257E635-8A4C-FD6E-96D4-E62A2EDD6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2" name="Line 12">
            <a:extLst>
              <a:ext uri="{FF2B5EF4-FFF2-40B4-BE49-F238E27FC236}">
                <a16:creationId xmlns:a16="http://schemas.microsoft.com/office/drawing/2014/main" id="{A176130E-46F5-6127-0BE4-F04D4C94A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3" name="Line 13">
            <a:extLst>
              <a:ext uri="{FF2B5EF4-FFF2-40B4-BE49-F238E27FC236}">
                <a16:creationId xmlns:a16="http://schemas.microsoft.com/office/drawing/2014/main" id="{5FD62D95-A480-BC33-ADC4-CECB54847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4" name="Line 14">
            <a:extLst>
              <a:ext uri="{FF2B5EF4-FFF2-40B4-BE49-F238E27FC236}">
                <a16:creationId xmlns:a16="http://schemas.microsoft.com/office/drawing/2014/main" id="{257EC830-A2D3-330E-1DB1-75B609B36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5" name="Text Box 15">
            <a:extLst>
              <a:ext uri="{FF2B5EF4-FFF2-40B4-BE49-F238E27FC236}">
                <a16:creationId xmlns:a16="http://schemas.microsoft.com/office/drawing/2014/main" id="{E24D8108-0DF0-6324-E5D3-CCF89E9FB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6" name="Text Box 16">
            <a:extLst>
              <a:ext uri="{FF2B5EF4-FFF2-40B4-BE49-F238E27FC236}">
                <a16:creationId xmlns:a16="http://schemas.microsoft.com/office/drawing/2014/main" id="{7E03991B-3C29-7C79-16D5-98354850F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7" name="Text Box 17">
            <a:extLst>
              <a:ext uri="{FF2B5EF4-FFF2-40B4-BE49-F238E27FC236}">
                <a16:creationId xmlns:a16="http://schemas.microsoft.com/office/drawing/2014/main" id="{3086D5A3-D6D7-BBD1-EE3C-82620D417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8" name="Text Box 18">
            <a:extLst>
              <a:ext uri="{FF2B5EF4-FFF2-40B4-BE49-F238E27FC236}">
                <a16:creationId xmlns:a16="http://schemas.microsoft.com/office/drawing/2014/main" id="{1CDB9470-5E43-FA94-678A-612DC8566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9" name="Text Box 19">
            <a:extLst>
              <a:ext uri="{FF2B5EF4-FFF2-40B4-BE49-F238E27FC236}">
                <a16:creationId xmlns:a16="http://schemas.microsoft.com/office/drawing/2014/main" id="{207B6F2B-4E2A-649B-1354-3B1D1B039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BA702-752A-4DF8-49DD-52CA84214E0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690BF-B7FF-0F11-D622-CB34FF76EA3D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3AB3A-8423-A2E6-2683-712039C0C6EB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0D61E-3A47-3370-E384-AE2CF8F0082F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F75F8-A2CA-4AEF-235E-89714F0F0940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21812-9A6E-3D39-D388-96C8EA876D07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Oval 3">
            <a:extLst>
              <a:ext uri="{FF2B5EF4-FFF2-40B4-BE49-F238E27FC236}">
                <a16:creationId xmlns:a16="http://schemas.microsoft.com/office/drawing/2014/main" id="{5F76A7FD-B45F-177E-B09A-5579B8CD7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48" name="Oval 4">
            <a:extLst>
              <a:ext uri="{FF2B5EF4-FFF2-40B4-BE49-F238E27FC236}">
                <a16:creationId xmlns:a16="http://schemas.microsoft.com/office/drawing/2014/main" id="{1E7C10AD-F44D-F991-B055-2C9CE7E9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49" name="Oval 5">
            <a:extLst>
              <a:ext uri="{FF2B5EF4-FFF2-40B4-BE49-F238E27FC236}">
                <a16:creationId xmlns:a16="http://schemas.microsoft.com/office/drawing/2014/main" id="{038DFD28-3BE7-7351-C526-4AC6D0C55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50" name="Oval 6">
            <a:extLst>
              <a:ext uri="{FF2B5EF4-FFF2-40B4-BE49-F238E27FC236}">
                <a16:creationId xmlns:a16="http://schemas.microsoft.com/office/drawing/2014/main" id="{3F27536B-C431-7EAB-DA0C-EA25350D1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51" name="Oval 7">
            <a:extLst>
              <a:ext uri="{FF2B5EF4-FFF2-40B4-BE49-F238E27FC236}">
                <a16:creationId xmlns:a16="http://schemas.microsoft.com/office/drawing/2014/main" id="{93777D16-42D1-D85D-C9AB-4CAF26A9A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52" name="Line 8">
            <a:extLst>
              <a:ext uri="{FF2B5EF4-FFF2-40B4-BE49-F238E27FC236}">
                <a16:creationId xmlns:a16="http://schemas.microsoft.com/office/drawing/2014/main" id="{D70BC1A4-9364-9C3D-7B3E-FDA286B94B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3" name="Line 9">
            <a:extLst>
              <a:ext uri="{FF2B5EF4-FFF2-40B4-BE49-F238E27FC236}">
                <a16:creationId xmlns:a16="http://schemas.microsoft.com/office/drawing/2014/main" id="{09FAF4E2-AFEB-9850-8BCF-E8A2D99BC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4" name="Line 10">
            <a:extLst>
              <a:ext uri="{FF2B5EF4-FFF2-40B4-BE49-F238E27FC236}">
                <a16:creationId xmlns:a16="http://schemas.microsoft.com/office/drawing/2014/main" id="{38B13BDE-1738-9C18-AB70-63470DF1C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5" name="Line 11">
            <a:extLst>
              <a:ext uri="{FF2B5EF4-FFF2-40B4-BE49-F238E27FC236}">
                <a16:creationId xmlns:a16="http://schemas.microsoft.com/office/drawing/2014/main" id="{50C1C315-F474-1A1C-D616-205EB535A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6" name="Line 12">
            <a:extLst>
              <a:ext uri="{FF2B5EF4-FFF2-40B4-BE49-F238E27FC236}">
                <a16:creationId xmlns:a16="http://schemas.microsoft.com/office/drawing/2014/main" id="{F3E1DAD5-F660-E59A-1480-B57A6FDABD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7" name="Line 13">
            <a:extLst>
              <a:ext uri="{FF2B5EF4-FFF2-40B4-BE49-F238E27FC236}">
                <a16:creationId xmlns:a16="http://schemas.microsoft.com/office/drawing/2014/main" id="{DBBE2A45-80A4-1191-1896-191D45A0E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8" name="Line 14">
            <a:extLst>
              <a:ext uri="{FF2B5EF4-FFF2-40B4-BE49-F238E27FC236}">
                <a16:creationId xmlns:a16="http://schemas.microsoft.com/office/drawing/2014/main" id="{DD64EE6C-54CD-C23A-24F2-24C9854E1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9" name="Text Box 15">
            <a:extLst>
              <a:ext uri="{FF2B5EF4-FFF2-40B4-BE49-F238E27FC236}">
                <a16:creationId xmlns:a16="http://schemas.microsoft.com/office/drawing/2014/main" id="{431FD36B-3D48-D710-5CE2-C29ACEE36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0" name="Text Box 16">
            <a:extLst>
              <a:ext uri="{FF2B5EF4-FFF2-40B4-BE49-F238E27FC236}">
                <a16:creationId xmlns:a16="http://schemas.microsoft.com/office/drawing/2014/main" id="{85CF1BAF-5236-998F-6233-A8B181BF4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1" name="Text Box 17">
            <a:extLst>
              <a:ext uri="{FF2B5EF4-FFF2-40B4-BE49-F238E27FC236}">
                <a16:creationId xmlns:a16="http://schemas.microsoft.com/office/drawing/2014/main" id="{E79421B4-07E0-D66D-982A-9DEFCF133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2" name="Text Box 18">
            <a:extLst>
              <a:ext uri="{FF2B5EF4-FFF2-40B4-BE49-F238E27FC236}">
                <a16:creationId xmlns:a16="http://schemas.microsoft.com/office/drawing/2014/main" id="{EA42108F-AA73-753B-B66D-0D8B3C8F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3" name="Text Box 19">
            <a:extLst>
              <a:ext uri="{FF2B5EF4-FFF2-40B4-BE49-F238E27FC236}">
                <a16:creationId xmlns:a16="http://schemas.microsoft.com/office/drawing/2014/main" id="{191D91B3-89C8-57A9-477A-99AD7A9D5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719F0-D370-D07A-C2FB-7C404B1435E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F1F8C-29C2-D39B-1497-8524AA14018D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CD2BC-508C-BEB7-BD76-CB7DA409AD4C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98050-9B37-F5CF-0B3C-8EC3ED7F5CF3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F4088-9F6B-26A3-C634-1959150AE41A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53669-6A4A-871A-D486-37F52A147BC8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Oval 3">
            <a:extLst>
              <a:ext uri="{FF2B5EF4-FFF2-40B4-BE49-F238E27FC236}">
                <a16:creationId xmlns:a16="http://schemas.microsoft.com/office/drawing/2014/main" id="{97DD998D-B577-CC89-2FE4-260432EF7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6" name="Oval 4">
            <a:extLst>
              <a:ext uri="{FF2B5EF4-FFF2-40B4-BE49-F238E27FC236}">
                <a16:creationId xmlns:a16="http://schemas.microsoft.com/office/drawing/2014/main" id="{F20CA1CF-B06D-5515-205E-D28C755E0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7" name="Oval 5">
            <a:extLst>
              <a:ext uri="{FF2B5EF4-FFF2-40B4-BE49-F238E27FC236}">
                <a16:creationId xmlns:a16="http://schemas.microsoft.com/office/drawing/2014/main" id="{BD43A68A-0DE3-BB21-B487-1589ABA5F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8" name="Oval 6">
            <a:extLst>
              <a:ext uri="{FF2B5EF4-FFF2-40B4-BE49-F238E27FC236}">
                <a16:creationId xmlns:a16="http://schemas.microsoft.com/office/drawing/2014/main" id="{BC43790D-8AAB-D0BA-D096-41C9B6736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9" name="Oval 7">
            <a:extLst>
              <a:ext uri="{FF2B5EF4-FFF2-40B4-BE49-F238E27FC236}">
                <a16:creationId xmlns:a16="http://schemas.microsoft.com/office/drawing/2014/main" id="{F60EA8EF-786D-F8E6-6E35-AEA485709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600" name="Line 8">
            <a:extLst>
              <a:ext uri="{FF2B5EF4-FFF2-40B4-BE49-F238E27FC236}">
                <a16:creationId xmlns:a16="http://schemas.microsoft.com/office/drawing/2014/main" id="{D4FC5575-6093-C116-75B1-399847206D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1" name="Line 9">
            <a:extLst>
              <a:ext uri="{FF2B5EF4-FFF2-40B4-BE49-F238E27FC236}">
                <a16:creationId xmlns:a16="http://schemas.microsoft.com/office/drawing/2014/main" id="{CBCA081B-9037-F327-03DD-FF831489E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2" name="Line 10">
            <a:extLst>
              <a:ext uri="{FF2B5EF4-FFF2-40B4-BE49-F238E27FC236}">
                <a16:creationId xmlns:a16="http://schemas.microsoft.com/office/drawing/2014/main" id="{B4B25CB8-0B0A-5222-9125-5BBC56762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3" name="Line 11">
            <a:extLst>
              <a:ext uri="{FF2B5EF4-FFF2-40B4-BE49-F238E27FC236}">
                <a16:creationId xmlns:a16="http://schemas.microsoft.com/office/drawing/2014/main" id="{091FADA3-4EC6-2317-970F-378F257D8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4" name="Line 12">
            <a:extLst>
              <a:ext uri="{FF2B5EF4-FFF2-40B4-BE49-F238E27FC236}">
                <a16:creationId xmlns:a16="http://schemas.microsoft.com/office/drawing/2014/main" id="{6C6E761F-F9A1-AC2C-9910-D990763B6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5" name="Line 13">
            <a:extLst>
              <a:ext uri="{FF2B5EF4-FFF2-40B4-BE49-F238E27FC236}">
                <a16:creationId xmlns:a16="http://schemas.microsoft.com/office/drawing/2014/main" id="{DBC1FBD9-BB1E-DB5E-DADD-6C547EF42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6" name="Line 14">
            <a:extLst>
              <a:ext uri="{FF2B5EF4-FFF2-40B4-BE49-F238E27FC236}">
                <a16:creationId xmlns:a16="http://schemas.microsoft.com/office/drawing/2014/main" id="{09D11D90-1873-36A5-7D1C-836E110EB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7" name="Text Box 15">
            <a:extLst>
              <a:ext uri="{FF2B5EF4-FFF2-40B4-BE49-F238E27FC236}">
                <a16:creationId xmlns:a16="http://schemas.microsoft.com/office/drawing/2014/main" id="{14CBEC8A-530C-9076-64DA-EE1927924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0608" name="Text Box 16">
            <a:extLst>
              <a:ext uri="{FF2B5EF4-FFF2-40B4-BE49-F238E27FC236}">
                <a16:creationId xmlns:a16="http://schemas.microsoft.com/office/drawing/2014/main" id="{BFD3C25E-553A-19F3-855C-EC01F5519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0609" name="Text Box 17">
            <a:extLst>
              <a:ext uri="{FF2B5EF4-FFF2-40B4-BE49-F238E27FC236}">
                <a16:creationId xmlns:a16="http://schemas.microsoft.com/office/drawing/2014/main" id="{98AA7CC1-99F3-8FC3-692D-2C5C9BD1E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0610" name="Text Box 18">
            <a:extLst>
              <a:ext uri="{FF2B5EF4-FFF2-40B4-BE49-F238E27FC236}">
                <a16:creationId xmlns:a16="http://schemas.microsoft.com/office/drawing/2014/main" id="{BCF224E8-DE97-6D64-C24F-E00CEC6E3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855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110611" name="Text Box 19">
            <a:extLst>
              <a:ext uri="{FF2B5EF4-FFF2-40B4-BE49-F238E27FC236}">
                <a16:creationId xmlns:a16="http://schemas.microsoft.com/office/drawing/2014/main" id="{CA9E7A11-4037-0624-8C47-FC36D0979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0612" name="Text Box 20">
            <a:extLst>
              <a:ext uri="{FF2B5EF4-FFF2-40B4-BE49-F238E27FC236}">
                <a16:creationId xmlns:a16="http://schemas.microsoft.com/office/drawing/2014/main" id="{05EEB0F1-EEB2-28F5-2119-66373BAF3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119658"/>
            <a:ext cx="1676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Dead End</a:t>
            </a:r>
            <a:endParaRPr lang="en-GB" altLang="en-US" sz="2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05F3A-3E0D-CFAC-8CB7-6F15621756D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10C1A-AEB9-DAAF-215F-82573A5ED0C4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AF9BB-0B29-5D16-1033-58FF7CEFC636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9B24E-622E-AD7E-54E7-FF8A0424E616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5ED92-0AF3-7D45-ACA2-04E657A38B3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89972-5DA2-6B8E-CFBA-EE0DFCD1BC74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Oval 3">
            <a:extLst>
              <a:ext uri="{FF2B5EF4-FFF2-40B4-BE49-F238E27FC236}">
                <a16:creationId xmlns:a16="http://schemas.microsoft.com/office/drawing/2014/main" id="{CF6DC5D1-2EFD-CF5F-2E6F-DB49822C8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1620" name="Oval 4">
            <a:extLst>
              <a:ext uri="{FF2B5EF4-FFF2-40B4-BE49-F238E27FC236}">
                <a16:creationId xmlns:a16="http://schemas.microsoft.com/office/drawing/2014/main" id="{700B29D1-558C-9BAB-9F0C-7F06A5E83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1621" name="Oval 5">
            <a:extLst>
              <a:ext uri="{FF2B5EF4-FFF2-40B4-BE49-F238E27FC236}">
                <a16:creationId xmlns:a16="http://schemas.microsoft.com/office/drawing/2014/main" id="{A3F64EF4-3823-7331-724E-C33E69232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1622" name="Oval 6">
            <a:extLst>
              <a:ext uri="{FF2B5EF4-FFF2-40B4-BE49-F238E27FC236}">
                <a16:creationId xmlns:a16="http://schemas.microsoft.com/office/drawing/2014/main" id="{20CC116B-3E20-9E31-8EBD-673FE3354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1623" name="Oval 7">
            <a:extLst>
              <a:ext uri="{FF2B5EF4-FFF2-40B4-BE49-F238E27FC236}">
                <a16:creationId xmlns:a16="http://schemas.microsoft.com/office/drawing/2014/main" id="{105A6064-89B4-F389-1B29-47310941F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1624" name="Line 8">
            <a:extLst>
              <a:ext uri="{FF2B5EF4-FFF2-40B4-BE49-F238E27FC236}">
                <a16:creationId xmlns:a16="http://schemas.microsoft.com/office/drawing/2014/main" id="{1D8F169D-C565-9EA1-3A55-57E3A84AE7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25" name="Line 9">
            <a:extLst>
              <a:ext uri="{FF2B5EF4-FFF2-40B4-BE49-F238E27FC236}">
                <a16:creationId xmlns:a16="http://schemas.microsoft.com/office/drawing/2014/main" id="{7EF5A7C1-71FF-0D03-F3E3-924CD4348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26" name="Line 10">
            <a:extLst>
              <a:ext uri="{FF2B5EF4-FFF2-40B4-BE49-F238E27FC236}">
                <a16:creationId xmlns:a16="http://schemas.microsoft.com/office/drawing/2014/main" id="{EE7087AF-2B83-4CE5-C8B4-EE0F15232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27" name="Line 11">
            <a:extLst>
              <a:ext uri="{FF2B5EF4-FFF2-40B4-BE49-F238E27FC236}">
                <a16:creationId xmlns:a16="http://schemas.microsoft.com/office/drawing/2014/main" id="{531537F1-4A21-A8C5-6F8A-5CA9BBCFC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28" name="Line 12">
            <a:extLst>
              <a:ext uri="{FF2B5EF4-FFF2-40B4-BE49-F238E27FC236}">
                <a16:creationId xmlns:a16="http://schemas.microsoft.com/office/drawing/2014/main" id="{C7F2A93E-E749-E368-7B9C-AE8E84ED4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29" name="Line 13">
            <a:extLst>
              <a:ext uri="{FF2B5EF4-FFF2-40B4-BE49-F238E27FC236}">
                <a16:creationId xmlns:a16="http://schemas.microsoft.com/office/drawing/2014/main" id="{634C547C-7F89-BCBF-68D0-657A0A3B4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30" name="Line 14">
            <a:extLst>
              <a:ext uri="{FF2B5EF4-FFF2-40B4-BE49-F238E27FC236}">
                <a16:creationId xmlns:a16="http://schemas.microsoft.com/office/drawing/2014/main" id="{0A88A15A-84A7-3753-2C43-E7748FE72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31" name="Text Box 15">
            <a:extLst>
              <a:ext uri="{FF2B5EF4-FFF2-40B4-BE49-F238E27FC236}">
                <a16:creationId xmlns:a16="http://schemas.microsoft.com/office/drawing/2014/main" id="{B006B4E5-A895-D2B6-C265-F7727714C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1632" name="Text Box 16">
            <a:extLst>
              <a:ext uri="{FF2B5EF4-FFF2-40B4-BE49-F238E27FC236}">
                <a16:creationId xmlns:a16="http://schemas.microsoft.com/office/drawing/2014/main" id="{D00488A2-7F05-CE43-BE61-0EF5399A3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1633" name="Text Box 17">
            <a:extLst>
              <a:ext uri="{FF2B5EF4-FFF2-40B4-BE49-F238E27FC236}">
                <a16:creationId xmlns:a16="http://schemas.microsoft.com/office/drawing/2014/main" id="{80EEB75A-7404-D410-68A4-B805C5E9E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1634" name="Text Box 18">
            <a:extLst>
              <a:ext uri="{FF2B5EF4-FFF2-40B4-BE49-F238E27FC236}">
                <a16:creationId xmlns:a16="http://schemas.microsoft.com/office/drawing/2014/main" id="{BD2D37D9-B53E-BD70-DB6A-6B087B1B6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1635" name="Text Box 19">
            <a:extLst>
              <a:ext uri="{FF2B5EF4-FFF2-40B4-BE49-F238E27FC236}">
                <a16:creationId xmlns:a16="http://schemas.microsoft.com/office/drawing/2014/main" id="{8929FEA4-EF8B-2CA2-C12B-555969B4D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A71DE-C189-F4E1-01A7-FAEA46050F5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B47E2-4255-3DB9-A1F6-0F2961F5C32F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5B8C9-8A62-A127-2D16-1C6E4E1C6C72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CE091-4E13-58AC-EBEF-567751B27ABB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2A85E-FFF3-30D4-87D3-B5F34405020C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A743C-5FB9-6EEE-B900-C08176CDA2A2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Oval 3">
            <a:extLst>
              <a:ext uri="{FF2B5EF4-FFF2-40B4-BE49-F238E27FC236}">
                <a16:creationId xmlns:a16="http://schemas.microsoft.com/office/drawing/2014/main" id="{AD721D37-0074-7618-FEB8-98E0282A3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644" name="Oval 4">
            <a:extLst>
              <a:ext uri="{FF2B5EF4-FFF2-40B4-BE49-F238E27FC236}">
                <a16:creationId xmlns:a16="http://schemas.microsoft.com/office/drawing/2014/main" id="{0163B9E5-69FD-EAA9-7346-FA9F0ADA3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645" name="Oval 5">
            <a:extLst>
              <a:ext uri="{FF2B5EF4-FFF2-40B4-BE49-F238E27FC236}">
                <a16:creationId xmlns:a16="http://schemas.microsoft.com/office/drawing/2014/main" id="{8A5E97FB-BCF8-4241-BE5E-79567C8C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646" name="Oval 6">
            <a:extLst>
              <a:ext uri="{FF2B5EF4-FFF2-40B4-BE49-F238E27FC236}">
                <a16:creationId xmlns:a16="http://schemas.microsoft.com/office/drawing/2014/main" id="{E2F4F039-C571-9EDE-F9FA-633596043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647" name="Oval 7">
            <a:extLst>
              <a:ext uri="{FF2B5EF4-FFF2-40B4-BE49-F238E27FC236}">
                <a16:creationId xmlns:a16="http://schemas.microsoft.com/office/drawing/2014/main" id="{BAD53510-671E-E621-3E75-F017BF3D2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648" name="Line 8">
            <a:extLst>
              <a:ext uri="{FF2B5EF4-FFF2-40B4-BE49-F238E27FC236}">
                <a16:creationId xmlns:a16="http://schemas.microsoft.com/office/drawing/2014/main" id="{0F5830EE-D268-2E4F-8574-49CA0EED58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9" name="Line 9">
            <a:extLst>
              <a:ext uri="{FF2B5EF4-FFF2-40B4-BE49-F238E27FC236}">
                <a16:creationId xmlns:a16="http://schemas.microsoft.com/office/drawing/2014/main" id="{49BB567F-F992-9BEF-58B5-7118EBE79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0" name="Line 10">
            <a:extLst>
              <a:ext uri="{FF2B5EF4-FFF2-40B4-BE49-F238E27FC236}">
                <a16:creationId xmlns:a16="http://schemas.microsoft.com/office/drawing/2014/main" id="{91FC1AC2-92DC-86A2-16BE-2DDEE0EB1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1" name="Line 11">
            <a:extLst>
              <a:ext uri="{FF2B5EF4-FFF2-40B4-BE49-F238E27FC236}">
                <a16:creationId xmlns:a16="http://schemas.microsoft.com/office/drawing/2014/main" id="{B43D22B0-0507-E3E7-CD09-E28F48D7C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2" name="Line 12">
            <a:extLst>
              <a:ext uri="{FF2B5EF4-FFF2-40B4-BE49-F238E27FC236}">
                <a16:creationId xmlns:a16="http://schemas.microsoft.com/office/drawing/2014/main" id="{EB563414-A4D5-1D06-7FE5-7C90853C5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3" name="Line 13">
            <a:extLst>
              <a:ext uri="{FF2B5EF4-FFF2-40B4-BE49-F238E27FC236}">
                <a16:creationId xmlns:a16="http://schemas.microsoft.com/office/drawing/2014/main" id="{92E4B08C-D949-FF5A-E9DC-87E04BBB2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4" name="Line 14">
            <a:extLst>
              <a:ext uri="{FF2B5EF4-FFF2-40B4-BE49-F238E27FC236}">
                <a16:creationId xmlns:a16="http://schemas.microsoft.com/office/drawing/2014/main" id="{EA5DE969-5F17-3D9C-A690-4C780156A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5" name="Text Box 15">
            <a:extLst>
              <a:ext uri="{FF2B5EF4-FFF2-40B4-BE49-F238E27FC236}">
                <a16:creationId xmlns:a16="http://schemas.microsoft.com/office/drawing/2014/main" id="{439DD1C0-1414-08DB-B1AF-742169ACD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2656" name="Text Box 16">
            <a:extLst>
              <a:ext uri="{FF2B5EF4-FFF2-40B4-BE49-F238E27FC236}">
                <a16:creationId xmlns:a16="http://schemas.microsoft.com/office/drawing/2014/main" id="{DDB7EBF7-5C43-9217-5AFB-6086777D6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2657" name="Text Box 17">
            <a:extLst>
              <a:ext uri="{FF2B5EF4-FFF2-40B4-BE49-F238E27FC236}">
                <a16:creationId xmlns:a16="http://schemas.microsoft.com/office/drawing/2014/main" id="{67FD7973-02A1-EE04-312B-C10FDED10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2658" name="Text Box 18">
            <a:extLst>
              <a:ext uri="{FF2B5EF4-FFF2-40B4-BE49-F238E27FC236}">
                <a16:creationId xmlns:a16="http://schemas.microsoft.com/office/drawing/2014/main" id="{E66B7D67-14B0-F7E4-1882-C879A29CD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2659" name="Text Box 19">
            <a:extLst>
              <a:ext uri="{FF2B5EF4-FFF2-40B4-BE49-F238E27FC236}">
                <a16:creationId xmlns:a16="http://schemas.microsoft.com/office/drawing/2014/main" id="{AEFC23D2-940F-6E05-F935-96A6B7CE8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87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EEE70-E6C6-CB25-8867-C667AFE0405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22A3F-8E6B-A442-608C-E00F1D72F04B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6E215-291E-B728-63F5-22783DDC06A9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A33C9-F90C-F7B0-D132-9A2D7799D8B6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8C728-5D14-3FFB-5EB7-E123FA794144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CB865-EDFB-A7BA-9C3E-F29FBE886F63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Oval 3">
            <a:extLst>
              <a:ext uri="{FF2B5EF4-FFF2-40B4-BE49-F238E27FC236}">
                <a16:creationId xmlns:a16="http://schemas.microsoft.com/office/drawing/2014/main" id="{25E5C435-C070-5B45-EEFC-8756E7F2C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668" name="Oval 4">
            <a:extLst>
              <a:ext uri="{FF2B5EF4-FFF2-40B4-BE49-F238E27FC236}">
                <a16:creationId xmlns:a16="http://schemas.microsoft.com/office/drawing/2014/main" id="{A104AE5D-69D9-4B80-9D97-5E10547B7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669" name="Oval 5">
            <a:extLst>
              <a:ext uri="{FF2B5EF4-FFF2-40B4-BE49-F238E27FC236}">
                <a16:creationId xmlns:a16="http://schemas.microsoft.com/office/drawing/2014/main" id="{7D355327-03E6-9F4B-0093-2A3E3C385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670" name="Oval 6">
            <a:extLst>
              <a:ext uri="{FF2B5EF4-FFF2-40B4-BE49-F238E27FC236}">
                <a16:creationId xmlns:a16="http://schemas.microsoft.com/office/drawing/2014/main" id="{26BF97AB-604A-FE20-CCC7-04682CD1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671" name="Oval 7">
            <a:extLst>
              <a:ext uri="{FF2B5EF4-FFF2-40B4-BE49-F238E27FC236}">
                <a16:creationId xmlns:a16="http://schemas.microsoft.com/office/drawing/2014/main" id="{89BD08B1-88C2-110D-DAB4-EE886CDBA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3672" name="Line 8">
            <a:extLst>
              <a:ext uri="{FF2B5EF4-FFF2-40B4-BE49-F238E27FC236}">
                <a16:creationId xmlns:a16="http://schemas.microsoft.com/office/drawing/2014/main" id="{C25A813E-CA14-1C71-4C22-FA34797007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3" name="Line 9">
            <a:extLst>
              <a:ext uri="{FF2B5EF4-FFF2-40B4-BE49-F238E27FC236}">
                <a16:creationId xmlns:a16="http://schemas.microsoft.com/office/drawing/2014/main" id="{361C6407-8036-4958-BBD0-B4A04D88E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4" name="Line 10">
            <a:extLst>
              <a:ext uri="{FF2B5EF4-FFF2-40B4-BE49-F238E27FC236}">
                <a16:creationId xmlns:a16="http://schemas.microsoft.com/office/drawing/2014/main" id="{81887545-E11D-3039-8D68-19DFCA79B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5" name="Line 11">
            <a:extLst>
              <a:ext uri="{FF2B5EF4-FFF2-40B4-BE49-F238E27FC236}">
                <a16:creationId xmlns:a16="http://schemas.microsoft.com/office/drawing/2014/main" id="{BE33A53E-8B61-2F20-2695-9FFACA336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6" name="Line 12">
            <a:extLst>
              <a:ext uri="{FF2B5EF4-FFF2-40B4-BE49-F238E27FC236}">
                <a16:creationId xmlns:a16="http://schemas.microsoft.com/office/drawing/2014/main" id="{A808E012-2ACE-E8D0-AC9C-AC36BF3B8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7" name="Line 13">
            <a:extLst>
              <a:ext uri="{FF2B5EF4-FFF2-40B4-BE49-F238E27FC236}">
                <a16:creationId xmlns:a16="http://schemas.microsoft.com/office/drawing/2014/main" id="{CEF4073C-FD01-6381-52AB-8AF2A2A4D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8" name="Line 14">
            <a:extLst>
              <a:ext uri="{FF2B5EF4-FFF2-40B4-BE49-F238E27FC236}">
                <a16:creationId xmlns:a16="http://schemas.microsoft.com/office/drawing/2014/main" id="{DAB07AEC-AB55-6CAC-8440-60961B3B8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9" name="Text Box 15">
            <a:extLst>
              <a:ext uri="{FF2B5EF4-FFF2-40B4-BE49-F238E27FC236}">
                <a16:creationId xmlns:a16="http://schemas.microsoft.com/office/drawing/2014/main" id="{04CEECF5-088A-B26D-9B6B-A7EE5562D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3680" name="Text Box 16">
            <a:extLst>
              <a:ext uri="{FF2B5EF4-FFF2-40B4-BE49-F238E27FC236}">
                <a16:creationId xmlns:a16="http://schemas.microsoft.com/office/drawing/2014/main" id="{DEB04D19-E60E-3B7D-F0DE-945ABD264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3681" name="Text Box 17">
            <a:extLst>
              <a:ext uri="{FF2B5EF4-FFF2-40B4-BE49-F238E27FC236}">
                <a16:creationId xmlns:a16="http://schemas.microsoft.com/office/drawing/2014/main" id="{D66B7DFC-A0FD-4358-C3C2-E3558D35E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3682" name="Text Box 18">
            <a:extLst>
              <a:ext uri="{FF2B5EF4-FFF2-40B4-BE49-F238E27FC236}">
                <a16:creationId xmlns:a16="http://schemas.microsoft.com/office/drawing/2014/main" id="{C6C5E60D-0C91-CE5E-64F6-974811054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3683" name="Text Box 19">
            <a:extLst>
              <a:ext uri="{FF2B5EF4-FFF2-40B4-BE49-F238E27FC236}">
                <a16:creationId xmlns:a16="http://schemas.microsoft.com/office/drawing/2014/main" id="{5F3FBA2A-9477-0FA2-F363-F6F461711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87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8F16E2-86BC-D4E6-8272-883EC2E8A6B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7F458-6C29-96B4-CCAC-1F321CE22BA5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085C8-3BAD-9E1F-CC2F-651D8A53328A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C620D-7B23-5FB8-1A12-C71031FCB9A0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F019E-3FCC-F802-8BFC-C124EA6C23BD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AA9E3-D28E-0E18-BA75-D5C5E713B1FA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Oval 3">
            <a:extLst>
              <a:ext uri="{FF2B5EF4-FFF2-40B4-BE49-F238E27FC236}">
                <a16:creationId xmlns:a16="http://schemas.microsoft.com/office/drawing/2014/main" id="{98899B84-5D63-32DC-7A8C-3B50EFD75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2" name="Oval 4">
            <a:extLst>
              <a:ext uri="{FF2B5EF4-FFF2-40B4-BE49-F238E27FC236}">
                <a16:creationId xmlns:a16="http://schemas.microsoft.com/office/drawing/2014/main" id="{768B087D-AAD7-6B4D-CEE9-B30FEED5F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3" name="Oval 5">
            <a:extLst>
              <a:ext uri="{FF2B5EF4-FFF2-40B4-BE49-F238E27FC236}">
                <a16:creationId xmlns:a16="http://schemas.microsoft.com/office/drawing/2014/main" id="{AC8F729B-8BF5-1E1F-489D-01BC6ECEB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4" name="Oval 6">
            <a:extLst>
              <a:ext uri="{FF2B5EF4-FFF2-40B4-BE49-F238E27FC236}">
                <a16:creationId xmlns:a16="http://schemas.microsoft.com/office/drawing/2014/main" id="{54C3E35B-C3FD-6B02-6BAE-F964ED4B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5" name="Oval 7">
            <a:extLst>
              <a:ext uri="{FF2B5EF4-FFF2-40B4-BE49-F238E27FC236}">
                <a16:creationId xmlns:a16="http://schemas.microsoft.com/office/drawing/2014/main" id="{3139D1CB-FA67-0E4D-24F0-BECB1C1F3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6" name="Line 8">
            <a:extLst>
              <a:ext uri="{FF2B5EF4-FFF2-40B4-BE49-F238E27FC236}">
                <a16:creationId xmlns:a16="http://schemas.microsoft.com/office/drawing/2014/main" id="{4639E7C6-673C-0CDE-A4C0-792D85E61F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697" name="Line 9">
            <a:extLst>
              <a:ext uri="{FF2B5EF4-FFF2-40B4-BE49-F238E27FC236}">
                <a16:creationId xmlns:a16="http://schemas.microsoft.com/office/drawing/2014/main" id="{C6B358AC-043A-F4FC-F340-7A2B3F664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698" name="Line 10">
            <a:extLst>
              <a:ext uri="{FF2B5EF4-FFF2-40B4-BE49-F238E27FC236}">
                <a16:creationId xmlns:a16="http://schemas.microsoft.com/office/drawing/2014/main" id="{D4187557-B692-C042-72FD-D927C2D3D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699" name="Line 11">
            <a:extLst>
              <a:ext uri="{FF2B5EF4-FFF2-40B4-BE49-F238E27FC236}">
                <a16:creationId xmlns:a16="http://schemas.microsoft.com/office/drawing/2014/main" id="{E930F605-849E-A835-A738-0D939A925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00" name="Line 12">
            <a:extLst>
              <a:ext uri="{FF2B5EF4-FFF2-40B4-BE49-F238E27FC236}">
                <a16:creationId xmlns:a16="http://schemas.microsoft.com/office/drawing/2014/main" id="{018DC4F0-5BF5-0ACE-F9A3-B94BE86E46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01" name="Line 13">
            <a:extLst>
              <a:ext uri="{FF2B5EF4-FFF2-40B4-BE49-F238E27FC236}">
                <a16:creationId xmlns:a16="http://schemas.microsoft.com/office/drawing/2014/main" id="{EADEAC6E-0E6B-4355-54CF-E2D6C0175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02" name="Line 14">
            <a:extLst>
              <a:ext uri="{FF2B5EF4-FFF2-40B4-BE49-F238E27FC236}">
                <a16:creationId xmlns:a16="http://schemas.microsoft.com/office/drawing/2014/main" id="{6F1CDDB0-D9CF-624B-4469-321C0F631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03" name="Text Box 15">
            <a:extLst>
              <a:ext uri="{FF2B5EF4-FFF2-40B4-BE49-F238E27FC236}">
                <a16:creationId xmlns:a16="http://schemas.microsoft.com/office/drawing/2014/main" id="{8A7CE178-2F25-7EA8-007C-2D3AA1D70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4704" name="Text Box 16">
            <a:extLst>
              <a:ext uri="{FF2B5EF4-FFF2-40B4-BE49-F238E27FC236}">
                <a16:creationId xmlns:a16="http://schemas.microsoft.com/office/drawing/2014/main" id="{2C772531-23BE-B406-6A6A-8D657BFD5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4705" name="Text Box 17">
            <a:extLst>
              <a:ext uri="{FF2B5EF4-FFF2-40B4-BE49-F238E27FC236}">
                <a16:creationId xmlns:a16="http://schemas.microsoft.com/office/drawing/2014/main" id="{5179641E-8C92-78D5-EBA1-32C20A221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4706" name="Text Box 18">
            <a:extLst>
              <a:ext uri="{FF2B5EF4-FFF2-40B4-BE49-F238E27FC236}">
                <a16:creationId xmlns:a16="http://schemas.microsoft.com/office/drawing/2014/main" id="{B2933DB1-E750-C3FB-1D02-D6D904129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4707" name="Text Box 19">
            <a:extLst>
              <a:ext uri="{FF2B5EF4-FFF2-40B4-BE49-F238E27FC236}">
                <a16:creationId xmlns:a16="http://schemas.microsoft.com/office/drawing/2014/main" id="{D2429BBC-0AF6-60C7-DDB0-A701D63CD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87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C820A-7437-070B-0B9A-D983ECC852E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Checking: Exercise</a:t>
            </a: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681C99E5-6D34-6648-F262-D8153448A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199" y="5543490"/>
            <a:ext cx="289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Solution !</a:t>
            </a:r>
            <a:endParaRPr lang="en-GB" altLang="en-US" sz="2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764FE-5C16-D775-2386-4548432C5731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73EE8-9451-0620-A62B-EAD13F6830A9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99889-FC3F-2E93-591E-80730833CE5D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0DEB9-017D-3683-9232-A2BB50A7FDE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E8E8B-6D98-874D-A9F9-932532B94C14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DDB11-BBB6-1B84-9148-CF03794786D9}"/>
              </a:ext>
            </a:extLst>
          </p:cNvPr>
          <p:cNvSpPr txBox="1"/>
          <p:nvPr/>
        </p:nvSpPr>
        <p:spPr>
          <a:xfrm>
            <a:off x="452966" y="3051973"/>
            <a:ext cx="8238067" cy="7540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Constraint Propagation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Backtracking + Arc Consistency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37535-A63C-6FF3-BC56-6C02A481C51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Satisfaction Problems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0" name="Picture 4" descr="forward-checking-progress3c">
            <a:extLst>
              <a:ext uri="{FF2B5EF4-FFF2-40B4-BE49-F238E27FC236}">
                <a16:creationId xmlns:a16="http://schemas.microsoft.com/office/drawing/2014/main" id="{340106AF-F98A-8B8E-CAAF-7225B8594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6" y="3876129"/>
            <a:ext cx="51339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1" name="Picture 56" descr="australia">
            <a:extLst>
              <a:ext uri="{FF2B5EF4-FFF2-40B4-BE49-F238E27FC236}">
                <a16:creationId xmlns:a16="http://schemas.microsoft.com/office/drawing/2014/main" id="{F80E846D-7063-A1FE-AFA2-34965974B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170" y="3876129"/>
            <a:ext cx="258286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1BAB4F-A492-E6DB-65E5-BA28C7FCC4F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Propagation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3ECCC-D36D-6A6E-DC15-4D13342D5E27}"/>
              </a:ext>
            </a:extLst>
          </p:cNvPr>
          <p:cNvSpPr txBox="1"/>
          <p:nvPr/>
        </p:nvSpPr>
        <p:spPr>
          <a:xfrm>
            <a:off x="452966" y="1782141"/>
            <a:ext cx="8238067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Forward checking propagates information from assigned to unassigned variables but doesn't provide early detection for all failures.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NT and SA cannot both be blue! Constraint propagation repeatedly enforces constraints locally.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1FA9E5-261F-C947-CE72-606CF871C06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04A1DE-DDAB-A61E-0048-D7DA5382B1D2}"/>
                  </a:ext>
                </a:extLst>
              </p:cNvPr>
              <p:cNvSpPr txBox="1"/>
              <p:nvPr/>
            </p:nvSpPr>
            <p:spPr>
              <a:xfrm>
                <a:off x="452965" y="1529926"/>
                <a:ext cx="8238067" cy="46782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More complex than forward checking but backtracks sooner so may be faster.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Make each arc consistent.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Constraints treated as directed arcs.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is consistent </a:t>
                </a:r>
                <a:r>
                  <a:rPr lang="en-US" sz="2200" i="1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iff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every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value of X there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some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allowed value for Y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u="sng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Note: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 the arc from A to B is consistent, the (reverse) arc from B to A is not necessarily consistent!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Arc consistency does not detect every possible inconsistency!!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04A1DE-DDAB-A61E-0048-D7DA5382B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529926"/>
                <a:ext cx="8238067" cy="4678204"/>
              </a:xfrm>
              <a:prstGeom prst="rect">
                <a:avLst/>
              </a:prstGeom>
              <a:blipFill>
                <a:blip r:embed="rId2"/>
                <a:stretch>
                  <a:fillRect l="-1923" t="-1695" r="-1997" b="-3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7" name="Picture 4" descr="ac-example1c">
            <a:extLst>
              <a:ext uri="{FF2B5EF4-FFF2-40B4-BE49-F238E27FC236}">
                <a16:creationId xmlns:a16="http://schemas.microsoft.com/office/drawing/2014/main" id="{D4D7A2FC-88D0-2732-7EC8-5491901B0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11" y="3429000"/>
            <a:ext cx="513397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90" name="Picture 56" descr="australia">
            <a:extLst>
              <a:ext uri="{FF2B5EF4-FFF2-40B4-BE49-F238E27FC236}">
                <a16:creationId xmlns:a16="http://schemas.microsoft.com/office/drawing/2014/main" id="{C3212E9C-006E-71D6-E99A-7493A8FFB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44" y="2901739"/>
            <a:ext cx="2809037" cy="2320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77DF10-3BE5-EF34-182D-1336EBF22D4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E374A9-5CF4-74A5-4ABA-7EA7410762FB}"/>
                  </a:ext>
                </a:extLst>
              </p:cNvPr>
              <p:cNvSpPr txBox="1"/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Simplest form of propagation makes each arc consistent.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is consistent </a:t>
                </a:r>
                <a:r>
                  <a:rPr lang="en-US" sz="2200" i="1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iff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every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value x of X there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some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allowed value y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E374A9-5CF4-74A5-4ABA-7EA741076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blipFill>
                <a:blip r:embed="rId4"/>
                <a:stretch>
                  <a:fillRect l="-1923" t="-7813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786" name="Picture 7" descr="australia-csp">
            <a:extLst>
              <a:ext uri="{FF2B5EF4-FFF2-40B4-BE49-F238E27FC236}">
                <a16:creationId xmlns:a16="http://schemas.microsoft.com/office/drawing/2014/main" id="{20223C64-D6E2-1231-197B-5371F87A56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9" t="17557" r="6502"/>
          <a:stretch/>
        </p:blipFill>
        <p:spPr bwMode="auto">
          <a:xfrm>
            <a:off x="5757014" y="4849073"/>
            <a:ext cx="1864361" cy="163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E3A65-70ED-C7E0-0F32-CE8401E1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90" name="Picture 56" descr="australia">
            <a:extLst>
              <a:ext uri="{FF2B5EF4-FFF2-40B4-BE49-F238E27FC236}">
                <a16:creationId xmlns:a16="http://schemas.microsoft.com/office/drawing/2014/main" id="{488A1D8B-C26B-5699-CED1-696D72A47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44" y="2901739"/>
            <a:ext cx="2809037" cy="2320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29D02F-E310-BE3B-4CD7-34C1E5C7698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3E0800-0F4D-AA22-54AE-D4F162932FD0}"/>
                  </a:ext>
                </a:extLst>
              </p:cNvPr>
              <p:cNvSpPr txBox="1"/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Simplest form of propagation makes each arc consistent.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is consistent </a:t>
                </a:r>
                <a:r>
                  <a:rPr lang="en-US" sz="2200" i="1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iff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every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value x of X there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some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allowed value y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3E0800-0F4D-AA22-54AE-D4F162932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blipFill>
                <a:blip r:embed="rId3"/>
                <a:stretch>
                  <a:fillRect l="-1923" t="-7813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786" name="Picture 7" descr="australia-csp">
            <a:extLst>
              <a:ext uri="{FF2B5EF4-FFF2-40B4-BE49-F238E27FC236}">
                <a16:creationId xmlns:a16="http://schemas.microsoft.com/office/drawing/2014/main" id="{DF4FA296-EC6F-2C65-46F8-304EC3E76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9" t="17557" r="6502"/>
          <a:stretch/>
        </p:blipFill>
        <p:spPr bwMode="auto">
          <a:xfrm>
            <a:off x="5757014" y="4849073"/>
            <a:ext cx="1864361" cy="163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ac-example2c">
            <a:extLst>
              <a:ext uri="{FF2B5EF4-FFF2-40B4-BE49-F238E27FC236}">
                <a16:creationId xmlns:a16="http://schemas.microsoft.com/office/drawing/2014/main" id="{A3F78087-F7B5-56B9-8780-A49DEC563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6" y="3429000"/>
            <a:ext cx="513397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07156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ABA6-8238-3DE4-F050-2EC075E3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90" name="Picture 56" descr="australia">
            <a:extLst>
              <a:ext uri="{FF2B5EF4-FFF2-40B4-BE49-F238E27FC236}">
                <a16:creationId xmlns:a16="http://schemas.microsoft.com/office/drawing/2014/main" id="{A6B25D6D-60A2-A40E-56A3-ECF66A720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44" y="2901739"/>
            <a:ext cx="2809037" cy="2320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E221A5-D719-4686-3FBA-1FE460E9363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F09D4F-D414-395F-EB84-F3F506214DAA}"/>
                  </a:ext>
                </a:extLst>
              </p:cNvPr>
              <p:cNvSpPr txBox="1"/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Simplest form of propagation makes each arc consistent.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is consistent </a:t>
                </a:r>
                <a:r>
                  <a:rPr lang="en-US" sz="2200" i="1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iff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every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value x of X there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some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allowed value y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F09D4F-D414-395F-EB84-F3F50621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blipFill>
                <a:blip r:embed="rId3"/>
                <a:stretch>
                  <a:fillRect l="-1923" t="-7813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786" name="Picture 7" descr="australia-csp">
            <a:extLst>
              <a:ext uri="{FF2B5EF4-FFF2-40B4-BE49-F238E27FC236}">
                <a16:creationId xmlns:a16="http://schemas.microsoft.com/office/drawing/2014/main" id="{B041B543-1EE6-519A-5D4F-B2CD97FB5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9" t="17557" r="6502"/>
          <a:stretch/>
        </p:blipFill>
        <p:spPr bwMode="auto">
          <a:xfrm>
            <a:off x="5757014" y="4849073"/>
            <a:ext cx="1864361" cy="163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c-example3c">
            <a:extLst>
              <a:ext uri="{FF2B5EF4-FFF2-40B4-BE49-F238E27FC236}">
                <a16:creationId xmlns:a16="http://schemas.microsoft.com/office/drawing/2014/main" id="{36102DAD-7949-155D-BF37-1D8334B1F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6" y="3429000"/>
            <a:ext cx="513397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6AE22-50F1-6E3F-F273-27502BB1C02B}"/>
              </a:ext>
            </a:extLst>
          </p:cNvPr>
          <p:cNvSpPr txBox="1"/>
          <p:nvPr/>
        </p:nvSpPr>
        <p:spPr>
          <a:xfrm>
            <a:off x="452966" y="5713780"/>
            <a:ext cx="8238067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If X loses a value, neighbors of X need to be rechecked.</a:t>
            </a:r>
          </a:p>
        </p:txBody>
      </p:sp>
    </p:spTree>
    <p:extLst>
      <p:ext uri="{BB962C8B-B14F-4D97-AF65-F5344CB8AC3E}">
        <p14:creationId xmlns:p14="http://schemas.microsoft.com/office/powerpoint/2010/main" val="25155424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E4A8A-7EA2-F721-83CA-222236D3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90" name="Picture 56" descr="australia">
            <a:extLst>
              <a:ext uri="{FF2B5EF4-FFF2-40B4-BE49-F238E27FC236}">
                <a16:creationId xmlns:a16="http://schemas.microsoft.com/office/drawing/2014/main" id="{17B0C16C-366B-F0C0-D70E-CCFBEED13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44" y="2901739"/>
            <a:ext cx="2809037" cy="2320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643F65-A53F-0681-47F9-0F3B1E562E1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376B5E-5E65-1E23-99FE-91CA167045BF}"/>
                  </a:ext>
                </a:extLst>
              </p:cNvPr>
              <p:cNvSpPr txBox="1"/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Simplest form of propagation makes each arc consistent.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𝑌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is consistent </a:t>
                </a:r>
                <a:r>
                  <a:rPr lang="en-US" sz="2200" i="1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iff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every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value x of X there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some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allowed value y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376B5E-5E65-1E23-99FE-91CA16704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732188"/>
                <a:ext cx="8238067" cy="1169551"/>
              </a:xfrm>
              <a:prstGeom prst="rect">
                <a:avLst/>
              </a:prstGeom>
              <a:blipFill>
                <a:blip r:embed="rId3"/>
                <a:stretch>
                  <a:fillRect l="-1923" t="-7813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786" name="Picture 7" descr="australia-csp">
            <a:extLst>
              <a:ext uri="{FF2B5EF4-FFF2-40B4-BE49-F238E27FC236}">
                <a16:creationId xmlns:a16="http://schemas.microsoft.com/office/drawing/2014/main" id="{1201BD12-0279-5F34-35F7-9AE91299E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9" t="17557" r="6502"/>
          <a:stretch/>
        </p:blipFill>
        <p:spPr bwMode="auto">
          <a:xfrm>
            <a:off x="5757014" y="4849073"/>
            <a:ext cx="1864361" cy="163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C5F389-5E8A-1D40-7C15-0D3C1A0FD6FE}"/>
              </a:ext>
            </a:extLst>
          </p:cNvPr>
          <p:cNvSpPr txBox="1"/>
          <p:nvPr/>
        </p:nvSpPr>
        <p:spPr>
          <a:xfrm>
            <a:off x="452966" y="5715687"/>
            <a:ext cx="8238067" cy="9848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If X loses a value, neighbors of X need to be rechecked.</a:t>
            </a:r>
          </a:p>
          <a:p>
            <a:pPr marL="285750" indent="-28575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Arc consistency detects failure earlier than forward checking</a:t>
            </a:r>
          </a:p>
          <a:p>
            <a:pPr marL="285750" indent="-28575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Can be run as a preprocessor or after each assignment</a:t>
            </a:r>
          </a:p>
        </p:txBody>
      </p:sp>
      <p:pic>
        <p:nvPicPr>
          <p:cNvPr id="4" name="Picture 4" descr="ac-example4c">
            <a:extLst>
              <a:ext uri="{FF2B5EF4-FFF2-40B4-BE49-F238E27FC236}">
                <a16:creationId xmlns:a16="http://schemas.microsoft.com/office/drawing/2014/main" id="{9BC54FAA-96DE-8DAB-86BE-559A89CB6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6" y="3426697"/>
            <a:ext cx="513397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09495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4" name="Picture 4">
            <a:extLst>
              <a:ext uri="{FF2B5EF4-FFF2-40B4-BE49-F238E27FC236}">
                <a16:creationId xmlns:a16="http://schemas.microsoft.com/office/drawing/2014/main" id="{AD7F1922-16DD-E655-EDF4-C56659F3B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6" t="21875" r="13281" b="22917"/>
          <a:stretch>
            <a:fillRect/>
          </a:stretch>
        </p:blipFill>
        <p:spPr bwMode="auto">
          <a:xfrm>
            <a:off x="1142999" y="1437752"/>
            <a:ext cx="6858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E7B1FA-7231-71FD-D777-93FA5E5AC35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Algorithm: AC-3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88CBDB-2080-7E08-4971-B0BD45EE7E9F}"/>
                  </a:ext>
                </a:extLst>
              </p:cNvPr>
              <p:cNvSpPr txBox="1"/>
              <p:nvPr/>
            </p:nvSpPr>
            <p:spPr>
              <a:xfrm>
                <a:off x="452966" y="5710237"/>
                <a:ext cx="8238067" cy="699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)</m:t>
                    </m:r>
                  </m:oMath>
                </a14:m>
                <a:endParaRPr lang="en-US" sz="20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ctr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Checking consistency of an arc is O(d2)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88CBDB-2080-7E08-4971-B0BD45EE7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5710237"/>
                <a:ext cx="8238067" cy="699487"/>
              </a:xfrm>
              <a:prstGeom prst="rect">
                <a:avLst/>
              </a:prstGeom>
              <a:blipFill>
                <a:blip r:embed="rId3"/>
                <a:stretch>
                  <a:fillRect l="-1775" t="-10526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Oval 3">
            <a:extLst>
              <a:ext uri="{FF2B5EF4-FFF2-40B4-BE49-F238E27FC236}">
                <a16:creationId xmlns:a16="http://schemas.microsoft.com/office/drawing/2014/main" id="{F3B0B58B-12A3-EEA5-6B36-8C89824EC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4932" name="Oval 4">
            <a:extLst>
              <a:ext uri="{FF2B5EF4-FFF2-40B4-BE49-F238E27FC236}">
                <a16:creationId xmlns:a16="http://schemas.microsoft.com/office/drawing/2014/main" id="{A593FE2B-C7E1-9FFA-DFC0-19E58C33C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4933" name="Oval 5">
            <a:extLst>
              <a:ext uri="{FF2B5EF4-FFF2-40B4-BE49-F238E27FC236}">
                <a16:creationId xmlns:a16="http://schemas.microsoft.com/office/drawing/2014/main" id="{7860557A-6B88-06C8-2F3F-3EC2227AC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4934" name="Oval 6">
            <a:extLst>
              <a:ext uri="{FF2B5EF4-FFF2-40B4-BE49-F238E27FC236}">
                <a16:creationId xmlns:a16="http://schemas.microsoft.com/office/drawing/2014/main" id="{024E70E5-022D-7DC7-EE01-2736512B3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4935" name="Oval 7">
            <a:extLst>
              <a:ext uri="{FF2B5EF4-FFF2-40B4-BE49-F238E27FC236}">
                <a16:creationId xmlns:a16="http://schemas.microsoft.com/office/drawing/2014/main" id="{CC43A71B-7758-05D1-AA78-CAA29C20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4936" name="Line 8">
            <a:extLst>
              <a:ext uri="{FF2B5EF4-FFF2-40B4-BE49-F238E27FC236}">
                <a16:creationId xmlns:a16="http://schemas.microsoft.com/office/drawing/2014/main" id="{49C621D1-5A81-1581-E04D-B21182128A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7" name="Line 9">
            <a:extLst>
              <a:ext uri="{FF2B5EF4-FFF2-40B4-BE49-F238E27FC236}">
                <a16:creationId xmlns:a16="http://schemas.microsoft.com/office/drawing/2014/main" id="{A68A6AD4-0C12-E9A9-57A0-27E421228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8" name="Line 10">
            <a:extLst>
              <a:ext uri="{FF2B5EF4-FFF2-40B4-BE49-F238E27FC236}">
                <a16:creationId xmlns:a16="http://schemas.microsoft.com/office/drawing/2014/main" id="{75CB79B8-7D2A-DCC8-3737-8904816BF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9" name="Line 11">
            <a:extLst>
              <a:ext uri="{FF2B5EF4-FFF2-40B4-BE49-F238E27FC236}">
                <a16:creationId xmlns:a16="http://schemas.microsoft.com/office/drawing/2014/main" id="{2DEC8A32-C026-DB5F-283B-92ACDC6A2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0" name="Line 12">
            <a:extLst>
              <a:ext uri="{FF2B5EF4-FFF2-40B4-BE49-F238E27FC236}">
                <a16:creationId xmlns:a16="http://schemas.microsoft.com/office/drawing/2014/main" id="{1735AAC1-9D83-DC4F-FF4C-AF535E808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1" name="Line 13">
            <a:extLst>
              <a:ext uri="{FF2B5EF4-FFF2-40B4-BE49-F238E27FC236}">
                <a16:creationId xmlns:a16="http://schemas.microsoft.com/office/drawing/2014/main" id="{22B651EC-0B07-ECEF-3153-CA801A8B0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2" name="Line 14">
            <a:extLst>
              <a:ext uri="{FF2B5EF4-FFF2-40B4-BE49-F238E27FC236}">
                <a16:creationId xmlns:a16="http://schemas.microsoft.com/office/drawing/2014/main" id="{7171305C-B4EC-441F-385B-1E4981937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3" name="Text Box 15">
            <a:extLst>
              <a:ext uri="{FF2B5EF4-FFF2-40B4-BE49-F238E27FC236}">
                <a16:creationId xmlns:a16="http://schemas.microsoft.com/office/drawing/2014/main" id="{B6AA1787-77FB-C82A-1C34-78BB82321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4" name="Text Box 16">
            <a:extLst>
              <a:ext uri="{FF2B5EF4-FFF2-40B4-BE49-F238E27FC236}">
                <a16:creationId xmlns:a16="http://schemas.microsoft.com/office/drawing/2014/main" id="{1A48FEE2-7070-D571-FF27-AD22D7D7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5" name="Text Box 17">
            <a:extLst>
              <a:ext uri="{FF2B5EF4-FFF2-40B4-BE49-F238E27FC236}">
                <a16:creationId xmlns:a16="http://schemas.microsoft.com/office/drawing/2014/main" id="{891CF05F-B210-F5E0-9FA7-243E710C2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6" name="Text Box 18">
            <a:extLst>
              <a:ext uri="{FF2B5EF4-FFF2-40B4-BE49-F238E27FC236}">
                <a16:creationId xmlns:a16="http://schemas.microsoft.com/office/drawing/2014/main" id="{F395B53D-6A7A-2E30-5E83-4FAE1FF3A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7" name="Text Box 19">
            <a:extLst>
              <a:ext uri="{FF2B5EF4-FFF2-40B4-BE49-F238E27FC236}">
                <a16:creationId xmlns:a16="http://schemas.microsoft.com/office/drawing/2014/main" id="{8DE9E051-235C-D4E5-E7EA-3F28E0D73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3FEFE9-9B80-3C7E-21EC-31A8956398E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B0A3C-D192-D0F0-7A91-EC4E861F82AA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655B6-2245-76C5-4CFB-B0415A51D832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375DF-C4D0-F3BC-17CF-0CBEAC36FB64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90AAE-39D9-9190-D13B-A0FD09F092F5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5CFF0-7D59-EB53-E4AB-A2DA0DD8B3E7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Oval 3">
            <a:extLst>
              <a:ext uri="{FF2B5EF4-FFF2-40B4-BE49-F238E27FC236}">
                <a16:creationId xmlns:a16="http://schemas.microsoft.com/office/drawing/2014/main" id="{F0EB02BA-3BDD-F22C-13A6-800AB81D9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5956" name="Oval 4">
            <a:extLst>
              <a:ext uri="{FF2B5EF4-FFF2-40B4-BE49-F238E27FC236}">
                <a16:creationId xmlns:a16="http://schemas.microsoft.com/office/drawing/2014/main" id="{3BF757EC-860E-D5BE-F972-C92ADD0C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5957" name="Oval 5">
            <a:extLst>
              <a:ext uri="{FF2B5EF4-FFF2-40B4-BE49-F238E27FC236}">
                <a16:creationId xmlns:a16="http://schemas.microsoft.com/office/drawing/2014/main" id="{D229D66F-449F-189A-A3C0-71F409F0C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5958" name="Oval 6">
            <a:extLst>
              <a:ext uri="{FF2B5EF4-FFF2-40B4-BE49-F238E27FC236}">
                <a16:creationId xmlns:a16="http://schemas.microsoft.com/office/drawing/2014/main" id="{8BF57CD0-1A71-8C1C-0F0D-2EBCC03B9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5959" name="Oval 7">
            <a:extLst>
              <a:ext uri="{FF2B5EF4-FFF2-40B4-BE49-F238E27FC236}">
                <a16:creationId xmlns:a16="http://schemas.microsoft.com/office/drawing/2014/main" id="{E19300F6-0D5C-DDA4-09E6-F7D288260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5960" name="Line 8">
            <a:extLst>
              <a:ext uri="{FF2B5EF4-FFF2-40B4-BE49-F238E27FC236}">
                <a16:creationId xmlns:a16="http://schemas.microsoft.com/office/drawing/2014/main" id="{5321CF35-78D3-CD2E-8D6A-7A49671E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1" name="Line 9">
            <a:extLst>
              <a:ext uri="{FF2B5EF4-FFF2-40B4-BE49-F238E27FC236}">
                <a16:creationId xmlns:a16="http://schemas.microsoft.com/office/drawing/2014/main" id="{FD987664-CCFB-A2C8-222B-953836EF2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2" name="Line 10">
            <a:extLst>
              <a:ext uri="{FF2B5EF4-FFF2-40B4-BE49-F238E27FC236}">
                <a16:creationId xmlns:a16="http://schemas.microsoft.com/office/drawing/2014/main" id="{668E2361-40F3-E795-97F2-F74D958EE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3" name="Line 11">
            <a:extLst>
              <a:ext uri="{FF2B5EF4-FFF2-40B4-BE49-F238E27FC236}">
                <a16:creationId xmlns:a16="http://schemas.microsoft.com/office/drawing/2014/main" id="{2A901FF5-C97A-52C1-89A4-0F4E1AAC6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4" name="Line 12">
            <a:extLst>
              <a:ext uri="{FF2B5EF4-FFF2-40B4-BE49-F238E27FC236}">
                <a16:creationId xmlns:a16="http://schemas.microsoft.com/office/drawing/2014/main" id="{25068697-9107-B564-5A9C-8E2721DAD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5" name="Line 13">
            <a:extLst>
              <a:ext uri="{FF2B5EF4-FFF2-40B4-BE49-F238E27FC236}">
                <a16:creationId xmlns:a16="http://schemas.microsoft.com/office/drawing/2014/main" id="{B06370BE-4765-C5C3-543A-7D397CB4B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6" name="Line 14">
            <a:extLst>
              <a:ext uri="{FF2B5EF4-FFF2-40B4-BE49-F238E27FC236}">
                <a16:creationId xmlns:a16="http://schemas.microsoft.com/office/drawing/2014/main" id="{038BEC96-0275-6046-A382-483E88A04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7" name="Text Box 15">
            <a:extLst>
              <a:ext uri="{FF2B5EF4-FFF2-40B4-BE49-F238E27FC236}">
                <a16:creationId xmlns:a16="http://schemas.microsoft.com/office/drawing/2014/main" id="{745F8E23-5025-0176-F839-CB5F65484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68" name="Text Box 16">
            <a:extLst>
              <a:ext uri="{FF2B5EF4-FFF2-40B4-BE49-F238E27FC236}">
                <a16:creationId xmlns:a16="http://schemas.microsoft.com/office/drawing/2014/main" id="{131728AF-A260-0972-D01D-08F0F286A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69" name="Text Box 17">
            <a:extLst>
              <a:ext uri="{FF2B5EF4-FFF2-40B4-BE49-F238E27FC236}">
                <a16:creationId xmlns:a16="http://schemas.microsoft.com/office/drawing/2014/main" id="{A93F7F95-D7A6-D09B-D398-8B59324F5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70" name="Text Box 18">
            <a:extLst>
              <a:ext uri="{FF2B5EF4-FFF2-40B4-BE49-F238E27FC236}">
                <a16:creationId xmlns:a16="http://schemas.microsoft.com/office/drawing/2014/main" id="{0EEBF5B5-69A5-25D3-8CB5-52BC75C36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71" name="Text Box 19">
            <a:extLst>
              <a:ext uri="{FF2B5EF4-FFF2-40B4-BE49-F238E27FC236}">
                <a16:creationId xmlns:a16="http://schemas.microsoft.com/office/drawing/2014/main" id="{74CAD2E1-0BD1-70D8-E673-228A7E132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72" name="Line 20">
            <a:extLst>
              <a:ext uri="{FF2B5EF4-FFF2-40B4-BE49-F238E27FC236}">
                <a16:creationId xmlns:a16="http://schemas.microsoft.com/office/drawing/2014/main" id="{2F0E2792-C325-DA27-BBDB-836A8F836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2286000"/>
            <a:ext cx="1524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B37A1-BA63-29CF-C114-0D33091C49B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CA150-CB29-DB6F-8FB5-BF496B7887DC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36689-FE3C-E67A-7E09-A82130CE214B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8F2AD-622B-CE8C-658B-D249E2457683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9C689-CDEC-A207-14D8-53C537AC6BB8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4F955-15C6-2607-F4B7-5C5A428F8F50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Oval 3">
            <a:extLst>
              <a:ext uri="{FF2B5EF4-FFF2-40B4-BE49-F238E27FC236}">
                <a16:creationId xmlns:a16="http://schemas.microsoft.com/office/drawing/2014/main" id="{12F6ED67-75F1-7EB6-E652-BF08CE501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6980" name="Oval 4">
            <a:extLst>
              <a:ext uri="{FF2B5EF4-FFF2-40B4-BE49-F238E27FC236}">
                <a16:creationId xmlns:a16="http://schemas.microsoft.com/office/drawing/2014/main" id="{CC22BE62-C3E7-CECD-B2C6-4C597CE48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6981" name="Oval 5">
            <a:extLst>
              <a:ext uri="{FF2B5EF4-FFF2-40B4-BE49-F238E27FC236}">
                <a16:creationId xmlns:a16="http://schemas.microsoft.com/office/drawing/2014/main" id="{13D312C3-08B8-6863-F3D0-48D3149EC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6982" name="Oval 6">
            <a:extLst>
              <a:ext uri="{FF2B5EF4-FFF2-40B4-BE49-F238E27FC236}">
                <a16:creationId xmlns:a16="http://schemas.microsoft.com/office/drawing/2014/main" id="{1EB538D8-EB4A-02BF-99C7-6028EF727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6983" name="Oval 7">
            <a:extLst>
              <a:ext uri="{FF2B5EF4-FFF2-40B4-BE49-F238E27FC236}">
                <a16:creationId xmlns:a16="http://schemas.microsoft.com/office/drawing/2014/main" id="{60D19B99-C499-E8F5-0612-89374B3BB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6984" name="Line 8">
            <a:extLst>
              <a:ext uri="{FF2B5EF4-FFF2-40B4-BE49-F238E27FC236}">
                <a16:creationId xmlns:a16="http://schemas.microsoft.com/office/drawing/2014/main" id="{74FE42D4-5BF6-65C4-67E9-EE8295EF3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5" name="Line 9">
            <a:extLst>
              <a:ext uri="{FF2B5EF4-FFF2-40B4-BE49-F238E27FC236}">
                <a16:creationId xmlns:a16="http://schemas.microsoft.com/office/drawing/2014/main" id="{1D781785-48F9-B96D-3E4B-D9056A07E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6" name="Line 10">
            <a:extLst>
              <a:ext uri="{FF2B5EF4-FFF2-40B4-BE49-F238E27FC236}">
                <a16:creationId xmlns:a16="http://schemas.microsoft.com/office/drawing/2014/main" id="{4AFF08E1-B9C2-C367-4D49-9F6C5F3001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7" name="Line 11">
            <a:extLst>
              <a:ext uri="{FF2B5EF4-FFF2-40B4-BE49-F238E27FC236}">
                <a16:creationId xmlns:a16="http://schemas.microsoft.com/office/drawing/2014/main" id="{D6E25FEE-E32A-B7BA-CC0E-57272A873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8" name="Line 12">
            <a:extLst>
              <a:ext uri="{FF2B5EF4-FFF2-40B4-BE49-F238E27FC236}">
                <a16:creationId xmlns:a16="http://schemas.microsoft.com/office/drawing/2014/main" id="{0EBC53C1-A6A1-6C8C-B708-F28EF6573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9" name="Line 13">
            <a:extLst>
              <a:ext uri="{FF2B5EF4-FFF2-40B4-BE49-F238E27FC236}">
                <a16:creationId xmlns:a16="http://schemas.microsoft.com/office/drawing/2014/main" id="{0CB6234E-37A1-94EC-8ECC-BCADB71B4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90" name="Line 14">
            <a:extLst>
              <a:ext uri="{FF2B5EF4-FFF2-40B4-BE49-F238E27FC236}">
                <a16:creationId xmlns:a16="http://schemas.microsoft.com/office/drawing/2014/main" id="{C753FB42-8C9D-252D-A73B-328D7A574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91" name="Text Box 15">
            <a:extLst>
              <a:ext uri="{FF2B5EF4-FFF2-40B4-BE49-F238E27FC236}">
                <a16:creationId xmlns:a16="http://schemas.microsoft.com/office/drawing/2014/main" id="{66DF4C36-D89D-7FB6-C60C-82F0D06F7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2" name="Text Box 16">
            <a:extLst>
              <a:ext uri="{FF2B5EF4-FFF2-40B4-BE49-F238E27FC236}">
                <a16:creationId xmlns:a16="http://schemas.microsoft.com/office/drawing/2014/main" id="{873D0A13-9A58-4FD4-DF20-80C59B0CF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3" name="Text Box 17">
            <a:extLst>
              <a:ext uri="{FF2B5EF4-FFF2-40B4-BE49-F238E27FC236}">
                <a16:creationId xmlns:a16="http://schemas.microsoft.com/office/drawing/2014/main" id="{44415FA9-881C-22D5-4919-9E72059E0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4" name="Text Box 18">
            <a:extLst>
              <a:ext uri="{FF2B5EF4-FFF2-40B4-BE49-F238E27FC236}">
                <a16:creationId xmlns:a16="http://schemas.microsoft.com/office/drawing/2014/main" id="{709EA3AD-997A-4F55-E32D-540A98E23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5" name="Text Box 19">
            <a:extLst>
              <a:ext uri="{FF2B5EF4-FFF2-40B4-BE49-F238E27FC236}">
                <a16:creationId xmlns:a16="http://schemas.microsoft.com/office/drawing/2014/main" id="{2D8E9968-1935-3355-5FAB-ECAA3C75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6" name="Line 20">
            <a:extLst>
              <a:ext uri="{FF2B5EF4-FFF2-40B4-BE49-F238E27FC236}">
                <a16:creationId xmlns:a16="http://schemas.microsoft.com/office/drawing/2014/main" id="{7BF563E0-57A1-A8C7-E04B-B7798CB42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4290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F1651-6C1B-1368-2F34-5D7A566890A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D8146-FEF9-DF00-6978-2860E2AD56C3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361BC-E975-5865-6910-F6DB2F734365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75AEB-E4D7-BAEC-930B-CECCA6CA8A1E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E56C4-D3E8-5941-788F-46E9CFA82A00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81337-724B-05B6-5E63-4A60BC365005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Oval 3">
            <a:extLst>
              <a:ext uri="{FF2B5EF4-FFF2-40B4-BE49-F238E27FC236}">
                <a16:creationId xmlns:a16="http://schemas.microsoft.com/office/drawing/2014/main" id="{06C8D5E7-BE07-4D8C-7B40-C93EB29CE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8004" name="Oval 4">
            <a:extLst>
              <a:ext uri="{FF2B5EF4-FFF2-40B4-BE49-F238E27FC236}">
                <a16:creationId xmlns:a16="http://schemas.microsoft.com/office/drawing/2014/main" id="{CC2EB26A-A834-8559-102F-92CAE44FA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8005" name="Oval 5">
            <a:extLst>
              <a:ext uri="{FF2B5EF4-FFF2-40B4-BE49-F238E27FC236}">
                <a16:creationId xmlns:a16="http://schemas.microsoft.com/office/drawing/2014/main" id="{6C03FE77-49C5-40EB-CE59-1B0F055BA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8006" name="Oval 6">
            <a:extLst>
              <a:ext uri="{FF2B5EF4-FFF2-40B4-BE49-F238E27FC236}">
                <a16:creationId xmlns:a16="http://schemas.microsoft.com/office/drawing/2014/main" id="{48332042-8A10-18A1-BFF0-DFB872AF4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8007" name="Oval 7">
            <a:extLst>
              <a:ext uri="{FF2B5EF4-FFF2-40B4-BE49-F238E27FC236}">
                <a16:creationId xmlns:a16="http://schemas.microsoft.com/office/drawing/2014/main" id="{8E1D9F63-02F0-1576-FA28-7BBDAF60C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8008" name="Line 8">
            <a:extLst>
              <a:ext uri="{FF2B5EF4-FFF2-40B4-BE49-F238E27FC236}">
                <a16:creationId xmlns:a16="http://schemas.microsoft.com/office/drawing/2014/main" id="{17623A91-47BE-50A7-0C07-D088AF8C8D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9" name="Line 9">
            <a:extLst>
              <a:ext uri="{FF2B5EF4-FFF2-40B4-BE49-F238E27FC236}">
                <a16:creationId xmlns:a16="http://schemas.microsoft.com/office/drawing/2014/main" id="{7AF34A4D-645B-7FAE-4E3C-926FC3120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0" name="Line 10">
            <a:extLst>
              <a:ext uri="{FF2B5EF4-FFF2-40B4-BE49-F238E27FC236}">
                <a16:creationId xmlns:a16="http://schemas.microsoft.com/office/drawing/2014/main" id="{96E1F360-2FB9-9D2C-2577-EEB2BF8EC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1" name="Line 11">
            <a:extLst>
              <a:ext uri="{FF2B5EF4-FFF2-40B4-BE49-F238E27FC236}">
                <a16:creationId xmlns:a16="http://schemas.microsoft.com/office/drawing/2014/main" id="{C794FF66-5DC6-AA8A-B465-1E15959C8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2" name="Line 12">
            <a:extLst>
              <a:ext uri="{FF2B5EF4-FFF2-40B4-BE49-F238E27FC236}">
                <a16:creationId xmlns:a16="http://schemas.microsoft.com/office/drawing/2014/main" id="{44EDAFE5-7A17-14AA-6A9B-348336081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3" name="Line 13">
            <a:extLst>
              <a:ext uri="{FF2B5EF4-FFF2-40B4-BE49-F238E27FC236}">
                <a16:creationId xmlns:a16="http://schemas.microsoft.com/office/drawing/2014/main" id="{0CB05C70-D417-D689-7222-5A4DA4A410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4" name="Line 14">
            <a:extLst>
              <a:ext uri="{FF2B5EF4-FFF2-40B4-BE49-F238E27FC236}">
                <a16:creationId xmlns:a16="http://schemas.microsoft.com/office/drawing/2014/main" id="{31C131E6-0F73-9E48-E982-47506DD81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5" name="Text Box 15">
            <a:extLst>
              <a:ext uri="{FF2B5EF4-FFF2-40B4-BE49-F238E27FC236}">
                <a16:creationId xmlns:a16="http://schemas.microsoft.com/office/drawing/2014/main" id="{5597B52E-69BB-909D-3AAF-430D101CD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6" name="Text Box 16">
            <a:extLst>
              <a:ext uri="{FF2B5EF4-FFF2-40B4-BE49-F238E27FC236}">
                <a16:creationId xmlns:a16="http://schemas.microsoft.com/office/drawing/2014/main" id="{91907039-7ED5-D9DC-AAC6-54C497049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7" name="Text Box 17">
            <a:extLst>
              <a:ext uri="{FF2B5EF4-FFF2-40B4-BE49-F238E27FC236}">
                <a16:creationId xmlns:a16="http://schemas.microsoft.com/office/drawing/2014/main" id="{71E195B4-9D33-FDCF-AD87-431DFE595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8" name="Text Box 18">
            <a:extLst>
              <a:ext uri="{FF2B5EF4-FFF2-40B4-BE49-F238E27FC236}">
                <a16:creationId xmlns:a16="http://schemas.microsoft.com/office/drawing/2014/main" id="{EF5E91CA-DCF1-8A29-4C7F-06C268A73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9" name="Text Box 19">
            <a:extLst>
              <a:ext uri="{FF2B5EF4-FFF2-40B4-BE49-F238E27FC236}">
                <a16:creationId xmlns:a16="http://schemas.microsoft.com/office/drawing/2014/main" id="{84F1FE96-39FD-7601-D013-C67F87F87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20" name="Line 20">
            <a:extLst>
              <a:ext uri="{FF2B5EF4-FFF2-40B4-BE49-F238E27FC236}">
                <a16:creationId xmlns:a16="http://schemas.microsoft.com/office/drawing/2014/main" id="{9A2D9A29-D4C5-2D78-7C2B-83DB12139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133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21" name="Rectangle 20">
            <a:extLst>
              <a:ext uri="{FF2B5EF4-FFF2-40B4-BE49-F238E27FC236}">
                <a16:creationId xmlns:a16="http://schemas.microsoft.com/office/drawing/2014/main" id="{5688BFC5-3373-206A-6EBF-D24C1162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565" y="5557777"/>
            <a:ext cx="6764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If </a:t>
            </a:r>
            <a:r>
              <a:rPr lang="en-US" altLang="en-US" sz="2000" i="1" dirty="0">
                <a:latin typeface="+mj-lt"/>
              </a:rPr>
              <a:t>X</a:t>
            </a:r>
            <a:r>
              <a:rPr lang="en-US" altLang="en-US" sz="2000" dirty="0">
                <a:latin typeface="+mj-lt"/>
              </a:rPr>
              <a:t> loses a value, neighbors of </a:t>
            </a:r>
            <a:r>
              <a:rPr lang="en-US" altLang="en-US" sz="2000" i="1" dirty="0">
                <a:latin typeface="+mj-lt"/>
              </a:rPr>
              <a:t>X</a:t>
            </a:r>
            <a:r>
              <a:rPr lang="en-US" altLang="en-US" sz="2000" dirty="0">
                <a:latin typeface="+mj-lt"/>
              </a:rPr>
              <a:t> need to be rechecked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9D1910-901D-A380-FEAD-C173CC0EA94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A79E5-B796-7526-5CA6-55963F95EE64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E7391-416F-8BA9-D7FA-2EC9BB99A539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642F2-4DF1-AED7-5831-2088B2606151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7829B-D6F1-0841-A5DA-559B729E948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D9672-7980-505F-BD18-3C547E6F9119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Oval 3">
            <a:extLst>
              <a:ext uri="{FF2B5EF4-FFF2-40B4-BE49-F238E27FC236}">
                <a16:creationId xmlns:a16="http://schemas.microsoft.com/office/drawing/2014/main" id="{EAB5195D-0D1E-A5D1-9BF2-33E48EE74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9028" name="Oval 4">
            <a:extLst>
              <a:ext uri="{FF2B5EF4-FFF2-40B4-BE49-F238E27FC236}">
                <a16:creationId xmlns:a16="http://schemas.microsoft.com/office/drawing/2014/main" id="{377DCBCE-57D9-7E30-2244-D0235CCDB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9029" name="Oval 5">
            <a:extLst>
              <a:ext uri="{FF2B5EF4-FFF2-40B4-BE49-F238E27FC236}">
                <a16:creationId xmlns:a16="http://schemas.microsoft.com/office/drawing/2014/main" id="{70ED7A46-AF70-2549-D8C6-B67ECE0C9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9030" name="Oval 6">
            <a:extLst>
              <a:ext uri="{FF2B5EF4-FFF2-40B4-BE49-F238E27FC236}">
                <a16:creationId xmlns:a16="http://schemas.microsoft.com/office/drawing/2014/main" id="{501D03AE-29B7-BE34-4F4B-B8CB46CFD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9031" name="Oval 7">
            <a:extLst>
              <a:ext uri="{FF2B5EF4-FFF2-40B4-BE49-F238E27FC236}">
                <a16:creationId xmlns:a16="http://schemas.microsoft.com/office/drawing/2014/main" id="{248BE452-5EB9-1DF3-430C-B046C66A9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9032" name="Line 8">
            <a:extLst>
              <a:ext uri="{FF2B5EF4-FFF2-40B4-BE49-F238E27FC236}">
                <a16:creationId xmlns:a16="http://schemas.microsoft.com/office/drawing/2014/main" id="{B9F98A1C-2358-B8CC-6EDB-EF422BE195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3" name="Line 9">
            <a:extLst>
              <a:ext uri="{FF2B5EF4-FFF2-40B4-BE49-F238E27FC236}">
                <a16:creationId xmlns:a16="http://schemas.microsoft.com/office/drawing/2014/main" id="{1DB39E43-8800-1CCC-5C33-CC9D6B4245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4" name="Line 10">
            <a:extLst>
              <a:ext uri="{FF2B5EF4-FFF2-40B4-BE49-F238E27FC236}">
                <a16:creationId xmlns:a16="http://schemas.microsoft.com/office/drawing/2014/main" id="{F9B71756-07B2-85C6-0FCD-FF7ECE1CA2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5" name="Line 11">
            <a:extLst>
              <a:ext uri="{FF2B5EF4-FFF2-40B4-BE49-F238E27FC236}">
                <a16:creationId xmlns:a16="http://schemas.microsoft.com/office/drawing/2014/main" id="{4C36186C-0656-233A-6BF9-C7C5E3795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6" name="Line 12">
            <a:extLst>
              <a:ext uri="{FF2B5EF4-FFF2-40B4-BE49-F238E27FC236}">
                <a16:creationId xmlns:a16="http://schemas.microsoft.com/office/drawing/2014/main" id="{65731CEA-2340-7876-C94A-4DD612C60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7" name="Line 13">
            <a:extLst>
              <a:ext uri="{FF2B5EF4-FFF2-40B4-BE49-F238E27FC236}">
                <a16:creationId xmlns:a16="http://schemas.microsoft.com/office/drawing/2014/main" id="{9697E435-2799-A352-A4B6-2AC3210AD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8" name="Line 14">
            <a:extLst>
              <a:ext uri="{FF2B5EF4-FFF2-40B4-BE49-F238E27FC236}">
                <a16:creationId xmlns:a16="http://schemas.microsoft.com/office/drawing/2014/main" id="{193EA7BD-0B72-1670-72D9-5A6C3BFDD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9" name="Text Box 15">
            <a:extLst>
              <a:ext uri="{FF2B5EF4-FFF2-40B4-BE49-F238E27FC236}">
                <a16:creationId xmlns:a16="http://schemas.microsoft.com/office/drawing/2014/main" id="{2E5137E6-8903-BD13-0ADD-8CC83CBEA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0" name="Text Box 16">
            <a:extLst>
              <a:ext uri="{FF2B5EF4-FFF2-40B4-BE49-F238E27FC236}">
                <a16:creationId xmlns:a16="http://schemas.microsoft.com/office/drawing/2014/main" id="{73EE7D7F-C179-6467-48F4-BE3FE8504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1" name="Text Box 17">
            <a:extLst>
              <a:ext uri="{FF2B5EF4-FFF2-40B4-BE49-F238E27FC236}">
                <a16:creationId xmlns:a16="http://schemas.microsoft.com/office/drawing/2014/main" id="{CD2D32CE-86DC-7248-11EA-AE4B5B703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2" name="Text Box 18">
            <a:extLst>
              <a:ext uri="{FF2B5EF4-FFF2-40B4-BE49-F238E27FC236}">
                <a16:creationId xmlns:a16="http://schemas.microsoft.com/office/drawing/2014/main" id="{1FA2AE85-112E-4D50-57C5-45AAB7D62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3" name="Text Box 19">
            <a:extLst>
              <a:ext uri="{FF2B5EF4-FFF2-40B4-BE49-F238E27FC236}">
                <a16:creationId xmlns:a16="http://schemas.microsoft.com/office/drawing/2014/main" id="{B1D87270-366A-3DE6-CC93-8150F2EE7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4" name="Line 20">
            <a:extLst>
              <a:ext uri="{FF2B5EF4-FFF2-40B4-BE49-F238E27FC236}">
                <a16:creationId xmlns:a16="http://schemas.microsoft.com/office/drawing/2014/main" id="{14BF5CCE-9A81-B920-EF36-1392BB41E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514600"/>
            <a:ext cx="19050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CEB2AB4C-A450-16E7-ADEF-A43D2BA1A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565" y="5557777"/>
            <a:ext cx="6764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If </a:t>
            </a:r>
            <a:r>
              <a:rPr lang="en-US" altLang="en-US" sz="2000" i="1" dirty="0">
                <a:latin typeface="+mj-lt"/>
              </a:rPr>
              <a:t>X</a:t>
            </a:r>
            <a:r>
              <a:rPr lang="en-US" altLang="en-US" sz="2000" dirty="0">
                <a:latin typeface="+mj-lt"/>
              </a:rPr>
              <a:t> loses a value, neighbors of </a:t>
            </a:r>
            <a:r>
              <a:rPr lang="en-US" altLang="en-US" sz="2000" i="1" dirty="0">
                <a:latin typeface="+mj-lt"/>
              </a:rPr>
              <a:t>X</a:t>
            </a:r>
            <a:r>
              <a:rPr lang="en-US" altLang="en-US" sz="2000" dirty="0">
                <a:latin typeface="+mj-lt"/>
              </a:rPr>
              <a:t> need to be rechecked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CDEE7-F54C-EDCF-9F4B-443C25F3934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B7B0E-2AC6-CAFC-C151-DDF6F4C2583C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1DC24-9083-2F72-795F-5400765498BD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F4A9F-6545-6007-9380-374D6E1A8D5A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38217-3160-075B-F623-27D56489A344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07B92-3AE0-7264-2BBE-DA5DFD8BDD5E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Oval 3">
            <a:extLst>
              <a:ext uri="{FF2B5EF4-FFF2-40B4-BE49-F238E27FC236}">
                <a16:creationId xmlns:a16="http://schemas.microsoft.com/office/drawing/2014/main" id="{383F5DB9-2829-9C53-0224-A3DADDB78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0052" name="Oval 4">
            <a:extLst>
              <a:ext uri="{FF2B5EF4-FFF2-40B4-BE49-F238E27FC236}">
                <a16:creationId xmlns:a16="http://schemas.microsoft.com/office/drawing/2014/main" id="{1871B72D-C6FE-A022-5101-33764DCC0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0053" name="Oval 5">
            <a:extLst>
              <a:ext uri="{FF2B5EF4-FFF2-40B4-BE49-F238E27FC236}">
                <a16:creationId xmlns:a16="http://schemas.microsoft.com/office/drawing/2014/main" id="{09D8AC6B-E454-45F0-1800-CDD2D2D22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0054" name="Oval 6">
            <a:extLst>
              <a:ext uri="{FF2B5EF4-FFF2-40B4-BE49-F238E27FC236}">
                <a16:creationId xmlns:a16="http://schemas.microsoft.com/office/drawing/2014/main" id="{422B6EA0-5092-44EB-5D9A-AA0F386E4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0055" name="Oval 7">
            <a:extLst>
              <a:ext uri="{FF2B5EF4-FFF2-40B4-BE49-F238E27FC236}">
                <a16:creationId xmlns:a16="http://schemas.microsoft.com/office/drawing/2014/main" id="{C16ED9EF-DBD6-7850-3C44-2813724C4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0056" name="Line 8">
            <a:extLst>
              <a:ext uri="{FF2B5EF4-FFF2-40B4-BE49-F238E27FC236}">
                <a16:creationId xmlns:a16="http://schemas.microsoft.com/office/drawing/2014/main" id="{8FB4BACF-5ACC-6E9A-7A49-E4EA136AA2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7" name="Line 9">
            <a:extLst>
              <a:ext uri="{FF2B5EF4-FFF2-40B4-BE49-F238E27FC236}">
                <a16:creationId xmlns:a16="http://schemas.microsoft.com/office/drawing/2014/main" id="{05BC7A09-F36B-24BD-AA96-2FC654192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8" name="Line 10">
            <a:extLst>
              <a:ext uri="{FF2B5EF4-FFF2-40B4-BE49-F238E27FC236}">
                <a16:creationId xmlns:a16="http://schemas.microsoft.com/office/drawing/2014/main" id="{61AF6B53-C266-441B-68DC-B93A533D7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9" name="Line 11">
            <a:extLst>
              <a:ext uri="{FF2B5EF4-FFF2-40B4-BE49-F238E27FC236}">
                <a16:creationId xmlns:a16="http://schemas.microsoft.com/office/drawing/2014/main" id="{845C7AFC-5FEF-EB98-B01B-96617D51E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0" name="Line 12">
            <a:extLst>
              <a:ext uri="{FF2B5EF4-FFF2-40B4-BE49-F238E27FC236}">
                <a16:creationId xmlns:a16="http://schemas.microsoft.com/office/drawing/2014/main" id="{13740E85-DCE9-27C6-525E-C8A5E5399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1" name="Line 13">
            <a:extLst>
              <a:ext uri="{FF2B5EF4-FFF2-40B4-BE49-F238E27FC236}">
                <a16:creationId xmlns:a16="http://schemas.microsoft.com/office/drawing/2014/main" id="{6A8FC790-3DD0-3625-8E13-3E9D8DEE4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2" name="Line 14">
            <a:extLst>
              <a:ext uri="{FF2B5EF4-FFF2-40B4-BE49-F238E27FC236}">
                <a16:creationId xmlns:a16="http://schemas.microsoft.com/office/drawing/2014/main" id="{4BFEEF4A-96D6-E950-2268-216C71883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3" name="Text Box 15">
            <a:extLst>
              <a:ext uri="{FF2B5EF4-FFF2-40B4-BE49-F238E27FC236}">
                <a16:creationId xmlns:a16="http://schemas.microsoft.com/office/drawing/2014/main" id="{4DA1793A-4F03-1258-8F7C-92BE26B02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4" name="Text Box 16">
            <a:extLst>
              <a:ext uri="{FF2B5EF4-FFF2-40B4-BE49-F238E27FC236}">
                <a16:creationId xmlns:a16="http://schemas.microsoft.com/office/drawing/2014/main" id="{709DADD4-E03D-4B78-D98C-E53338CA0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5" name="Text Box 17">
            <a:extLst>
              <a:ext uri="{FF2B5EF4-FFF2-40B4-BE49-F238E27FC236}">
                <a16:creationId xmlns:a16="http://schemas.microsoft.com/office/drawing/2014/main" id="{7CEBE913-8A21-2075-97C2-6721EA010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6" name="Text Box 18">
            <a:extLst>
              <a:ext uri="{FF2B5EF4-FFF2-40B4-BE49-F238E27FC236}">
                <a16:creationId xmlns:a16="http://schemas.microsoft.com/office/drawing/2014/main" id="{499669CB-A250-C008-798F-A616F91F5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7" name="Text Box 19">
            <a:extLst>
              <a:ext uri="{FF2B5EF4-FFF2-40B4-BE49-F238E27FC236}">
                <a16:creationId xmlns:a16="http://schemas.microsoft.com/office/drawing/2014/main" id="{0080EE99-538C-F05A-3C64-F5266E3D7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8" name="Line 20">
            <a:extLst>
              <a:ext uri="{FF2B5EF4-FFF2-40B4-BE49-F238E27FC236}">
                <a16:creationId xmlns:a16="http://schemas.microsoft.com/office/drawing/2014/main" id="{F42144B8-4129-37ED-8AFD-176B97B8B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7432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52606C98-756B-DD7C-8143-B5DFB499C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565" y="5557777"/>
            <a:ext cx="6764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If </a:t>
            </a:r>
            <a:r>
              <a:rPr lang="en-US" altLang="en-US" sz="2000" i="1" dirty="0">
                <a:latin typeface="+mj-lt"/>
              </a:rPr>
              <a:t>X</a:t>
            </a:r>
            <a:r>
              <a:rPr lang="en-US" altLang="en-US" sz="2000" dirty="0">
                <a:latin typeface="+mj-lt"/>
              </a:rPr>
              <a:t> loses a value, neighbors of </a:t>
            </a:r>
            <a:r>
              <a:rPr lang="en-US" altLang="en-US" sz="2000" i="1" dirty="0">
                <a:latin typeface="+mj-lt"/>
              </a:rPr>
              <a:t>X</a:t>
            </a:r>
            <a:r>
              <a:rPr lang="en-US" altLang="en-US" sz="2000" dirty="0">
                <a:latin typeface="+mj-lt"/>
              </a:rPr>
              <a:t> need to be rechecked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EB157-F2A3-647E-73A5-FA5410EE59B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AE6D8E-0320-BE79-DE04-431EEA059A86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86899-EE3E-CEA3-F4C4-F79778A12820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52092-75E2-F7C1-C938-DE5EFF7AABC0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35541-35DF-A9A4-913F-0214DF70DDA1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298F1-C5C0-ACB9-49E1-AA314AFFDCDB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Oval 3">
            <a:extLst>
              <a:ext uri="{FF2B5EF4-FFF2-40B4-BE49-F238E27FC236}">
                <a16:creationId xmlns:a16="http://schemas.microsoft.com/office/drawing/2014/main" id="{DAEFC73B-D5F6-77A8-5B41-EABFAB05E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6" name="Oval 4">
            <a:extLst>
              <a:ext uri="{FF2B5EF4-FFF2-40B4-BE49-F238E27FC236}">
                <a16:creationId xmlns:a16="http://schemas.microsoft.com/office/drawing/2014/main" id="{330075A1-1103-5449-4530-3502F3AD8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7" name="Oval 5">
            <a:extLst>
              <a:ext uri="{FF2B5EF4-FFF2-40B4-BE49-F238E27FC236}">
                <a16:creationId xmlns:a16="http://schemas.microsoft.com/office/drawing/2014/main" id="{C51585AE-A171-7D04-3CE8-1350DC110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8" name="Oval 6">
            <a:extLst>
              <a:ext uri="{FF2B5EF4-FFF2-40B4-BE49-F238E27FC236}">
                <a16:creationId xmlns:a16="http://schemas.microsoft.com/office/drawing/2014/main" id="{16141D1F-10AF-5DF5-C131-0AF1D9E67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9" name="Oval 7">
            <a:extLst>
              <a:ext uri="{FF2B5EF4-FFF2-40B4-BE49-F238E27FC236}">
                <a16:creationId xmlns:a16="http://schemas.microsoft.com/office/drawing/2014/main" id="{4DC0F963-702D-3359-DCFC-7E3A5BA74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80" name="Line 8">
            <a:extLst>
              <a:ext uri="{FF2B5EF4-FFF2-40B4-BE49-F238E27FC236}">
                <a16:creationId xmlns:a16="http://schemas.microsoft.com/office/drawing/2014/main" id="{B32F1B8A-F5A3-47BE-CD55-7ABC9FD3DB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1" name="Line 9">
            <a:extLst>
              <a:ext uri="{FF2B5EF4-FFF2-40B4-BE49-F238E27FC236}">
                <a16:creationId xmlns:a16="http://schemas.microsoft.com/office/drawing/2014/main" id="{4CB42672-11A1-98A2-22CB-2B9B3DB4B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2" name="Line 10">
            <a:extLst>
              <a:ext uri="{FF2B5EF4-FFF2-40B4-BE49-F238E27FC236}">
                <a16:creationId xmlns:a16="http://schemas.microsoft.com/office/drawing/2014/main" id="{CA0FE4DA-DEAE-546D-A8A1-590E3F730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3" name="Line 11">
            <a:extLst>
              <a:ext uri="{FF2B5EF4-FFF2-40B4-BE49-F238E27FC236}">
                <a16:creationId xmlns:a16="http://schemas.microsoft.com/office/drawing/2014/main" id="{F4441A2D-EFEC-0053-4214-FC9CBA16B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4" name="Line 12">
            <a:extLst>
              <a:ext uri="{FF2B5EF4-FFF2-40B4-BE49-F238E27FC236}">
                <a16:creationId xmlns:a16="http://schemas.microsoft.com/office/drawing/2014/main" id="{1ABB1588-D838-A655-E04A-553F6F4E0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5" name="Line 13">
            <a:extLst>
              <a:ext uri="{FF2B5EF4-FFF2-40B4-BE49-F238E27FC236}">
                <a16:creationId xmlns:a16="http://schemas.microsoft.com/office/drawing/2014/main" id="{A09D3D31-4286-DF00-190F-E094B041B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6" name="Line 14">
            <a:extLst>
              <a:ext uri="{FF2B5EF4-FFF2-40B4-BE49-F238E27FC236}">
                <a16:creationId xmlns:a16="http://schemas.microsoft.com/office/drawing/2014/main" id="{15DC014C-D718-F351-FE89-6FB84EEE70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7" name="Text Box 15">
            <a:extLst>
              <a:ext uri="{FF2B5EF4-FFF2-40B4-BE49-F238E27FC236}">
                <a16:creationId xmlns:a16="http://schemas.microsoft.com/office/drawing/2014/main" id="{23977F19-CADD-477A-02FF-E1A2785AA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88" name="Text Box 16">
            <a:extLst>
              <a:ext uri="{FF2B5EF4-FFF2-40B4-BE49-F238E27FC236}">
                <a16:creationId xmlns:a16="http://schemas.microsoft.com/office/drawing/2014/main" id="{5B68DBB0-DD3A-FEFD-DABD-C23F84A6B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89" name="Text Box 17">
            <a:extLst>
              <a:ext uri="{FF2B5EF4-FFF2-40B4-BE49-F238E27FC236}">
                <a16:creationId xmlns:a16="http://schemas.microsoft.com/office/drawing/2014/main" id="{1C4FF669-5F41-D53C-6EDD-E09F6ACF1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90" name="Text Box 18">
            <a:extLst>
              <a:ext uri="{FF2B5EF4-FFF2-40B4-BE49-F238E27FC236}">
                <a16:creationId xmlns:a16="http://schemas.microsoft.com/office/drawing/2014/main" id="{335713AF-0D8F-7EE3-FB68-25CCA8298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91" name="Text Box 19">
            <a:extLst>
              <a:ext uri="{FF2B5EF4-FFF2-40B4-BE49-F238E27FC236}">
                <a16:creationId xmlns:a16="http://schemas.microsoft.com/office/drawing/2014/main" id="{F5CD0C97-D4D6-6D79-2891-00B6CDA14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92" name="Line 20">
            <a:extLst>
              <a:ext uri="{FF2B5EF4-FFF2-40B4-BE49-F238E27FC236}">
                <a16:creationId xmlns:a16="http://schemas.microsoft.com/office/drawing/2014/main" id="{75A27532-0F61-2963-1383-861D76A97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667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60D6CF-B9EA-BC5E-AF0F-75A4E55435F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FED6-7BDC-EF2A-30FC-1228637E8A31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CF69F-F562-BC35-F292-6C1CE1D936AA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CA83A-F26B-3063-2C56-2395CB162ED1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61E56-A1A4-7EC5-9570-BA3C3A084F1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1E9C7D-F92A-9788-B547-E6A93A66EBA2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Oval 3">
            <a:extLst>
              <a:ext uri="{FF2B5EF4-FFF2-40B4-BE49-F238E27FC236}">
                <a16:creationId xmlns:a16="http://schemas.microsoft.com/office/drawing/2014/main" id="{3E928467-089D-659D-E70D-8699C581F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2100" name="Oval 4">
            <a:extLst>
              <a:ext uri="{FF2B5EF4-FFF2-40B4-BE49-F238E27FC236}">
                <a16:creationId xmlns:a16="http://schemas.microsoft.com/office/drawing/2014/main" id="{79D805C3-B497-5D65-E68D-325445BF1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2101" name="Oval 5">
            <a:extLst>
              <a:ext uri="{FF2B5EF4-FFF2-40B4-BE49-F238E27FC236}">
                <a16:creationId xmlns:a16="http://schemas.microsoft.com/office/drawing/2014/main" id="{119C54EC-098F-BE2C-8AD2-7E1E7995D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2102" name="Oval 6">
            <a:extLst>
              <a:ext uri="{FF2B5EF4-FFF2-40B4-BE49-F238E27FC236}">
                <a16:creationId xmlns:a16="http://schemas.microsoft.com/office/drawing/2014/main" id="{ADF163AE-F60B-FEC3-BFBD-8A1427D30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2103" name="Oval 7">
            <a:extLst>
              <a:ext uri="{FF2B5EF4-FFF2-40B4-BE49-F238E27FC236}">
                <a16:creationId xmlns:a16="http://schemas.microsoft.com/office/drawing/2014/main" id="{C34F7557-1FCA-82A9-4556-B92F059BB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2104" name="Line 8">
            <a:extLst>
              <a:ext uri="{FF2B5EF4-FFF2-40B4-BE49-F238E27FC236}">
                <a16:creationId xmlns:a16="http://schemas.microsoft.com/office/drawing/2014/main" id="{34CB4AEB-6F11-2EA4-B0EE-F73040335D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5" name="Line 9">
            <a:extLst>
              <a:ext uri="{FF2B5EF4-FFF2-40B4-BE49-F238E27FC236}">
                <a16:creationId xmlns:a16="http://schemas.microsoft.com/office/drawing/2014/main" id="{CAB74A97-47EA-9808-56AB-2DBC1E862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6" name="Line 10">
            <a:extLst>
              <a:ext uri="{FF2B5EF4-FFF2-40B4-BE49-F238E27FC236}">
                <a16:creationId xmlns:a16="http://schemas.microsoft.com/office/drawing/2014/main" id="{2CD2C340-1913-830B-30D1-513AF0AB8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7" name="Line 11">
            <a:extLst>
              <a:ext uri="{FF2B5EF4-FFF2-40B4-BE49-F238E27FC236}">
                <a16:creationId xmlns:a16="http://schemas.microsoft.com/office/drawing/2014/main" id="{DFD38507-A524-2649-C0DE-5B06576A8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8" name="Line 12">
            <a:extLst>
              <a:ext uri="{FF2B5EF4-FFF2-40B4-BE49-F238E27FC236}">
                <a16:creationId xmlns:a16="http://schemas.microsoft.com/office/drawing/2014/main" id="{C49CBA41-D0F5-4CDD-9CBD-55D46F0B5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9" name="Line 13">
            <a:extLst>
              <a:ext uri="{FF2B5EF4-FFF2-40B4-BE49-F238E27FC236}">
                <a16:creationId xmlns:a16="http://schemas.microsoft.com/office/drawing/2014/main" id="{7BAE24A9-E437-EB43-C1D6-252102054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10" name="Line 14">
            <a:extLst>
              <a:ext uri="{FF2B5EF4-FFF2-40B4-BE49-F238E27FC236}">
                <a16:creationId xmlns:a16="http://schemas.microsoft.com/office/drawing/2014/main" id="{85BBB738-9D88-495C-0CC7-18A55A9B5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11" name="Text Box 15">
            <a:extLst>
              <a:ext uri="{FF2B5EF4-FFF2-40B4-BE49-F238E27FC236}">
                <a16:creationId xmlns:a16="http://schemas.microsoft.com/office/drawing/2014/main" id="{20D92886-AA15-2500-801D-C9ED90C72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2" name="Text Box 16">
            <a:extLst>
              <a:ext uri="{FF2B5EF4-FFF2-40B4-BE49-F238E27FC236}">
                <a16:creationId xmlns:a16="http://schemas.microsoft.com/office/drawing/2014/main" id="{60CB4F87-2CC5-6266-D5B7-4ED486EAE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3" name="Text Box 17">
            <a:extLst>
              <a:ext uri="{FF2B5EF4-FFF2-40B4-BE49-F238E27FC236}">
                <a16:creationId xmlns:a16="http://schemas.microsoft.com/office/drawing/2014/main" id="{966E3F94-0B06-7708-12F7-14676D2B0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4" name="Text Box 18">
            <a:extLst>
              <a:ext uri="{FF2B5EF4-FFF2-40B4-BE49-F238E27FC236}">
                <a16:creationId xmlns:a16="http://schemas.microsoft.com/office/drawing/2014/main" id="{E3DAD8E9-19A2-A107-3F53-4B8913EA0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5" name="Text Box 19">
            <a:extLst>
              <a:ext uri="{FF2B5EF4-FFF2-40B4-BE49-F238E27FC236}">
                <a16:creationId xmlns:a16="http://schemas.microsoft.com/office/drawing/2014/main" id="{9F6B6B32-E305-AC9A-A975-52580DB67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6" name="Line 20">
            <a:extLst>
              <a:ext uri="{FF2B5EF4-FFF2-40B4-BE49-F238E27FC236}">
                <a16:creationId xmlns:a16="http://schemas.microsoft.com/office/drawing/2014/main" id="{16F9648E-1E3A-252A-F4CF-6AED54D1E3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4114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547F85-BC27-8D7B-A760-183F8FE13BC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9CABB-B015-6241-6DAF-03BBC5BAEC28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859E8-D9C5-6FB4-CAA3-02B0FED6AB6D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68D02-10AA-5348-D157-A1D9C64966F3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B1E36-1582-E560-8667-D1AB71DD3A59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ED8FD-0667-393F-1D53-223C8226EB36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Oval 3">
            <a:extLst>
              <a:ext uri="{FF2B5EF4-FFF2-40B4-BE49-F238E27FC236}">
                <a16:creationId xmlns:a16="http://schemas.microsoft.com/office/drawing/2014/main" id="{684BF305-CFF9-810F-7149-C41446B2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124" name="Oval 4">
            <a:extLst>
              <a:ext uri="{FF2B5EF4-FFF2-40B4-BE49-F238E27FC236}">
                <a16:creationId xmlns:a16="http://schemas.microsoft.com/office/drawing/2014/main" id="{53DFCD44-8A66-93F0-D86B-93660DB57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125" name="Oval 5">
            <a:extLst>
              <a:ext uri="{FF2B5EF4-FFF2-40B4-BE49-F238E27FC236}">
                <a16:creationId xmlns:a16="http://schemas.microsoft.com/office/drawing/2014/main" id="{CF4C03E3-4630-F034-9D9D-47AC55ABF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126" name="Oval 6">
            <a:extLst>
              <a:ext uri="{FF2B5EF4-FFF2-40B4-BE49-F238E27FC236}">
                <a16:creationId xmlns:a16="http://schemas.microsoft.com/office/drawing/2014/main" id="{ECF7C953-0037-7ECD-5E38-9572BBB90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127" name="Oval 7">
            <a:extLst>
              <a:ext uri="{FF2B5EF4-FFF2-40B4-BE49-F238E27FC236}">
                <a16:creationId xmlns:a16="http://schemas.microsoft.com/office/drawing/2014/main" id="{0AC0CD55-5ADA-82CF-08F4-4E408970B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128" name="Line 8">
            <a:extLst>
              <a:ext uri="{FF2B5EF4-FFF2-40B4-BE49-F238E27FC236}">
                <a16:creationId xmlns:a16="http://schemas.microsoft.com/office/drawing/2014/main" id="{E78224AB-EAF1-A7FB-8C4E-FBBF225AD7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29" name="Line 9">
            <a:extLst>
              <a:ext uri="{FF2B5EF4-FFF2-40B4-BE49-F238E27FC236}">
                <a16:creationId xmlns:a16="http://schemas.microsoft.com/office/drawing/2014/main" id="{307D03F4-D164-B08E-B73C-8775E3F54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0" name="Line 10">
            <a:extLst>
              <a:ext uri="{FF2B5EF4-FFF2-40B4-BE49-F238E27FC236}">
                <a16:creationId xmlns:a16="http://schemas.microsoft.com/office/drawing/2014/main" id="{5C54ED88-6FB7-D319-8AC0-0A5F8612D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1" name="Line 11">
            <a:extLst>
              <a:ext uri="{FF2B5EF4-FFF2-40B4-BE49-F238E27FC236}">
                <a16:creationId xmlns:a16="http://schemas.microsoft.com/office/drawing/2014/main" id="{E1A625A0-BCF1-50E6-8E32-C04BEE66F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2" name="Line 12">
            <a:extLst>
              <a:ext uri="{FF2B5EF4-FFF2-40B4-BE49-F238E27FC236}">
                <a16:creationId xmlns:a16="http://schemas.microsoft.com/office/drawing/2014/main" id="{59C4FE67-8446-BC70-5C0C-7EAF797BD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3" name="Line 13">
            <a:extLst>
              <a:ext uri="{FF2B5EF4-FFF2-40B4-BE49-F238E27FC236}">
                <a16:creationId xmlns:a16="http://schemas.microsoft.com/office/drawing/2014/main" id="{D509C401-C373-2A31-62F5-44834338D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4" name="Line 14">
            <a:extLst>
              <a:ext uri="{FF2B5EF4-FFF2-40B4-BE49-F238E27FC236}">
                <a16:creationId xmlns:a16="http://schemas.microsoft.com/office/drawing/2014/main" id="{0ABFFA09-6D44-EC11-4700-670AAA454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5" name="Text Box 15">
            <a:extLst>
              <a:ext uri="{FF2B5EF4-FFF2-40B4-BE49-F238E27FC236}">
                <a16:creationId xmlns:a16="http://schemas.microsoft.com/office/drawing/2014/main" id="{A31F1ACE-9E71-BC9D-BA41-8089C78F0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6" name="Text Box 16">
            <a:extLst>
              <a:ext uri="{FF2B5EF4-FFF2-40B4-BE49-F238E27FC236}">
                <a16:creationId xmlns:a16="http://schemas.microsoft.com/office/drawing/2014/main" id="{92E769F5-4BEC-BFEF-3AAF-19CE99BCA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7" name="Text Box 17">
            <a:extLst>
              <a:ext uri="{FF2B5EF4-FFF2-40B4-BE49-F238E27FC236}">
                <a16:creationId xmlns:a16="http://schemas.microsoft.com/office/drawing/2014/main" id="{F5F5EFFE-EE6F-0920-5285-F7AFE29D4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8" name="Text Box 18">
            <a:extLst>
              <a:ext uri="{FF2B5EF4-FFF2-40B4-BE49-F238E27FC236}">
                <a16:creationId xmlns:a16="http://schemas.microsoft.com/office/drawing/2014/main" id="{FACE0BA9-EB72-B5F3-D03F-256C4CF58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9" name="Text Box 19">
            <a:extLst>
              <a:ext uri="{FF2B5EF4-FFF2-40B4-BE49-F238E27FC236}">
                <a16:creationId xmlns:a16="http://schemas.microsoft.com/office/drawing/2014/main" id="{695E531B-D025-0384-B8ED-DB062BF6B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29FE1-357A-09EE-9A44-D7FCD74C623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6E109-89F7-6A75-CF3A-3A1549A8C4C1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70C6A-B4FC-AEB7-58FC-79B3CA18FDBE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2AD44-5E33-EBE8-0FC6-8DCA8596629A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34E16-B078-8EA9-F797-500EF31288E7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42B5-2D04-2D7A-DEF8-2040BB074F87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Oval 3">
            <a:extLst>
              <a:ext uri="{FF2B5EF4-FFF2-40B4-BE49-F238E27FC236}">
                <a16:creationId xmlns:a16="http://schemas.microsoft.com/office/drawing/2014/main" id="{4B2B6A91-8982-4896-4004-27B6E4E85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4148" name="Oval 4">
            <a:extLst>
              <a:ext uri="{FF2B5EF4-FFF2-40B4-BE49-F238E27FC236}">
                <a16:creationId xmlns:a16="http://schemas.microsoft.com/office/drawing/2014/main" id="{07084913-62E5-ED7B-5ED5-915697636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4149" name="Oval 5">
            <a:extLst>
              <a:ext uri="{FF2B5EF4-FFF2-40B4-BE49-F238E27FC236}">
                <a16:creationId xmlns:a16="http://schemas.microsoft.com/office/drawing/2014/main" id="{1F2FFA81-9550-E5AB-46B2-F714CF8A3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4150" name="Oval 6">
            <a:extLst>
              <a:ext uri="{FF2B5EF4-FFF2-40B4-BE49-F238E27FC236}">
                <a16:creationId xmlns:a16="http://schemas.microsoft.com/office/drawing/2014/main" id="{E9F4E529-5DD0-A626-E981-6EF9BB619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4151" name="Oval 7">
            <a:extLst>
              <a:ext uri="{FF2B5EF4-FFF2-40B4-BE49-F238E27FC236}">
                <a16:creationId xmlns:a16="http://schemas.microsoft.com/office/drawing/2014/main" id="{DD0438C3-7340-EC68-50F8-CE1E63258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4152" name="Line 8">
            <a:extLst>
              <a:ext uri="{FF2B5EF4-FFF2-40B4-BE49-F238E27FC236}">
                <a16:creationId xmlns:a16="http://schemas.microsoft.com/office/drawing/2014/main" id="{D10F4461-00A3-74D6-6FE5-79AA8CD679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3" name="Line 9">
            <a:extLst>
              <a:ext uri="{FF2B5EF4-FFF2-40B4-BE49-F238E27FC236}">
                <a16:creationId xmlns:a16="http://schemas.microsoft.com/office/drawing/2014/main" id="{388279E7-DE40-18DC-ABEA-80AAB4F94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4" name="Line 10">
            <a:extLst>
              <a:ext uri="{FF2B5EF4-FFF2-40B4-BE49-F238E27FC236}">
                <a16:creationId xmlns:a16="http://schemas.microsoft.com/office/drawing/2014/main" id="{989CC683-58E8-3836-0247-1F4DCB039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5" name="Line 11">
            <a:extLst>
              <a:ext uri="{FF2B5EF4-FFF2-40B4-BE49-F238E27FC236}">
                <a16:creationId xmlns:a16="http://schemas.microsoft.com/office/drawing/2014/main" id="{C71826D1-C0D5-DC1D-C450-329B78292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6" name="Line 12">
            <a:extLst>
              <a:ext uri="{FF2B5EF4-FFF2-40B4-BE49-F238E27FC236}">
                <a16:creationId xmlns:a16="http://schemas.microsoft.com/office/drawing/2014/main" id="{DBA91686-B342-4747-FF42-12853D643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7" name="Line 13">
            <a:extLst>
              <a:ext uri="{FF2B5EF4-FFF2-40B4-BE49-F238E27FC236}">
                <a16:creationId xmlns:a16="http://schemas.microsoft.com/office/drawing/2014/main" id="{36E5260D-4500-5180-2C05-27B43B970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8" name="Line 14">
            <a:extLst>
              <a:ext uri="{FF2B5EF4-FFF2-40B4-BE49-F238E27FC236}">
                <a16:creationId xmlns:a16="http://schemas.microsoft.com/office/drawing/2014/main" id="{CE9596A5-32E9-3C47-567B-71B6C7018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9" name="Text Box 15">
            <a:extLst>
              <a:ext uri="{FF2B5EF4-FFF2-40B4-BE49-F238E27FC236}">
                <a16:creationId xmlns:a16="http://schemas.microsoft.com/office/drawing/2014/main" id="{14403F39-F3AD-9077-3E0A-EAFF43B8E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0" name="Text Box 16">
            <a:extLst>
              <a:ext uri="{FF2B5EF4-FFF2-40B4-BE49-F238E27FC236}">
                <a16:creationId xmlns:a16="http://schemas.microsoft.com/office/drawing/2014/main" id="{DA1B1788-B84D-F301-A270-21505703E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1" name="Text Box 17">
            <a:extLst>
              <a:ext uri="{FF2B5EF4-FFF2-40B4-BE49-F238E27FC236}">
                <a16:creationId xmlns:a16="http://schemas.microsoft.com/office/drawing/2014/main" id="{A17DB52D-0570-BB08-6B28-09283D6D6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2" name="Text Box 18">
            <a:extLst>
              <a:ext uri="{FF2B5EF4-FFF2-40B4-BE49-F238E27FC236}">
                <a16:creationId xmlns:a16="http://schemas.microsoft.com/office/drawing/2014/main" id="{57B8C136-364E-BC09-D1F7-C14D6E600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3" name="Text Box 19">
            <a:extLst>
              <a:ext uri="{FF2B5EF4-FFF2-40B4-BE49-F238E27FC236}">
                <a16:creationId xmlns:a16="http://schemas.microsoft.com/office/drawing/2014/main" id="{EDD6E39D-64F0-C236-D1D7-1409CF5A3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4" name="Line 20">
            <a:extLst>
              <a:ext uri="{FF2B5EF4-FFF2-40B4-BE49-F238E27FC236}">
                <a16:creationId xmlns:a16="http://schemas.microsoft.com/office/drawing/2014/main" id="{6B01F3CB-0419-D84B-6C5B-90B05AA007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2590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CE194D-9848-99D3-D663-E9FECE64DE2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62CF4-AFEC-8194-B3CF-0E68F8A765AE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BE17C-2DC6-25F6-52FD-6A64521DF3BF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FF921-D6E2-9A02-52AF-A4BB837A0BB1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6FA2E-A6AD-5CFF-AE92-EC781C3D0954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F83CD-01F9-062F-27A4-5CA4414B7E25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Oval 3">
            <a:extLst>
              <a:ext uri="{FF2B5EF4-FFF2-40B4-BE49-F238E27FC236}">
                <a16:creationId xmlns:a16="http://schemas.microsoft.com/office/drawing/2014/main" id="{F4FA8DA3-5DFA-4221-54B2-6528DFD7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5172" name="Oval 4">
            <a:extLst>
              <a:ext uri="{FF2B5EF4-FFF2-40B4-BE49-F238E27FC236}">
                <a16:creationId xmlns:a16="http://schemas.microsoft.com/office/drawing/2014/main" id="{00735F25-4CCF-D8A7-0BC5-502A5973C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5173" name="Oval 5">
            <a:extLst>
              <a:ext uri="{FF2B5EF4-FFF2-40B4-BE49-F238E27FC236}">
                <a16:creationId xmlns:a16="http://schemas.microsoft.com/office/drawing/2014/main" id="{4951086A-C187-2654-F36B-6F7645734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5174" name="Oval 6">
            <a:extLst>
              <a:ext uri="{FF2B5EF4-FFF2-40B4-BE49-F238E27FC236}">
                <a16:creationId xmlns:a16="http://schemas.microsoft.com/office/drawing/2014/main" id="{CC9E9738-04CF-FEF7-E8AC-479A339F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5175" name="Oval 7">
            <a:extLst>
              <a:ext uri="{FF2B5EF4-FFF2-40B4-BE49-F238E27FC236}">
                <a16:creationId xmlns:a16="http://schemas.microsoft.com/office/drawing/2014/main" id="{F31F2606-A4FD-E6DD-6BFF-6D9A24369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5176" name="Line 8">
            <a:extLst>
              <a:ext uri="{FF2B5EF4-FFF2-40B4-BE49-F238E27FC236}">
                <a16:creationId xmlns:a16="http://schemas.microsoft.com/office/drawing/2014/main" id="{470C170D-5EBB-41EB-F202-9C3D21CF36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7" name="Line 9">
            <a:extLst>
              <a:ext uri="{FF2B5EF4-FFF2-40B4-BE49-F238E27FC236}">
                <a16:creationId xmlns:a16="http://schemas.microsoft.com/office/drawing/2014/main" id="{A2CA31DC-8495-DB1F-1B7A-3EFB88415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8" name="Line 10">
            <a:extLst>
              <a:ext uri="{FF2B5EF4-FFF2-40B4-BE49-F238E27FC236}">
                <a16:creationId xmlns:a16="http://schemas.microsoft.com/office/drawing/2014/main" id="{817C4D7E-F2A3-9118-2BC3-3BE25DEC5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9" name="Line 11">
            <a:extLst>
              <a:ext uri="{FF2B5EF4-FFF2-40B4-BE49-F238E27FC236}">
                <a16:creationId xmlns:a16="http://schemas.microsoft.com/office/drawing/2014/main" id="{7E90F46E-90BE-B79A-62B4-5A8EB8C09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0" name="Line 12">
            <a:extLst>
              <a:ext uri="{FF2B5EF4-FFF2-40B4-BE49-F238E27FC236}">
                <a16:creationId xmlns:a16="http://schemas.microsoft.com/office/drawing/2014/main" id="{36EC9C10-A605-3B59-D961-E4870EFBD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1" name="Line 13">
            <a:extLst>
              <a:ext uri="{FF2B5EF4-FFF2-40B4-BE49-F238E27FC236}">
                <a16:creationId xmlns:a16="http://schemas.microsoft.com/office/drawing/2014/main" id="{BFBC421D-7CDC-E2EB-FE45-588F82DAF2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2" name="Line 14">
            <a:extLst>
              <a:ext uri="{FF2B5EF4-FFF2-40B4-BE49-F238E27FC236}">
                <a16:creationId xmlns:a16="http://schemas.microsoft.com/office/drawing/2014/main" id="{4FD6C67C-20A9-E0A4-36D9-5BB67F0DF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3" name="Text Box 15">
            <a:extLst>
              <a:ext uri="{FF2B5EF4-FFF2-40B4-BE49-F238E27FC236}">
                <a16:creationId xmlns:a16="http://schemas.microsoft.com/office/drawing/2014/main" id="{3834874C-3CC8-FE94-C7D3-C50AF6CE1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4" name="Text Box 16">
            <a:extLst>
              <a:ext uri="{FF2B5EF4-FFF2-40B4-BE49-F238E27FC236}">
                <a16:creationId xmlns:a16="http://schemas.microsoft.com/office/drawing/2014/main" id="{CB36AF8D-3D5C-0C5C-8AE4-C0BD7F97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5" name="Text Box 17">
            <a:extLst>
              <a:ext uri="{FF2B5EF4-FFF2-40B4-BE49-F238E27FC236}">
                <a16:creationId xmlns:a16="http://schemas.microsoft.com/office/drawing/2014/main" id="{2DC58AEF-D52F-FAEE-9D2E-18A63B75C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6" name="Text Box 18">
            <a:extLst>
              <a:ext uri="{FF2B5EF4-FFF2-40B4-BE49-F238E27FC236}">
                <a16:creationId xmlns:a16="http://schemas.microsoft.com/office/drawing/2014/main" id="{5323927D-144B-1731-4E96-01B6A66DC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7" name="Text Box 19">
            <a:extLst>
              <a:ext uri="{FF2B5EF4-FFF2-40B4-BE49-F238E27FC236}">
                <a16:creationId xmlns:a16="http://schemas.microsoft.com/office/drawing/2014/main" id="{BE976DF6-A790-AF43-A9C3-6D402903C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8" name="Line 20">
            <a:extLst>
              <a:ext uri="{FF2B5EF4-FFF2-40B4-BE49-F238E27FC236}">
                <a16:creationId xmlns:a16="http://schemas.microsoft.com/office/drawing/2014/main" id="{13202435-4B84-A2F5-88E9-2464E7F79A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2590800"/>
            <a:ext cx="17526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A8EE5-BC21-6B3B-0B11-3766F4D1935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90356-AAF4-EF50-BAEA-2BA05A1DA290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DEC50-C648-BC4E-8B5B-201C2C4701D4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124C6-79F0-DC2D-510D-0E7AAABAFA3F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702A3-F4D6-BBB3-5755-445C1F4DA0D3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589B3-3A78-D518-9A2E-530573B55E3D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Oval 3">
            <a:extLst>
              <a:ext uri="{FF2B5EF4-FFF2-40B4-BE49-F238E27FC236}">
                <a16:creationId xmlns:a16="http://schemas.microsoft.com/office/drawing/2014/main" id="{9E7E3F42-71C9-BA0C-5BE8-173DEB556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6196" name="Oval 4">
            <a:extLst>
              <a:ext uri="{FF2B5EF4-FFF2-40B4-BE49-F238E27FC236}">
                <a16:creationId xmlns:a16="http://schemas.microsoft.com/office/drawing/2014/main" id="{E2CBFB5C-D047-BCDE-AB0B-0A038C1BE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6197" name="Oval 5">
            <a:extLst>
              <a:ext uri="{FF2B5EF4-FFF2-40B4-BE49-F238E27FC236}">
                <a16:creationId xmlns:a16="http://schemas.microsoft.com/office/drawing/2014/main" id="{C6F93435-CF88-789F-33D4-76971707D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6198" name="Oval 6">
            <a:extLst>
              <a:ext uri="{FF2B5EF4-FFF2-40B4-BE49-F238E27FC236}">
                <a16:creationId xmlns:a16="http://schemas.microsoft.com/office/drawing/2014/main" id="{CAF28481-2343-8BA1-0029-F8E222F2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6199" name="Oval 7">
            <a:extLst>
              <a:ext uri="{FF2B5EF4-FFF2-40B4-BE49-F238E27FC236}">
                <a16:creationId xmlns:a16="http://schemas.microsoft.com/office/drawing/2014/main" id="{2A014C11-6689-A48F-501B-33510D38B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6200" name="Line 8">
            <a:extLst>
              <a:ext uri="{FF2B5EF4-FFF2-40B4-BE49-F238E27FC236}">
                <a16:creationId xmlns:a16="http://schemas.microsoft.com/office/drawing/2014/main" id="{D318B303-DD7A-FD44-120E-8ABB307A0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1" name="Line 9">
            <a:extLst>
              <a:ext uri="{FF2B5EF4-FFF2-40B4-BE49-F238E27FC236}">
                <a16:creationId xmlns:a16="http://schemas.microsoft.com/office/drawing/2014/main" id="{F004A9D5-7609-7A9E-2039-D08B68781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2" name="Line 10">
            <a:extLst>
              <a:ext uri="{FF2B5EF4-FFF2-40B4-BE49-F238E27FC236}">
                <a16:creationId xmlns:a16="http://schemas.microsoft.com/office/drawing/2014/main" id="{A01EFCE6-788C-5AD3-88EA-738BD7E02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3" name="Line 11">
            <a:extLst>
              <a:ext uri="{FF2B5EF4-FFF2-40B4-BE49-F238E27FC236}">
                <a16:creationId xmlns:a16="http://schemas.microsoft.com/office/drawing/2014/main" id="{4C0BBE6D-EF0A-FE9B-55E6-7FF648B5F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4" name="Line 12">
            <a:extLst>
              <a:ext uri="{FF2B5EF4-FFF2-40B4-BE49-F238E27FC236}">
                <a16:creationId xmlns:a16="http://schemas.microsoft.com/office/drawing/2014/main" id="{AD5D697E-1CE0-170C-D778-3D408C213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5" name="Line 13">
            <a:extLst>
              <a:ext uri="{FF2B5EF4-FFF2-40B4-BE49-F238E27FC236}">
                <a16:creationId xmlns:a16="http://schemas.microsoft.com/office/drawing/2014/main" id="{31885696-98C5-5793-34B8-08969E7829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6" name="Line 14">
            <a:extLst>
              <a:ext uri="{FF2B5EF4-FFF2-40B4-BE49-F238E27FC236}">
                <a16:creationId xmlns:a16="http://schemas.microsoft.com/office/drawing/2014/main" id="{0A6CDE7B-C869-F2DF-7019-D808AFD6D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7" name="Text Box 15">
            <a:extLst>
              <a:ext uri="{FF2B5EF4-FFF2-40B4-BE49-F238E27FC236}">
                <a16:creationId xmlns:a16="http://schemas.microsoft.com/office/drawing/2014/main" id="{49A5F33E-446F-35F1-6021-C29E171BA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6208" name="Text Box 16">
            <a:extLst>
              <a:ext uri="{FF2B5EF4-FFF2-40B4-BE49-F238E27FC236}">
                <a16:creationId xmlns:a16="http://schemas.microsoft.com/office/drawing/2014/main" id="{454FDD60-0EE6-ED80-9FF7-4CCFF06B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6209" name="Text Box 17">
            <a:extLst>
              <a:ext uri="{FF2B5EF4-FFF2-40B4-BE49-F238E27FC236}">
                <a16:creationId xmlns:a16="http://schemas.microsoft.com/office/drawing/2014/main" id="{A5EAECD3-CDBA-5B4B-CF62-B650E4AD5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6210" name="Text Box 18">
            <a:extLst>
              <a:ext uri="{FF2B5EF4-FFF2-40B4-BE49-F238E27FC236}">
                <a16:creationId xmlns:a16="http://schemas.microsoft.com/office/drawing/2014/main" id="{C8696930-9010-D5F2-BA75-56E35B6F5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6211" name="Text Box 19">
            <a:extLst>
              <a:ext uri="{FF2B5EF4-FFF2-40B4-BE49-F238E27FC236}">
                <a16:creationId xmlns:a16="http://schemas.microsoft.com/office/drawing/2014/main" id="{C79C45C7-24BF-ED86-FB5E-405FABD12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6212" name="Line 20">
            <a:extLst>
              <a:ext uri="{FF2B5EF4-FFF2-40B4-BE49-F238E27FC236}">
                <a16:creationId xmlns:a16="http://schemas.microsoft.com/office/drawing/2014/main" id="{73A36BFC-376C-0F54-16B5-CA6D0F0AC1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8600" y="2667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444CC-3449-CC66-8AA7-09AF988D168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49344-757A-06AA-992C-420F78AC526F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E7414-803D-CB99-ADA2-437EE7FF6D10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7256D-ACF3-4E56-DB14-4927B81E16F7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96F15-8DC8-66C8-C0B5-7424B89B1A2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E6266-6292-92E9-8B02-9ECA32D05845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Oval 3">
            <a:extLst>
              <a:ext uri="{FF2B5EF4-FFF2-40B4-BE49-F238E27FC236}">
                <a16:creationId xmlns:a16="http://schemas.microsoft.com/office/drawing/2014/main" id="{E8E88232-05B1-5FB2-DCAF-E8920C550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7220" name="Oval 4">
            <a:extLst>
              <a:ext uri="{FF2B5EF4-FFF2-40B4-BE49-F238E27FC236}">
                <a16:creationId xmlns:a16="http://schemas.microsoft.com/office/drawing/2014/main" id="{D09206BB-2803-BB33-F5D8-6B17D143A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7221" name="Oval 5">
            <a:extLst>
              <a:ext uri="{FF2B5EF4-FFF2-40B4-BE49-F238E27FC236}">
                <a16:creationId xmlns:a16="http://schemas.microsoft.com/office/drawing/2014/main" id="{83C588B1-B5E9-61ED-D809-51373FFFF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7222" name="Oval 6">
            <a:extLst>
              <a:ext uri="{FF2B5EF4-FFF2-40B4-BE49-F238E27FC236}">
                <a16:creationId xmlns:a16="http://schemas.microsoft.com/office/drawing/2014/main" id="{4980C53B-135E-A72A-7CCA-CC32B378C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7223" name="Oval 7">
            <a:extLst>
              <a:ext uri="{FF2B5EF4-FFF2-40B4-BE49-F238E27FC236}">
                <a16:creationId xmlns:a16="http://schemas.microsoft.com/office/drawing/2014/main" id="{6616DFE1-A3F8-0783-B18D-D1D0FADD6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7224" name="Line 8">
            <a:extLst>
              <a:ext uri="{FF2B5EF4-FFF2-40B4-BE49-F238E27FC236}">
                <a16:creationId xmlns:a16="http://schemas.microsoft.com/office/drawing/2014/main" id="{05325296-9D0E-6EB4-77DE-2AD04A8878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5" name="Line 9">
            <a:extLst>
              <a:ext uri="{FF2B5EF4-FFF2-40B4-BE49-F238E27FC236}">
                <a16:creationId xmlns:a16="http://schemas.microsoft.com/office/drawing/2014/main" id="{4EDBD6D4-10D6-5926-E667-6D11A72B6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6" name="Line 10">
            <a:extLst>
              <a:ext uri="{FF2B5EF4-FFF2-40B4-BE49-F238E27FC236}">
                <a16:creationId xmlns:a16="http://schemas.microsoft.com/office/drawing/2014/main" id="{8CAB53F9-5EEA-BA8E-825A-72C18081C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7" name="Line 11">
            <a:extLst>
              <a:ext uri="{FF2B5EF4-FFF2-40B4-BE49-F238E27FC236}">
                <a16:creationId xmlns:a16="http://schemas.microsoft.com/office/drawing/2014/main" id="{6582E719-58EC-F7FF-E434-3508C7B26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8" name="Line 12">
            <a:extLst>
              <a:ext uri="{FF2B5EF4-FFF2-40B4-BE49-F238E27FC236}">
                <a16:creationId xmlns:a16="http://schemas.microsoft.com/office/drawing/2014/main" id="{870F5331-1C0E-A0CB-BAEC-D08332748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9" name="Line 13">
            <a:extLst>
              <a:ext uri="{FF2B5EF4-FFF2-40B4-BE49-F238E27FC236}">
                <a16:creationId xmlns:a16="http://schemas.microsoft.com/office/drawing/2014/main" id="{0DB9DF6A-597E-0903-75F9-573B16D26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30" name="Line 14">
            <a:extLst>
              <a:ext uri="{FF2B5EF4-FFF2-40B4-BE49-F238E27FC236}">
                <a16:creationId xmlns:a16="http://schemas.microsoft.com/office/drawing/2014/main" id="{7D4F4E94-A5C0-80C6-D0E2-507FBABEF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31" name="Text Box 15">
            <a:extLst>
              <a:ext uri="{FF2B5EF4-FFF2-40B4-BE49-F238E27FC236}">
                <a16:creationId xmlns:a16="http://schemas.microsoft.com/office/drawing/2014/main" id="{D977C54F-CE6F-5B55-12C5-794F10737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7232" name="Text Box 16">
            <a:extLst>
              <a:ext uri="{FF2B5EF4-FFF2-40B4-BE49-F238E27FC236}">
                <a16:creationId xmlns:a16="http://schemas.microsoft.com/office/drawing/2014/main" id="{8CE2EE12-BF5C-4F8A-ECD7-FD2B45A82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7233" name="Text Box 17">
            <a:extLst>
              <a:ext uri="{FF2B5EF4-FFF2-40B4-BE49-F238E27FC236}">
                <a16:creationId xmlns:a16="http://schemas.microsoft.com/office/drawing/2014/main" id="{C923AB6A-F3FC-B70D-BF5C-F42F4BBB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7234" name="Text Box 18">
            <a:extLst>
              <a:ext uri="{FF2B5EF4-FFF2-40B4-BE49-F238E27FC236}">
                <a16:creationId xmlns:a16="http://schemas.microsoft.com/office/drawing/2014/main" id="{CEFCBE7A-4280-3865-49FA-87592D797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7235" name="Text Box 19">
            <a:extLst>
              <a:ext uri="{FF2B5EF4-FFF2-40B4-BE49-F238E27FC236}">
                <a16:creationId xmlns:a16="http://schemas.microsoft.com/office/drawing/2014/main" id="{E73DFFD8-DEA3-52B7-5779-52CEA8E00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5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7236" name="Line 20">
            <a:extLst>
              <a:ext uri="{FF2B5EF4-FFF2-40B4-BE49-F238E27FC236}">
                <a16:creationId xmlns:a16="http://schemas.microsoft.com/office/drawing/2014/main" id="{B1A25A81-4244-B6A1-AEB1-2FE96B2E58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4114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4CA09-2775-5DE2-31C9-3A5D931824F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FED6C-369D-667A-3134-09AF1733D9BA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BC95D-E013-5F7B-8917-CD06E74EE1C7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54285-F5C1-B0D1-A764-E8AF6599D754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5B670-70C1-97F4-EB81-D9C28769E89E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98A07-7CDA-9B36-61AB-26EE0721514F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Oval 3">
            <a:extLst>
              <a:ext uri="{FF2B5EF4-FFF2-40B4-BE49-F238E27FC236}">
                <a16:creationId xmlns:a16="http://schemas.microsoft.com/office/drawing/2014/main" id="{76552446-5AC0-C89F-AEB9-A663F419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8244" name="Oval 4">
            <a:extLst>
              <a:ext uri="{FF2B5EF4-FFF2-40B4-BE49-F238E27FC236}">
                <a16:creationId xmlns:a16="http://schemas.microsoft.com/office/drawing/2014/main" id="{7E18EC4B-F6FA-CD10-AC2A-6C7206D80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8245" name="Oval 5">
            <a:extLst>
              <a:ext uri="{FF2B5EF4-FFF2-40B4-BE49-F238E27FC236}">
                <a16:creationId xmlns:a16="http://schemas.microsoft.com/office/drawing/2014/main" id="{26036B01-BB3A-2923-D7BE-52017A159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8246" name="Oval 6">
            <a:extLst>
              <a:ext uri="{FF2B5EF4-FFF2-40B4-BE49-F238E27FC236}">
                <a16:creationId xmlns:a16="http://schemas.microsoft.com/office/drawing/2014/main" id="{77D89BBF-8AA4-006C-C88E-3A520F0C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8247" name="Oval 7">
            <a:extLst>
              <a:ext uri="{FF2B5EF4-FFF2-40B4-BE49-F238E27FC236}">
                <a16:creationId xmlns:a16="http://schemas.microsoft.com/office/drawing/2014/main" id="{F8A39B88-D372-05EB-1FE6-5F1818761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8248" name="Line 8">
            <a:extLst>
              <a:ext uri="{FF2B5EF4-FFF2-40B4-BE49-F238E27FC236}">
                <a16:creationId xmlns:a16="http://schemas.microsoft.com/office/drawing/2014/main" id="{12945AD3-098A-6805-2BDD-32770AAF4C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49" name="Line 9">
            <a:extLst>
              <a:ext uri="{FF2B5EF4-FFF2-40B4-BE49-F238E27FC236}">
                <a16:creationId xmlns:a16="http://schemas.microsoft.com/office/drawing/2014/main" id="{3DC433A5-9072-FDCD-8095-0B79248D5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0" name="Line 10">
            <a:extLst>
              <a:ext uri="{FF2B5EF4-FFF2-40B4-BE49-F238E27FC236}">
                <a16:creationId xmlns:a16="http://schemas.microsoft.com/office/drawing/2014/main" id="{6A52761E-6406-0B5B-53E5-BEB04EA7D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1" name="Line 11">
            <a:extLst>
              <a:ext uri="{FF2B5EF4-FFF2-40B4-BE49-F238E27FC236}">
                <a16:creationId xmlns:a16="http://schemas.microsoft.com/office/drawing/2014/main" id="{EC9F7097-49C3-E520-BC8F-5C452080C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2" name="Line 12">
            <a:extLst>
              <a:ext uri="{FF2B5EF4-FFF2-40B4-BE49-F238E27FC236}">
                <a16:creationId xmlns:a16="http://schemas.microsoft.com/office/drawing/2014/main" id="{6B941A3D-1168-E9E9-BA81-AF22835D8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3" name="Line 13">
            <a:extLst>
              <a:ext uri="{FF2B5EF4-FFF2-40B4-BE49-F238E27FC236}">
                <a16:creationId xmlns:a16="http://schemas.microsoft.com/office/drawing/2014/main" id="{0E8B08D9-AFF8-5A71-053A-9532B8C8F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4" name="Line 14">
            <a:extLst>
              <a:ext uri="{FF2B5EF4-FFF2-40B4-BE49-F238E27FC236}">
                <a16:creationId xmlns:a16="http://schemas.microsoft.com/office/drawing/2014/main" id="{0956F604-8D96-6647-F805-DAA572AB7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5" name="Text Box 15">
            <a:extLst>
              <a:ext uri="{FF2B5EF4-FFF2-40B4-BE49-F238E27FC236}">
                <a16:creationId xmlns:a16="http://schemas.microsoft.com/office/drawing/2014/main" id="{91A8BAAE-A1A0-0C0C-007D-5BC0E0D2C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8256" name="Text Box 16">
            <a:extLst>
              <a:ext uri="{FF2B5EF4-FFF2-40B4-BE49-F238E27FC236}">
                <a16:creationId xmlns:a16="http://schemas.microsoft.com/office/drawing/2014/main" id="{E1DD5039-2DAD-B726-0441-982CD2476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8257" name="Text Box 17">
            <a:extLst>
              <a:ext uri="{FF2B5EF4-FFF2-40B4-BE49-F238E27FC236}">
                <a16:creationId xmlns:a16="http://schemas.microsoft.com/office/drawing/2014/main" id="{BBB048C2-6F1E-4BB4-5A49-9C88C40EA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8258" name="Text Box 18">
            <a:extLst>
              <a:ext uri="{FF2B5EF4-FFF2-40B4-BE49-F238E27FC236}">
                <a16:creationId xmlns:a16="http://schemas.microsoft.com/office/drawing/2014/main" id="{179985F8-28A9-8346-7DD5-938A6EA40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8259" name="Text Box 19">
            <a:extLst>
              <a:ext uri="{FF2B5EF4-FFF2-40B4-BE49-F238E27FC236}">
                <a16:creationId xmlns:a16="http://schemas.microsoft.com/office/drawing/2014/main" id="{CE35BD32-01DA-2868-E0C3-C76D153B5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5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8260" name="Line 20">
            <a:extLst>
              <a:ext uri="{FF2B5EF4-FFF2-40B4-BE49-F238E27FC236}">
                <a16:creationId xmlns:a16="http://schemas.microsoft.com/office/drawing/2014/main" id="{05EEFEE7-9976-5E02-6A42-B2507E8C47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514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C5BDF-19EF-90B2-E2D7-8C30DBC29B6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BD704-480C-A2FB-7438-0BCBC06C30A8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71280-4C89-37F1-F2B1-11F6FA9CBC66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E2247-AEC6-B965-4E80-565D762CB437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1A830-AA1E-6134-A4BF-E083EEDFAA3C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61DF9-937B-4C75-8EA4-03892CBA9103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Oval 3">
            <a:extLst>
              <a:ext uri="{FF2B5EF4-FFF2-40B4-BE49-F238E27FC236}">
                <a16:creationId xmlns:a16="http://schemas.microsoft.com/office/drawing/2014/main" id="{8DA6E53D-C8AB-2AB9-90DF-6E8524DA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9268" name="Oval 4">
            <a:extLst>
              <a:ext uri="{FF2B5EF4-FFF2-40B4-BE49-F238E27FC236}">
                <a16:creationId xmlns:a16="http://schemas.microsoft.com/office/drawing/2014/main" id="{64D83771-E78D-7BBD-9A29-FECBA18B6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9269" name="Oval 5">
            <a:extLst>
              <a:ext uri="{FF2B5EF4-FFF2-40B4-BE49-F238E27FC236}">
                <a16:creationId xmlns:a16="http://schemas.microsoft.com/office/drawing/2014/main" id="{8A52054D-8150-4BB9-9F41-D0BCD714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9270" name="Oval 6">
            <a:extLst>
              <a:ext uri="{FF2B5EF4-FFF2-40B4-BE49-F238E27FC236}">
                <a16:creationId xmlns:a16="http://schemas.microsoft.com/office/drawing/2014/main" id="{C06AA54A-46E5-A966-D3F9-AED02520A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9271" name="Oval 7">
            <a:extLst>
              <a:ext uri="{FF2B5EF4-FFF2-40B4-BE49-F238E27FC236}">
                <a16:creationId xmlns:a16="http://schemas.microsoft.com/office/drawing/2014/main" id="{5BEF8712-2826-16D8-A63C-D5AEA816B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9272" name="Line 8">
            <a:extLst>
              <a:ext uri="{FF2B5EF4-FFF2-40B4-BE49-F238E27FC236}">
                <a16:creationId xmlns:a16="http://schemas.microsoft.com/office/drawing/2014/main" id="{55D3EF10-D06B-AFD5-A939-62F728E7C2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3" name="Line 9">
            <a:extLst>
              <a:ext uri="{FF2B5EF4-FFF2-40B4-BE49-F238E27FC236}">
                <a16:creationId xmlns:a16="http://schemas.microsoft.com/office/drawing/2014/main" id="{5812AFA6-BAE4-40B3-22AC-857C80B8E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4" name="Line 10">
            <a:extLst>
              <a:ext uri="{FF2B5EF4-FFF2-40B4-BE49-F238E27FC236}">
                <a16:creationId xmlns:a16="http://schemas.microsoft.com/office/drawing/2014/main" id="{B08D8B6C-E1C5-C3FE-D7B7-316AEAE1D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5" name="Line 11">
            <a:extLst>
              <a:ext uri="{FF2B5EF4-FFF2-40B4-BE49-F238E27FC236}">
                <a16:creationId xmlns:a16="http://schemas.microsoft.com/office/drawing/2014/main" id="{5C3C8C65-BE10-832B-4152-FE6DF8579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6" name="Line 12">
            <a:extLst>
              <a:ext uri="{FF2B5EF4-FFF2-40B4-BE49-F238E27FC236}">
                <a16:creationId xmlns:a16="http://schemas.microsoft.com/office/drawing/2014/main" id="{90F82D5C-B437-762A-8EE3-2E8177A39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7" name="Line 13">
            <a:extLst>
              <a:ext uri="{FF2B5EF4-FFF2-40B4-BE49-F238E27FC236}">
                <a16:creationId xmlns:a16="http://schemas.microsoft.com/office/drawing/2014/main" id="{E5EA4C7E-90C4-44ED-B3D5-4B8600551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8" name="Line 14">
            <a:extLst>
              <a:ext uri="{FF2B5EF4-FFF2-40B4-BE49-F238E27FC236}">
                <a16:creationId xmlns:a16="http://schemas.microsoft.com/office/drawing/2014/main" id="{D6A920F0-96F0-38F1-50B8-55A178465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9" name="Text Box 15">
            <a:extLst>
              <a:ext uri="{FF2B5EF4-FFF2-40B4-BE49-F238E27FC236}">
                <a16:creationId xmlns:a16="http://schemas.microsoft.com/office/drawing/2014/main" id="{1BD55A55-99D7-5661-C9B0-EED0BC6E9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9280" name="Text Box 16">
            <a:extLst>
              <a:ext uri="{FF2B5EF4-FFF2-40B4-BE49-F238E27FC236}">
                <a16:creationId xmlns:a16="http://schemas.microsoft.com/office/drawing/2014/main" id="{2FF63D73-9129-4077-58FA-26B45F6F0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9281" name="Text Box 17">
            <a:extLst>
              <a:ext uri="{FF2B5EF4-FFF2-40B4-BE49-F238E27FC236}">
                <a16:creationId xmlns:a16="http://schemas.microsoft.com/office/drawing/2014/main" id="{92658630-7C80-8F64-85C2-674CAB031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9282" name="Text Box 18">
            <a:extLst>
              <a:ext uri="{FF2B5EF4-FFF2-40B4-BE49-F238E27FC236}">
                <a16:creationId xmlns:a16="http://schemas.microsoft.com/office/drawing/2014/main" id="{48C97D02-4200-23FD-A024-465BBEA17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9283" name="Text Box 19">
            <a:extLst>
              <a:ext uri="{FF2B5EF4-FFF2-40B4-BE49-F238E27FC236}">
                <a16:creationId xmlns:a16="http://schemas.microsoft.com/office/drawing/2014/main" id="{019D25E3-02E0-5416-496A-C6203D102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5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9284" name="Line 20">
            <a:extLst>
              <a:ext uri="{FF2B5EF4-FFF2-40B4-BE49-F238E27FC236}">
                <a16:creationId xmlns:a16="http://schemas.microsoft.com/office/drawing/2014/main" id="{5815FFC6-1A40-8720-EE6D-106C6B3EE3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514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A5134-4A58-8A01-07E0-8381299E01E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D45A9-EEEC-7D9C-64BE-80A035977C0F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A486C-F396-AF53-F955-68D44020E19D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0EB9A-BF0C-FB38-B2DB-42CD9EAD0B28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3295F-C4F7-81F6-8C5D-8286166327D7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8AC8A-9126-0DA9-B275-9E153C322FEE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Oval 3">
            <a:extLst>
              <a:ext uri="{FF2B5EF4-FFF2-40B4-BE49-F238E27FC236}">
                <a16:creationId xmlns:a16="http://schemas.microsoft.com/office/drawing/2014/main" id="{D6CCE4E6-7BFB-8E4B-FF15-FDE8AC420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0292" name="Oval 4">
            <a:extLst>
              <a:ext uri="{FF2B5EF4-FFF2-40B4-BE49-F238E27FC236}">
                <a16:creationId xmlns:a16="http://schemas.microsoft.com/office/drawing/2014/main" id="{67689703-CA4F-8621-D135-9CF34B06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0293" name="Oval 5">
            <a:extLst>
              <a:ext uri="{FF2B5EF4-FFF2-40B4-BE49-F238E27FC236}">
                <a16:creationId xmlns:a16="http://schemas.microsoft.com/office/drawing/2014/main" id="{3443F114-E259-797C-75F4-FAD42EFF7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0294" name="Oval 6">
            <a:extLst>
              <a:ext uri="{FF2B5EF4-FFF2-40B4-BE49-F238E27FC236}">
                <a16:creationId xmlns:a16="http://schemas.microsoft.com/office/drawing/2014/main" id="{9E74D50E-16AF-85F8-E6B2-F115C3C8B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0295" name="Oval 7">
            <a:extLst>
              <a:ext uri="{FF2B5EF4-FFF2-40B4-BE49-F238E27FC236}">
                <a16:creationId xmlns:a16="http://schemas.microsoft.com/office/drawing/2014/main" id="{78A83A2A-191D-EAA7-D57C-59DADD163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0296" name="Line 8">
            <a:extLst>
              <a:ext uri="{FF2B5EF4-FFF2-40B4-BE49-F238E27FC236}">
                <a16:creationId xmlns:a16="http://schemas.microsoft.com/office/drawing/2014/main" id="{E0B831EA-C288-3067-173D-4D21E86B4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297" name="Line 9">
            <a:extLst>
              <a:ext uri="{FF2B5EF4-FFF2-40B4-BE49-F238E27FC236}">
                <a16:creationId xmlns:a16="http://schemas.microsoft.com/office/drawing/2014/main" id="{C8C3FE95-F849-BE04-0139-3C23F3906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298" name="Line 10">
            <a:extLst>
              <a:ext uri="{FF2B5EF4-FFF2-40B4-BE49-F238E27FC236}">
                <a16:creationId xmlns:a16="http://schemas.microsoft.com/office/drawing/2014/main" id="{90C84081-0340-2054-5217-9E7D24C045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299" name="Line 11">
            <a:extLst>
              <a:ext uri="{FF2B5EF4-FFF2-40B4-BE49-F238E27FC236}">
                <a16:creationId xmlns:a16="http://schemas.microsoft.com/office/drawing/2014/main" id="{FF4B5E5B-5036-3A2C-4D43-8831FB9A1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0" name="Line 12">
            <a:extLst>
              <a:ext uri="{FF2B5EF4-FFF2-40B4-BE49-F238E27FC236}">
                <a16:creationId xmlns:a16="http://schemas.microsoft.com/office/drawing/2014/main" id="{6D35C4BE-6337-69E8-6554-347C4D1CC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1" name="Line 13">
            <a:extLst>
              <a:ext uri="{FF2B5EF4-FFF2-40B4-BE49-F238E27FC236}">
                <a16:creationId xmlns:a16="http://schemas.microsoft.com/office/drawing/2014/main" id="{94D4B888-EEC4-27B7-F3E2-E808B3639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2" name="Line 14">
            <a:extLst>
              <a:ext uri="{FF2B5EF4-FFF2-40B4-BE49-F238E27FC236}">
                <a16:creationId xmlns:a16="http://schemas.microsoft.com/office/drawing/2014/main" id="{F06D0778-1DA6-E823-BF9D-D88F32103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303" name="Text Box 15">
            <a:extLst>
              <a:ext uri="{FF2B5EF4-FFF2-40B4-BE49-F238E27FC236}">
                <a16:creationId xmlns:a16="http://schemas.microsoft.com/office/drawing/2014/main" id="{E0F1CCD4-CE28-CA76-B71F-078836363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0304" name="Text Box 16">
            <a:extLst>
              <a:ext uri="{FF2B5EF4-FFF2-40B4-BE49-F238E27FC236}">
                <a16:creationId xmlns:a16="http://schemas.microsoft.com/office/drawing/2014/main" id="{E6FE5A55-E9DE-8A65-ACA0-B71C438A0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0305" name="Text Box 17">
            <a:extLst>
              <a:ext uri="{FF2B5EF4-FFF2-40B4-BE49-F238E27FC236}">
                <a16:creationId xmlns:a16="http://schemas.microsoft.com/office/drawing/2014/main" id="{80001F03-9428-EC57-120D-0C72B1C05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0306" name="Text Box 18">
            <a:extLst>
              <a:ext uri="{FF2B5EF4-FFF2-40B4-BE49-F238E27FC236}">
                <a16:creationId xmlns:a16="http://schemas.microsoft.com/office/drawing/2014/main" id="{9FD941DC-55E7-AF77-7E2A-D5A90259B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0307" name="Text Box 19">
            <a:extLst>
              <a:ext uri="{FF2B5EF4-FFF2-40B4-BE49-F238E27FC236}">
                <a16:creationId xmlns:a16="http://schemas.microsoft.com/office/drawing/2014/main" id="{E78D9652-1BC2-A4A1-02F7-E48110D94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40308" name="Line 20">
            <a:extLst>
              <a:ext uri="{FF2B5EF4-FFF2-40B4-BE49-F238E27FC236}">
                <a16:creationId xmlns:a16="http://schemas.microsoft.com/office/drawing/2014/main" id="{030A782C-3FED-4F3D-4330-29B6318BE5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4191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04E95B-3AC0-8A1E-6A71-08816582691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834E3-184C-A559-EEAA-4F64BD37E816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45503-9A74-03B7-3AB3-5683F2B69917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1FFA8-E727-716A-BDDA-7F8853A62E92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94732-CDDA-F82D-1F14-124316FCE1BD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323E3-E908-01A6-1A64-3EEA4FDC2E88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Oval 3">
            <a:extLst>
              <a:ext uri="{FF2B5EF4-FFF2-40B4-BE49-F238E27FC236}">
                <a16:creationId xmlns:a16="http://schemas.microsoft.com/office/drawing/2014/main" id="{6BB9B466-56A5-9318-CD7B-C808C12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1316" name="Oval 4">
            <a:extLst>
              <a:ext uri="{FF2B5EF4-FFF2-40B4-BE49-F238E27FC236}">
                <a16:creationId xmlns:a16="http://schemas.microsoft.com/office/drawing/2014/main" id="{E26232DC-146F-6189-AF91-082EC2AC0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1317" name="Oval 5">
            <a:extLst>
              <a:ext uri="{FF2B5EF4-FFF2-40B4-BE49-F238E27FC236}">
                <a16:creationId xmlns:a16="http://schemas.microsoft.com/office/drawing/2014/main" id="{F641635E-B1C4-C195-AC49-DC693167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1318" name="Oval 6">
            <a:extLst>
              <a:ext uri="{FF2B5EF4-FFF2-40B4-BE49-F238E27FC236}">
                <a16:creationId xmlns:a16="http://schemas.microsoft.com/office/drawing/2014/main" id="{D106CC91-DE04-0C1F-119C-AFD7FB6EB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1319" name="Oval 7">
            <a:extLst>
              <a:ext uri="{FF2B5EF4-FFF2-40B4-BE49-F238E27FC236}">
                <a16:creationId xmlns:a16="http://schemas.microsoft.com/office/drawing/2014/main" id="{63D44FB1-1FFE-B693-E7E3-253B60C20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1320" name="Line 8">
            <a:extLst>
              <a:ext uri="{FF2B5EF4-FFF2-40B4-BE49-F238E27FC236}">
                <a16:creationId xmlns:a16="http://schemas.microsoft.com/office/drawing/2014/main" id="{593C7CF3-E4B7-42C5-7C68-EAE92C9DC8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1" name="Line 9">
            <a:extLst>
              <a:ext uri="{FF2B5EF4-FFF2-40B4-BE49-F238E27FC236}">
                <a16:creationId xmlns:a16="http://schemas.microsoft.com/office/drawing/2014/main" id="{7356C51D-F435-EE8B-22EA-306E0050F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2" name="Line 10">
            <a:extLst>
              <a:ext uri="{FF2B5EF4-FFF2-40B4-BE49-F238E27FC236}">
                <a16:creationId xmlns:a16="http://schemas.microsoft.com/office/drawing/2014/main" id="{33CAAC37-5C43-950F-2836-859C21F55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3" name="Line 11">
            <a:extLst>
              <a:ext uri="{FF2B5EF4-FFF2-40B4-BE49-F238E27FC236}">
                <a16:creationId xmlns:a16="http://schemas.microsoft.com/office/drawing/2014/main" id="{51519DD7-C8B5-8C54-7AC8-7F1C1E94E8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4" name="Line 12">
            <a:extLst>
              <a:ext uri="{FF2B5EF4-FFF2-40B4-BE49-F238E27FC236}">
                <a16:creationId xmlns:a16="http://schemas.microsoft.com/office/drawing/2014/main" id="{2BBBA19D-7BD3-1E1B-25A3-A76DBCC0E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5" name="Line 13">
            <a:extLst>
              <a:ext uri="{FF2B5EF4-FFF2-40B4-BE49-F238E27FC236}">
                <a16:creationId xmlns:a16="http://schemas.microsoft.com/office/drawing/2014/main" id="{FEA71889-B546-99CF-CE81-2DFBF29D4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6" name="Line 14">
            <a:extLst>
              <a:ext uri="{FF2B5EF4-FFF2-40B4-BE49-F238E27FC236}">
                <a16:creationId xmlns:a16="http://schemas.microsoft.com/office/drawing/2014/main" id="{9D23A3ED-004F-986D-2941-6ADA234D3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27" name="Text Box 15">
            <a:extLst>
              <a:ext uri="{FF2B5EF4-FFF2-40B4-BE49-F238E27FC236}">
                <a16:creationId xmlns:a16="http://schemas.microsoft.com/office/drawing/2014/main" id="{0ABAD141-902A-3672-0571-3BB38AF91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1328" name="Text Box 16">
            <a:extLst>
              <a:ext uri="{FF2B5EF4-FFF2-40B4-BE49-F238E27FC236}">
                <a16:creationId xmlns:a16="http://schemas.microsoft.com/office/drawing/2014/main" id="{A73DE307-8348-7BDC-8640-CF98AEEB4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  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1329" name="Text Box 17">
            <a:extLst>
              <a:ext uri="{FF2B5EF4-FFF2-40B4-BE49-F238E27FC236}">
                <a16:creationId xmlns:a16="http://schemas.microsoft.com/office/drawing/2014/main" id="{AA153A78-ACC4-B7B9-2955-DBF1AB5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  ,</a:t>
            </a:r>
            <a:r>
              <a:rPr lang="en-US" altLang="en-US" sz="1800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1330" name="Text Box 18">
            <a:extLst>
              <a:ext uri="{FF2B5EF4-FFF2-40B4-BE49-F238E27FC236}">
                <a16:creationId xmlns:a16="http://schemas.microsoft.com/office/drawing/2014/main" id="{EC589725-A410-F452-AECC-084B8A9D0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latin typeface="Tahoma" panose="020B0604030504040204" pitchFamily="34" charset="0"/>
              </a:rPr>
              <a:t>,</a:t>
            </a:r>
            <a:r>
              <a:rPr lang="en-US" altLang="en-US" sz="1800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800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41331" name="Text Box 19">
            <a:extLst>
              <a:ext uri="{FF2B5EF4-FFF2-40B4-BE49-F238E27FC236}">
                <a16:creationId xmlns:a16="http://schemas.microsoft.com/office/drawing/2014/main" id="{B913781E-EFAD-33B8-82DD-BE75B82CD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 sz="1800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27DB6A15-AC0D-5724-16FC-BA7E7F60A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565" y="5557777"/>
            <a:ext cx="6764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Solution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5BADD-75CA-A49A-F01E-D19B52BABA7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Arc Consistency + Backtracking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92FF7-F135-B20D-1B31-D2F65AD34F42}"/>
              </a:ext>
            </a:extLst>
          </p:cNvPr>
          <p:cNvSpPr txBox="1"/>
          <p:nvPr/>
        </p:nvSpPr>
        <p:spPr>
          <a:xfrm>
            <a:off x="1615440" y="3253740"/>
            <a:ext cx="2743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5F86E-1BEF-5ECB-F9AF-0F42076131F0}"/>
              </a:ext>
            </a:extLst>
          </p:cNvPr>
          <p:cNvSpPr txBox="1"/>
          <p:nvPr/>
        </p:nvSpPr>
        <p:spPr>
          <a:xfrm>
            <a:off x="3749040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7E316-CFD2-26FF-F24C-548EA073F98A}"/>
              </a:ext>
            </a:extLst>
          </p:cNvPr>
          <p:cNvSpPr txBox="1"/>
          <p:nvPr/>
        </p:nvSpPr>
        <p:spPr>
          <a:xfrm>
            <a:off x="3749040" y="423042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5F161-9C03-9C28-9B2C-F46A0506EFE8}"/>
              </a:ext>
            </a:extLst>
          </p:cNvPr>
          <p:cNvSpPr txBox="1"/>
          <p:nvPr/>
        </p:nvSpPr>
        <p:spPr>
          <a:xfrm>
            <a:off x="6261947" y="2177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E99C6-F883-F790-96FF-4C654D0756DE}"/>
              </a:ext>
            </a:extLst>
          </p:cNvPr>
          <p:cNvSpPr txBox="1"/>
          <p:nvPr/>
        </p:nvSpPr>
        <p:spPr>
          <a:xfrm>
            <a:off x="6187439" y="4315381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9D900-210A-6268-4374-5788BB8A25EF}"/>
              </a:ext>
            </a:extLst>
          </p:cNvPr>
          <p:cNvSpPr txBox="1"/>
          <p:nvPr/>
        </p:nvSpPr>
        <p:spPr>
          <a:xfrm>
            <a:off x="452966" y="3259723"/>
            <a:ext cx="8238067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Local Search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A86EA-9653-0B55-DA94-0B685FE6C02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Satisfaction Problems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A62F04-3F99-7A85-5B38-209265A333FE}"/>
              </a:ext>
            </a:extLst>
          </p:cNvPr>
          <p:cNvSpPr txBox="1"/>
          <p:nvPr/>
        </p:nvSpPr>
        <p:spPr>
          <a:xfrm>
            <a:off x="452966" y="1454177"/>
            <a:ext cx="8238067" cy="5078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If the path to the solution is NOT important, we can apply local search!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Hill-climbing, simulated annealing typically work with “complete” states, i.e., all variables assigned.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To apply CSP</a:t>
            </a: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: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Allow states with unsatisfied constraints.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Operators reassign variable values.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hill-climb with value (state) = total number of violated constraints.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Variable selection: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randomly select any conflicted variable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Value selection: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choose value that violates the fewest constraints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called the min-conflicts heuristic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728F4-D74A-F1FC-11E3-2B3EADA6266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 for CSP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8" name="Picture 4" descr="4queens-iterative">
            <a:extLst>
              <a:ext uri="{FF2B5EF4-FFF2-40B4-BE49-F238E27FC236}">
                <a16:creationId xmlns:a16="http://schemas.microsoft.com/office/drawing/2014/main" id="{B53448D0-C303-AC36-810E-9F00A6E18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8" y="3945972"/>
            <a:ext cx="57912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06B7F6-AEFC-BE1F-3501-306D1912F33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4-Queens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60C82-4B05-DE81-48B4-A5B51E9ED02A}"/>
              </a:ext>
            </a:extLst>
          </p:cNvPr>
          <p:cNvSpPr txBox="1"/>
          <p:nvPr/>
        </p:nvSpPr>
        <p:spPr>
          <a:xfrm>
            <a:off x="452966" y="1720840"/>
            <a:ext cx="8238067" cy="17081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States: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4 queens in 4 columns (44 = 256 states)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Actions: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move queen in column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Goal test: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no attacks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Evaluation: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h(n) = number of attacks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435" name="Object 4">
            <a:extLst>
              <a:ext uri="{FF2B5EF4-FFF2-40B4-BE49-F238E27FC236}">
                <a16:creationId xmlns:a16="http://schemas.microsoft.com/office/drawing/2014/main" id="{B23F5C48-601F-0FC9-8C4E-F37516DF5577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991722466"/>
              </p:ext>
            </p:extLst>
          </p:nvPr>
        </p:nvGraphicFramePr>
        <p:xfrm>
          <a:off x="1077116" y="4308468"/>
          <a:ext cx="6989763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990476" imgH="2276793" progId="Paint.Picture">
                  <p:embed/>
                </p:oleObj>
              </mc:Choice>
              <mc:Fallback>
                <p:oleObj name="Bitmap Image" r:id="rId2" imgW="6990476" imgH="2276793" progId="Paint.Picture">
                  <p:embed/>
                  <p:pic>
                    <p:nvPicPr>
                      <p:cNvPr id="146435" name="Object 4">
                        <a:extLst>
                          <a:ext uri="{FF2B5EF4-FFF2-40B4-BE49-F238E27FC236}">
                            <a16:creationId xmlns:a16="http://schemas.microsoft.com/office/drawing/2014/main" id="{B23F5C48-601F-0FC9-8C4E-F37516DF55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116" y="4308468"/>
                        <a:ext cx="6989763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E8CF997-1EE7-1326-5432-B9301015359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4-Queens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EAF99-5C79-ECB1-0349-A8711F6EB2C2}"/>
              </a:ext>
            </a:extLst>
          </p:cNvPr>
          <p:cNvSpPr txBox="1"/>
          <p:nvPr/>
        </p:nvSpPr>
        <p:spPr>
          <a:xfrm>
            <a:off x="452966" y="1341024"/>
            <a:ext cx="8238067" cy="28315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State: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Variables = queens, which are confined to a column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Value = row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Start with random state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Repeat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Choose conflicted queen randomly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Choose value (row) with minimal conflicts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A5B9-40DB-7F75-1FCC-4E183DA6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2BAA3-8E74-C6ED-A688-225B302C7BF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B1903-AA79-E8EA-EF2F-D7EBBBDC6857}"/>
              </a:ext>
            </a:extLst>
          </p:cNvPr>
          <p:cNvSpPr txBox="1"/>
          <p:nvPr/>
        </p:nvSpPr>
        <p:spPr>
          <a:xfrm>
            <a:off x="452966" y="1606870"/>
            <a:ext cx="8238067" cy="46012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CSP are a special kind of problem: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states defined by values of a fixed set of variables.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goal test defined by constraints on variable values.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Backtracking = Depth-First Search (DFS) with one variable assigned per node.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Variable ordering and value selection heuristics help significantly.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checking prevents assignments that guarantee later failure.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Constraint propagation (e.g., arc consistency) does additional work to constrain values and detect inconsistencies.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Iterative min-conflicts is usually effective in practice. </a:t>
            </a:r>
          </a:p>
        </p:txBody>
      </p:sp>
    </p:spTree>
    <p:extLst>
      <p:ext uri="{BB962C8B-B14F-4D97-AF65-F5344CB8AC3E}">
        <p14:creationId xmlns:p14="http://schemas.microsoft.com/office/powerpoint/2010/main" val="207609634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1FF4-EAF6-2CEF-4DE6-5886D04C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C93CF-BC27-A928-9DEB-D15BA219363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3D3CF-F72C-15E7-AD0E-9FFD45BFA487}"/>
              </a:ext>
            </a:extLst>
          </p:cNvPr>
          <p:cNvSpPr txBox="1"/>
          <p:nvPr/>
        </p:nvSpPr>
        <p:spPr>
          <a:xfrm>
            <a:off x="452966" y="2536448"/>
            <a:ext cx="8238067" cy="8925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Chapter 05 of the textbook</a:t>
            </a:r>
          </a:p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Pages: 164 - 182</a:t>
            </a:r>
          </a:p>
        </p:txBody>
      </p:sp>
    </p:spTree>
    <p:extLst>
      <p:ext uri="{BB962C8B-B14F-4D97-AF65-F5344CB8AC3E}">
        <p14:creationId xmlns:p14="http://schemas.microsoft.com/office/powerpoint/2010/main" val="42388027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MU">
      <a:majorFont>
        <a:latin typeface="CMU Serif"/>
        <a:ea typeface=""/>
        <a:cs typeface=""/>
      </a:majorFont>
      <a:minorFont>
        <a:latin typeface="CMU Serif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3798</TotalTime>
  <Words>4614</Words>
  <Application>Microsoft Office PowerPoint</Application>
  <PresentationFormat>On-screen Show (4:3)</PresentationFormat>
  <Paragraphs>1327</Paragraphs>
  <Slides>124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35" baseType="lpstr">
      <vt:lpstr>Aptos</vt:lpstr>
      <vt:lpstr>Arial</vt:lpstr>
      <vt:lpstr>Cambria Math</vt:lpstr>
      <vt:lpstr>CMU Serif</vt:lpstr>
      <vt:lpstr>Comic Sans MS</vt:lpstr>
      <vt:lpstr>Courier New</vt:lpstr>
      <vt:lpstr>Tahoma</vt:lpstr>
      <vt:lpstr>Wingdings</vt:lpstr>
      <vt:lpstr>Wingdings 2</vt:lpstr>
      <vt:lpstr>Dividend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4-Queens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M Alam</dc:creator>
  <cp:lastModifiedBy>Pahela</cp:lastModifiedBy>
  <cp:revision>141</cp:revision>
  <dcterms:created xsi:type="dcterms:W3CDTF">2025-01-08T01:58:03Z</dcterms:created>
  <dcterms:modified xsi:type="dcterms:W3CDTF">2025-10-29T08:09:29Z</dcterms:modified>
</cp:coreProperties>
</file>